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1.xml" ContentType="application/vnd.openxmlformats-officedocument.drawingml.diagramData+xml"/>
  <Override PartName="/ppt/diagrams/data5.xml" ContentType="application/vnd.openxmlformats-officedocument.drawingml.diagramData+xml"/>
  <Override PartName="/ppt/diagrams/data2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colors2.xml" ContentType="application/vnd.openxmlformats-officedocument.drawingml.diagramColors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ink/ink1.xml" ContentType="application/inkml+xml"/>
  <Override PartName="/ppt/diagrams/layout6.xml" ContentType="application/vnd.openxmlformats-officedocument.drawingml.diagramLayou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D2528E-EECC-419F-88D9-220CE31250E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AD8F65-71BB-4D61-8EC3-C8C410C1658A}">
      <dgm:prSet/>
      <dgm:spPr/>
      <dgm:t>
        <a:bodyPr/>
        <a:lstStyle/>
        <a:p>
          <a:r>
            <a:rPr lang="en-GB" b="0" dirty="0"/>
            <a:t>1. Context</a:t>
          </a:r>
          <a:endParaRPr lang="en-US" b="0" dirty="0"/>
        </a:p>
      </dgm:t>
    </dgm:pt>
    <dgm:pt modelId="{757BAFA2-991D-4945-BC27-8EA9C423FD9F}" type="parTrans" cxnId="{7E0B78BA-7569-4100-945C-E069B7529CB4}">
      <dgm:prSet/>
      <dgm:spPr/>
      <dgm:t>
        <a:bodyPr/>
        <a:lstStyle/>
        <a:p>
          <a:endParaRPr lang="en-US"/>
        </a:p>
      </dgm:t>
    </dgm:pt>
    <dgm:pt modelId="{0541DD1B-6B57-4C35-A5F9-B58E64BE4991}" type="sibTrans" cxnId="{7E0B78BA-7569-4100-945C-E069B7529CB4}">
      <dgm:prSet/>
      <dgm:spPr/>
      <dgm:t>
        <a:bodyPr/>
        <a:lstStyle/>
        <a:p>
          <a:endParaRPr lang="en-US"/>
        </a:p>
      </dgm:t>
    </dgm:pt>
    <dgm:pt modelId="{DCF86B1E-379A-4B12-A05F-C341FF2EBFE2}">
      <dgm:prSet/>
      <dgm:spPr/>
      <dgm:t>
        <a:bodyPr/>
        <a:lstStyle/>
        <a:p>
          <a:r>
            <a:rPr lang="en-GB" dirty="0"/>
            <a:t>2. What is Microservices Architecture</a:t>
          </a:r>
          <a:endParaRPr lang="en-US" dirty="0"/>
        </a:p>
      </dgm:t>
    </dgm:pt>
    <dgm:pt modelId="{0CDCD11E-00BA-4D91-AA65-2C318FAAB049}" type="parTrans" cxnId="{09F8E76A-649E-43AA-AACE-0498352ACF59}">
      <dgm:prSet/>
      <dgm:spPr/>
      <dgm:t>
        <a:bodyPr/>
        <a:lstStyle/>
        <a:p>
          <a:endParaRPr lang="en-US"/>
        </a:p>
      </dgm:t>
    </dgm:pt>
    <dgm:pt modelId="{ABFD70DD-5F57-4E16-94B3-8D52B2692FD1}" type="sibTrans" cxnId="{09F8E76A-649E-43AA-AACE-0498352ACF59}">
      <dgm:prSet/>
      <dgm:spPr/>
      <dgm:t>
        <a:bodyPr/>
        <a:lstStyle/>
        <a:p>
          <a:endParaRPr lang="en-US"/>
        </a:p>
      </dgm:t>
    </dgm:pt>
    <dgm:pt modelId="{B3B66CE4-CFD3-463E-9C50-7FCEA0F20CF7}">
      <dgm:prSet/>
      <dgm:spPr/>
      <dgm:t>
        <a:bodyPr/>
        <a:lstStyle/>
        <a:p>
          <a:r>
            <a:rPr lang="en-GB" dirty="0"/>
            <a:t>3. Why and When should we use Microservices </a:t>
          </a:r>
        </a:p>
      </dgm:t>
    </dgm:pt>
    <dgm:pt modelId="{C5A7A64F-2CEF-4530-BAC0-692321235746}" type="parTrans" cxnId="{D43B4EEA-09BC-48E1-9832-D1C5763B3DC9}">
      <dgm:prSet/>
      <dgm:spPr/>
      <dgm:t>
        <a:bodyPr/>
        <a:lstStyle/>
        <a:p>
          <a:endParaRPr lang="en-US"/>
        </a:p>
      </dgm:t>
    </dgm:pt>
    <dgm:pt modelId="{2CDC26ED-5BB1-4718-8FBF-97F576D82082}" type="sibTrans" cxnId="{D43B4EEA-09BC-48E1-9832-D1C5763B3DC9}">
      <dgm:prSet/>
      <dgm:spPr/>
      <dgm:t>
        <a:bodyPr/>
        <a:lstStyle/>
        <a:p>
          <a:endParaRPr lang="en-US"/>
        </a:p>
      </dgm:t>
    </dgm:pt>
    <dgm:pt modelId="{04EDAC9A-D2AD-42F2-84DB-C801AD0A7FA9}">
      <dgm:prSet/>
      <dgm:spPr/>
      <dgm:t>
        <a:bodyPr/>
        <a:lstStyle/>
        <a:p>
          <a:r>
            <a:rPr lang="en-GB" dirty="0"/>
            <a:t>4. Where is this architecture used (real-world examples)</a:t>
          </a:r>
          <a:endParaRPr lang="en-US" dirty="0"/>
        </a:p>
      </dgm:t>
    </dgm:pt>
    <dgm:pt modelId="{236C013B-22C7-41E8-A136-844D15715A42}" type="parTrans" cxnId="{7B3C76A4-5AD2-45DD-AF36-80FE417C4F29}">
      <dgm:prSet/>
      <dgm:spPr/>
      <dgm:t>
        <a:bodyPr/>
        <a:lstStyle/>
        <a:p>
          <a:endParaRPr lang="en-US"/>
        </a:p>
      </dgm:t>
    </dgm:pt>
    <dgm:pt modelId="{32A73260-B890-4EEB-83A1-B5BFC873C2A2}" type="sibTrans" cxnId="{7B3C76A4-5AD2-45DD-AF36-80FE417C4F29}">
      <dgm:prSet/>
      <dgm:spPr/>
      <dgm:t>
        <a:bodyPr/>
        <a:lstStyle/>
        <a:p>
          <a:endParaRPr lang="en-US"/>
        </a:p>
      </dgm:t>
    </dgm:pt>
    <dgm:pt modelId="{8B7A1919-80FC-4116-8D65-CED0E6DD1FFF}">
      <dgm:prSet/>
      <dgm:spPr/>
      <dgm:t>
        <a:bodyPr/>
        <a:lstStyle/>
        <a:p>
          <a:r>
            <a:rPr lang="en-GB" dirty="0"/>
            <a:t>5. What are the Pros and Cons of using this architecture</a:t>
          </a:r>
          <a:endParaRPr lang="en-US" dirty="0"/>
        </a:p>
      </dgm:t>
    </dgm:pt>
    <dgm:pt modelId="{81C3FA96-EFF0-4F6D-AF61-C56CEF3F28A0}" type="parTrans" cxnId="{7F619C74-F609-4E42-8408-4029B2DF6102}">
      <dgm:prSet/>
      <dgm:spPr/>
      <dgm:t>
        <a:bodyPr/>
        <a:lstStyle/>
        <a:p>
          <a:endParaRPr lang="en-US"/>
        </a:p>
      </dgm:t>
    </dgm:pt>
    <dgm:pt modelId="{F5535C54-8466-4BEF-BCE2-4572200F8AE0}" type="sibTrans" cxnId="{7F619C74-F609-4E42-8408-4029B2DF6102}">
      <dgm:prSet/>
      <dgm:spPr/>
      <dgm:t>
        <a:bodyPr/>
        <a:lstStyle/>
        <a:p>
          <a:endParaRPr lang="en-US"/>
        </a:p>
      </dgm:t>
    </dgm:pt>
    <dgm:pt modelId="{DAC1B84C-0603-460C-B2AB-60B147AEEA9B}" type="pres">
      <dgm:prSet presAssocID="{14D2528E-EECC-419F-88D9-220CE31250EB}" presName="vert0" presStyleCnt="0">
        <dgm:presLayoutVars>
          <dgm:dir/>
          <dgm:animOne val="branch"/>
          <dgm:animLvl val="lvl"/>
        </dgm:presLayoutVars>
      </dgm:prSet>
      <dgm:spPr/>
    </dgm:pt>
    <dgm:pt modelId="{CD447373-2E42-4E4C-8391-B5CD54A62F4E}" type="pres">
      <dgm:prSet presAssocID="{8EAD8F65-71BB-4D61-8EC3-C8C410C1658A}" presName="thickLine" presStyleLbl="alignNode1" presStyleIdx="0" presStyleCnt="5"/>
      <dgm:spPr/>
    </dgm:pt>
    <dgm:pt modelId="{B51A5DDC-5B68-40C2-B70F-C05B81163FFA}" type="pres">
      <dgm:prSet presAssocID="{8EAD8F65-71BB-4D61-8EC3-C8C410C1658A}" presName="horz1" presStyleCnt="0"/>
      <dgm:spPr/>
    </dgm:pt>
    <dgm:pt modelId="{07D3B159-162D-42F3-B376-3A3A8B2F6C19}" type="pres">
      <dgm:prSet presAssocID="{8EAD8F65-71BB-4D61-8EC3-C8C410C1658A}" presName="tx1" presStyleLbl="revTx" presStyleIdx="0" presStyleCnt="5"/>
      <dgm:spPr/>
    </dgm:pt>
    <dgm:pt modelId="{1A29CC8C-805F-471F-9D00-D9F4D68B5C06}" type="pres">
      <dgm:prSet presAssocID="{8EAD8F65-71BB-4D61-8EC3-C8C410C1658A}" presName="vert1" presStyleCnt="0"/>
      <dgm:spPr/>
    </dgm:pt>
    <dgm:pt modelId="{619CC49C-D5E5-46BF-8843-5DBEC74900A6}" type="pres">
      <dgm:prSet presAssocID="{DCF86B1E-379A-4B12-A05F-C341FF2EBFE2}" presName="thickLine" presStyleLbl="alignNode1" presStyleIdx="1" presStyleCnt="5"/>
      <dgm:spPr/>
    </dgm:pt>
    <dgm:pt modelId="{016F6F12-4538-40AE-8EAF-644B44A30D93}" type="pres">
      <dgm:prSet presAssocID="{DCF86B1E-379A-4B12-A05F-C341FF2EBFE2}" presName="horz1" presStyleCnt="0"/>
      <dgm:spPr/>
    </dgm:pt>
    <dgm:pt modelId="{F884D9DF-012A-4ACA-AEA3-21189005E1BA}" type="pres">
      <dgm:prSet presAssocID="{DCF86B1E-379A-4B12-A05F-C341FF2EBFE2}" presName="tx1" presStyleLbl="revTx" presStyleIdx="1" presStyleCnt="5"/>
      <dgm:spPr/>
    </dgm:pt>
    <dgm:pt modelId="{CB94B957-9800-4138-A8E1-598678FA4C56}" type="pres">
      <dgm:prSet presAssocID="{DCF86B1E-379A-4B12-A05F-C341FF2EBFE2}" presName="vert1" presStyleCnt="0"/>
      <dgm:spPr/>
    </dgm:pt>
    <dgm:pt modelId="{3C17180B-AF90-43EE-BD37-4E20D0CAA257}" type="pres">
      <dgm:prSet presAssocID="{B3B66CE4-CFD3-463E-9C50-7FCEA0F20CF7}" presName="thickLine" presStyleLbl="alignNode1" presStyleIdx="2" presStyleCnt="5"/>
      <dgm:spPr/>
    </dgm:pt>
    <dgm:pt modelId="{C28204C4-1FDB-4CEE-9C3A-F0425EEFFC0F}" type="pres">
      <dgm:prSet presAssocID="{B3B66CE4-CFD3-463E-9C50-7FCEA0F20CF7}" presName="horz1" presStyleCnt="0"/>
      <dgm:spPr/>
    </dgm:pt>
    <dgm:pt modelId="{FB623DA0-A4B3-492B-9DF7-77933BAB4438}" type="pres">
      <dgm:prSet presAssocID="{B3B66CE4-CFD3-463E-9C50-7FCEA0F20CF7}" presName="tx1" presStyleLbl="revTx" presStyleIdx="2" presStyleCnt="5"/>
      <dgm:spPr/>
    </dgm:pt>
    <dgm:pt modelId="{3B2AA4C2-6F7C-4B1C-84C1-CD7A81FE5646}" type="pres">
      <dgm:prSet presAssocID="{B3B66CE4-CFD3-463E-9C50-7FCEA0F20CF7}" presName="vert1" presStyleCnt="0"/>
      <dgm:spPr/>
    </dgm:pt>
    <dgm:pt modelId="{99523351-0725-4106-917C-92F0C842C48E}" type="pres">
      <dgm:prSet presAssocID="{04EDAC9A-D2AD-42F2-84DB-C801AD0A7FA9}" presName="thickLine" presStyleLbl="alignNode1" presStyleIdx="3" presStyleCnt="5"/>
      <dgm:spPr/>
    </dgm:pt>
    <dgm:pt modelId="{98D6E0A2-4BC3-4E46-83C7-12EEC653B2F2}" type="pres">
      <dgm:prSet presAssocID="{04EDAC9A-D2AD-42F2-84DB-C801AD0A7FA9}" presName="horz1" presStyleCnt="0"/>
      <dgm:spPr/>
    </dgm:pt>
    <dgm:pt modelId="{3725A022-26EA-4F5A-8CFD-3DAD3B58F568}" type="pres">
      <dgm:prSet presAssocID="{04EDAC9A-D2AD-42F2-84DB-C801AD0A7FA9}" presName="tx1" presStyleLbl="revTx" presStyleIdx="3" presStyleCnt="5"/>
      <dgm:spPr/>
    </dgm:pt>
    <dgm:pt modelId="{6F904B3B-7783-4AD0-8ABC-BEE41EEA3781}" type="pres">
      <dgm:prSet presAssocID="{04EDAC9A-D2AD-42F2-84DB-C801AD0A7FA9}" presName="vert1" presStyleCnt="0"/>
      <dgm:spPr/>
    </dgm:pt>
    <dgm:pt modelId="{4F63D0F7-DE77-4F4B-8E84-1ED2D51AE4D7}" type="pres">
      <dgm:prSet presAssocID="{8B7A1919-80FC-4116-8D65-CED0E6DD1FFF}" presName="thickLine" presStyleLbl="alignNode1" presStyleIdx="4" presStyleCnt="5"/>
      <dgm:spPr/>
    </dgm:pt>
    <dgm:pt modelId="{FCC5761A-D0EB-4F74-B96F-A0B904A4C58F}" type="pres">
      <dgm:prSet presAssocID="{8B7A1919-80FC-4116-8D65-CED0E6DD1FFF}" presName="horz1" presStyleCnt="0"/>
      <dgm:spPr/>
    </dgm:pt>
    <dgm:pt modelId="{10421B4E-B408-4674-8C20-D8F232C1F2A2}" type="pres">
      <dgm:prSet presAssocID="{8B7A1919-80FC-4116-8D65-CED0E6DD1FFF}" presName="tx1" presStyleLbl="revTx" presStyleIdx="4" presStyleCnt="5"/>
      <dgm:spPr/>
    </dgm:pt>
    <dgm:pt modelId="{05D587E9-95EE-4534-9970-FC648D068D5D}" type="pres">
      <dgm:prSet presAssocID="{8B7A1919-80FC-4116-8D65-CED0E6DD1FFF}" presName="vert1" presStyleCnt="0"/>
      <dgm:spPr/>
    </dgm:pt>
  </dgm:ptLst>
  <dgm:cxnLst>
    <dgm:cxn modelId="{1356E808-8E6C-4E12-B949-5D1536AC6655}" type="presOf" srcId="{8B7A1919-80FC-4116-8D65-CED0E6DD1FFF}" destId="{10421B4E-B408-4674-8C20-D8F232C1F2A2}" srcOrd="0" destOrd="0" presId="urn:microsoft.com/office/officeart/2008/layout/LinedList"/>
    <dgm:cxn modelId="{39BB442C-211B-4430-963C-E989E3DDE13C}" type="presOf" srcId="{B3B66CE4-CFD3-463E-9C50-7FCEA0F20CF7}" destId="{FB623DA0-A4B3-492B-9DF7-77933BAB4438}" srcOrd="0" destOrd="0" presId="urn:microsoft.com/office/officeart/2008/layout/LinedList"/>
    <dgm:cxn modelId="{0E56C13C-11D0-48B5-B169-5D906A86D7B8}" type="presOf" srcId="{8EAD8F65-71BB-4D61-8EC3-C8C410C1658A}" destId="{07D3B159-162D-42F3-B376-3A3A8B2F6C19}" srcOrd="0" destOrd="0" presId="urn:microsoft.com/office/officeart/2008/layout/LinedList"/>
    <dgm:cxn modelId="{94F2AF3E-E132-4273-B951-853105C534E8}" type="presOf" srcId="{DCF86B1E-379A-4B12-A05F-C341FF2EBFE2}" destId="{F884D9DF-012A-4ACA-AEA3-21189005E1BA}" srcOrd="0" destOrd="0" presId="urn:microsoft.com/office/officeart/2008/layout/LinedList"/>
    <dgm:cxn modelId="{E991BC5B-7390-47E2-89CC-FB2703E81276}" type="presOf" srcId="{04EDAC9A-D2AD-42F2-84DB-C801AD0A7FA9}" destId="{3725A022-26EA-4F5A-8CFD-3DAD3B58F568}" srcOrd="0" destOrd="0" presId="urn:microsoft.com/office/officeart/2008/layout/LinedList"/>
    <dgm:cxn modelId="{09F8E76A-649E-43AA-AACE-0498352ACF59}" srcId="{14D2528E-EECC-419F-88D9-220CE31250EB}" destId="{DCF86B1E-379A-4B12-A05F-C341FF2EBFE2}" srcOrd="1" destOrd="0" parTransId="{0CDCD11E-00BA-4D91-AA65-2C318FAAB049}" sibTransId="{ABFD70DD-5F57-4E16-94B3-8D52B2692FD1}"/>
    <dgm:cxn modelId="{7F619C74-F609-4E42-8408-4029B2DF6102}" srcId="{14D2528E-EECC-419F-88D9-220CE31250EB}" destId="{8B7A1919-80FC-4116-8D65-CED0E6DD1FFF}" srcOrd="4" destOrd="0" parTransId="{81C3FA96-EFF0-4F6D-AF61-C56CEF3F28A0}" sibTransId="{F5535C54-8466-4BEF-BCE2-4572200F8AE0}"/>
    <dgm:cxn modelId="{7B3C76A4-5AD2-45DD-AF36-80FE417C4F29}" srcId="{14D2528E-EECC-419F-88D9-220CE31250EB}" destId="{04EDAC9A-D2AD-42F2-84DB-C801AD0A7FA9}" srcOrd="3" destOrd="0" parTransId="{236C013B-22C7-41E8-A136-844D15715A42}" sibTransId="{32A73260-B890-4EEB-83A1-B5BFC873C2A2}"/>
    <dgm:cxn modelId="{DD1DB9AF-A3E7-4B8A-8D0C-FDF7F199504F}" type="presOf" srcId="{14D2528E-EECC-419F-88D9-220CE31250EB}" destId="{DAC1B84C-0603-460C-B2AB-60B147AEEA9B}" srcOrd="0" destOrd="0" presId="urn:microsoft.com/office/officeart/2008/layout/LinedList"/>
    <dgm:cxn modelId="{7E0B78BA-7569-4100-945C-E069B7529CB4}" srcId="{14D2528E-EECC-419F-88D9-220CE31250EB}" destId="{8EAD8F65-71BB-4D61-8EC3-C8C410C1658A}" srcOrd="0" destOrd="0" parTransId="{757BAFA2-991D-4945-BC27-8EA9C423FD9F}" sibTransId="{0541DD1B-6B57-4C35-A5F9-B58E64BE4991}"/>
    <dgm:cxn modelId="{D43B4EEA-09BC-48E1-9832-D1C5763B3DC9}" srcId="{14D2528E-EECC-419F-88D9-220CE31250EB}" destId="{B3B66CE4-CFD3-463E-9C50-7FCEA0F20CF7}" srcOrd="2" destOrd="0" parTransId="{C5A7A64F-2CEF-4530-BAC0-692321235746}" sibTransId="{2CDC26ED-5BB1-4718-8FBF-97F576D82082}"/>
    <dgm:cxn modelId="{68EC1B38-6E6E-457B-98F4-9304D471DD20}" type="presParOf" srcId="{DAC1B84C-0603-460C-B2AB-60B147AEEA9B}" destId="{CD447373-2E42-4E4C-8391-B5CD54A62F4E}" srcOrd="0" destOrd="0" presId="urn:microsoft.com/office/officeart/2008/layout/LinedList"/>
    <dgm:cxn modelId="{3F086942-C50D-41B3-BBA6-5359A926EB23}" type="presParOf" srcId="{DAC1B84C-0603-460C-B2AB-60B147AEEA9B}" destId="{B51A5DDC-5B68-40C2-B70F-C05B81163FFA}" srcOrd="1" destOrd="0" presId="urn:microsoft.com/office/officeart/2008/layout/LinedList"/>
    <dgm:cxn modelId="{5811076C-C667-4A2A-AC96-4194BF0FD02E}" type="presParOf" srcId="{B51A5DDC-5B68-40C2-B70F-C05B81163FFA}" destId="{07D3B159-162D-42F3-B376-3A3A8B2F6C19}" srcOrd="0" destOrd="0" presId="urn:microsoft.com/office/officeart/2008/layout/LinedList"/>
    <dgm:cxn modelId="{FE569DD7-0B0E-465F-B1B0-BCF5934F1BA2}" type="presParOf" srcId="{B51A5DDC-5B68-40C2-B70F-C05B81163FFA}" destId="{1A29CC8C-805F-471F-9D00-D9F4D68B5C06}" srcOrd="1" destOrd="0" presId="urn:microsoft.com/office/officeart/2008/layout/LinedList"/>
    <dgm:cxn modelId="{83A4689F-AE2B-4D93-9B0A-87F0D4F87E39}" type="presParOf" srcId="{DAC1B84C-0603-460C-B2AB-60B147AEEA9B}" destId="{619CC49C-D5E5-46BF-8843-5DBEC74900A6}" srcOrd="2" destOrd="0" presId="urn:microsoft.com/office/officeart/2008/layout/LinedList"/>
    <dgm:cxn modelId="{4D3007FC-F3AF-4725-BEDF-1BF4C8591B1C}" type="presParOf" srcId="{DAC1B84C-0603-460C-B2AB-60B147AEEA9B}" destId="{016F6F12-4538-40AE-8EAF-644B44A30D93}" srcOrd="3" destOrd="0" presId="urn:microsoft.com/office/officeart/2008/layout/LinedList"/>
    <dgm:cxn modelId="{BFA030B4-DD1C-43D2-A1D0-6AF3AF4CC138}" type="presParOf" srcId="{016F6F12-4538-40AE-8EAF-644B44A30D93}" destId="{F884D9DF-012A-4ACA-AEA3-21189005E1BA}" srcOrd="0" destOrd="0" presId="urn:microsoft.com/office/officeart/2008/layout/LinedList"/>
    <dgm:cxn modelId="{8B94845D-24DC-43B5-B97F-010650DCAE47}" type="presParOf" srcId="{016F6F12-4538-40AE-8EAF-644B44A30D93}" destId="{CB94B957-9800-4138-A8E1-598678FA4C56}" srcOrd="1" destOrd="0" presId="urn:microsoft.com/office/officeart/2008/layout/LinedList"/>
    <dgm:cxn modelId="{80C7745E-0D36-45E6-84A6-2433BF2EEAD9}" type="presParOf" srcId="{DAC1B84C-0603-460C-B2AB-60B147AEEA9B}" destId="{3C17180B-AF90-43EE-BD37-4E20D0CAA257}" srcOrd="4" destOrd="0" presId="urn:microsoft.com/office/officeart/2008/layout/LinedList"/>
    <dgm:cxn modelId="{18F295F0-F71F-4FCF-8AB4-A5945D2B61A2}" type="presParOf" srcId="{DAC1B84C-0603-460C-B2AB-60B147AEEA9B}" destId="{C28204C4-1FDB-4CEE-9C3A-F0425EEFFC0F}" srcOrd="5" destOrd="0" presId="urn:microsoft.com/office/officeart/2008/layout/LinedList"/>
    <dgm:cxn modelId="{176A1FE3-435C-49B9-82B8-EC87B8E0FC52}" type="presParOf" srcId="{C28204C4-1FDB-4CEE-9C3A-F0425EEFFC0F}" destId="{FB623DA0-A4B3-492B-9DF7-77933BAB4438}" srcOrd="0" destOrd="0" presId="urn:microsoft.com/office/officeart/2008/layout/LinedList"/>
    <dgm:cxn modelId="{4F5658B6-7429-4683-BF56-9F63E55072A1}" type="presParOf" srcId="{C28204C4-1FDB-4CEE-9C3A-F0425EEFFC0F}" destId="{3B2AA4C2-6F7C-4B1C-84C1-CD7A81FE5646}" srcOrd="1" destOrd="0" presId="urn:microsoft.com/office/officeart/2008/layout/LinedList"/>
    <dgm:cxn modelId="{E8EEB488-C8CB-4CC5-BE5B-75D98435DAD2}" type="presParOf" srcId="{DAC1B84C-0603-460C-B2AB-60B147AEEA9B}" destId="{99523351-0725-4106-917C-92F0C842C48E}" srcOrd="6" destOrd="0" presId="urn:microsoft.com/office/officeart/2008/layout/LinedList"/>
    <dgm:cxn modelId="{6A318D54-F707-44F2-B4C5-09C4B6B49B99}" type="presParOf" srcId="{DAC1B84C-0603-460C-B2AB-60B147AEEA9B}" destId="{98D6E0A2-4BC3-4E46-83C7-12EEC653B2F2}" srcOrd="7" destOrd="0" presId="urn:microsoft.com/office/officeart/2008/layout/LinedList"/>
    <dgm:cxn modelId="{B43943E9-18C3-4FE6-B314-7CE67131CFC2}" type="presParOf" srcId="{98D6E0A2-4BC3-4E46-83C7-12EEC653B2F2}" destId="{3725A022-26EA-4F5A-8CFD-3DAD3B58F568}" srcOrd="0" destOrd="0" presId="urn:microsoft.com/office/officeart/2008/layout/LinedList"/>
    <dgm:cxn modelId="{245FD6D4-6D7D-42CD-A586-F0E709021A93}" type="presParOf" srcId="{98D6E0A2-4BC3-4E46-83C7-12EEC653B2F2}" destId="{6F904B3B-7783-4AD0-8ABC-BEE41EEA3781}" srcOrd="1" destOrd="0" presId="urn:microsoft.com/office/officeart/2008/layout/LinedList"/>
    <dgm:cxn modelId="{6035BE92-0AF8-4DF7-A1B0-777274F83533}" type="presParOf" srcId="{DAC1B84C-0603-460C-B2AB-60B147AEEA9B}" destId="{4F63D0F7-DE77-4F4B-8E84-1ED2D51AE4D7}" srcOrd="8" destOrd="0" presId="urn:microsoft.com/office/officeart/2008/layout/LinedList"/>
    <dgm:cxn modelId="{C5A812D4-DB6E-4879-9ED9-AB1840D32DBE}" type="presParOf" srcId="{DAC1B84C-0603-460C-B2AB-60B147AEEA9B}" destId="{FCC5761A-D0EB-4F74-B96F-A0B904A4C58F}" srcOrd="9" destOrd="0" presId="urn:microsoft.com/office/officeart/2008/layout/LinedList"/>
    <dgm:cxn modelId="{2E003A1C-C392-4D1F-9904-D9331ECC5EDF}" type="presParOf" srcId="{FCC5761A-D0EB-4F74-B96F-A0B904A4C58F}" destId="{10421B4E-B408-4674-8C20-D8F232C1F2A2}" srcOrd="0" destOrd="0" presId="urn:microsoft.com/office/officeart/2008/layout/LinedList"/>
    <dgm:cxn modelId="{6B308211-EBA8-464C-8733-7B9913D761F1}" type="presParOf" srcId="{FCC5761A-D0EB-4F74-B96F-A0B904A4C58F}" destId="{05D587E9-95EE-4534-9970-FC648D068D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B876D3-8FB9-4095-B802-D1B7D692F9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C635BF7-B416-440C-AFC1-D71578DF256F}">
      <dgm:prSet/>
      <dgm:spPr/>
      <dgm:t>
        <a:bodyPr/>
        <a:lstStyle/>
        <a:p>
          <a:pPr>
            <a:defRPr cap="all"/>
          </a:pPr>
          <a:r>
            <a:rPr lang="en-GB"/>
            <a:t>Scalability</a:t>
          </a:r>
          <a:endParaRPr lang="en-US"/>
        </a:p>
      </dgm:t>
    </dgm:pt>
    <dgm:pt modelId="{A27DF48E-4A83-4CD5-8B8C-7E1B170CA8DF}" type="parTrans" cxnId="{7AFD15D1-2F29-4272-B8EB-6C52B8CDF82A}">
      <dgm:prSet/>
      <dgm:spPr/>
      <dgm:t>
        <a:bodyPr/>
        <a:lstStyle/>
        <a:p>
          <a:endParaRPr lang="en-US"/>
        </a:p>
      </dgm:t>
    </dgm:pt>
    <dgm:pt modelId="{123333EB-E6DE-41F5-9B3B-7EA356B52C7E}" type="sibTrans" cxnId="{7AFD15D1-2F29-4272-B8EB-6C52B8CDF82A}">
      <dgm:prSet/>
      <dgm:spPr/>
      <dgm:t>
        <a:bodyPr/>
        <a:lstStyle/>
        <a:p>
          <a:endParaRPr lang="en-US"/>
        </a:p>
      </dgm:t>
    </dgm:pt>
    <dgm:pt modelId="{5C1EF801-46EB-45B4-B35C-870FB67AA32E}">
      <dgm:prSet/>
      <dgm:spPr/>
      <dgm:t>
        <a:bodyPr/>
        <a:lstStyle/>
        <a:p>
          <a:pPr>
            <a:defRPr cap="all"/>
          </a:pPr>
          <a:r>
            <a:rPr lang="en-GB"/>
            <a:t>Maintainability</a:t>
          </a:r>
          <a:endParaRPr lang="en-US"/>
        </a:p>
      </dgm:t>
    </dgm:pt>
    <dgm:pt modelId="{F694083D-B6BF-42A9-A82A-E73B70AFEDB6}" type="parTrans" cxnId="{23AD83FA-8C0E-47DD-A8FE-9E397C2D19FA}">
      <dgm:prSet/>
      <dgm:spPr/>
      <dgm:t>
        <a:bodyPr/>
        <a:lstStyle/>
        <a:p>
          <a:endParaRPr lang="en-US"/>
        </a:p>
      </dgm:t>
    </dgm:pt>
    <dgm:pt modelId="{5BFAD89B-8CB7-4D52-9772-949EDCEBBE24}" type="sibTrans" cxnId="{23AD83FA-8C0E-47DD-A8FE-9E397C2D19FA}">
      <dgm:prSet/>
      <dgm:spPr/>
      <dgm:t>
        <a:bodyPr/>
        <a:lstStyle/>
        <a:p>
          <a:endParaRPr lang="en-US"/>
        </a:p>
      </dgm:t>
    </dgm:pt>
    <dgm:pt modelId="{6AB257E6-354E-43FE-8466-0134CD7E0C51}">
      <dgm:prSet/>
      <dgm:spPr/>
      <dgm:t>
        <a:bodyPr/>
        <a:lstStyle/>
        <a:p>
          <a:pPr>
            <a:defRPr cap="all"/>
          </a:pPr>
          <a:r>
            <a:rPr lang="en-GB"/>
            <a:t>Flexibility</a:t>
          </a:r>
          <a:endParaRPr lang="en-US"/>
        </a:p>
      </dgm:t>
    </dgm:pt>
    <dgm:pt modelId="{B51196A8-7E71-491C-B803-8834F8450E31}" type="parTrans" cxnId="{E40E56CC-E272-49B6-B905-193897875D27}">
      <dgm:prSet/>
      <dgm:spPr/>
      <dgm:t>
        <a:bodyPr/>
        <a:lstStyle/>
        <a:p>
          <a:endParaRPr lang="en-US"/>
        </a:p>
      </dgm:t>
    </dgm:pt>
    <dgm:pt modelId="{695734B6-265F-4A28-A3F1-0531EA9E0AD7}" type="sibTrans" cxnId="{E40E56CC-E272-49B6-B905-193897875D27}">
      <dgm:prSet/>
      <dgm:spPr/>
      <dgm:t>
        <a:bodyPr/>
        <a:lstStyle/>
        <a:p>
          <a:endParaRPr lang="en-US"/>
        </a:p>
      </dgm:t>
    </dgm:pt>
    <dgm:pt modelId="{D8829DCC-91BB-4DA0-8359-30D0AFE65B8B}">
      <dgm:prSet/>
      <dgm:spPr/>
      <dgm:t>
        <a:bodyPr/>
        <a:lstStyle/>
        <a:p>
          <a:pPr>
            <a:defRPr cap="all"/>
          </a:pPr>
          <a:r>
            <a:rPr lang="en-GB"/>
            <a:t>Performance</a:t>
          </a:r>
          <a:endParaRPr lang="en-US"/>
        </a:p>
      </dgm:t>
    </dgm:pt>
    <dgm:pt modelId="{89DB02F4-31E7-4DFB-834D-1C24F1B5D678}" type="parTrans" cxnId="{E0C9A49D-664C-446C-A7A7-941EC5F7BED9}">
      <dgm:prSet/>
      <dgm:spPr/>
      <dgm:t>
        <a:bodyPr/>
        <a:lstStyle/>
        <a:p>
          <a:endParaRPr lang="en-US"/>
        </a:p>
      </dgm:t>
    </dgm:pt>
    <dgm:pt modelId="{12A27DE8-34D2-4D43-B14E-DD729BF2117C}" type="sibTrans" cxnId="{E0C9A49D-664C-446C-A7A7-941EC5F7BED9}">
      <dgm:prSet/>
      <dgm:spPr/>
      <dgm:t>
        <a:bodyPr/>
        <a:lstStyle/>
        <a:p>
          <a:endParaRPr lang="en-US"/>
        </a:p>
      </dgm:t>
    </dgm:pt>
    <dgm:pt modelId="{724D8D55-2E1F-492D-873C-EA580C2940A1}">
      <dgm:prSet/>
      <dgm:spPr/>
      <dgm:t>
        <a:bodyPr/>
        <a:lstStyle/>
        <a:p>
          <a:pPr>
            <a:defRPr cap="all"/>
          </a:pPr>
          <a:r>
            <a:rPr lang="en-GB"/>
            <a:t>Security</a:t>
          </a:r>
          <a:endParaRPr lang="en-US"/>
        </a:p>
      </dgm:t>
    </dgm:pt>
    <dgm:pt modelId="{162F30E9-23CD-48A9-A129-782DD21FAC1B}" type="parTrans" cxnId="{55EFB1E6-04F4-4D58-A9A3-CBF0541F36A1}">
      <dgm:prSet/>
      <dgm:spPr/>
      <dgm:t>
        <a:bodyPr/>
        <a:lstStyle/>
        <a:p>
          <a:endParaRPr lang="en-US"/>
        </a:p>
      </dgm:t>
    </dgm:pt>
    <dgm:pt modelId="{0D357B85-ED3D-4EDF-86BA-974B0C611170}" type="sibTrans" cxnId="{55EFB1E6-04F4-4D58-A9A3-CBF0541F36A1}">
      <dgm:prSet/>
      <dgm:spPr/>
      <dgm:t>
        <a:bodyPr/>
        <a:lstStyle/>
        <a:p>
          <a:endParaRPr lang="en-US"/>
        </a:p>
      </dgm:t>
    </dgm:pt>
    <dgm:pt modelId="{60822FA7-B8D3-45F9-B346-BFE5D7546E15}">
      <dgm:prSet/>
      <dgm:spPr/>
      <dgm:t>
        <a:bodyPr/>
        <a:lstStyle/>
        <a:p>
          <a:pPr>
            <a:defRPr cap="all"/>
          </a:pPr>
          <a:r>
            <a:rPr lang="en-GB"/>
            <a:t>Reliability</a:t>
          </a:r>
          <a:endParaRPr lang="en-US"/>
        </a:p>
      </dgm:t>
    </dgm:pt>
    <dgm:pt modelId="{E56C60C1-5CA8-402A-A79A-FCE12BE96E13}" type="parTrans" cxnId="{984BE86B-7978-4357-AC3D-5FB58CF738C1}">
      <dgm:prSet/>
      <dgm:spPr/>
      <dgm:t>
        <a:bodyPr/>
        <a:lstStyle/>
        <a:p>
          <a:endParaRPr lang="en-US"/>
        </a:p>
      </dgm:t>
    </dgm:pt>
    <dgm:pt modelId="{D1055CE3-91AE-4E29-9C4F-0E96EA778BD4}" type="sibTrans" cxnId="{984BE86B-7978-4357-AC3D-5FB58CF738C1}">
      <dgm:prSet/>
      <dgm:spPr/>
      <dgm:t>
        <a:bodyPr/>
        <a:lstStyle/>
        <a:p>
          <a:endParaRPr lang="en-US"/>
        </a:p>
      </dgm:t>
    </dgm:pt>
    <dgm:pt modelId="{00556409-5736-413E-93B6-A6CFD3D8C4E9}">
      <dgm:prSet/>
      <dgm:spPr/>
      <dgm:t>
        <a:bodyPr/>
        <a:lstStyle/>
        <a:p>
          <a:pPr>
            <a:defRPr cap="all"/>
          </a:pPr>
          <a:r>
            <a:rPr lang="en-GB"/>
            <a:t>Cost and Risk minimization</a:t>
          </a:r>
          <a:endParaRPr lang="en-US"/>
        </a:p>
      </dgm:t>
    </dgm:pt>
    <dgm:pt modelId="{A670E936-80A6-4365-A399-234AA90CF449}" type="parTrans" cxnId="{6DCB41D9-C161-4829-A2A3-02AC39DC554C}">
      <dgm:prSet/>
      <dgm:spPr/>
      <dgm:t>
        <a:bodyPr/>
        <a:lstStyle/>
        <a:p>
          <a:endParaRPr lang="en-US"/>
        </a:p>
      </dgm:t>
    </dgm:pt>
    <dgm:pt modelId="{E66F0351-86AD-4D81-AA11-437DA64EF5A0}" type="sibTrans" cxnId="{6DCB41D9-C161-4829-A2A3-02AC39DC554C}">
      <dgm:prSet/>
      <dgm:spPr/>
      <dgm:t>
        <a:bodyPr/>
        <a:lstStyle/>
        <a:p>
          <a:endParaRPr lang="en-US"/>
        </a:p>
      </dgm:t>
    </dgm:pt>
    <dgm:pt modelId="{61FE48F3-4A3C-4BA1-88FD-B927B617B08C}">
      <dgm:prSet/>
      <dgm:spPr/>
      <dgm:t>
        <a:bodyPr/>
        <a:lstStyle/>
        <a:p>
          <a:pPr>
            <a:defRPr cap="all"/>
          </a:pPr>
          <a:r>
            <a:rPr lang="en-GB"/>
            <a:t>And so on…</a:t>
          </a:r>
          <a:endParaRPr lang="en-US"/>
        </a:p>
      </dgm:t>
    </dgm:pt>
    <dgm:pt modelId="{7B5696CB-4C3C-4B5A-8A7F-D1AB8BEE6A97}" type="parTrans" cxnId="{4DCF64ED-B1CC-4DC6-B6F6-AFC87D2E3F1B}">
      <dgm:prSet/>
      <dgm:spPr/>
      <dgm:t>
        <a:bodyPr/>
        <a:lstStyle/>
        <a:p>
          <a:endParaRPr lang="en-US"/>
        </a:p>
      </dgm:t>
    </dgm:pt>
    <dgm:pt modelId="{D780FB47-D7B0-4CB7-B8BD-A2E73673462A}" type="sibTrans" cxnId="{4DCF64ED-B1CC-4DC6-B6F6-AFC87D2E3F1B}">
      <dgm:prSet/>
      <dgm:spPr/>
      <dgm:t>
        <a:bodyPr/>
        <a:lstStyle/>
        <a:p>
          <a:endParaRPr lang="en-US"/>
        </a:p>
      </dgm:t>
    </dgm:pt>
    <dgm:pt modelId="{6BFEE39B-EDA7-42D6-BFA2-C729E8FCC4A5}" type="pres">
      <dgm:prSet presAssocID="{52B876D3-8FB9-4095-B802-D1B7D692F949}" presName="root" presStyleCnt="0">
        <dgm:presLayoutVars>
          <dgm:dir/>
          <dgm:resizeHandles val="exact"/>
        </dgm:presLayoutVars>
      </dgm:prSet>
      <dgm:spPr/>
    </dgm:pt>
    <dgm:pt modelId="{0FC56EE6-3FC7-4AED-BFFB-BB701FF8F6E9}" type="pres">
      <dgm:prSet presAssocID="{7C635BF7-B416-440C-AFC1-D71578DF256F}" presName="compNode" presStyleCnt="0"/>
      <dgm:spPr/>
    </dgm:pt>
    <dgm:pt modelId="{361A175B-AF8E-4CFC-81DD-2020B0B92106}" type="pres">
      <dgm:prSet presAssocID="{7C635BF7-B416-440C-AFC1-D71578DF256F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E06767C-0BF5-417C-8CFA-109A2FC94555}" type="pres">
      <dgm:prSet presAssocID="{7C635BF7-B416-440C-AFC1-D71578DF256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D36886D-9447-4C23-8BBC-8937B8E5056B}" type="pres">
      <dgm:prSet presAssocID="{7C635BF7-B416-440C-AFC1-D71578DF256F}" presName="spaceRect" presStyleCnt="0"/>
      <dgm:spPr/>
    </dgm:pt>
    <dgm:pt modelId="{2E8AED44-2AEC-46A2-B9B3-F7D0004A172A}" type="pres">
      <dgm:prSet presAssocID="{7C635BF7-B416-440C-AFC1-D71578DF256F}" presName="textRect" presStyleLbl="revTx" presStyleIdx="0" presStyleCnt="8">
        <dgm:presLayoutVars>
          <dgm:chMax val="1"/>
          <dgm:chPref val="1"/>
        </dgm:presLayoutVars>
      </dgm:prSet>
      <dgm:spPr/>
    </dgm:pt>
    <dgm:pt modelId="{DE1C6694-A1B5-416A-8D73-66C781A4F4E9}" type="pres">
      <dgm:prSet presAssocID="{123333EB-E6DE-41F5-9B3B-7EA356B52C7E}" presName="sibTrans" presStyleCnt="0"/>
      <dgm:spPr/>
    </dgm:pt>
    <dgm:pt modelId="{81F7F886-1B18-47F4-8505-0320F13F0C3D}" type="pres">
      <dgm:prSet presAssocID="{5C1EF801-46EB-45B4-B35C-870FB67AA32E}" presName="compNode" presStyleCnt="0"/>
      <dgm:spPr/>
    </dgm:pt>
    <dgm:pt modelId="{69CCC0E1-C507-44DD-BED5-1440DE8E0FB8}" type="pres">
      <dgm:prSet presAssocID="{5C1EF801-46EB-45B4-B35C-870FB67AA32E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7CCE3A7D-EDAC-4CB1-B8B7-56314006F4AC}" type="pres">
      <dgm:prSet presAssocID="{5C1EF801-46EB-45B4-B35C-870FB67AA32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A0AE26A-93CC-4D3D-867A-12DAB19BFCD0}" type="pres">
      <dgm:prSet presAssocID="{5C1EF801-46EB-45B4-B35C-870FB67AA32E}" presName="spaceRect" presStyleCnt="0"/>
      <dgm:spPr/>
    </dgm:pt>
    <dgm:pt modelId="{8D35D84E-F085-489F-BDA1-061488B1A096}" type="pres">
      <dgm:prSet presAssocID="{5C1EF801-46EB-45B4-B35C-870FB67AA32E}" presName="textRect" presStyleLbl="revTx" presStyleIdx="1" presStyleCnt="8">
        <dgm:presLayoutVars>
          <dgm:chMax val="1"/>
          <dgm:chPref val="1"/>
        </dgm:presLayoutVars>
      </dgm:prSet>
      <dgm:spPr/>
    </dgm:pt>
    <dgm:pt modelId="{35FC895F-FAEE-460F-8332-4AC31108E083}" type="pres">
      <dgm:prSet presAssocID="{5BFAD89B-8CB7-4D52-9772-949EDCEBBE24}" presName="sibTrans" presStyleCnt="0"/>
      <dgm:spPr/>
    </dgm:pt>
    <dgm:pt modelId="{BB99EB15-3777-4A8A-9BEB-64FC7A93B303}" type="pres">
      <dgm:prSet presAssocID="{6AB257E6-354E-43FE-8466-0134CD7E0C51}" presName="compNode" presStyleCnt="0"/>
      <dgm:spPr/>
    </dgm:pt>
    <dgm:pt modelId="{93A36914-891B-4DC1-B75F-88410ADAD7CE}" type="pres">
      <dgm:prSet presAssocID="{6AB257E6-354E-43FE-8466-0134CD7E0C51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8020C4E-1F5F-4E29-BA12-86F6F2E8717C}" type="pres">
      <dgm:prSet presAssocID="{6AB257E6-354E-43FE-8466-0134CD7E0C5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934E3E20-63CA-438E-8D3C-DA4C3576EFEF}" type="pres">
      <dgm:prSet presAssocID="{6AB257E6-354E-43FE-8466-0134CD7E0C51}" presName="spaceRect" presStyleCnt="0"/>
      <dgm:spPr/>
    </dgm:pt>
    <dgm:pt modelId="{6C43984C-7520-44C8-9E51-7E28BAA7ADE4}" type="pres">
      <dgm:prSet presAssocID="{6AB257E6-354E-43FE-8466-0134CD7E0C51}" presName="textRect" presStyleLbl="revTx" presStyleIdx="2" presStyleCnt="8">
        <dgm:presLayoutVars>
          <dgm:chMax val="1"/>
          <dgm:chPref val="1"/>
        </dgm:presLayoutVars>
      </dgm:prSet>
      <dgm:spPr/>
    </dgm:pt>
    <dgm:pt modelId="{887ED6EC-006C-49DC-B709-EFD624C469D1}" type="pres">
      <dgm:prSet presAssocID="{695734B6-265F-4A28-A3F1-0531EA9E0AD7}" presName="sibTrans" presStyleCnt="0"/>
      <dgm:spPr/>
    </dgm:pt>
    <dgm:pt modelId="{F613F0AF-08E5-49BA-BFA2-D8BB00F42575}" type="pres">
      <dgm:prSet presAssocID="{D8829DCC-91BB-4DA0-8359-30D0AFE65B8B}" presName="compNode" presStyleCnt="0"/>
      <dgm:spPr/>
    </dgm:pt>
    <dgm:pt modelId="{413A40C9-E26C-4609-9370-E41DA799861E}" type="pres">
      <dgm:prSet presAssocID="{D8829DCC-91BB-4DA0-8359-30D0AFE65B8B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C28837CF-5E82-4084-A13E-BC901F50BEF6}" type="pres">
      <dgm:prSet presAssocID="{D8829DCC-91BB-4DA0-8359-30D0AFE65B8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3465B72F-4523-4547-A1B6-DDC86E7D2920}" type="pres">
      <dgm:prSet presAssocID="{D8829DCC-91BB-4DA0-8359-30D0AFE65B8B}" presName="spaceRect" presStyleCnt="0"/>
      <dgm:spPr/>
    </dgm:pt>
    <dgm:pt modelId="{1A839087-1F36-4901-AF78-C36E625BDFCC}" type="pres">
      <dgm:prSet presAssocID="{D8829DCC-91BB-4DA0-8359-30D0AFE65B8B}" presName="textRect" presStyleLbl="revTx" presStyleIdx="3" presStyleCnt="8">
        <dgm:presLayoutVars>
          <dgm:chMax val="1"/>
          <dgm:chPref val="1"/>
        </dgm:presLayoutVars>
      </dgm:prSet>
      <dgm:spPr/>
    </dgm:pt>
    <dgm:pt modelId="{9A1910A0-0053-4D39-9A8B-DC86125E7141}" type="pres">
      <dgm:prSet presAssocID="{12A27DE8-34D2-4D43-B14E-DD729BF2117C}" presName="sibTrans" presStyleCnt="0"/>
      <dgm:spPr/>
    </dgm:pt>
    <dgm:pt modelId="{89B9ACF1-FB2E-4413-8575-17AFBA345CFB}" type="pres">
      <dgm:prSet presAssocID="{724D8D55-2E1F-492D-873C-EA580C2940A1}" presName="compNode" presStyleCnt="0"/>
      <dgm:spPr/>
    </dgm:pt>
    <dgm:pt modelId="{67BD8216-BE60-460E-B5FA-861037DA211C}" type="pres">
      <dgm:prSet presAssocID="{724D8D55-2E1F-492D-873C-EA580C2940A1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37B2AF2-4497-4D80-B1AF-642374F2DCED}" type="pres">
      <dgm:prSet presAssocID="{724D8D55-2E1F-492D-873C-EA580C2940A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DE3D5E7B-80A6-408B-9375-D5CB7CB12D86}" type="pres">
      <dgm:prSet presAssocID="{724D8D55-2E1F-492D-873C-EA580C2940A1}" presName="spaceRect" presStyleCnt="0"/>
      <dgm:spPr/>
    </dgm:pt>
    <dgm:pt modelId="{B4CEBAA9-B178-4BB9-9FF0-3FBA69D7BEDF}" type="pres">
      <dgm:prSet presAssocID="{724D8D55-2E1F-492D-873C-EA580C2940A1}" presName="textRect" presStyleLbl="revTx" presStyleIdx="4" presStyleCnt="8">
        <dgm:presLayoutVars>
          <dgm:chMax val="1"/>
          <dgm:chPref val="1"/>
        </dgm:presLayoutVars>
      </dgm:prSet>
      <dgm:spPr/>
    </dgm:pt>
    <dgm:pt modelId="{F894156D-C2FC-4DF4-82ED-67DBED8D46AB}" type="pres">
      <dgm:prSet presAssocID="{0D357B85-ED3D-4EDF-86BA-974B0C611170}" presName="sibTrans" presStyleCnt="0"/>
      <dgm:spPr/>
    </dgm:pt>
    <dgm:pt modelId="{F6A0297D-8B1E-4C73-A194-7ECEA6B0575B}" type="pres">
      <dgm:prSet presAssocID="{60822FA7-B8D3-45F9-B346-BFE5D7546E15}" presName="compNode" presStyleCnt="0"/>
      <dgm:spPr/>
    </dgm:pt>
    <dgm:pt modelId="{8CF18C16-50B7-4347-95F5-0F7AAECEC779}" type="pres">
      <dgm:prSet presAssocID="{60822FA7-B8D3-45F9-B346-BFE5D7546E15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A044011-8902-40F3-8F0A-32086B24865A}" type="pres">
      <dgm:prSet presAssocID="{60822FA7-B8D3-45F9-B346-BFE5D7546E15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1E46A93-4B1E-4BCA-AC40-CFE042655BE6}" type="pres">
      <dgm:prSet presAssocID="{60822FA7-B8D3-45F9-B346-BFE5D7546E15}" presName="spaceRect" presStyleCnt="0"/>
      <dgm:spPr/>
    </dgm:pt>
    <dgm:pt modelId="{3E1319E7-C704-41D9-BEBF-92A72837164A}" type="pres">
      <dgm:prSet presAssocID="{60822FA7-B8D3-45F9-B346-BFE5D7546E15}" presName="textRect" presStyleLbl="revTx" presStyleIdx="5" presStyleCnt="8">
        <dgm:presLayoutVars>
          <dgm:chMax val="1"/>
          <dgm:chPref val="1"/>
        </dgm:presLayoutVars>
      </dgm:prSet>
      <dgm:spPr/>
    </dgm:pt>
    <dgm:pt modelId="{6226232A-477B-429A-9409-CFC2732B02D1}" type="pres">
      <dgm:prSet presAssocID="{D1055CE3-91AE-4E29-9C4F-0E96EA778BD4}" presName="sibTrans" presStyleCnt="0"/>
      <dgm:spPr/>
    </dgm:pt>
    <dgm:pt modelId="{4DA9F296-64E2-4139-B2F2-A405ABF0C9C4}" type="pres">
      <dgm:prSet presAssocID="{00556409-5736-413E-93B6-A6CFD3D8C4E9}" presName="compNode" presStyleCnt="0"/>
      <dgm:spPr/>
    </dgm:pt>
    <dgm:pt modelId="{077F2B48-00D8-4C3C-9462-D47C9C37A452}" type="pres">
      <dgm:prSet presAssocID="{00556409-5736-413E-93B6-A6CFD3D8C4E9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5712A6C-10AD-4699-9EE7-C501E81BC382}" type="pres">
      <dgm:prSet presAssocID="{00556409-5736-413E-93B6-A6CFD3D8C4E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76D095A-3CD6-4F98-BD6E-288B318CC253}" type="pres">
      <dgm:prSet presAssocID="{00556409-5736-413E-93B6-A6CFD3D8C4E9}" presName="spaceRect" presStyleCnt="0"/>
      <dgm:spPr/>
    </dgm:pt>
    <dgm:pt modelId="{AD579C3D-D37B-47FD-96A0-396F549A4B4A}" type="pres">
      <dgm:prSet presAssocID="{00556409-5736-413E-93B6-A6CFD3D8C4E9}" presName="textRect" presStyleLbl="revTx" presStyleIdx="6" presStyleCnt="8">
        <dgm:presLayoutVars>
          <dgm:chMax val="1"/>
          <dgm:chPref val="1"/>
        </dgm:presLayoutVars>
      </dgm:prSet>
      <dgm:spPr/>
    </dgm:pt>
    <dgm:pt modelId="{A53E67B8-22C6-426A-BE4C-F8B367F1E61D}" type="pres">
      <dgm:prSet presAssocID="{E66F0351-86AD-4D81-AA11-437DA64EF5A0}" presName="sibTrans" presStyleCnt="0"/>
      <dgm:spPr/>
    </dgm:pt>
    <dgm:pt modelId="{C66ABE48-C53B-4BEE-9977-063BB5A41D01}" type="pres">
      <dgm:prSet presAssocID="{61FE48F3-4A3C-4BA1-88FD-B927B617B08C}" presName="compNode" presStyleCnt="0"/>
      <dgm:spPr/>
    </dgm:pt>
    <dgm:pt modelId="{9E5CF1B6-B4B7-4C59-AC7C-6D69A90C4A16}" type="pres">
      <dgm:prSet presAssocID="{61FE48F3-4A3C-4BA1-88FD-B927B617B08C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D21BD63-A071-46EC-8901-F9E039622F87}" type="pres">
      <dgm:prSet presAssocID="{61FE48F3-4A3C-4BA1-88FD-B927B617B08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CFDF290B-05AD-439E-B855-02B1BA99B394}" type="pres">
      <dgm:prSet presAssocID="{61FE48F3-4A3C-4BA1-88FD-B927B617B08C}" presName="spaceRect" presStyleCnt="0"/>
      <dgm:spPr/>
    </dgm:pt>
    <dgm:pt modelId="{86EAC3C7-38C1-4B5F-A4E3-D343F43A222D}" type="pres">
      <dgm:prSet presAssocID="{61FE48F3-4A3C-4BA1-88FD-B927B617B08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2E1DDD17-0733-475C-B97D-53AB24D94877}" type="presOf" srcId="{D8829DCC-91BB-4DA0-8359-30D0AFE65B8B}" destId="{1A839087-1F36-4901-AF78-C36E625BDFCC}" srcOrd="0" destOrd="0" presId="urn:microsoft.com/office/officeart/2018/5/layout/IconLeafLabelList"/>
    <dgm:cxn modelId="{DF4C895B-E42F-434C-B553-B2AFDB47C9F9}" type="presOf" srcId="{724D8D55-2E1F-492D-873C-EA580C2940A1}" destId="{B4CEBAA9-B178-4BB9-9FF0-3FBA69D7BEDF}" srcOrd="0" destOrd="0" presId="urn:microsoft.com/office/officeart/2018/5/layout/IconLeafLabelList"/>
    <dgm:cxn modelId="{9062814B-DA3B-4CC8-9A8D-77BA833E4730}" type="presOf" srcId="{61FE48F3-4A3C-4BA1-88FD-B927B617B08C}" destId="{86EAC3C7-38C1-4B5F-A4E3-D343F43A222D}" srcOrd="0" destOrd="0" presId="urn:microsoft.com/office/officeart/2018/5/layout/IconLeafLabelList"/>
    <dgm:cxn modelId="{984BE86B-7978-4357-AC3D-5FB58CF738C1}" srcId="{52B876D3-8FB9-4095-B802-D1B7D692F949}" destId="{60822FA7-B8D3-45F9-B346-BFE5D7546E15}" srcOrd="5" destOrd="0" parTransId="{E56C60C1-5CA8-402A-A79A-FCE12BE96E13}" sibTransId="{D1055CE3-91AE-4E29-9C4F-0E96EA778BD4}"/>
    <dgm:cxn modelId="{D3968675-ECDA-4DEF-B291-2F10ABB5C0F6}" type="presOf" srcId="{7C635BF7-B416-440C-AFC1-D71578DF256F}" destId="{2E8AED44-2AEC-46A2-B9B3-F7D0004A172A}" srcOrd="0" destOrd="0" presId="urn:microsoft.com/office/officeart/2018/5/layout/IconLeafLabelList"/>
    <dgm:cxn modelId="{63445B84-57D0-44CC-A118-3BCAF832568D}" type="presOf" srcId="{6AB257E6-354E-43FE-8466-0134CD7E0C51}" destId="{6C43984C-7520-44C8-9E51-7E28BAA7ADE4}" srcOrd="0" destOrd="0" presId="urn:microsoft.com/office/officeart/2018/5/layout/IconLeafLabelList"/>
    <dgm:cxn modelId="{9E9A3E89-5176-48D5-8145-FC809D6AAFD3}" type="presOf" srcId="{60822FA7-B8D3-45F9-B346-BFE5D7546E15}" destId="{3E1319E7-C704-41D9-BEBF-92A72837164A}" srcOrd="0" destOrd="0" presId="urn:microsoft.com/office/officeart/2018/5/layout/IconLeafLabelList"/>
    <dgm:cxn modelId="{1BD80391-D70C-4878-BC96-CC282CF64751}" type="presOf" srcId="{00556409-5736-413E-93B6-A6CFD3D8C4E9}" destId="{AD579C3D-D37B-47FD-96A0-396F549A4B4A}" srcOrd="0" destOrd="0" presId="urn:microsoft.com/office/officeart/2018/5/layout/IconLeafLabelList"/>
    <dgm:cxn modelId="{E0C9A49D-664C-446C-A7A7-941EC5F7BED9}" srcId="{52B876D3-8FB9-4095-B802-D1B7D692F949}" destId="{D8829DCC-91BB-4DA0-8359-30D0AFE65B8B}" srcOrd="3" destOrd="0" parTransId="{89DB02F4-31E7-4DFB-834D-1C24F1B5D678}" sibTransId="{12A27DE8-34D2-4D43-B14E-DD729BF2117C}"/>
    <dgm:cxn modelId="{D75914BD-AB38-424F-B9E1-B2F158A4AC33}" type="presOf" srcId="{52B876D3-8FB9-4095-B802-D1B7D692F949}" destId="{6BFEE39B-EDA7-42D6-BFA2-C729E8FCC4A5}" srcOrd="0" destOrd="0" presId="urn:microsoft.com/office/officeart/2018/5/layout/IconLeafLabelList"/>
    <dgm:cxn modelId="{E40E56CC-E272-49B6-B905-193897875D27}" srcId="{52B876D3-8FB9-4095-B802-D1B7D692F949}" destId="{6AB257E6-354E-43FE-8466-0134CD7E0C51}" srcOrd="2" destOrd="0" parTransId="{B51196A8-7E71-491C-B803-8834F8450E31}" sibTransId="{695734B6-265F-4A28-A3F1-0531EA9E0AD7}"/>
    <dgm:cxn modelId="{7AFD15D1-2F29-4272-B8EB-6C52B8CDF82A}" srcId="{52B876D3-8FB9-4095-B802-D1B7D692F949}" destId="{7C635BF7-B416-440C-AFC1-D71578DF256F}" srcOrd="0" destOrd="0" parTransId="{A27DF48E-4A83-4CD5-8B8C-7E1B170CA8DF}" sibTransId="{123333EB-E6DE-41F5-9B3B-7EA356B52C7E}"/>
    <dgm:cxn modelId="{6DCB41D9-C161-4829-A2A3-02AC39DC554C}" srcId="{52B876D3-8FB9-4095-B802-D1B7D692F949}" destId="{00556409-5736-413E-93B6-A6CFD3D8C4E9}" srcOrd="6" destOrd="0" parTransId="{A670E936-80A6-4365-A399-234AA90CF449}" sibTransId="{E66F0351-86AD-4D81-AA11-437DA64EF5A0}"/>
    <dgm:cxn modelId="{55EFB1E6-04F4-4D58-A9A3-CBF0541F36A1}" srcId="{52B876D3-8FB9-4095-B802-D1B7D692F949}" destId="{724D8D55-2E1F-492D-873C-EA580C2940A1}" srcOrd="4" destOrd="0" parTransId="{162F30E9-23CD-48A9-A129-782DD21FAC1B}" sibTransId="{0D357B85-ED3D-4EDF-86BA-974B0C611170}"/>
    <dgm:cxn modelId="{4DCF64ED-B1CC-4DC6-B6F6-AFC87D2E3F1B}" srcId="{52B876D3-8FB9-4095-B802-D1B7D692F949}" destId="{61FE48F3-4A3C-4BA1-88FD-B927B617B08C}" srcOrd="7" destOrd="0" parTransId="{7B5696CB-4C3C-4B5A-8A7F-D1AB8BEE6A97}" sibTransId="{D780FB47-D7B0-4CB7-B8BD-A2E73673462A}"/>
    <dgm:cxn modelId="{AC49CDF8-AA2C-4082-853A-4BF08689642F}" type="presOf" srcId="{5C1EF801-46EB-45B4-B35C-870FB67AA32E}" destId="{8D35D84E-F085-489F-BDA1-061488B1A096}" srcOrd="0" destOrd="0" presId="urn:microsoft.com/office/officeart/2018/5/layout/IconLeafLabelList"/>
    <dgm:cxn modelId="{23AD83FA-8C0E-47DD-A8FE-9E397C2D19FA}" srcId="{52B876D3-8FB9-4095-B802-D1B7D692F949}" destId="{5C1EF801-46EB-45B4-B35C-870FB67AA32E}" srcOrd="1" destOrd="0" parTransId="{F694083D-B6BF-42A9-A82A-E73B70AFEDB6}" sibTransId="{5BFAD89B-8CB7-4D52-9772-949EDCEBBE24}"/>
    <dgm:cxn modelId="{037F6B08-6644-4D6A-93E6-A00BB78071D4}" type="presParOf" srcId="{6BFEE39B-EDA7-42D6-BFA2-C729E8FCC4A5}" destId="{0FC56EE6-3FC7-4AED-BFFB-BB701FF8F6E9}" srcOrd="0" destOrd="0" presId="urn:microsoft.com/office/officeart/2018/5/layout/IconLeafLabelList"/>
    <dgm:cxn modelId="{B9B25B79-68B9-4B8C-B0DC-2231D163E4B6}" type="presParOf" srcId="{0FC56EE6-3FC7-4AED-BFFB-BB701FF8F6E9}" destId="{361A175B-AF8E-4CFC-81DD-2020B0B92106}" srcOrd="0" destOrd="0" presId="urn:microsoft.com/office/officeart/2018/5/layout/IconLeafLabelList"/>
    <dgm:cxn modelId="{9CF9A2E4-E59C-42B5-BE55-5EBEAB0D71CC}" type="presParOf" srcId="{0FC56EE6-3FC7-4AED-BFFB-BB701FF8F6E9}" destId="{3E06767C-0BF5-417C-8CFA-109A2FC94555}" srcOrd="1" destOrd="0" presId="urn:microsoft.com/office/officeart/2018/5/layout/IconLeafLabelList"/>
    <dgm:cxn modelId="{2DA239E0-4EE1-4079-8E6B-CAD9F11BEE02}" type="presParOf" srcId="{0FC56EE6-3FC7-4AED-BFFB-BB701FF8F6E9}" destId="{0D36886D-9447-4C23-8BBC-8937B8E5056B}" srcOrd="2" destOrd="0" presId="urn:microsoft.com/office/officeart/2018/5/layout/IconLeafLabelList"/>
    <dgm:cxn modelId="{34A19BA3-1771-4BE6-B653-150062CAA06B}" type="presParOf" srcId="{0FC56EE6-3FC7-4AED-BFFB-BB701FF8F6E9}" destId="{2E8AED44-2AEC-46A2-B9B3-F7D0004A172A}" srcOrd="3" destOrd="0" presId="urn:microsoft.com/office/officeart/2018/5/layout/IconLeafLabelList"/>
    <dgm:cxn modelId="{852E6E03-02CB-4523-8A50-12C6EB10D821}" type="presParOf" srcId="{6BFEE39B-EDA7-42D6-BFA2-C729E8FCC4A5}" destId="{DE1C6694-A1B5-416A-8D73-66C781A4F4E9}" srcOrd="1" destOrd="0" presId="urn:microsoft.com/office/officeart/2018/5/layout/IconLeafLabelList"/>
    <dgm:cxn modelId="{EAB77E6A-FB53-47EE-9403-15825BA2ED94}" type="presParOf" srcId="{6BFEE39B-EDA7-42D6-BFA2-C729E8FCC4A5}" destId="{81F7F886-1B18-47F4-8505-0320F13F0C3D}" srcOrd="2" destOrd="0" presId="urn:microsoft.com/office/officeart/2018/5/layout/IconLeafLabelList"/>
    <dgm:cxn modelId="{7A96283A-1469-4C67-A64D-9E3BAC79C1E6}" type="presParOf" srcId="{81F7F886-1B18-47F4-8505-0320F13F0C3D}" destId="{69CCC0E1-C507-44DD-BED5-1440DE8E0FB8}" srcOrd="0" destOrd="0" presId="urn:microsoft.com/office/officeart/2018/5/layout/IconLeafLabelList"/>
    <dgm:cxn modelId="{A3ECD845-E101-4643-8125-0DF2D698E406}" type="presParOf" srcId="{81F7F886-1B18-47F4-8505-0320F13F0C3D}" destId="{7CCE3A7D-EDAC-4CB1-B8B7-56314006F4AC}" srcOrd="1" destOrd="0" presId="urn:microsoft.com/office/officeart/2018/5/layout/IconLeafLabelList"/>
    <dgm:cxn modelId="{303B494A-E96F-4B61-B911-51C763C29626}" type="presParOf" srcId="{81F7F886-1B18-47F4-8505-0320F13F0C3D}" destId="{2A0AE26A-93CC-4D3D-867A-12DAB19BFCD0}" srcOrd="2" destOrd="0" presId="urn:microsoft.com/office/officeart/2018/5/layout/IconLeafLabelList"/>
    <dgm:cxn modelId="{9AFB8F1E-5FC8-49AE-8732-547EA9DA48CB}" type="presParOf" srcId="{81F7F886-1B18-47F4-8505-0320F13F0C3D}" destId="{8D35D84E-F085-489F-BDA1-061488B1A096}" srcOrd="3" destOrd="0" presId="urn:microsoft.com/office/officeart/2018/5/layout/IconLeafLabelList"/>
    <dgm:cxn modelId="{69A92E36-E880-469D-98DB-75CF95FD729D}" type="presParOf" srcId="{6BFEE39B-EDA7-42D6-BFA2-C729E8FCC4A5}" destId="{35FC895F-FAEE-460F-8332-4AC31108E083}" srcOrd="3" destOrd="0" presId="urn:microsoft.com/office/officeart/2018/5/layout/IconLeafLabelList"/>
    <dgm:cxn modelId="{067BFFB6-B2C8-4633-A2D7-C7A8C9F4749A}" type="presParOf" srcId="{6BFEE39B-EDA7-42D6-BFA2-C729E8FCC4A5}" destId="{BB99EB15-3777-4A8A-9BEB-64FC7A93B303}" srcOrd="4" destOrd="0" presId="urn:microsoft.com/office/officeart/2018/5/layout/IconLeafLabelList"/>
    <dgm:cxn modelId="{C71BAEE3-6704-4151-98E9-D0B71966A751}" type="presParOf" srcId="{BB99EB15-3777-4A8A-9BEB-64FC7A93B303}" destId="{93A36914-891B-4DC1-B75F-88410ADAD7CE}" srcOrd="0" destOrd="0" presId="urn:microsoft.com/office/officeart/2018/5/layout/IconLeafLabelList"/>
    <dgm:cxn modelId="{4CA1077B-AD9A-409F-8D1A-1887FFA6F36F}" type="presParOf" srcId="{BB99EB15-3777-4A8A-9BEB-64FC7A93B303}" destId="{38020C4E-1F5F-4E29-BA12-86F6F2E8717C}" srcOrd="1" destOrd="0" presId="urn:microsoft.com/office/officeart/2018/5/layout/IconLeafLabelList"/>
    <dgm:cxn modelId="{56340859-AC1E-4E78-8C1E-95574E998A82}" type="presParOf" srcId="{BB99EB15-3777-4A8A-9BEB-64FC7A93B303}" destId="{934E3E20-63CA-438E-8D3C-DA4C3576EFEF}" srcOrd="2" destOrd="0" presId="urn:microsoft.com/office/officeart/2018/5/layout/IconLeafLabelList"/>
    <dgm:cxn modelId="{B16CD836-1C51-469F-B860-31A02E035E3E}" type="presParOf" srcId="{BB99EB15-3777-4A8A-9BEB-64FC7A93B303}" destId="{6C43984C-7520-44C8-9E51-7E28BAA7ADE4}" srcOrd="3" destOrd="0" presId="urn:microsoft.com/office/officeart/2018/5/layout/IconLeafLabelList"/>
    <dgm:cxn modelId="{2BE3A459-BEAB-4DAC-AF30-AC9C3B3BFD56}" type="presParOf" srcId="{6BFEE39B-EDA7-42D6-BFA2-C729E8FCC4A5}" destId="{887ED6EC-006C-49DC-B709-EFD624C469D1}" srcOrd="5" destOrd="0" presId="urn:microsoft.com/office/officeart/2018/5/layout/IconLeafLabelList"/>
    <dgm:cxn modelId="{F12DED1D-AFDC-499A-BB5E-3E78058F0F45}" type="presParOf" srcId="{6BFEE39B-EDA7-42D6-BFA2-C729E8FCC4A5}" destId="{F613F0AF-08E5-49BA-BFA2-D8BB00F42575}" srcOrd="6" destOrd="0" presId="urn:microsoft.com/office/officeart/2018/5/layout/IconLeafLabelList"/>
    <dgm:cxn modelId="{1324935F-8E0E-440B-91E2-8356DCACD59E}" type="presParOf" srcId="{F613F0AF-08E5-49BA-BFA2-D8BB00F42575}" destId="{413A40C9-E26C-4609-9370-E41DA799861E}" srcOrd="0" destOrd="0" presId="urn:microsoft.com/office/officeart/2018/5/layout/IconLeafLabelList"/>
    <dgm:cxn modelId="{D2DB31DD-656A-405D-8F89-0028E54FED33}" type="presParOf" srcId="{F613F0AF-08E5-49BA-BFA2-D8BB00F42575}" destId="{C28837CF-5E82-4084-A13E-BC901F50BEF6}" srcOrd="1" destOrd="0" presId="urn:microsoft.com/office/officeart/2018/5/layout/IconLeafLabelList"/>
    <dgm:cxn modelId="{E4E78590-3FDA-45E2-9285-6E47D3536959}" type="presParOf" srcId="{F613F0AF-08E5-49BA-BFA2-D8BB00F42575}" destId="{3465B72F-4523-4547-A1B6-DDC86E7D2920}" srcOrd="2" destOrd="0" presId="urn:microsoft.com/office/officeart/2018/5/layout/IconLeafLabelList"/>
    <dgm:cxn modelId="{769C56B5-79C1-4FD7-8EF0-C4FBE17849C7}" type="presParOf" srcId="{F613F0AF-08E5-49BA-BFA2-D8BB00F42575}" destId="{1A839087-1F36-4901-AF78-C36E625BDFCC}" srcOrd="3" destOrd="0" presId="urn:microsoft.com/office/officeart/2018/5/layout/IconLeafLabelList"/>
    <dgm:cxn modelId="{B8581DD6-92B7-4B8E-9CF9-78092C709E73}" type="presParOf" srcId="{6BFEE39B-EDA7-42D6-BFA2-C729E8FCC4A5}" destId="{9A1910A0-0053-4D39-9A8B-DC86125E7141}" srcOrd="7" destOrd="0" presId="urn:microsoft.com/office/officeart/2018/5/layout/IconLeafLabelList"/>
    <dgm:cxn modelId="{9F4B7C97-9127-4408-B841-325B915C27B3}" type="presParOf" srcId="{6BFEE39B-EDA7-42D6-BFA2-C729E8FCC4A5}" destId="{89B9ACF1-FB2E-4413-8575-17AFBA345CFB}" srcOrd="8" destOrd="0" presId="urn:microsoft.com/office/officeart/2018/5/layout/IconLeafLabelList"/>
    <dgm:cxn modelId="{CA62EBE6-17AA-4A63-88B3-496E9110ED84}" type="presParOf" srcId="{89B9ACF1-FB2E-4413-8575-17AFBA345CFB}" destId="{67BD8216-BE60-460E-B5FA-861037DA211C}" srcOrd="0" destOrd="0" presId="urn:microsoft.com/office/officeart/2018/5/layout/IconLeafLabelList"/>
    <dgm:cxn modelId="{3FE332E7-61FC-42A3-9773-48B2F7199F37}" type="presParOf" srcId="{89B9ACF1-FB2E-4413-8575-17AFBA345CFB}" destId="{337B2AF2-4497-4D80-B1AF-642374F2DCED}" srcOrd="1" destOrd="0" presId="urn:microsoft.com/office/officeart/2018/5/layout/IconLeafLabelList"/>
    <dgm:cxn modelId="{B412A600-0E3E-4DAC-A327-381181943E8E}" type="presParOf" srcId="{89B9ACF1-FB2E-4413-8575-17AFBA345CFB}" destId="{DE3D5E7B-80A6-408B-9375-D5CB7CB12D86}" srcOrd="2" destOrd="0" presId="urn:microsoft.com/office/officeart/2018/5/layout/IconLeafLabelList"/>
    <dgm:cxn modelId="{669B7721-ED4A-49CD-B4F2-7C2F09621C96}" type="presParOf" srcId="{89B9ACF1-FB2E-4413-8575-17AFBA345CFB}" destId="{B4CEBAA9-B178-4BB9-9FF0-3FBA69D7BEDF}" srcOrd="3" destOrd="0" presId="urn:microsoft.com/office/officeart/2018/5/layout/IconLeafLabelList"/>
    <dgm:cxn modelId="{56FBB01A-2467-41DB-AF20-DBBBF89627D4}" type="presParOf" srcId="{6BFEE39B-EDA7-42D6-BFA2-C729E8FCC4A5}" destId="{F894156D-C2FC-4DF4-82ED-67DBED8D46AB}" srcOrd="9" destOrd="0" presId="urn:microsoft.com/office/officeart/2018/5/layout/IconLeafLabelList"/>
    <dgm:cxn modelId="{23ACA8DA-912F-4A20-AC07-8A540AFB0A09}" type="presParOf" srcId="{6BFEE39B-EDA7-42D6-BFA2-C729E8FCC4A5}" destId="{F6A0297D-8B1E-4C73-A194-7ECEA6B0575B}" srcOrd="10" destOrd="0" presId="urn:microsoft.com/office/officeart/2018/5/layout/IconLeafLabelList"/>
    <dgm:cxn modelId="{07FFECCB-17C2-4870-B8B6-47584807CD2C}" type="presParOf" srcId="{F6A0297D-8B1E-4C73-A194-7ECEA6B0575B}" destId="{8CF18C16-50B7-4347-95F5-0F7AAECEC779}" srcOrd="0" destOrd="0" presId="urn:microsoft.com/office/officeart/2018/5/layout/IconLeafLabelList"/>
    <dgm:cxn modelId="{ED74868E-3AD2-40CC-9CBD-97C79D850250}" type="presParOf" srcId="{F6A0297D-8B1E-4C73-A194-7ECEA6B0575B}" destId="{9A044011-8902-40F3-8F0A-32086B24865A}" srcOrd="1" destOrd="0" presId="urn:microsoft.com/office/officeart/2018/5/layout/IconLeafLabelList"/>
    <dgm:cxn modelId="{2CB51595-F4AA-4577-8330-7B1B489DE3A4}" type="presParOf" srcId="{F6A0297D-8B1E-4C73-A194-7ECEA6B0575B}" destId="{B1E46A93-4B1E-4BCA-AC40-CFE042655BE6}" srcOrd="2" destOrd="0" presId="urn:microsoft.com/office/officeart/2018/5/layout/IconLeafLabelList"/>
    <dgm:cxn modelId="{A51E55CF-9C00-46B5-9B23-FB1960060372}" type="presParOf" srcId="{F6A0297D-8B1E-4C73-A194-7ECEA6B0575B}" destId="{3E1319E7-C704-41D9-BEBF-92A72837164A}" srcOrd="3" destOrd="0" presId="urn:microsoft.com/office/officeart/2018/5/layout/IconLeafLabelList"/>
    <dgm:cxn modelId="{FC5E8D80-04B8-4F9E-9EBF-A56DCE986A5C}" type="presParOf" srcId="{6BFEE39B-EDA7-42D6-BFA2-C729E8FCC4A5}" destId="{6226232A-477B-429A-9409-CFC2732B02D1}" srcOrd="11" destOrd="0" presId="urn:microsoft.com/office/officeart/2018/5/layout/IconLeafLabelList"/>
    <dgm:cxn modelId="{04BB2FBA-484A-490C-96C1-16478903C82B}" type="presParOf" srcId="{6BFEE39B-EDA7-42D6-BFA2-C729E8FCC4A5}" destId="{4DA9F296-64E2-4139-B2F2-A405ABF0C9C4}" srcOrd="12" destOrd="0" presId="urn:microsoft.com/office/officeart/2018/5/layout/IconLeafLabelList"/>
    <dgm:cxn modelId="{BB3306CF-F79B-41F2-AC16-3243C6E016E9}" type="presParOf" srcId="{4DA9F296-64E2-4139-B2F2-A405ABF0C9C4}" destId="{077F2B48-00D8-4C3C-9462-D47C9C37A452}" srcOrd="0" destOrd="0" presId="urn:microsoft.com/office/officeart/2018/5/layout/IconLeafLabelList"/>
    <dgm:cxn modelId="{2DCDD9C8-696D-4ADB-A78F-AE11751E8249}" type="presParOf" srcId="{4DA9F296-64E2-4139-B2F2-A405ABF0C9C4}" destId="{65712A6C-10AD-4699-9EE7-C501E81BC382}" srcOrd="1" destOrd="0" presId="urn:microsoft.com/office/officeart/2018/5/layout/IconLeafLabelList"/>
    <dgm:cxn modelId="{514163FB-FBEC-400C-B593-092E457E5BBC}" type="presParOf" srcId="{4DA9F296-64E2-4139-B2F2-A405ABF0C9C4}" destId="{B76D095A-3CD6-4F98-BD6E-288B318CC253}" srcOrd="2" destOrd="0" presId="urn:microsoft.com/office/officeart/2018/5/layout/IconLeafLabelList"/>
    <dgm:cxn modelId="{93FCF30F-FE98-4C42-8674-E028A345D97A}" type="presParOf" srcId="{4DA9F296-64E2-4139-B2F2-A405ABF0C9C4}" destId="{AD579C3D-D37B-47FD-96A0-396F549A4B4A}" srcOrd="3" destOrd="0" presId="urn:microsoft.com/office/officeart/2018/5/layout/IconLeafLabelList"/>
    <dgm:cxn modelId="{2ADE861B-1B90-4D1A-99C2-1C6E20997FB1}" type="presParOf" srcId="{6BFEE39B-EDA7-42D6-BFA2-C729E8FCC4A5}" destId="{A53E67B8-22C6-426A-BE4C-F8B367F1E61D}" srcOrd="13" destOrd="0" presId="urn:microsoft.com/office/officeart/2018/5/layout/IconLeafLabelList"/>
    <dgm:cxn modelId="{A47EB99F-8563-4535-8783-4B7DEBB741AF}" type="presParOf" srcId="{6BFEE39B-EDA7-42D6-BFA2-C729E8FCC4A5}" destId="{C66ABE48-C53B-4BEE-9977-063BB5A41D01}" srcOrd="14" destOrd="0" presId="urn:microsoft.com/office/officeart/2018/5/layout/IconLeafLabelList"/>
    <dgm:cxn modelId="{C9CF6B62-4BC0-4CC9-8F81-CBFE621A5ECB}" type="presParOf" srcId="{C66ABE48-C53B-4BEE-9977-063BB5A41D01}" destId="{9E5CF1B6-B4B7-4C59-AC7C-6D69A90C4A16}" srcOrd="0" destOrd="0" presId="urn:microsoft.com/office/officeart/2018/5/layout/IconLeafLabelList"/>
    <dgm:cxn modelId="{5966B297-4C94-4310-BBA1-E837482C77FE}" type="presParOf" srcId="{C66ABE48-C53B-4BEE-9977-063BB5A41D01}" destId="{8D21BD63-A071-46EC-8901-F9E039622F87}" srcOrd="1" destOrd="0" presId="urn:microsoft.com/office/officeart/2018/5/layout/IconLeafLabelList"/>
    <dgm:cxn modelId="{C2333095-16DB-4FAF-8256-A1AF5241CDE4}" type="presParOf" srcId="{C66ABE48-C53B-4BEE-9977-063BB5A41D01}" destId="{CFDF290B-05AD-439E-B855-02B1BA99B394}" srcOrd="2" destOrd="0" presId="urn:microsoft.com/office/officeart/2018/5/layout/IconLeafLabelList"/>
    <dgm:cxn modelId="{CD729994-0488-49D6-A154-04AF3112A369}" type="presParOf" srcId="{C66ABE48-C53B-4BEE-9977-063BB5A41D01}" destId="{86EAC3C7-38C1-4B5F-A4E3-D343F43A222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975884-BD3F-4E97-950A-0A3274FA154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BF73E2-9349-481A-9781-9BA034B46076}">
      <dgm:prSet/>
      <dgm:spPr/>
      <dgm:t>
        <a:bodyPr/>
        <a:lstStyle/>
        <a:p>
          <a:r>
            <a:rPr lang="en-GB"/>
            <a:t>1. Scaling Inefficiency (All-or-Nothing Scaling)</a:t>
          </a:r>
          <a:endParaRPr lang="en-US"/>
        </a:p>
      </dgm:t>
    </dgm:pt>
    <dgm:pt modelId="{1E9F977A-0404-4415-A774-D0B5075574B4}" type="parTrans" cxnId="{923E2546-EF18-4DDE-A3A9-1D9D31DE14E5}">
      <dgm:prSet/>
      <dgm:spPr/>
      <dgm:t>
        <a:bodyPr/>
        <a:lstStyle/>
        <a:p>
          <a:endParaRPr lang="en-US"/>
        </a:p>
      </dgm:t>
    </dgm:pt>
    <dgm:pt modelId="{B5896DB3-7E30-47B8-9D24-E098B8CCD3D8}" type="sibTrans" cxnId="{923E2546-EF18-4DDE-A3A9-1D9D31DE14E5}">
      <dgm:prSet/>
      <dgm:spPr/>
      <dgm:t>
        <a:bodyPr/>
        <a:lstStyle/>
        <a:p>
          <a:endParaRPr lang="en-US"/>
        </a:p>
      </dgm:t>
    </dgm:pt>
    <dgm:pt modelId="{42441376-19BF-4664-A947-0944F6C8BF01}">
      <dgm:prSet/>
      <dgm:spPr/>
      <dgm:t>
        <a:bodyPr/>
        <a:lstStyle/>
        <a:p>
          <a:r>
            <a:rPr lang="en-GB"/>
            <a:t>2. Slow Development Velocity and Deployment Risk</a:t>
          </a:r>
          <a:endParaRPr lang="en-US"/>
        </a:p>
      </dgm:t>
    </dgm:pt>
    <dgm:pt modelId="{EC3BEE68-F965-486F-B1EC-8902E01CF340}" type="parTrans" cxnId="{EEE66A7D-C694-44EA-B9AF-019CAAD34FEB}">
      <dgm:prSet/>
      <dgm:spPr/>
      <dgm:t>
        <a:bodyPr/>
        <a:lstStyle/>
        <a:p>
          <a:endParaRPr lang="en-US"/>
        </a:p>
      </dgm:t>
    </dgm:pt>
    <dgm:pt modelId="{B107D800-8D81-4BDE-8E08-16F79F2F5D89}" type="sibTrans" cxnId="{EEE66A7D-C694-44EA-B9AF-019CAAD34FEB}">
      <dgm:prSet/>
      <dgm:spPr/>
      <dgm:t>
        <a:bodyPr/>
        <a:lstStyle/>
        <a:p>
          <a:endParaRPr lang="en-US"/>
        </a:p>
      </dgm:t>
    </dgm:pt>
    <dgm:pt modelId="{324307A1-0DE2-43CE-8D11-3D94F308B1DA}">
      <dgm:prSet/>
      <dgm:spPr/>
      <dgm:t>
        <a:bodyPr/>
        <a:lstStyle/>
        <a:p>
          <a:r>
            <a:rPr lang="en-GB"/>
            <a:t>3. Single Point of Failure</a:t>
          </a:r>
          <a:endParaRPr lang="en-US"/>
        </a:p>
      </dgm:t>
    </dgm:pt>
    <dgm:pt modelId="{7845B216-AB51-42C5-8E3A-D8B6486AC0D6}" type="parTrans" cxnId="{613AA3FE-675A-4A8E-A2EF-881BC76E1018}">
      <dgm:prSet/>
      <dgm:spPr/>
      <dgm:t>
        <a:bodyPr/>
        <a:lstStyle/>
        <a:p>
          <a:endParaRPr lang="en-US"/>
        </a:p>
      </dgm:t>
    </dgm:pt>
    <dgm:pt modelId="{FBC93338-DF02-4C27-9628-0383A10AAA83}" type="sibTrans" cxnId="{613AA3FE-675A-4A8E-A2EF-881BC76E1018}">
      <dgm:prSet/>
      <dgm:spPr/>
      <dgm:t>
        <a:bodyPr/>
        <a:lstStyle/>
        <a:p>
          <a:endParaRPr lang="en-US"/>
        </a:p>
      </dgm:t>
    </dgm:pt>
    <dgm:pt modelId="{3DCBD777-84AB-43BA-B932-F7531C7CAA2E}" type="pres">
      <dgm:prSet presAssocID="{A3975884-BD3F-4E97-950A-0A3274FA1544}" presName="outerComposite" presStyleCnt="0">
        <dgm:presLayoutVars>
          <dgm:chMax val="5"/>
          <dgm:dir/>
          <dgm:resizeHandles val="exact"/>
        </dgm:presLayoutVars>
      </dgm:prSet>
      <dgm:spPr/>
    </dgm:pt>
    <dgm:pt modelId="{014E4FF9-D048-4958-A0D7-EE984CD10282}" type="pres">
      <dgm:prSet presAssocID="{A3975884-BD3F-4E97-950A-0A3274FA1544}" presName="dummyMaxCanvas" presStyleCnt="0">
        <dgm:presLayoutVars/>
      </dgm:prSet>
      <dgm:spPr/>
    </dgm:pt>
    <dgm:pt modelId="{AEBFE224-53F8-43CB-9349-32C6B4FB4B64}" type="pres">
      <dgm:prSet presAssocID="{A3975884-BD3F-4E97-950A-0A3274FA1544}" presName="ThreeNodes_1" presStyleLbl="node1" presStyleIdx="0" presStyleCnt="3">
        <dgm:presLayoutVars>
          <dgm:bulletEnabled val="1"/>
        </dgm:presLayoutVars>
      </dgm:prSet>
      <dgm:spPr/>
    </dgm:pt>
    <dgm:pt modelId="{7FFB90D5-0202-4533-A5B9-38E3AA16A2E4}" type="pres">
      <dgm:prSet presAssocID="{A3975884-BD3F-4E97-950A-0A3274FA1544}" presName="ThreeNodes_2" presStyleLbl="node1" presStyleIdx="1" presStyleCnt="3">
        <dgm:presLayoutVars>
          <dgm:bulletEnabled val="1"/>
        </dgm:presLayoutVars>
      </dgm:prSet>
      <dgm:spPr/>
    </dgm:pt>
    <dgm:pt modelId="{87A77777-7D3D-47E6-BBE0-FC5F5D483DA8}" type="pres">
      <dgm:prSet presAssocID="{A3975884-BD3F-4E97-950A-0A3274FA1544}" presName="ThreeNodes_3" presStyleLbl="node1" presStyleIdx="2" presStyleCnt="3">
        <dgm:presLayoutVars>
          <dgm:bulletEnabled val="1"/>
        </dgm:presLayoutVars>
      </dgm:prSet>
      <dgm:spPr/>
    </dgm:pt>
    <dgm:pt modelId="{3CD7B27C-837C-4224-B141-F85EB38E17AE}" type="pres">
      <dgm:prSet presAssocID="{A3975884-BD3F-4E97-950A-0A3274FA1544}" presName="ThreeConn_1-2" presStyleLbl="fgAccFollowNode1" presStyleIdx="0" presStyleCnt="2">
        <dgm:presLayoutVars>
          <dgm:bulletEnabled val="1"/>
        </dgm:presLayoutVars>
      </dgm:prSet>
      <dgm:spPr/>
    </dgm:pt>
    <dgm:pt modelId="{F7D6CDF5-E1A1-490C-A20D-285F98C853BA}" type="pres">
      <dgm:prSet presAssocID="{A3975884-BD3F-4E97-950A-0A3274FA1544}" presName="ThreeConn_2-3" presStyleLbl="fgAccFollowNode1" presStyleIdx="1" presStyleCnt="2">
        <dgm:presLayoutVars>
          <dgm:bulletEnabled val="1"/>
        </dgm:presLayoutVars>
      </dgm:prSet>
      <dgm:spPr/>
    </dgm:pt>
    <dgm:pt modelId="{DD70E7EF-7FC8-4045-B0DA-D9077DB49364}" type="pres">
      <dgm:prSet presAssocID="{A3975884-BD3F-4E97-950A-0A3274FA1544}" presName="ThreeNodes_1_text" presStyleLbl="node1" presStyleIdx="2" presStyleCnt="3">
        <dgm:presLayoutVars>
          <dgm:bulletEnabled val="1"/>
        </dgm:presLayoutVars>
      </dgm:prSet>
      <dgm:spPr/>
    </dgm:pt>
    <dgm:pt modelId="{0EBB44E6-31AB-45BC-B6DF-7ED262B9379E}" type="pres">
      <dgm:prSet presAssocID="{A3975884-BD3F-4E97-950A-0A3274FA1544}" presName="ThreeNodes_2_text" presStyleLbl="node1" presStyleIdx="2" presStyleCnt="3">
        <dgm:presLayoutVars>
          <dgm:bulletEnabled val="1"/>
        </dgm:presLayoutVars>
      </dgm:prSet>
      <dgm:spPr/>
    </dgm:pt>
    <dgm:pt modelId="{BA8BCAAE-CA19-4A3C-9852-D2A4024D4C77}" type="pres">
      <dgm:prSet presAssocID="{A3975884-BD3F-4E97-950A-0A3274FA154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4B7EE2D-7B0F-487D-B18C-D9884AA67071}" type="presOf" srcId="{5ABF73E2-9349-481A-9781-9BA034B46076}" destId="{AEBFE224-53F8-43CB-9349-32C6B4FB4B64}" srcOrd="0" destOrd="0" presId="urn:microsoft.com/office/officeart/2005/8/layout/vProcess5"/>
    <dgm:cxn modelId="{2ED2AC41-1CDA-4094-AB9E-CB3A5B7E7F7B}" type="presOf" srcId="{324307A1-0DE2-43CE-8D11-3D94F308B1DA}" destId="{BA8BCAAE-CA19-4A3C-9852-D2A4024D4C77}" srcOrd="1" destOrd="0" presId="urn:microsoft.com/office/officeart/2005/8/layout/vProcess5"/>
    <dgm:cxn modelId="{923E2546-EF18-4DDE-A3A9-1D9D31DE14E5}" srcId="{A3975884-BD3F-4E97-950A-0A3274FA1544}" destId="{5ABF73E2-9349-481A-9781-9BA034B46076}" srcOrd="0" destOrd="0" parTransId="{1E9F977A-0404-4415-A774-D0B5075574B4}" sibTransId="{B5896DB3-7E30-47B8-9D24-E098B8CCD3D8}"/>
    <dgm:cxn modelId="{BA8FBA77-EE3D-49DC-A058-6F8A1B023CBB}" type="presOf" srcId="{324307A1-0DE2-43CE-8D11-3D94F308B1DA}" destId="{87A77777-7D3D-47E6-BBE0-FC5F5D483DA8}" srcOrd="0" destOrd="0" presId="urn:microsoft.com/office/officeart/2005/8/layout/vProcess5"/>
    <dgm:cxn modelId="{EEE66A7D-C694-44EA-B9AF-019CAAD34FEB}" srcId="{A3975884-BD3F-4E97-950A-0A3274FA1544}" destId="{42441376-19BF-4664-A947-0944F6C8BF01}" srcOrd="1" destOrd="0" parTransId="{EC3BEE68-F965-486F-B1EC-8902E01CF340}" sibTransId="{B107D800-8D81-4BDE-8E08-16F79F2F5D89}"/>
    <dgm:cxn modelId="{AB94D97F-A617-4AC3-A9CF-889928FDA1C5}" type="presOf" srcId="{A3975884-BD3F-4E97-950A-0A3274FA1544}" destId="{3DCBD777-84AB-43BA-B932-F7531C7CAA2E}" srcOrd="0" destOrd="0" presId="urn:microsoft.com/office/officeart/2005/8/layout/vProcess5"/>
    <dgm:cxn modelId="{1C3497EE-DB2C-48B3-92F6-8BD34110A039}" type="presOf" srcId="{B107D800-8D81-4BDE-8E08-16F79F2F5D89}" destId="{F7D6CDF5-E1A1-490C-A20D-285F98C853BA}" srcOrd="0" destOrd="0" presId="urn:microsoft.com/office/officeart/2005/8/layout/vProcess5"/>
    <dgm:cxn modelId="{3BD219EF-608F-4E34-A0B7-D7AF98975349}" type="presOf" srcId="{42441376-19BF-4664-A947-0944F6C8BF01}" destId="{7FFB90D5-0202-4533-A5B9-38E3AA16A2E4}" srcOrd="0" destOrd="0" presId="urn:microsoft.com/office/officeart/2005/8/layout/vProcess5"/>
    <dgm:cxn modelId="{D8F453F9-2ECC-4945-900C-EA7AC863FE6A}" type="presOf" srcId="{42441376-19BF-4664-A947-0944F6C8BF01}" destId="{0EBB44E6-31AB-45BC-B6DF-7ED262B9379E}" srcOrd="1" destOrd="0" presId="urn:microsoft.com/office/officeart/2005/8/layout/vProcess5"/>
    <dgm:cxn modelId="{E8E45DFC-E5D6-48F8-829C-62DD1463A090}" type="presOf" srcId="{B5896DB3-7E30-47B8-9D24-E098B8CCD3D8}" destId="{3CD7B27C-837C-4224-B141-F85EB38E17AE}" srcOrd="0" destOrd="0" presId="urn:microsoft.com/office/officeart/2005/8/layout/vProcess5"/>
    <dgm:cxn modelId="{3912B0FC-2137-4F47-8623-F6A43BE8FEBD}" type="presOf" srcId="{5ABF73E2-9349-481A-9781-9BA034B46076}" destId="{DD70E7EF-7FC8-4045-B0DA-D9077DB49364}" srcOrd="1" destOrd="0" presId="urn:microsoft.com/office/officeart/2005/8/layout/vProcess5"/>
    <dgm:cxn modelId="{613AA3FE-675A-4A8E-A2EF-881BC76E1018}" srcId="{A3975884-BD3F-4E97-950A-0A3274FA1544}" destId="{324307A1-0DE2-43CE-8D11-3D94F308B1DA}" srcOrd="2" destOrd="0" parTransId="{7845B216-AB51-42C5-8E3A-D8B6486AC0D6}" sibTransId="{FBC93338-DF02-4C27-9628-0383A10AAA83}"/>
    <dgm:cxn modelId="{7633E894-B7C4-4010-8152-BDDE5EB8EDD9}" type="presParOf" srcId="{3DCBD777-84AB-43BA-B932-F7531C7CAA2E}" destId="{014E4FF9-D048-4958-A0D7-EE984CD10282}" srcOrd="0" destOrd="0" presId="urn:microsoft.com/office/officeart/2005/8/layout/vProcess5"/>
    <dgm:cxn modelId="{7C6D75AF-E066-46F2-9784-32BC9D80CF0A}" type="presParOf" srcId="{3DCBD777-84AB-43BA-B932-F7531C7CAA2E}" destId="{AEBFE224-53F8-43CB-9349-32C6B4FB4B64}" srcOrd="1" destOrd="0" presId="urn:microsoft.com/office/officeart/2005/8/layout/vProcess5"/>
    <dgm:cxn modelId="{0039024E-53DA-4E36-8C52-9278593F4BE4}" type="presParOf" srcId="{3DCBD777-84AB-43BA-B932-F7531C7CAA2E}" destId="{7FFB90D5-0202-4533-A5B9-38E3AA16A2E4}" srcOrd="2" destOrd="0" presId="urn:microsoft.com/office/officeart/2005/8/layout/vProcess5"/>
    <dgm:cxn modelId="{80B5FE63-1959-4FF1-B1AA-9F02136F46A6}" type="presParOf" srcId="{3DCBD777-84AB-43BA-B932-F7531C7CAA2E}" destId="{87A77777-7D3D-47E6-BBE0-FC5F5D483DA8}" srcOrd="3" destOrd="0" presId="urn:microsoft.com/office/officeart/2005/8/layout/vProcess5"/>
    <dgm:cxn modelId="{5E755892-5734-4935-99DA-2FAD17458294}" type="presParOf" srcId="{3DCBD777-84AB-43BA-B932-F7531C7CAA2E}" destId="{3CD7B27C-837C-4224-B141-F85EB38E17AE}" srcOrd="4" destOrd="0" presId="urn:microsoft.com/office/officeart/2005/8/layout/vProcess5"/>
    <dgm:cxn modelId="{08117FCE-F144-4B25-AC35-A78C422E2689}" type="presParOf" srcId="{3DCBD777-84AB-43BA-B932-F7531C7CAA2E}" destId="{F7D6CDF5-E1A1-490C-A20D-285F98C853BA}" srcOrd="5" destOrd="0" presId="urn:microsoft.com/office/officeart/2005/8/layout/vProcess5"/>
    <dgm:cxn modelId="{6096DCA6-EBC4-49E0-8404-156D8247F60C}" type="presParOf" srcId="{3DCBD777-84AB-43BA-B932-F7531C7CAA2E}" destId="{DD70E7EF-7FC8-4045-B0DA-D9077DB49364}" srcOrd="6" destOrd="0" presId="urn:microsoft.com/office/officeart/2005/8/layout/vProcess5"/>
    <dgm:cxn modelId="{FA8D7966-2CEE-4E45-87A7-EC2AADD75841}" type="presParOf" srcId="{3DCBD777-84AB-43BA-B932-F7531C7CAA2E}" destId="{0EBB44E6-31AB-45BC-B6DF-7ED262B9379E}" srcOrd="7" destOrd="0" presId="urn:microsoft.com/office/officeart/2005/8/layout/vProcess5"/>
    <dgm:cxn modelId="{BBE57900-A079-45FF-A0CC-FBF8BE0C88E7}" type="presParOf" srcId="{3DCBD777-84AB-43BA-B932-F7531C7CAA2E}" destId="{BA8BCAAE-CA19-4A3C-9852-D2A4024D4C7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BD0945-DD13-4534-AB31-9EBB97F742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7E06F6-7477-4B2B-98E4-A40E0E702C44}">
      <dgm:prSet/>
      <dgm:spPr/>
      <dgm:t>
        <a:bodyPr/>
        <a:lstStyle/>
        <a:p>
          <a:pPr>
            <a:defRPr cap="all"/>
          </a:pPr>
          <a:r>
            <a:rPr lang="en-GB" dirty="0"/>
            <a:t>1. Describing Microservices Architecture</a:t>
          </a:r>
          <a:endParaRPr lang="en-US" dirty="0"/>
        </a:p>
      </dgm:t>
    </dgm:pt>
    <dgm:pt modelId="{446F1AC1-D38C-4C1C-9CD3-D204322B8DEF}" type="parTrans" cxnId="{6717D54E-6838-478C-8682-6B2902A95D31}">
      <dgm:prSet/>
      <dgm:spPr/>
      <dgm:t>
        <a:bodyPr/>
        <a:lstStyle/>
        <a:p>
          <a:endParaRPr lang="en-US"/>
        </a:p>
      </dgm:t>
    </dgm:pt>
    <dgm:pt modelId="{7F07B462-F345-4014-87B2-4039E218225B}" type="sibTrans" cxnId="{6717D54E-6838-478C-8682-6B2902A95D31}">
      <dgm:prSet/>
      <dgm:spPr/>
      <dgm:t>
        <a:bodyPr/>
        <a:lstStyle/>
        <a:p>
          <a:endParaRPr lang="en-US"/>
        </a:p>
      </dgm:t>
    </dgm:pt>
    <dgm:pt modelId="{58E102C6-8A7F-48BF-94DB-F6816CAB55C6}">
      <dgm:prSet/>
      <dgm:spPr/>
      <dgm:t>
        <a:bodyPr/>
        <a:lstStyle/>
        <a:p>
          <a:pPr>
            <a:defRPr cap="all"/>
          </a:pPr>
          <a:r>
            <a:rPr lang="en-GB" dirty="0"/>
            <a:t>2. Key features of Microservices architecture</a:t>
          </a:r>
          <a:endParaRPr lang="en-US" dirty="0"/>
        </a:p>
      </dgm:t>
    </dgm:pt>
    <dgm:pt modelId="{CFFE1616-46AA-4CDE-B9D5-0E5E2F55D59A}" type="parTrans" cxnId="{3390B7F1-AC28-4AE6-83C2-BC4E8911680B}">
      <dgm:prSet/>
      <dgm:spPr/>
      <dgm:t>
        <a:bodyPr/>
        <a:lstStyle/>
        <a:p>
          <a:endParaRPr lang="en-US"/>
        </a:p>
      </dgm:t>
    </dgm:pt>
    <dgm:pt modelId="{3127D4E5-5662-4B15-8B18-20249959E2AA}" type="sibTrans" cxnId="{3390B7F1-AC28-4AE6-83C2-BC4E8911680B}">
      <dgm:prSet/>
      <dgm:spPr/>
      <dgm:t>
        <a:bodyPr/>
        <a:lstStyle/>
        <a:p>
          <a:endParaRPr lang="en-US"/>
        </a:p>
      </dgm:t>
    </dgm:pt>
    <dgm:pt modelId="{7EAC2A0E-61CA-4975-90A7-695F65889957}" type="pres">
      <dgm:prSet presAssocID="{C8BD0945-DD13-4534-AB31-9EBB97F74282}" presName="root" presStyleCnt="0">
        <dgm:presLayoutVars>
          <dgm:dir/>
          <dgm:resizeHandles val="exact"/>
        </dgm:presLayoutVars>
      </dgm:prSet>
      <dgm:spPr/>
    </dgm:pt>
    <dgm:pt modelId="{BC1C85F6-97F4-46E8-991F-CD57AAF6F9AE}" type="pres">
      <dgm:prSet presAssocID="{E87E06F6-7477-4B2B-98E4-A40E0E702C44}" presName="compNode" presStyleCnt="0"/>
      <dgm:spPr/>
    </dgm:pt>
    <dgm:pt modelId="{2A677BCB-5552-49DA-B463-4C1619C5B2F2}" type="pres">
      <dgm:prSet presAssocID="{E87E06F6-7477-4B2B-98E4-A40E0E702C44}" presName="iconBgRect" presStyleLbl="bgShp" presStyleIdx="0" presStyleCnt="2"/>
      <dgm:spPr/>
    </dgm:pt>
    <dgm:pt modelId="{417B0DB4-31F2-41DB-BE44-4729605D3CAB}" type="pres">
      <dgm:prSet presAssocID="{E87E06F6-7477-4B2B-98E4-A40E0E702C4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F180334-44A0-4B29-B31A-C638E038BDE8}" type="pres">
      <dgm:prSet presAssocID="{E87E06F6-7477-4B2B-98E4-A40E0E702C44}" presName="spaceRect" presStyleCnt="0"/>
      <dgm:spPr/>
    </dgm:pt>
    <dgm:pt modelId="{ECD8A6EF-018C-43C1-8CC3-3FD4AA045625}" type="pres">
      <dgm:prSet presAssocID="{E87E06F6-7477-4B2B-98E4-A40E0E702C44}" presName="textRect" presStyleLbl="revTx" presStyleIdx="0" presStyleCnt="2">
        <dgm:presLayoutVars>
          <dgm:chMax val="1"/>
          <dgm:chPref val="1"/>
        </dgm:presLayoutVars>
      </dgm:prSet>
      <dgm:spPr/>
    </dgm:pt>
    <dgm:pt modelId="{8CC8A9AC-312E-4EE8-A66B-29189DAD43BC}" type="pres">
      <dgm:prSet presAssocID="{7F07B462-F345-4014-87B2-4039E218225B}" presName="sibTrans" presStyleCnt="0"/>
      <dgm:spPr/>
    </dgm:pt>
    <dgm:pt modelId="{E0DF39A5-7006-49CD-B7A2-89FE5A929016}" type="pres">
      <dgm:prSet presAssocID="{58E102C6-8A7F-48BF-94DB-F6816CAB55C6}" presName="compNode" presStyleCnt="0"/>
      <dgm:spPr/>
    </dgm:pt>
    <dgm:pt modelId="{AD59BB6D-0A95-4AF2-9355-D16769E08F97}" type="pres">
      <dgm:prSet presAssocID="{58E102C6-8A7F-48BF-94DB-F6816CAB55C6}" presName="iconBgRect" presStyleLbl="bgShp" presStyleIdx="1" presStyleCnt="2"/>
      <dgm:spPr/>
    </dgm:pt>
    <dgm:pt modelId="{577D00C8-CA9F-4F42-94D2-0D0F453DDF3A}" type="pres">
      <dgm:prSet presAssocID="{58E102C6-8A7F-48BF-94DB-F6816CAB55C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8BD03FE-60C4-48E8-A475-7CC6498E8A1C}" type="pres">
      <dgm:prSet presAssocID="{58E102C6-8A7F-48BF-94DB-F6816CAB55C6}" presName="spaceRect" presStyleCnt="0"/>
      <dgm:spPr/>
    </dgm:pt>
    <dgm:pt modelId="{50C0BA1A-A7DE-4B49-9EA0-1304BD2BFD56}" type="pres">
      <dgm:prSet presAssocID="{58E102C6-8A7F-48BF-94DB-F6816CAB55C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2931C2D-3D93-4061-AA21-5415D60BEA05}" type="presOf" srcId="{E87E06F6-7477-4B2B-98E4-A40E0E702C44}" destId="{ECD8A6EF-018C-43C1-8CC3-3FD4AA045625}" srcOrd="0" destOrd="0" presId="urn:microsoft.com/office/officeart/2018/5/layout/IconCircleLabelList"/>
    <dgm:cxn modelId="{6717D54E-6838-478C-8682-6B2902A95D31}" srcId="{C8BD0945-DD13-4534-AB31-9EBB97F74282}" destId="{E87E06F6-7477-4B2B-98E4-A40E0E702C44}" srcOrd="0" destOrd="0" parTransId="{446F1AC1-D38C-4C1C-9CD3-D204322B8DEF}" sibTransId="{7F07B462-F345-4014-87B2-4039E218225B}"/>
    <dgm:cxn modelId="{1D5FB8AF-04EA-45AD-93D1-FDBAED1D0DE2}" type="presOf" srcId="{C8BD0945-DD13-4534-AB31-9EBB97F74282}" destId="{7EAC2A0E-61CA-4975-90A7-695F65889957}" srcOrd="0" destOrd="0" presId="urn:microsoft.com/office/officeart/2018/5/layout/IconCircleLabelList"/>
    <dgm:cxn modelId="{72CD82CC-3D9B-4153-94F9-27A96E306097}" type="presOf" srcId="{58E102C6-8A7F-48BF-94DB-F6816CAB55C6}" destId="{50C0BA1A-A7DE-4B49-9EA0-1304BD2BFD56}" srcOrd="0" destOrd="0" presId="urn:microsoft.com/office/officeart/2018/5/layout/IconCircleLabelList"/>
    <dgm:cxn modelId="{3390B7F1-AC28-4AE6-83C2-BC4E8911680B}" srcId="{C8BD0945-DD13-4534-AB31-9EBB97F74282}" destId="{58E102C6-8A7F-48BF-94DB-F6816CAB55C6}" srcOrd="1" destOrd="0" parTransId="{CFFE1616-46AA-4CDE-B9D5-0E5E2F55D59A}" sibTransId="{3127D4E5-5662-4B15-8B18-20249959E2AA}"/>
    <dgm:cxn modelId="{47D3C6D4-FC72-488B-AE37-F10F3E665608}" type="presParOf" srcId="{7EAC2A0E-61CA-4975-90A7-695F65889957}" destId="{BC1C85F6-97F4-46E8-991F-CD57AAF6F9AE}" srcOrd="0" destOrd="0" presId="urn:microsoft.com/office/officeart/2018/5/layout/IconCircleLabelList"/>
    <dgm:cxn modelId="{BAB8F5B6-7395-4047-A002-4F1627D72E2F}" type="presParOf" srcId="{BC1C85F6-97F4-46E8-991F-CD57AAF6F9AE}" destId="{2A677BCB-5552-49DA-B463-4C1619C5B2F2}" srcOrd="0" destOrd="0" presId="urn:microsoft.com/office/officeart/2018/5/layout/IconCircleLabelList"/>
    <dgm:cxn modelId="{5D9C47ED-26C4-4FE3-B5D3-2B219C3F483F}" type="presParOf" srcId="{BC1C85F6-97F4-46E8-991F-CD57AAF6F9AE}" destId="{417B0DB4-31F2-41DB-BE44-4729605D3CAB}" srcOrd="1" destOrd="0" presId="urn:microsoft.com/office/officeart/2018/5/layout/IconCircleLabelList"/>
    <dgm:cxn modelId="{7B55363F-9056-4B01-ADEF-EE2C8F08A01C}" type="presParOf" srcId="{BC1C85F6-97F4-46E8-991F-CD57AAF6F9AE}" destId="{CF180334-44A0-4B29-B31A-C638E038BDE8}" srcOrd="2" destOrd="0" presId="urn:microsoft.com/office/officeart/2018/5/layout/IconCircleLabelList"/>
    <dgm:cxn modelId="{692AD2C1-AA51-4F0A-BD70-C5C0FC87E664}" type="presParOf" srcId="{BC1C85F6-97F4-46E8-991F-CD57AAF6F9AE}" destId="{ECD8A6EF-018C-43C1-8CC3-3FD4AA045625}" srcOrd="3" destOrd="0" presId="urn:microsoft.com/office/officeart/2018/5/layout/IconCircleLabelList"/>
    <dgm:cxn modelId="{3DA51876-15F8-47B4-BE65-9864EA72C91E}" type="presParOf" srcId="{7EAC2A0E-61CA-4975-90A7-695F65889957}" destId="{8CC8A9AC-312E-4EE8-A66B-29189DAD43BC}" srcOrd="1" destOrd="0" presId="urn:microsoft.com/office/officeart/2018/5/layout/IconCircleLabelList"/>
    <dgm:cxn modelId="{D6961276-D88F-407B-9A8E-124CE6F482AE}" type="presParOf" srcId="{7EAC2A0E-61CA-4975-90A7-695F65889957}" destId="{E0DF39A5-7006-49CD-B7A2-89FE5A929016}" srcOrd="2" destOrd="0" presId="urn:microsoft.com/office/officeart/2018/5/layout/IconCircleLabelList"/>
    <dgm:cxn modelId="{DA9CEF3F-9DCC-4B38-B862-FB16191D2D97}" type="presParOf" srcId="{E0DF39A5-7006-49CD-B7A2-89FE5A929016}" destId="{AD59BB6D-0A95-4AF2-9355-D16769E08F97}" srcOrd="0" destOrd="0" presId="urn:microsoft.com/office/officeart/2018/5/layout/IconCircleLabelList"/>
    <dgm:cxn modelId="{D93350C5-22A9-4A9B-81FF-9883FA6BADD7}" type="presParOf" srcId="{E0DF39A5-7006-49CD-B7A2-89FE5A929016}" destId="{577D00C8-CA9F-4F42-94D2-0D0F453DDF3A}" srcOrd="1" destOrd="0" presId="urn:microsoft.com/office/officeart/2018/5/layout/IconCircleLabelList"/>
    <dgm:cxn modelId="{1E7026CD-6F14-4344-BC54-95EE3CA2160A}" type="presParOf" srcId="{E0DF39A5-7006-49CD-B7A2-89FE5A929016}" destId="{A8BD03FE-60C4-48E8-A475-7CC6498E8A1C}" srcOrd="2" destOrd="0" presId="urn:microsoft.com/office/officeart/2018/5/layout/IconCircleLabelList"/>
    <dgm:cxn modelId="{0C5EB35E-77B6-4D7D-8AA4-348BD38D82B3}" type="presParOf" srcId="{E0DF39A5-7006-49CD-B7A2-89FE5A929016}" destId="{50C0BA1A-A7DE-4B49-9EA0-1304BD2BFD5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D59A87-CCB0-40CE-BB3B-ED1F0C49CA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00D0DF-3D82-4CB0-A635-FFC022F50ED6}">
      <dgm:prSet custT="1"/>
      <dgm:spPr/>
      <dgm:t>
        <a:bodyPr/>
        <a:lstStyle/>
        <a:p>
          <a:r>
            <a:rPr lang="en-GB" sz="2000" dirty="0"/>
            <a:t>1. Small and Autonomous Services</a:t>
          </a:r>
          <a:endParaRPr lang="en-US" sz="2000" dirty="0"/>
        </a:p>
      </dgm:t>
    </dgm:pt>
    <dgm:pt modelId="{16529DDA-E08C-4A90-B945-9054E58213D6}" type="parTrans" cxnId="{3D0A7D1D-CC37-439A-8A99-28082AFBB9E7}">
      <dgm:prSet/>
      <dgm:spPr/>
      <dgm:t>
        <a:bodyPr/>
        <a:lstStyle/>
        <a:p>
          <a:endParaRPr lang="en-US"/>
        </a:p>
      </dgm:t>
    </dgm:pt>
    <dgm:pt modelId="{8AB3B422-AB59-4F82-B73B-55932E61CFAE}" type="sibTrans" cxnId="{3D0A7D1D-CC37-439A-8A99-28082AFBB9E7}">
      <dgm:prSet/>
      <dgm:spPr/>
      <dgm:t>
        <a:bodyPr/>
        <a:lstStyle/>
        <a:p>
          <a:endParaRPr lang="en-US"/>
        </a:p>
      </dgm:t>
    </dgm:pt>
    <dgm:pt modelId="{68C8DA7C-6D3D-4568-B936-886E9140563E}">
      <dgm:prSet custT="1"/>
      <dgm:spPr/>
      <dgm:t>
        <a:bodyPr/>
        <a:lstStyle/>
        <a:p>
          <a:r>
            <a:rPr lang="en-GB" sz="2000" dirty="0"/>
            <a:t>2. Dump Pipes and Smart Endpoints</a:t>
          </a:r>
          <a:endParaRPr lang="en-US" sz="2000" dirty="0"/>
        </a:p>
      </dgm:t>
    </dgm:pt>
    <dgm:pt modelId="{6857D02A-92FC-485A-B8F3-15CD85BCDB61}" type="parTrans" cxnId="{48E67537-8C8A-420D-9E96-078FD8130DCE}">
      <dgm:prSet/>
      <dgm:spPr/>
      <dgm:t>
        <a:bodyPr/>
        <a:lstStyle/>
        <a:p>
          <a:endParaRPr lang="en-US"/>
        </a:p>
      </dgm:t>
    </dgm:pt>
    <dgm:pt modelId="{0801C622-929A-4BD6-B060-5BE0D367DB0D}" type="sibTrans" cxnId="{48E67537-8C8A-420D-9E96-078FD8130DCE}">
      <dgm:prSet/>
      <dgm:spPr/>
      <dgm:t>
        <a:bodyPr/>
        <a:lstStyle/>
        <a:p>
          <a:endParaRPr lang="en-US"/>
        </a:p>
      </dgm:t>
    </dgm:pt>
    <dgm:pt modelId="{6A3888FB-0C51-44D6-873F-124CA5F1BB90}">
      <dgm:prSet custT="1"/>
      <dgm:spPr/>
      <dgm:t>
        <a:bodyPr/>
        <a:lstStyle/>
        <a:p>
          <a:r>
            <a:rPr lang="en-GB" sz="2000" dirty="0"/>
            <a:t>3. Decentralized Data Management</a:t>
          </a:r>
          <a:endParaRPr lang="en-US" sz="2000" dirty="0"/>
        </a:p>
      </dgm:t>
    </dgm:pt>
    <dgm:pt modelId="{5648DDA7-EAFA-4B65-BD36-9ABB7F312957}" type="parTrans" cxnId="{27ED6B4A-B187-4FE7-BD80-095D9AA755FE}">
      <dgm:prSet/>
      <dgm:spPr/>
      <dgm:t>
        <a:bodyPr/>
        <a:lstStyle/>
        <a:p>
          <a:endParaRPr lang="en-US"/>
        </a:p>
      </dgm:t>
    </dgm:pt>
    <dgm:pt modelId="{4B6526D0-EE30-4204-9CBB-FFD65DD0CFCC}" type="sibTrans" cxnId="{27ED6B4A-B187-4FE7-BD80-095D9AA755FE}">
      <dgm:prSet/>
      <dgm:spPr/>
      <dgm:t>
        <a:bodyPr/>
        <a:lstStyle/>
        <a:p>
          <a:endParaRPr lang="en-US"/>
        </a:p>
      </dgm:t>
    </dgm:pt>
    <dgm:pt modelId="{8098A81D-9C4D-4192-A89C-3FAB37558657}">
      <dgm:prSet custT="1"/>
      <dgm:spPr/>
      <dgm:t>
        <a:bodyPr/>
        <a:lstStyle/>
        <a:p>
          <a:r>
            <a:rPr lang="en-GB" sz="2000" dirty="0"/>
            <a:t>4. Independent Deployment</a:t>
          </a:r>
          <a:endParaRPr lang="en-US" sz="2000" dirty="0"/>
        </a:p>
      </dgm:t>
    </dgm:pt>
    <dgm:pt modelId="{5EACC756-045B-41E1-BBA7-905FA3D02A42}" type="parTrans" cxnId="{1C1AD5BE-D7AF-4AAD-9C20-C12BECA92295}">
      <dgm:prSet/>
      <dgm:spPr/>
      <dgm:t>
        <a:bodyPr/>
        <a:lstStyle/>
        <a:p>
          <a:endParaRPr lang="en-US"/>
        </a:p>
      </dgm:t>
    </dgm:pt>
    <dgm:pt modelId="{BB69358D-BDD3-4B43-AFBB-EDC131B29EF0}" type="sibTrans" cxnId="{1C1AD5BE-D7AF-4AAD-9C20-C12BECA92295}">
      <dgm:prSet/>
      <dgm:spPr/>
      <dgm:t>
        <a:bodyPr/>
        <a:lstStyle/>
        <a:p>
          <a:endParaRPr lang="en-US"/>
        </a:p>
      </dgm:t>
    </dgm:pt>
    <dgm:pt modelId="{25A0D132-82D3-416D-AEA8-EAC30DF8D903}">
      <dgm:prSet custT="1"/>
      <dgm:spPr/>
      <dgm:t>
        <a:bodyPr/>
        <a:lstStyle/>
        <a:p>
          <a:r>
            <a:rPr lang="en-GB" sz="2000" dirty="0"/>
            <a:t>5. Multiple Technological Implementations</a:t>
          </a:r>
          <a:endParaRPr lang="en-US" sz="2000" dirty="0"/>
        </a:p>
      </dgm:t>
    </dgm:pt>
    <dgm:pt modelId="{2B128CD1-BEC5-4F44-8ADD-9DF22D6B66D6}" type="parTrans" cxnId="{6A3FD400-0540-4E6D-BC0C-ECD1B463D380}">
      <dgm:prSet/>
      <dgm:spPr/>
      <dgm:t>
        <a:bodyPr/>
        <a:lstStyle/>
        <a:p>
          <a:endParaRPr lang="en-US"/>
        </a:p>
      </dgm:t>
    </dgm:pt>
    <dgm:pt modelId="{A493C147-7750-4672-9D2D-BA682CCB520C}" type="sibTrans" cxnId="{6A3FD400-0540-4E6D-BC0C-ECD1B463D380}">
      <dgm:prSet/>
      <dgm:spPr/>
      <dgm:t>
        <a:bodyPr/>
        <a:lstStyle/>
        <a:p>
          <a:endParaRPr lang="en-US"/>
        </a:p>
      </dgm:t>
    </dgm:pt>
    <dgm:pt modelId="{DCA33D48-C683-413F-8683-0683684489CD}">
      <dgm:prSet custT="1"/>
      <dgm:spPr/>
      <dgm:t>
        <a:bodyPr/>
        <a:lstStyle/>
        <a:p>
          <a:r>
            <a:rPr lang="en-GB" sz="2000" dirty="0"/>
            <a:t>6. Lightweight Communication between services</a:t>
          </a:r>
          <a:endParaRPr lang="en-US" sz="2000" dirty="0"/>
        </a:p>
      </dgm:t>
    </dgm:pt>
    <dgm:pt modelId="{0B01CD65-69E7-4CDE-8114-80C93A1A5B0D}" type="parTrans" cxnId="{0C908E62-0C55-48E7-A543-3AA9218D1657}">
      <dgm:prSet/>
      <dgm:spPr/>
      <dgm:t>
        <a:bodyPr/>
        <a:lstStyle/>
        <a:p>
          <a:endParaRPr lang="en-US"/>
        </a:p>
      </dgm:t>
    </dgm:pt>
    <dgm:pt modelId="{2CADEA33-5999-4896-BB2F-6AFF17F50E73}" type="sibTrans" cxnId="{0C908E62-0C55-48E7-A543-3AA9218D1657}">
      <dgm:prSet/>
      <dgm:spPr/>
      <dgm:t>
        <a:bodyPr/>
        <a:lstStyle/>
        <a:p>
          <a:endParaRPr lang="en-US"/>
        </a:p>
      </dgm:t>
    </dgm:pt>
    <dgm:pt modelId="{EFE8EA5D-B567-49AD-A144-9413E43C332C}">
      <dgm:prSet custT="1"/>
      <dgm:spPr/>
      <dgm:t>
        <a:bodyPr/>
        <a:lstStyle/>
        <a:p>
          <a:r>
            <a:rPr lang="en-GB" sz="2000" dirty="0"/>
            <a:t>7. Organizational Alignment: Conway's Law</a:t>
          </a:r>
          <a:endParaRPr lang="en-US" sz="2000" dirty="0"/>
        </a:p>
      </dgm:t>
    </dgm:pt>
    <dgm:pt modelId="{2C825B7A-81DF-49CE-A668-5F72E9FF8791}" type="parTrans" cxnId="{DFC68722-6DDD-499C-9334-DB9BA1086391}">
      <dgm:prSet/>
      <dgm:spPr/>
      <dgm:t>
        <a:bodyPr/>
        <a:lstStyle/>
        <a:p>
          <a:endParaRPr lang="en-US"/>
        </a:p>
      </dgm:t>
    </dgm:pt>
    <dgm:pt modelId="{8149A544-EC48-4235-A301-8A9C7BE23265}" type="sibTrans" cxnId="{DFC68722-6DDD-499C-9334-DB9BA1086391}">
      <dgm:prSet/>
      <dgm:spPr/>
      <dgm:t>
        <a:bodyPr/>
        <a:lstStyle/>
        <a:p>
          <a:endParaRPr lang="en-US"/>
        </a:p>
      </dgm:t>
    </dgm:pt>
    <dgm:pt modelId="{EE2B2631-85AD-4CFB-BF25-B56380287A75}" type="pres">
      <dgm:prSet presAssocID="{08D59A87-CCB0-40CE-BB3B-ED1F0C49CA7C}" presName="root" presStyleCnt="0">
        <dgm:presLayoutVars>
          <dgm:dir/>
          <dgm:resizeHandles val="exact"/>
        </dgm:presLayoutVars>
      </dgm:prSet>
      <dgm:spPr/>
    </dgm:pt>
    <dgm:pt modelId="{D1789A6B-55AD-4F91-8E2E-8E2272E10478}" type="pres">
      <dgm:prSet presAssocID="{C800D0DF-3D82-4CB0-A635-FFC022F50ED6}" presName="compNode" presStyleCnt="0"/>
      <dgm:spPr/>
    </dgm:pt>
    <dgm:pt modelId="{D18FFE8A-02D9-4BAB-B8E5-F8DFBA939609}" type="pres">
      <dgm:prSet presAssocID="{C800D0DF-3D82-4CB0-A635-FFC022F50ED6}" presName="bgRect" presStyleLbl="bgShp" presStyleIdx="0" presStyleCnt="7" custLinFactNeighborX="-55770" custLinFactNeighborY="-31318"/>
      <dgm:spPr/>
    </dgm:pt>
    <dgm:pt modelId="{E84C0736-4E40-4B49-8572-56CD21C3B855}" type="pres">
      <dgm:prSet presAssocID="{C800D0DF-3D82-4CB0-A635-FFC022F50ED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247A790-3A8A-46C1-A615-CD04D4AA00CA}" type="pres">
      <dgm:prSet presAssocID="{C800D0DF-3D82-4CB0-A635-FFC022F50ED6}" presName="spaceRect" presStyleCnt="0"/>
      <dgm:spPr/>
    </dgm:pt>
    <dgm:pt modelId="{339917CD-2C7B-4F23-9661-5263F0285703}" type="pres">
      <dgm:prSet presAssocID="{C800D0DF-3D82-4CB0-A635-FFC022F50ED6}" presName="parTx" presStyleLbl="revTx" presStyleIdx="0" presStyleCnt="7">
        <dgm:presLayoutVars>
          <dgm:chMax val="0"/>
          <dgm:chPref val="0"/>
        </dgm:presLayoutVars>
      </dgm:prSet>
      <dgm:spPr/>
    </dgm:pt>
    <dgm:pt modelId="{BF1E7508-939F-401D-A0AC-D26B268D3574}" type="pres">
      <dgm:prSet presAssocID="{8AB3B422-AB59-4F82-B73B-55932E61CFAE}" presName="sibTrans" presStyleCnt="0"/>
      <dgm:spPr/>
    </dgm:pt>
    <dgm:pt modelId="{3EC2C92C-5CB4-45E5-A3F1-BB404E13782D}" type="pres">
      <dgm:prSet presAssocID="{68C8DA7C-6D3D-4568-B936-886E9140563E}" presName="compNode" presStyleCnt="0"/>
      <dgm:spPr/>
    </dgm:pt>
    <dgm:pt modelId="{264AF535-75F4-4AF4-8BB5-8BE94CC33E40}" type="pres">
      <dgm:prSet presAssocID="{68C8DA7C-6D3D-4568-B936-886E9140563E}" presName="bgRect" presStyleLbl="bgShp" presStyleIdx="1" presStyleCnt="7"/>
      <dgm:spPr/>
    </dgm:pt>
    <dgm:pt modelId="{94890CC9-83D1-4E72-A38F-94BA49A42A17}" type="pres">
      <dgm:prSet presAssocID="{68C8DA7C-6D3D-4568-B936-886E9140563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9C07FE3-BC93-4EE4-8A3F-E2CFBC298FF0}" type="pres">
      <dgm:prSet presAssocID="{68C8DA7C-6D3D-4568-B936-886E9140563E}" presName="spaceRect" presStyleCnt="0"/>
      <dgm:spPr/>
    </dgm:pt>
    <dgm:pt modelId="{83D5F7C3-A63C-4DA1-84A9-5F41D58F2824}" type="pres">
      <dgm:prSet presAssocID="{68C8DA7C-6D3D-4568-B936-886E9140563E}" presName="parTx" presStyleLbl="revTx" presStyleIdx="1" presStyleCnt="7">
        <dgm:presLayoutVars>
          <dgm:chMax val="0"/>
          <dgm:chPref val="0"/>
        </dgm:presLayoutVars>
      </dgm:prSet>
      <dgm:spPr/>
    </dgm:pt>
    <dgm:pt modelId="{2E9F8B84-B9CC-46F5-BEA1-0BD8401132C3}" type="pres">
      <dgm:prSet presAssocID="{0801C622-929A-4BD6-B060-5BE0D367DB0D}" presName="sibTrans" presStyleCnt="0"/>
      <dgm:spPr/>
    </dgm:pt>
    <dgm:pt modelId="{D95ED60B-A429-49A0-AD63-955518D3D34E}" type="pres">
      <dgm:prSet presAssocID="{6A3888FB-0C51-44D6-873F-124CA5F1BB90}" presName="compNode" presStyleCnt="0"/>
      <dgm:spPr/>
    </dgm:pt>
    <dgm:pt modelId="{4D69FE9E-B64B-4E30-95BA-0178EBE41B7B}" type="pres">
      <dgm:prSet presAssocID="{6A3888FB-0C51-44D6-873F-124CA5F1BB90}" presName="bgRect" presStyleLbl="bgShp" presStyleIdx="2" presStyleCnt="7"/>
      <dgm:spPr/>
    </dgm:pt>
    <dgm:pt modelId="{CB16EE11-8CAD-4A3E-A4EC-7C05D47FC132}" type="pres">
      <dgm:prSet presAssocID="{6A3888FB-0C51-44D6-873F-124CA5F1BB9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35547A8-3E77-4D5F-BC7A-8BADE6CA17AC}" type="pres">
      <dgm:prSet presAssocID="{6A3888FB-0C51-44D6-873F-124CA5F1BB90}" presName="spaceRect" presStyleCnt="0"/>
      <dgm:spPr/>
    </dgm:pt>
    <dgm:pt modelId="{5CDB0FF2-D89E-4015-9184-6168A78F3E00}" type="pres">
      <dgm:prSet presAssocID="{6A3888FB-0C51-44D6-873F-124CA5F1BB90}" presName="parTx" presStyleLbl="revTx" presStyleIdx="2" presStyleCnt="7">
        <dgm:presLayoutVars>
          <dgm:chMax val="0"/>
          <dgm:chPref val="0"/>
        </dgm:presLayoutVars>
      </dgm:prSet>
      <dgm:spPr/>
    </dgm:pt>
    <dgm:pt modelId="{9F1FB979-2E31-4709-9F45-E06E36420942}" type="pres">
      <dgm:prSet presAssocID="{4B6526D0-EE30-4204-9CBB-FFD65DD0CFCC}" presName="sibTrans" presStyleCnt="0"/>
      <dgm:spPr/>
    </dgm:pt>
    <dgm:pt modelId="{581582CE-94D4-4C14-8361-BAE7F023ED29}" type="pres">
      <dgm:prSet presAssocID="{8098A81D-9C4D-4192-A89C-3FAB37558657}" presName="compNode" presStyleCnt="0"/>
      <dgm:spPr/>
    </dgm:pt>
    <dgm:pt modelId="{C9C42B69-B4C1-4E86-91FD-3A89AA17CBF5}" type="pres">
      <dgm:prSet presAssocID="{8098A81D-9C4D-4192-A89C-3FAB37558657}" presName="bgRect" presStyleLbl="bgShp" presStyleIdx="3" presStyleCnt="7"/>
      <dgm:spPr/>
    </dgm:pt>
    <dgm:pt modelId="{96B7C3E9-26BC-4433-AFF1-A855C228FBC1}" type="pres">
      <dgm:prSet presAssocID="{8098A81D-9C4D-4192-A89C-3FAB3755865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2802AF1-8F5E-4E23-BE56-9871CE174000}" type="pres">
      <dgm:prSet presAssocID="{8098A81D-9C4D-4192-A89C-3FAB37558657}" presName="spaceRect" presStyleCnt="0"/>
      <dgm:spPr/>
    </dgm:pt>
    <dgm:pt modelId="{80D6885B-340B-4C97-848B-8B5919CE7A3E}" type="pres">
      <dgm:prSet presAssocID="{8098A81D-9C4D-4192-A89C-3FAB37558657}" presName="parTx" presStyleLbl="revTx" presStyleIdx="3" presStyleCnt="7">
        <dgm:presLayoutVars>
          <dgm:chMax val="0"/>
          <dgm:chPref val="0"/>
        </dgm:presLayoutVars>
      </dgm:prSet>
      <dgm:spPr/>
    </dgm:pt>
    <dgm:pt modelId="{6766E819-FF26-44AA-A3CE-A75F6BCB01D1}" type="pres">
      <dgm:prSet presAssocID="{BB69358D-BDD3-4B43-AFBB-EDC131B29EF0}" presName="sibTrans" presStyleCnt="0"/>
      <dgm:spPr/>
    </dgm:pt>
    <dgm:pt modelId="{D1532C52-997B-4E3D-845D-2CDC04DA470A}" type="pres">
      <dgm:prSet presAssocID="{25A0D132-82D3-416D-AEA8-EAC30DF8D903}" presName="compNode" presStyleCnt="0"/>
      <dgm:spPr/>
    </dgm:pt>
    <dgm:pt modelId="{54850F73-6FFB-4A36-BF97-51A3AE2F5A65}" type="pres">
      <dgm:prSet presAssocID="{25A0D132-82D3-416D-AEA8-EAC30DF8D903}" presName="bgRect" presStyleLbl="bgShp" presStyleIdx="4" presStyleCnt="7"/>
      <dgm:spPr/>
    </dgm:pt>
    <dgm:pt modelId="{BB8DCE19-8171-4F08-8B32-47C551A1C089}" type="pres">
      <dgm:prSet presAssocID="{25A0D132-82D3-416D-AEA8-EAC30DF8D903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1D2EF91-7875-4A98-99BD-3D959A88C965}" type="pres">
      <dgm:prSet presAssocID="{25A0D132-82D3-416D-AEA8-EAC30DF8D903}" presName="spaceRect" presStyleCnt="0"/>
      <dgm:spPr/>
    </dgm:pt>
    <dgm:pt modelId="{C1027D5B-2750-4894-863D-67C863E6831F}" type="pres">
      <dgm:prSet presAssocID="{25A0D132-82D3-416D-AEA8-EAC30DF8D903}" presName="parTx" presStyleLbl="revTx" presStyleIdx="4" presStyleCnt="7">
        <dgm:presLayoutVars>
          <dgm:chMax val="0"/>
          <dgm:chPref val="0"/>
        </dgm:presLayoutVars>
      </dgm:prSet>
      <dgm:spPr/>
    </dgm:pt>
    <dgm:pt modelId="{CC22591E-DCA3-4443-978D-2B253229E40D}" type="pres">
      <dgm:prSet presAssocID="{A493C147-7750-4672-9D2D-BA682CCB520C}" presName="sibTrans" presStyleCnt="0"/>
      <dgm:spPr/>
    </dgm:pt>
    <dgm:pt modelId="{B1EE6AE4-65D8-4E90-98CD-7DB67C042A7C}" type="pres">
      <dgm:prSet presAssocID="{DCA33D48-C683-413F-8683-0683684489CD}" presName="compNode" presStyleCnt="0"/>
      <dgm:spPr/>
    </dgm:pt>
    <dgm:pt modelId="{E09E8B89-A6BB-43F8-829F-E011356ACC5D}" type="pres">
      <dgm:prSet presAssocID="{DCA33D48-C683-413F-8683-0683684489CD}" presName="bgRect" presStyleLbl="bgShp" presStyleIdx="5" presStyleCnt="7"/>
      <dgm:spPr/>
    </dgm:pt>
    <dgm:pt modelId="{426A1CF9-37EB-4CF9-9222-18C4EEB6A3E6}" type="pres">
      <dgm:prSet presAssocID="{DCA33D48-C683-413F-8683-0683684489C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021DC51-A8A2-4CF2-A8D7-B4677D8282EA}" type="pres">
      <dgm:prSet presAssocID="{DCA33D48-C683-413F-8683-0683684489CD}" presName="spaceRect" presStyleCnt="0"/>
      <dgm:spPr/>
    </dgm:pt>
    <dgm:pt modelId="{68B304FD-F54B-4451-80D2-C884DBB66A1B}" type="pres">
      <dgm:prSet presAssocID="{DCA33D48-C683-413F-8683-0683684489CD}" presName="parTx" presStyleLbl="revTx" presStyleIdx="5" presStyleCnt="7">
        <dgm:presLayoutVars>
          <dgm:chMax val="0"/>
          <dgm:chPref val="0"/>
        </dgm:presLayoutVars>
      </dgm:prSet>
      <dgm:spPr/>
    </dgm:pt>
    <dgm:pt modelId="{6382D7EC-A49B-4F94-9E00-38D48B0D4241}" type="pres">
      <dgm:prSet presAssocID="{2CADEA33-5999-4896-BB2F-6AFF17F50E73}" presName="sibTrans" presStyleCnt="0"/>
      <dgm:spPr/>
    </dgm:pt>
    <dgm:pt modelId="{8993519A-B23A-4E2D-B46C-EE25D2F457B3}" type="pres">
      <dgm:prSet presAssocID="{EFE8EA5D-B567-49AD-A144-9413E43C332C}" presName="compNode" presStyleCnt="0"/>
      <dgm:spPr/>
    </dgm:pt>
    <dgm:pt modelId="{390F1EED-2766-47C5-9C6B-4AFB02FB7943}" type="pres">
      <dgm:prSet presAssocID="{EFE8EA5D-B567-49AD-A144-9413E43C332C}" presName="bgRect" presStyleLbl="bgShp" presStyleIdx="6" presStyleCnt="7"/>
      <dgm:spPr/>
    </dgm:pt>
    <dgm:pt modelId="{40345F8C-0634-4A6C-B56D-CF05C7CDB00A}" type="pres">
      <dgm:prSet presAssocID="{EFE8EA5D-B567-49AD-A144-9413E43C332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24A1B593-570E-4F29-B8E9-09B8F2EAC52C}" type="pres">
      <dgm:prSet presAssocID="{EFE8EA5D-B567-49AD-A144-9413E43C332C}" presName="spaceRect" presStyleCnt="0"/>
      <dgm:spPr/>
    </dgm:pt>
    <dgm:pt modelId="{1CA9FC83-7C03-4910-A3B8-DA474271BEEC}" type="pres">
      <dgm:prSet presAssocID="{EFE8EA5D-B567-49AD-A144-9413E43C332C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A3FD400-0540-4E6D-BC0C-ECD1B463D380}" srcId="{08D59A87-CCB0-40CE-BB3B-ED1F0C49CA7C}" destId="{25A0D132-82D3-416D-AEA8-EAC30DF8D903}" srcOrd="4" destOrd="0" parTransId="{2B128CD1-BEC5-4F44-8ADD-9DF22D6B66D6}" sibTransId="{A493C147-7750-4672-9D2D-BA682CCB520C}"/>
    <dgm:cxn modelId="{96819506-50E6-4265-BF36-CFB11126E781}" type="presOf" srcId="{8098A81D-9C4D-4192-A89C-3FAB37558657}" destId="{80D6885B-340B-4C97-848B-8B5919CE7A3E}" srcOrd="0" destOrd="0" presId="urn:microsoft.com/office/officeart/2018/2/layout/IconVerticalSolidList"/>
    <dgm:cxn modelId="{D3122D11-AA64-49DF-82FC-836D6EE9D179}" type="presOf" srcId="{C800D0DF-3D82-4CB0-A635-FFC022F50ED6}" destId="{339917CD-2C7B-4F23-9661-5263F0285703}" srcOrd="0" destOrd="0" presId="urn:microsoft.com/office/officeart/2018/2/layout/IconVerticalSolidList"/>
    <dgm:cxn modelId="{2C31201A-BA32-4CA3-984C-1786B24F6453}" type="presOf" srcId="{68C8DA7C-6D3D-4568-B936-886E9140563E}" destId="{83D5F7C3-A63C-4DA1-84A9-5F41D58F2824}" srcOrd="0" destOrd="0" presId="urn:microsoft.com/office/officeart/2018/2/layout/IconVerticalSolidList"/>
    <dgm:cxn modelId="{3D0A7D1D-CC37-439A-8A99-28082AFBB9E7}" srcId="{08D59A87-CCB0-40CE-BB3B-ED1F0C49CA7C}" destId="{C800D0DF-3D82-4CB0-A635-FFC022F50ED6}" srcOrd="0" destOrd="0" parTransId="{16529DDA-E08C-4A90-B945-9054E58213D6}" sibTransId="{8AB3B422-AB59-4F82-B73B-55932E61CFAE}"/>
    <dgm:cxn modelId="{DFC68722-6DDD-499C-9334-DB9BA1086391}" srcId="{08D59A87-CCB0-40CE-BB3B-ED1F0C49CA7C}" destId="{EFE8EA5D-B567-49AD-A144-9413E43C332C}" srcOrd="6" destOrd="0" parTransId="{2C825B7A-81DF-49CE-A668-5F72E9FF8791}" sibTransId="{8149A544-EC48-4235-A301-8A9C7BE23265}"/>
    <dgm:cxn modelId="{48E67537-8C8A-420D-9E96-078FD8130DCE}" srcId="{08D59A87-CCB0-40CE-BB3B-ED1F0C49CA7C}" destId="{68C8DA7C-6D3D-4568-B936-886E9140563E}" srcOrd="1" destOrd="0" parTransId="{6857D02A-92FC-485A-B8F3-15CD85BCDB61}" sibTransId="{0801C622-929A-4BD6-B060-5BE0D367DB0D}"/>
    <dgm:cxn modelId="{4FBFBD3E-BF8D-4910-B621-3448869CE17C}" type="presOf" srcId="{08D59A87-CCB0-40CE-BB3B-ED1F0C49CA7C}" destId="{EE2B2631-85AD-4CFB-BF25-B56380287A75}" srcOrd="0" destOrd="0" presId="urn:microsoft.com/office/officeart/2018/2/layout/IconVerticalSolidList"/>
    <dgm:cxn modelId="{B6160960-0980-4BE4-917E-03A97A2686F3}" type="presOf" srcId="{DCA33D48-C683-413F-8683-0683684489CD}" destId="{68B304FD-F54B-4451-80D2-C884DBB66A1B}" srcOrd="0" destOrd="0" presId="urn:microsoft.com/office/officeart/2018/2/layout/IconVerticalSolidList"/>
    <dgm:cxn modelId="{0C908E62-0C55-48E7-A543-3AA9218D1657}" srcId="{08D59A87-CCB0-40CE-BB3B-ED1F0C49CA7C}" destId="{DCA33D48-C683-413F-8683-0683684489CD}" srcOrd="5" destOrd="0" parTransId="{0B01CD65-69E7-4CDE-8114-80C93A1A5B0D}" sibTransId="{2CADEA33-5999-4896-BB2F-6AFF17F50E73}"/>
    <dgm:cxn modelId="{27ED6B4A-B187-4FE7-BD80-095D9AA755FE}" srcId="{08D59A87-CCB0-40CE-BB3B-ED1F0C49CA7C}" destId="{6A3888FB-0C51-44D6-873F-124CA5F1BB90}" srcOrd="2" destOrd="0" parTransId="{5648DDA7-EAFA-4B65-BD36-9ABB7F312957}" sibTransId="{4B6526D0-EE30-4204-9CBB-FFD65DD0CFCC}"/>
    <dgm:cxn modelId="{A9714A50-2815-4772-B54B-7323A31DBA66}" type="presOf" srcId="{6A3888FB-0C51-44D6-873F-124CA5F1BB90}" destId="{5CDB0FF2-D89E-4015-9184-6168A78F3E00}" srcOrd="0" destOrd="0" presId="urn:microsoft.com/office/officeart/2018/2/layout/IconVerticalSolidList"/>
    <dgm:cxn modelId="{62E8B2BB-CDA0-48F3-8F95-7DFBCB4521B8}" type="presOf" srcId="{25A0D132-82D3-416D-AEA8-EAC30DF8D903}" destId="{C1027D5B-2750-4894-863D-67C863E6831F}" srcOrd="0" destOrd="0" presId="urn:microsoft.com/office/officeart/2018/2/layout/IconVerticalSolidList"/>
    <dgm:cxn modelId="{1C1AD5BE-D7AF-4AAD-9C20-C12BECA92295}" srcId="{08D59A87-CCB0-40CE-BB3B-ED1F0C49CA7C}" destId="{8098A81D-9C4D-4192-A89C-3FAB37558657}" srcOrd="3" destOrd="0" parTransId="{5EACC756-045B-41E1-BBA7-905FA3D02A42}" sibTransId="{BB69358D-BDD3-4B43-AFBB-EDC131B29EF0}"/>
    <dgm:cxn modelId="{E19EF5C3-F6B0-4ADC-AF45-527EA2002096}" type="presOf" srcId="{EFE8EA5D-B567-49AD-A144-9413E43C332C}" destId="{1CA9FC83-7C03-4910-A3B8-DA474271BEEC}" srcOrd="0" destOrd="0" presId="urn:microsoft.com/office/officeart/2018/2/layout/IconVerticalSolidList"/>
    <dgm:cxn modelId="{043F953B-EAE2-4D2A-8FF8-C09616B16D97}" type="presParOf" srcId="{EE2B2631-85AD-4CFB-BF25-B56380287A75}" destId="{D1789A6B-55AD-4F91-8E2E-8E2272E10478}" srcOrd="0" destOrd="0" presId="urn:microsoft.com/office/officeart/2018/2/layout/IconVerticalSolidList"/>
    <dgm:cxn modelId="{143E02BD-BB05-4E71-9891-57CEB302EB4D}" type="presParOf" srcId="{D1789A6B-55AD-4F91-8E2E-8E2272E10478}" destId="{D18FFE8A-02D9-4BAB-B8E5-F8DFBA939609}" srcOrd="0" destOrd="0" presId="urn:microsoft.com/office/officeart/2018/2/layout/IconVerticalSolidList"/>
    <dgm:cxn modelId="{90611EFE-21F4-4822-93D7-6223A0D9561C}" type="presParOf" srcId="{D1789A6B-55AD-4F91-8E2E-8E2272E10478}" destId="{E84C0736-4E40-4B49-8572-56CD21C3B855}" srcOrd="1" destOrd="0" presId="urn:microsoft.com/office/officeart/2018/2/layout/IconVerticalSolidList"/>
    <dgm:cxn modelId="{E8DC6AA4-6F5D-422F-A556-FFCCC19A9E69}" type="presParOf" srcId="{D1789A6B-55AD-4F91-8E2E-8E2272E10478}" destId="{C247A790-3A8A-46C1-A615-CD04D4AA00CA}" srcOrd="2" destOrd="0" presId="urn:microsoft.com/office/officeart/2018/2/layout/IconVerticalSolidList"/>
    <dgm:cxn modelId="{7D71062C-C944-4B93-996C-A1E918A85159}" type="presParOf" srcId="{D1789A6B-55AD-4F91-8E2E-8E2272E10478}" destId="{339917CD-2C7B-4F23-9661-5263F0285703}" srcOrd="3" destOrd="0" presId="urn:microsoft.com/office/officeart/2018/2/layout/IconVerticalSolidList"/>
    <dgm:cxn modelId="{4F6359CE-E8B8-4E7F-A4F6-7B806320AC60}" type="presParOf" srcId="{EE2B2631-85AD-4CFB-BF25-B56380287A75}" destId="{BF1E7508-939F-401D-A0AC-D26B268D3574}" srcOrd="1" destOrd="0" presId="urn:microsoft.com/office/officeart/2018/2/layout/IconVerticalSolidList"/>
    <dgm:cxn modelId="{62DE8710-8C3A-47D9-98F7-C4B44AA0BECC}" type="presParOf" srcId="{EE2B2631-85AD-4CFB-BF25-B56380287A75}" destId="{3EC2C92C-5CB4-45E5-A3F1-BB404E13782D}" srcOrd="2" destOrd="0" presId="urn:microsoft.com/office/officeart/2018/2/layout/IconVerticalSolidList"/>
    <dgm:cxn modelId="{922DBC73-6D79-4996-BD81-B24150D96B58}" type="presParOf" srcId="{3EC2C92C-5CB4-45E5-A3F1-BB404E13782D}" destId="{264AF535-75F4-4AF4-8BB5-8BE94CC33E40}" srcOrd="0" destOrd="0" presId="urn:microsoft.com/office/officeart/2018/2/layout/IconVerticalSolidList"/>
    <dgm:cxn modelId="{63813CE4-E81F-4368-B70B-AAA2AE5809AA}" type="presParOf" srcId="{3EC2C92C-5CB4-45E5-A3F1-BB404E13782D}" destId="{94890CC9-83D1-4E72-A38F-94BA49A42A17}" srcOrd="1" destOrd="0" presId="urn:microsoft.com/office/officeart/2018/2/layout/IconVerticalSolidList"/>
    <dgm:cxn modelId="{9ACD43F0-7A04-4EE6-B3C9-D1E011AF0D32}" type="presParOf" srcId="{3EC2C92C-5CB4-45E5-A3F1-BB404E13782D}" destId="{59C07FE3-BC93-4EE4-8A3F-E2CFBC298FF0}" srcOrd="2" destOrd="0" presId="urn:microsoft.com/office/officeart/2018/2/layout/IconVerticalSolidList"/>
    <dgm:cxn modelId="{FA7942AE-286E-4E31-A288-A4EAA3DCE0C2}" type="presParOf" srcId="{3EC2C92C-5CB4-45E5-A3F1-BB404E13782D}" destId="{83D5F7C3-A63C-4DA1-84A9-5F41D58F2824}" srcOrd="3" destOrd="0" presId="urn:microsoft.com/office/officeart/2018/2/layout/IconVerticalSolidList"/>
    <dgm:cxn modelId="{0736FD69-4696-4FC7-B188-1FA204823802}" type="presParOf" srcId="{EE2B2631-85AD-4CFB-BF25-B56380287A75}" destId="{2E9F8B84-B9CC-46F5-BEA1-0BD8401132C3}" srcOrd="3" destOrd="0" presId="urn:microsoft.com/office/officeart/2018/2/layout/IconVerticalSolidList"/>
    <dgm:cxn modelId="{1AC4FC4A-CEBC-4384-8C50-DDFCBC7019DA}" type="presParOf" srcId="{EE2B2631-85AD-4CFB-BF25-B56380287A75}" destId="{D95ED60B-A429-49A0-AD63-955518D3D34E}" srcOrd="4" destOrd="0" presId="urn:microsoft.com/office/officeart/2018/2/layout/IconVerticalSolidList"/>
    <dgm:cxn modelId="{4A0BC394-7284-4890-8B2A-3CE164AE3C5F}" type="presParOf" srcId="{D95ED60B-A429-49A0-AD63-955518D3D34E}" destId="{4D69FE9E-B64B-4E30-95BA-0178EBE41B7B}" srcOrd="0" destOrd="0" presId="urn:microsoft.com/office/officeart/2018/2/layout/IconVerticalSolidList"/>
    <dgm:cxn modelId="{4C59E1B5-6FCF-41A1-9508-5C7868D320E5}" type="presParOf" srcId="{D95ED60B-A429-49A0-AD63-955518D3D34E}" destId="{CB16EE11-8CAD-4A3E-A4EC-7C05D47FC132}" srcOrd="1" destOrd="0" presId="urn:microsoft.com/office/officeart/2018/2/layout/IconVerticalSolidList"/>
    <dgm:cxn modelId="{B8F48630-D905-40C7-B60A-874B234DBC55}" type="presParOf" srcId="{D95ED60B-A429-49A0-AD63-955518D3D34E}" destId="{C35547A8-3E77-4D5F-BC7A-8BADE6CA17AC}" srcOrd="2" destOrd="0" presId="urn:microsoft.com/office/officeart/2018/2/layout/IconVerticalSolidList"/>
    <dgm:cxn modelId="{CA848D66-33D7-47C6-824D-AB031A64B935}" type="presParOf" srcId="{D95ED60B-A429-49A0-AD63-955518D3D34E}" destId="{5CDB0FF2-D89E-4015-9184-6168A78F3E00}" srcOrd="3" destOrd="0" presId="urn:microsoft.com/office/officeart/2018/2/layout/IconVerticalSolidList"/>
    <dgm:cxn modelId="{FD6FC847-EE2F-45D3-A90C-7764CCD0142B}" type="presParOf" srcId="{EE2B2631-85AD-4CFB-BF25-B56380287A75}" destId="{9F1FB979-2E31-4709-9F45-E06E36420942}" srcOrd="5" destOrd="0" presId="urn:microsoft.com/office/officeart/2018/2/layout/IconVerticalSolidList"/>
    <dgm:cxn modelId="{0A45C342-51CB-4ADD-BD09-54A742F1A5B3}" type="presParOf" srcId="{EE2B2631-85AD-4CFB-BF25-B56380287A75}" destId="{581582CE-94D4-4C14-8361-BAE7F023ED29}" srcOrd="6" destOrd="0" presId="urn:microsoft.com/office/officeart/2018/2/layout/IconVerticalSolidList"/>
    <dgm:cxn modelId="{BB9CCB06-9C5B-4446-A14C-A67476A52FD0}" type="presParOf" srcId="{581582CE-94D4-4C14-8361-BAE7F023ED29}" destId="{C9C42B69-B4C1-4E86-91FD-3A89AA17CBF5}" srcOrd="0" destOrd="0" presId="urn:microsoft.com/office/officeart/2018/2/layout/IconVerticalSolidList"/>
    <dgm:cxn modelId="{AADD1043-9A51-49BE-9905-90D6766C53E8}" type="presParOf" srcId="{581582CE-94D4-4C14-8361-BAE7F023ED29}" destId="{96B7C3E9-26BC-4433-AFF1-A855C228FBC1}" srcOrd="1" destOrd="0" presId="urn:microsoft.com/office/officeart/2018/2/layout/IconVerticalSolidList"/>
    <dgm:cxn modelId="{9A025515-E0A0-4EE0-B453-6D1D984CEFCA}" type="presParOf" srcId="{581582CE-94D4-4C14-8361-BAE7F023ED29}" destId="{92802AF1-8F5E-4E23-BE56-9871CE174000}" srcOrd="2" destOrd="0" presId="urn:microsoft.com/office/officeart/2018/2/layout/IconVerticalSolidList"/>
    <dgm:cxn modelId="{626C4B67-EA56-4D3A-AC43-8497D1EBF3F0}" type="presParOf" srcId="{581582CE-94D4-4C14-8361-BAE7F023ED29}" destId="{80D6885B-340B-4C97-848B-8B5919CE7A3E}" srcOrd="3" destOrd="0" presId="urn:microsoft.com/office/officeart/2018/2/layout/IconVerticalSolidList"/>
    <dgm:cxn modelId="{D4905DDF-5F64-474C-8680-5BDA63BCBA64}" type="presParOf" srcId="{EE2B2631-85AD-4CFB-BF25-B56380287A75}" destId="{6766E819-FF26-44AA-A3CE-A75F6BCB01D1}" srcOrd="7" destOrd="0" presId="urn:microsoft.com/office/officeart/2018/2/layout/IconVerticalSolidList"/>
    <dgm:cxn modelId="{0B00DF96-DF4B-4735-A272-A18791C9E76A}" type="presParOf" srcId="{EE2B2631-85AD-4CFB-BF25-B56380287A75}" destId="{D1532C52-997B-4E3D-845D-2CDC04DA470A}" srcOrd="8" destOrd="0" presId="urn:microsoft.com/office/officeart/2018/2/layout/IconVerticalSolidList"/>
    <dgm:cxn modelId="{AA0C56BE-06AF-439B-A45E-F1B75D9CECDD}" type="presParOf" srcId="{D1532C52-997B-4E3D-845D-2CDC04DA470A}" destId="{54850F73-6FFB-4A36-BF97-51A3AE2F5A65}" srcOrd="0" destOrd="0" presId="urn:microsoft.com/office/officeart/2018/2/layout/IconVerticalSolidList"/>
    <dgm:cxn modelId="{068F0EC9-3A3D-4054-8E1C-5D64E3DF3E72}" type="presParOf" srcId="{D1532C52-997B-4E3D-845D-2CDC04DA470A}" destId="{BB8DCE19-8171-4F08-8B32-47C551A1C089}" srcOrd="1" destOrd="0" presId="urn:microsoft.com/office/officeart/2018/2/layout/IconVerticalSolidList"/>
    <dgm:cxn modelId="{81FEE7BD-52EA-485D-A265-61AFCA01633C}" type="presParOf" srcId="{D1532C52-997B-4E3D-845D-2CDC04DA470A}" destId="{D1D2EF91-7875-4A98-99BD-3D959A88C965}" srcOrd="2" destOrd="0" presId="urn:microsoft.com/office/officeart/2018/2/layout/IconVerticalSolidList"/>
    <dgm:cxn modelId="{5224640E-0615-492D-9FF8-5A79A45BA9DA}" type="presParOf" srcId="{D1532C52-997B-4E3D-845D-2CDC04DA470A}" destId="{C1027D5B-2750-4894-863D-67C863E6831F}" srcOrd="3" destOrd="0" presId="urn:microsoft.com/office/officeart/2018/2/layout/IconVerticalSolidList"/>
    <dgm:cxn modelId="{AD8DDECD-494A-4143-937F-CF13B0C2306F}" type="presParOf" srcId="{EE2B2631-85AD-4CFB-BF25-B56380287A75}" destId="{CC22591E-DCA3-4443-978D-2B253229E40D}" srcOrd="9" destOrd="0" presId="urn:microsoft.com/office/officeart/2018/2/layout/IconVerticalSolidList"/>
    <dgm:cxn modelId="{2C45D4EB-1AE5-460F-BFB6-15DB064F9634}" type="presParOf" srcId="{EE2B2631-85AD-4CFB-BF25-B56380287A75}" destId="{B1EE6AE4-65D8-4E90-98CD-7DB67C042A7C}" srcOrd="10" destOrd="0" presId="urn:microsoft.com/office/officeart/2018/2/layout/IconVerticalSolidList"/>
    <dgm:cxn modelId="{E1DB4091-46D4-407C-A18B-3C5B8BEBF917}" type="presParOf" srcId="{B1EE6AE4-65D8-4E90-98CD-7DB67C042A7C}" destId="{E09E8B89-A6BB-43F8-829F-E011356ACC5D}" srcOrd="0" destOrd="0" presId="urn:microsoft.com/office/officeart/2018/2/layout/IconVerticalSolidList"/>
    <dgm:cxn modelId="{12136A57-15F7-4C44-B4CD-73F5D8A95C7A}" type="presParOf" srcId="{B1EE6AE4-65D8-4E90-98CD-7DB67C042A7C}" destId="{426A1CF9-37EB-4CF9-9222-18C4EEB6A3E6}" srcOrd="1" destOrd="0" presId="urn:microsoft.com/office/officeart/2018/2/layout/IconVerticalSolidList"/>
    <dgm:cxn modelId="{61338A99-7127-468B-9672-F4FA38A6DED0}" type="presParOf" srcId="{B1EE6AE4-65D8-4E90-98CD-7DB67C042A7C}" destId="{0021DC51-A8A2-4CF2-A8D7-B4677D8282EA}" srcOrd="2" destOrd="0" presId="urn:microsoft.com/office/officeart/2018/2/layout/IconVerticalSolidList"/>
    <dgm:cxn modelId="{6EFFF8A2-6A82-4A09-A2A7-11D08F97E638}" type="presParOf" srcId="{B1EE6AE4-65D8-4E90-98CD-7DB67C042A7C}" destId="{68B304FD-F54B-4451-80D2-C884DBB66A1B}" srcOrd="3" destOrd="0" presId="urn:microsoft.com/office/officeart/2018/2/layout/IconVerticalSolidList"/>
    <dgm:cxn modelId="{ED2AC077-A402-47FB-84E9-9A486AA36C5F}" type="presParOf" srcId="{EE2B2631-85AD-4CFB-BF25-B56380287A75}" destId="{6382D7EC-A49B-4F94-9E00-38D48B0D4241}" srcOrd="11" destOrd="0" presId="urn:microsoft.com/office/officeart/2018/2/layout/IconVerticalSolidList"/>
    <dgm:cxn modelId="{2E39DBD8-458A-4B1D-A576-FD61D3791AF4}" type="presParOf" srcId="{EE2B2631-85AD-4CFB-BF25-B56380287A75}" destId="{8993519A-B23A-4E2D-B46C-EE25D2F457B3}" srcOrd="12" destOrd="0" presId="urn:microsoft.com/office/officeart/2018/2/layout/IconVerticalSolidList"/>
    <dgm:cxn modelId="{FEE94868-F0BD-40E0-9B6C-76DD4223FA7D}" type="presParOf" srcId="{8993519A-B23A-4E2D-B46C-EE25D2F457B3}" destId="{390F1EED-2766-47C5-9C6B-4AFB02FB7943}" srcOrd="0" destOrd="0" presId="urn:microsoft.com/office/officeart/2018/2/layout/IconVerticalSolidList"/>
    <dgm:cxn modelId="{88B27C32-6729-44BB-A8A5-E9D32AED8650}" type="presParOf" srcId="{8993519A-B23A-4E2D-B46C-EE25D2F457B3}" destId="{40345F8C-0634-4A6C-B56D-CF05C7CDB00A}" srcOrd="1" destOrd="0" presId="urn:microsoft.com/office/officeart/2018/2/layout/IconVerticalSolidList"/>
    <dgm:cxn modelId="{46627763-9B07-41EE-B4A4-3A41C5DC74A4}" type="presParOf" srcId="{8993519A-B23A-4E2D-B46C-EE25D2F457B3}" destId="{24A1B593-570E-4F29-B8E9-09B8F2EAC52C}" srcOrd="2" destOrd="0" presId="urn:microsoft.com/office/officeart/2018/2/layout/IconVerticalSolidList"/>
    <dgm:cxn modelId="{E13EB0BE-6D43-44DC-B31D-43419F4077D6}" type="presParOf" srcId="{8993519A-B23A-4E2D-B46C-EE25D2F457B3}" destId="{1CA9FC83-7C03-4910-A3B8-DA474271BE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F0F5E-A856-49C9-B9E2-B39200F19F3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773268-1CFD-4271-8C18-7E914237F890}">
      <dgm:prSet/>
      <dgm:spPr/>
      <dgm:t>
        <a:bodyPr/>
        <a:lstStyle/>
        <a:p>
          <a:r>
            <a:rPr lang="en-GB"/>
            <a:t>Modular Scalability</a:t>
          </a:r>
          <a:endParaRPr lang="en-US"/>
        </a:p>
      </dgm:t>
    </dgm:pt>
    <dgm:pt modelId="{61895C01-A9BC-46F4-9E9C-C95F2A32A453}" type="parTrans" cxnId="{FA0F29B2-47EF-4F58-B40D-108AEFBC3837}">
      <dgm:prSet/>
      <dgm:spPr/>
      <dgm:t>
        <a:bodyPr/>
        <a:lstStyle/>
        <a:p>
          <a:endParaRPr lang="en-US"/>
        </a:p>
      </dgm:t>
    </dgm:pt>
    <dgm:pt modelId="{9309870F-59A1-4BFB-8999-36B5A06275A7}" type="sibTrans" cxnId="{FA0F29B2-47EF-4F58-B40D-108AEFBC3837}">
      <dgm:prSet/>
      <dgm:spPr/>
      <dgm:t>
        <a:bodyPr/>
        <a:lstStyle/>
        <a:p>
          <a:endParaRPr lang="en-US"/>
        </a:p>
      </dgm:t>
    </dgm:pt>
    <dgm:pt modelId="{D71B272A-BA14-45C2-8DD0-61C91B2380EC}">
      <dgm:prSet/>
      <dgm:spPr/>
      <dgm:t>
        <a:bodyPr/>
        <a:lstStyle/>
        <a:p>
          <a:r>
            <a:rPr lang="en-GB"/>
            <a:t>Fault Isolation</a:t>
          </a:r>
          <a:endParaRPr lang="en-US"/>
        </a:p>
      </dgm:t>
    </dgm:pt>
    <dgm:pt modelId="{A4AC13D7-2425-42A0-9BA6-73B47C7D0241}" type="parTrans" cxnId="{0C54B5CB-3FF9-46B2-B117-8BB7E4B5A988}">
      <dgm:prSet/>
      <dgm:spPr/>
      <dgm:t>
        <a:bodyPr/>
        <a:lstStyle/>
        <a:p>
          <a:endParaRPr lang="en-US"/>
        </a:p>
      </dgm:t>
    </dgm:pt>
    <dgm:pt modelId="{B2CBB0A3-0BE9-4529-AE58-ABAC8B7CF21F}" type="sibTrans" cxnId="{0C54B5CB-3FF9-46B2-B117-8BB7E4B5A988}">
      <dgm:prSet/>
      <dgm:spPr/>
      <dgm:t>
        <a:bodyPr/>
        <a:lstStyle/>
        <a:p>
          <a:endParaRPr lang="en-US"/>
        </a:p>
      </dgm:t>
    </dgm:pt>
    <dgm:pt modelId="{C15E5C94-8503-4FF4-BC62-F87CFC905F3D}">
      <dgm:prSet/>
      <dgm:spPr/>
      <dgm:t>
        <a:bodyPr/>
        <a:lstStyle/>
        <a:p>
          <a:r>
            <a:rPr lang="en-GB"/>
            <a:t>Independent Deployment</a:t>
          </a:r>
          <a:endParaRPr lang="en-US"/>
        </a:p>
      </dgm:t>
    </dgm:pt>
    <dgm:pt modelId="{9ACB9C12-705C-449F-94AF-85CCD453D7B0}" type="parTrans" cxnId="{3357E281-D7EF-43C7-A51E-F3E54AD551E1}">
      <dgm:prSet/>
      <dgm:spPr/>
      <dgm:t>
        <a:bodyPr/>
        <a:lstStyle/>
        <a:p>
          <a:endParaRPr lang="en-US"/>
        </a:p>
      </dgm:t>
    </dgm:pt>
    <dgm:pt modelId="{27321CB5-5C74-4AB0-86C6-5CE844658BE9}" type="sibTrans" cxnId="{3357E281-D7EF-43C7-A51E-F3E54AD551E1}">
      <dgm:prSet/>
      <dgm:spPr/>
      <dgm:t>
        <a:bodyPr/>
        <a:lstStyle/>
        <a:p>
          <a:endParaRPr lang="en-US"/>
        </a:p>
      </dgm:t>
    </dgm:pt>
    <dgm:pt modelId="{1703D7BE-0F8F-4E34-AE87-DA690A7B07F8}">
      <dgm:prSet/>
      <dgm:spPr/>
      <dgm:t>
        <a:bodyPr/>
        <a:lstStyle/>
        <a:p>
          <a:r>
            <a:rPr lang="en-GB"/>
            <a:t>Technology Freedom</a:t>
          </a:r>
          <a:endParaRPr lang="en-US"/>
        </a:p>
      </dgm:t>
    </dgm:pt>
    <dgm:pt modelId="{03F1007F-F522-4307-849F-30B1EA80578D}" type="parTrans" cxnId="{EE034315-EB74-434B-88F6-AAFC8B57C0E6}">
      <dgm:prSet/>
      <dgm:spPr/>
      <dgm:t>
        <a:bodyPr/>
        <a:lstStyle/>
        <a:p>
          <a:endParaRPr lang="en-US"/>
        </a:p>
      </dgm:t>
    </dgm:pt>
    <dgm:pt modelId="{C60E0CB3-11E9-48E9-BC7B-643D84449018}" type="sibTrans" cxnId="{EE034315-EB74-434B-88F6-AAFC8B57C0E6}">
      <dgm:prSet/>
      <dgm:spPr/>
      <dgm:t>
        <a:bodyPr/>
        <a:lstStyle/>
        <a:p>
          <a:endParaRPr lang="en-US"/>
        </a:p>
      </dgm:t>
    </dgm:pt>
    <dgm:pt modelId="{4942B4D0-05BB-4093-966C-4C13C4E84616}" type="pres">
      <dgm:prSet presAssocID="{3B9F0F5E-A856-49C9-B9E2-B39200F19F39}" presName="root" presStyleCnt="0">
        <dgm:presLayoutVars>
          <dgm:dir/>
          <dgm:resizeHandles val="exact"/>
        </dgm:presLayoutVars>
      </dgm:prSet>
      <dgm:spPr/>
    </dgm:pt>
    <dgm:pt modelId="{FD34D755-5DC7-4D0B-B6CE-D9EDD74489F8}" type="pres">
      <dgm:prSet presAssocID="{8F773268-1CFD-4271-8C18-7E914237F890}" presName="compNode" presStyleCnt="0"/>
      <dgm:spPr/>
    </dgm:pt>
    <dgm:pt modelId="{645D433A-D037-4775-B205-3BC31CF6A2B0}" type="pres">
      <dgm:prSet presAssocID="{8F773268-1CFD-4271-8C18-7E914237F890}" presName="bgRect" presStyleLbl="bgShp" presStyleIdx="0" presStyleCnt="4"/>
      <dgm:spPr/>
    </dgm:pt>
    <dgm:pt modelId="{53F518A8-F390-4A04-ADFB-9EAC35A74182}" type="pres">
      <dgm:prSet presAssocID="{8F773268-1CFD-4271-8C18-7E914237F89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 Fork"/>
        </a:ext>
      </dgm:extLst>
    </dgm:pt>
    <dgm:pt modelId="{B8A328A7-AAA5-4A3D-A0CE-ED232827ACE0}" type="pres">
      <dgm:prSet presAssocID="{8F773268-1CFD-4271-8C18-7E914237F890}" presName="spaceRect" presStyleCnt="0"/>
      <dgm:spPr/>
    </dgm:pt>
    <dgm:pt modelId="{6FAACD49-8D58-48BB-ABFA-B5F75A278F6C}" type="pres">
      <dgm:prSet presAssocID="{8F773268-1CFD-4271-8C18-7E914237F890}" presName="parTx" presStyleLbl="revTx" presStyleIdx="0" presStyleCnt="4">
        <dgm:presLayoutVars>
          <dgm:chMax val="0"/>
          <dgm:chPref val="0"/>
        </dgm:presLayoutVars>
      </dgm:prSet>
      <dgm:spPr/>
    </dgm:pt>
    <dgm:pt modelId="{90242122-A18D-424A-A7CE-341610F23D35}" type="pres">
      <dgm:prSet presAssocID="{9309870F-59A1-4BFB-8999-36B5A06275A7}" presName="sibTrans" presStyleCnt="0"/>
      <dgm:spPr/>
    </dgm:pt>
    <dgm:pt modelId="{C4BF0340-A597-47AC-8D24-870331FACEE4}" type="pres">
      <dgm:prSet presAssocID="{D71B272A-BA14-45C2-8DD0-61C91B2380EC}" presName="compNode" presStyleCnt="0"/>
      <dgm:spPr/>
    </dgm:pt>
    <dgm:pt modelId="{0C99031C-D3C4-4B61-BA8C-155E831BE4E0}" type="pres">
      <dgm:prSet presAssocID="{D71B272A-BA14-45C2-8DD0-61C91B2380EC}" presName="bgRect" presStyleLbl="bgShp" presStyleIdx="1" presStyleCnt="4"/>
      <dgm:spPr/>
    </dgm:pt>
    <dgm:pt modelId="{034B0283-DC86-4917-B861-4E8EA85BCE1E}" type="pres">
      <dgm:prSet presAssocID="{D71B272A-BA14-45C2-8DD0-61C91B2380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9C599EAF-E79F-4EF3-AD7D-C374700073AB}" type="pres">
      <dgm:prSet presAssocID="{D71B272A-BA14-45C2-8DD0-61C91B2380EC}" presName="spaceRect" presStyleCnt="0"/>
      <dgm:spPr/>
    </dgm:pt>
    <dgm:pt modelId="{FBAD0E10-B9E7-479C-B390-337F2AC79F86}" type="pres">
      <dgm:prSet presAssocID="{D71B272A-BA14-45C2-8DD0-61C91B2380EC}" presName="parTx" presStyleLbl="revTx" presStyleIdx="1" presStyleCnt="4">
        <dgm:presLayoutVars>
          <dgm:chMax val="0"/>
          <dgm:chPref val="0"/>
        </dgm:presLayoutVars>
      </dgm:prSet>
      <dgm:spPr/>
    </dgm:pt>
    <dgm:pt modelId="{A81FEC6D-BE29-4BB5-93E0-F6ED792D46EC}" type="pres">
      <dgm:prSet presAssocID="{B2CBB0A3-0BE9-4529-AE58-ABAC8B7CF21F}" presName="sibTrans" presStyleCnt="0"/>
      <dgm:spPr/>
    </dgm:pt>
    <dgm:pt modelId="{91646373-458E-4AE3-BD52-79AEF8C91755}" type="pres">
      <dgm:prSet presAssocID="{C15E5C94-8503-4FF4-BC62-F87CFC905F3D}" presName="compNode" presStyleCnt="0"/>
      <dgm:spPr/>
    </dgm:pt>
    <dgm:pt modelId="{7A75E116-6E19-4806-9776-9CBAFB5095A1}" type="pres">
      <dgm:prSet presAssocID="{C15E5C94-8503-4FF4-BC62-F87CFC905F3D}" presName="bgRect" presStyleLbl="bgShp" presStyleIdx="2" presStyleCnt="4"/>
      <dgm:spPr/>
    </dgm:pt>
    <dgm:pt modelId="{04025F5B-B3D5-4333-871B-3E796638DC3E}" type="pres">
      <dgm:prSet presAssocID="{C15E5C94-8503-4FF4-BC62-F87CFC905F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ploy"/>
        </a:ext>
      </dgm:extLst>
    </dgm:pt>
    <dgm:pt modelId="{FE983341-D066-450A-B08E-B4B1ECFF9D1D}" type="pres">
      <dgm:prSet presAssocID="{C15E5C94-8503-4FF4-BC62-F87CFC905F3D}" presName="spaceRect" presStyleCnt="0"/>
      <dgm:spPr/>
    </dgm:pt>
    <dgm:pt modelId="{F97978E2-D4DF-4EE9-B77A-A68707DB3D0F}" type="pres">
      <dgm:prSet presAssocID="{C15E5C94-8503-4FF4-BC62-F87CFC905F3D}" presName="parTx" presStyleLbl="revTx" presStyleIdx="2" presStyleCnt="4">
        <dgm:presLayoutVars>
          <dgm:chMax val="0"/>
          <dgm:chPref val="0"/>
        </dgm:presLayoutVars>
      </dgm:prSet>
      <dgm:spPr/>
    </dgm:pt>
    <dgm:pt modelId="{DB0A883F-C526-4147-BCFA-C4867E405BC9}" type="pres">
      <dgm:prSet presAssocID="{27321CB5-5C74-4AB0-86C6-5CE844658BE9}" presName="sibTrans" presStyleCnt="0"/>
      <dgm:spPr/>
    </dgm:pt>
    <dgm:pt modelId="{132C6BD8-4077-456C-AEDB-287B47200840}" type="pres">
      <dgm:prSet presAssocID="{1703D7BE-0F8F-4E34-AE87-DA690A7B07F8}" presName="compNode" presStyleCnt="0"/>
      <dgm:spPr/>
    </dgm:pt>
    <dgm:pt modelId="{F406BD74-28FF-41B0-9014-5B66F8D70123}" type="pres">
      <dgm:prSet presAssocID="{1703D7BE-0F8F-4E34-AE87-DA690A7B07F8}" presName="bgRect" presStyleLbl="bgShp" presStyleIdx="3" presStyleCnt="4"/>
      <dgm:spPr/>
    </dgm:pt>
    <dgm:pt modelId="{B0FC3DD7-A7E4-43D8-829D-DCFAA731915B}" type="pres">
      <dgm:prSet presAssocID="{1703D7BE-0F8F-4E34-AE87-DA690A7B07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2B7F18B-501F-4124-8364-BBB410460D72}" type="pres">
      <dgm:prSet presAssocID="{1703D7BE-0F8F-4E34-AE87-DA690A7B07F8}" presName="spaceRect" presStyleCnt="0"/>
      <dgm:spPr/>
    </dgm:pt>
    <dgm:pt modelId="{15A67D25-3C5A-44BD-BB6F-73537E4C4493}" type="pres">
      <dgm:prSet presAssocID="{1703D7BE-0F8F-4E34-AE87-DA690A7B07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E034315-EB74-434B-88F6-AAFC8B57C0E6}" srcId="{3B9F0F5E-A856-49C9-B9E2-B39200F19F39}" destId="{1703D7BE-0F8F-4E34-AE87-DA690A7B07F8}" srcOrd="3" destOrd="0" parTransId="{03F1007F-F522-4307-849F-30B1EA80578D}" sibTransId="{C60E0CB3-11E9-48E9-BC7B-643D84449018}"/>
    <dgm:cxn modelId="{97D8AD2F-05AA-4F0D-BAC1-35576BA5EB97}" type="presOf" srcId="{D71B272A-BA14-45C2-8DD0-61C91B2380EC}" destId="{FBAD0E10-B9E7-479C-B390-337F2AC79F86}" srcOrd="0" destOrd="0" presId="urn:microsoft.com/office/officeart/2018/2/layout/IconVerticalSolidList"/>
    <dgm:cxn modelId="{33DD823F-2E1C-46F4-B0DF-8349BC6A9449}" type="presOf" srcId="{1703D7BE-0F8F-4E34-AE87-DA690A7B07F8}" destId="{15A67D25-3C5A-44BD-BB6F-73537E4C4493}" srcOrd="0" destOrd="0" presId="urn:microsoft.com/office/officeart/2018/2/layout/IconVerticalSolidList"/>
    <dgm:cxn modelId="{7F432F7E-D23D-4590-AB9F-921030686AF2}" type="presOf" srcId="{C15E5C94-8503-4FF4-BC62-F87CFC905F3D}" destId="{F97978E2-D4DF-4EE9-B77A-A68707DB3D0F}" srcOrd="0" destOrd="0" presId="urn:microsoft.com/office/officeart/2018/2/layout/IconVerticalSolidList"/>
    <dgm:cxn modelId="{3357E281-D7EF-43C7-A51E-F3E54AD551E1}" srcId="{3B9F0F5E-A856-49C9-B9E2-B39200F19F39}" destId="{C15E5C94-8503-4FF4-BC62-F87CFC905F3D}" srcOrd="2" destOrd="0" parTransId="{9ACB9C12-705C-449F-94AF-85CCD453D7B0}" sibTransId="{27321CB5-5C74-4AB0-86C6-5CE844658BE9}"/>
    <dgm:cxn modelId="{301FDB94-C8C1-454A-B441-66133776FEF8}" type="presOf" srcId="{3B9F0F5E-A856-49C9-B9E2-B39200F19F39}" destId="{4942B4D0-05BB-4093-966C-4C13C4E84616}" srcOrd="0" destOrd="0" presId="urn:microsoft.com/office/officeart/2018/2/layout/IconVerticalSolidList"/>
    <dgm:cxn modelId="{FF18959C-F4C1-4BEE-B151-A0B9207A7795}" type="presOf" srcId="{8F773268-1CFD-4271-8C18-7E914237F890}" destId="{6FAACD49-8D58-48BB-ABFA-B5F75A278F6C}" srcOrd="0" destOrd="0" presId="urn:microsoft.com/office/officeart/2018/2/layout/IconVerticalSolidList"/>
    <dgm:cxn modelId="{FA0F29B2-47EF-4F58-B40D-108AEFBC3837}" srcId="{3B9F0F5E-A856-49C9-B9E2-B39200F19F39}" destId="{8F773268-1CFD-4271-8C18-7E914237F890}" srcOrd="0" destOrd="0" parTransId="{61895C01-A9BC-46F4-9E9C-C95F2A32A453}" sibTransId="{9309870F-59A1-4BFB-8999-36B5A06275A7}"/>
    <dgm:cxn modelId="{0C54B5CB-3FF9-46B2-B117-8BB7E4B5A988}" srcId="{3B9F0F5E-A856-49C9-B9E2-B39200F19F39}" destId="{D71B272A-BA14-45C2-8DD0-61C91B2380EC}" srcOrd="1" destOrd="0" parTransId="{A4AC13D7-2425-42A0-9BA6-73B47C7D0241}" sibTransId="{B2CBB0A3-0BE9-4529-AE58-ABAC8B7CF21F}"/>
    <dgm:cxn modelId="{1D31111C-E01A-45DB-94A4-2C38CABEAA7A}" type="presParOf" srcId="{4942B4D0-05BB-4093-966C-4C13C4E84616}" destId="{FD34D755-5DC7-4D0B-B6CE-D9EDD74489F8}" srcOrd="0" destOrd="0" presId="urn:microsoft.com/office/officeart/2018/2/layout/IconVerticalSolidList"/>
    <dgm:cxn modelId="{54452FE9-98A5-4783-B22A-9BD0A954EA6A}" type="presParOf" srcId="{FD34D755-5DC7-4D0B-B6CE-D9EDD74489F8}" destId="{645D433A-D037-4775-B205-3BC31CF6A2B0}" srcOrd="0" destOrd="0" presId="urn:microsoft.com/office/officeart/2018/2/layout/IconVerticalSolidList"/>
    <dgm:cxn modelId="{D2008BAF-658F-49DE-9E9E-4C7FAA7B9C11}" type="presParOf" srcId="{FD34D755-5DC7-4D0B-B6CE-D9EDD74489F8}" destId="{53F518A8-F390-4A04-ADFB-9EAC35A74182}" srcOrd="1" destOrd="0" presId="urn:microsoft.com/office/officeart/2018/2/layout/IconVerticalSolidList"/>
    <dgm:cxn modelId="{9B4178BC-827B-44F1-8DB2-23FA153117F6}" type="presParOf" srcId="{FD34D755-5DC7-4D0B-B6CE-D9EDD74489F8}" destId="{B8A328A7-AAA5-4A3D-A0CE-ED232827ACE0}" srcOrd="2" destOrd="0" presId="urn:microsoft.com/office/officeart/2018/2/layout/IconVerticalSolidList"/>
    <dgm:cxn modelId="{EF13EC95-17CE-43E9-A8B1-254FA2B2C650}" type="presParOf" srcId="{FD34D755-5DC7-4D0B-B6CE-D9EDD74489F8}" destId="{6FAACD49-8D58-48BB-ABFA-B5F75A278F6C}" srcOrd="3" destOrd="0" presId="urn:microsoft.com/office/officeart/2018/2/layout/IconVerticalSolidList"/>
    <dgm:cxn modelId="{876CA40D-2212-48FD-81AA-CC5F26A51804}" type="presParOf" srcId="{4942B4D0-05BB-4093-966C-4C13C4E84616}" destId="{90242122-A18D-424A-A7CE-341610F23D35}" srcOrd="1" destOrd="0" presId="urn:microsoft.com/office/officeart/2018/2/layout/IconVerticalSolidList"/>
    <dgm:cxn modelId="{C17AE804-56A9-432E-8546-A9E9B357D677}" type="presParOf" srcId="{4942B4D0-05BB-4093-966C-4C13C4E84616}" destId="{C4BF0340-A597-47AC-8D24-870331FACEE4}" srcOrd="2" destOrd="0" presId="urn:microsoft.com/office/officeart/2018/2/layout/IconVerticalSolidList"/>
    <dgm:cxn modelId="{049F9197-334A-404A-A3B3-56D4096AB399}" type="presParOf" srcId="{C4BF0340-A597-47AC-8D24-870331FACEE4}" destId="{0C99031C-D3C4-4B61-BA8C-155E831BE4E0}" srcOrd="0" destOrd="0" presId="urn:microsoft.com/office/officeart/2018/2/layout/IconVerticalSolidList"/>
    <dgm:cxn modelId="{12356D14-9AF0-4F00-87B1-66556A200584}" type="presParOf" srcId="{C4BF0340-A597-47AC-8D24-870331FACEE4}" destId="{034B0283-DC86-4917-B861-4E8EA85BCE1E}" srcOrd="1" destOrd="0" presId="urn:microsoft.com/office/officeart/2018/2/layout/IconVerticalSolidList"/>
    <dgm:cxn modelId="{3868C0A5-9558-4D61-92C1-809ED72CE7F2}" type="presParOf" srcId="{C4BF0340-A597-47AC-8D24-870331FACEE4}" destId="{9C599EAF-E79F-4EF3-AD7D-C374700073AB}" srcOrd="2" destOrd="0" presId="urn:microsoft.com/office/officeart/2018/2/layout/IconVerticalSolidList"/>
    <dgm:cxn modelId="{47D03249-8C01-466E-96F3-819D396CCD1D}" type="presParOf" srcId="{C4BF0340-A597-47AC-8D24-870331FACEE4}" destId="{FBAD0E10-B9E7-479C-B390-337F2AC79F86}" srcOrd="3" destOrd="0" presId="urn:microsoft.com/office/officeart/2018/2/layout/IconVerticalSolidList"/>
    <dgm:cxn modelId="{89013D42-8175-4FA9-AC0B-EDBCFB1F40C6}" type="presParOf" srcId="{4942B4D0-05BB-4093-966C-4C13C4E84616}" destId="{A81FEC6D-BE29-4BB5-93E0-F6ED792D46EC}" srcOrd="3" destOrd="0" presId="urn:microsoft.com/office/officeart/2018/2/layout/IconVerticalSolidList"/>
    <dgm:cxn modelId="{571F2C59-EF95-4735-B2F1-9AC79DE31CEA}" type="presParOf" srcId="{4942B4D0-05BB-4093-966C-4C13C4E84616}" destId="{91646373-458E-4AE3-BD52-79AEF8C91755}" srcOrd="4" destOrd="0" presId="urn:microsoft.com/office/officeart/2018/2/layout/IconVerticalSolidList"/>
    <dgm:cxn modelId="{556BF1CC-6F70-4D50-AD7C-DC96D9A51763}" type="presParOf" srcId="{91646373-458E-4AE3-BD52-79AEF8C91755}" destId="{7A75E116-6E19-4806-9776-9CBAFB5095A1}" srcOrd="0" destOrd="0" presId="urn:microsoft.com/office/officeart/2018/2/layout/IconVerticalSolidList"/>
    <dgm:cxn modelId="{CF290E5F-CDF5-465A-8210-116C054EB2F2}" type="presParOf" srcId="{91646373-458E-4AE3-BD52-79AEF8C91755}" destId="{04025F5B-B3D5-4333-871B-3E796638DC3E}" srcOrd="1" destOrd="0" presId="urn:microsoft.com/office/officeart/2018/2/layout/IconVerticalSolidList"/>
    <dgm:cxn modelId="{75529E1C-1B56-4CE2-9225-F2D944FA82F7}" type="presParOf" srcId="{91646373-458E-4AE3-BD52-79AEF8C91755}" destId="{FE983341-D066-450A-B08E-B4B1ECFF9D1D}" srcOrd="2" destOrd="0" presId="urn:microsoft.com/office/officeart/2018/2/layout/IconVerticalSolidList"/>
    <dgm:cxn modelId="{5D5FFFD2-AE77-43BC-BD1F-366C22B68E20}" type="presParOf" srcId="{91646373-458E-4AE3-BD52-79AEF8C91755}" destId="{F97978E2-D4DF-4EE9-B77A-A68707DB3D0F}" srcOrd="3" destOrd="0" presId="urn:microsoft.com/office/officeart/2018/2/layout/IconVerticalSolidList"/>
    <dgm:cxn modelId="{76AD3B4C-B6D9-4675-8437-E36A8689005F}" type="presParOf" srcId="{4942B4D0-05BB-4093-966C-4C13C4E84616}" destId="{DB0A883F-C526-4147-BCFA-C4867E405BC9}" srcOrd="5" destOrd="0" presId="urn:microsoft.com/office/officeart/2018/2/layout/IconVerticalSolidList"/>
    <dgm:cxn modelId="{A1A54987-4DFF-4270-B12C-22FF59CE15B1}" type="presParOf" srcId="{4942B4D0-05BB-4093-966C-4C13C4E84616}" destId="{132C6BD8-4077-456C-AEDB-287B47200840}" srcOrd="6" destOrd="0" presId="urn:microsoft.com/office/officeart/2018/2/layout/IconVerticalSolidList"/>
    <dgm:cxn modelId="{67FC24A8-75CA-4929-BF60-CA6E6BF903F3}" type="presParOf" srcId="{132C6BD8-4077-456C-AEDB-287B47200840}" destId="{F406BD74-28FF-41B0-9014-5B66F8D70123}" srcOrd="0" destOrd="0" presId="urn:microsoft.com/office/officeart/2018/2/layout/IconVerticalSolidList"/>
    <dgm:cxn modelId="{857FF3A1-DA32-41DA-867E-1898A5BA301E}" type="presParOf" srcId="{132C6BD8-4077-456C-AEDB-287B47200840}" destId="{B0FC3DD7-A7E4-43D8-829D-DCFAA731915B}" srcOrd="1" destOrd="0" presId="urn:microsoft.com/office/officeart/2018/2/layout/IconVerticalSolidList"/>
    <dgm:cxn modelId="{912F6065-817E-4878-8E6E-21F10E7BEC7D}" type="presParOf" srcId="{132C6BD8-4077-456C-AEDB-287B47200840}" destId="{52B7F18B-501F-4124-8364-BBB410460D72}" srcOrd="2" destOrd="0" presId="urn:microsoft.com/office/officeart/2018/2/layout/IconVerticalSolidList"/>
    <dgm:cxn modelId="{752B25A2-61DA-4DBA-BEBF-AD55135C1C3E}" type="presParOf" srcId="{132C6BD8-4077-456C-AEDB-287B47200840}" destId="{15A67D25-3C5A-44BD-BB6F-73537E4C4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EEDE0E-1308-4D31-A5F1-78CCAFF65EC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F5BE8D-6651-45EC-B37E-71FDA1C61790}">
      <dgm:prSet/>
      <dgm:spPr/>
      <dgm:t>
        <a:bodyPr/>
        <a:lstStyle/>
        <a:p>
          <a:r>
            <a:rPr lang="en-GB"/>
            <a:t>Distributed System Complexity</a:t>
          </a:r>
          <a:endParaRPr lang="en-US"/>
        </a:p>
      </dgm:t>
    </dgm:pt>
    <dgm:pt modelId="{56DDD89C-4504-4804-96E5-A6AB0F8F5ABF}" type="parTrans" cxnId="{829B4BE1-88EE-4863-9BB9-D7D5EA5AB54D}">
      <dgm:prSet/>
      <dgm:spPr/>
      <dgm:t>
        <a:bodyPr/>
        <a:lstStyle/>
        <a:p>
          <a:endParaRPr lang="en-US"/>
        </a:p>
      </dgm:t>
    </dgm:pt>
    <dgm:pt modelId="{4B7F8C03-C2A4-4A0F-928A-FB9744BACBF5}" type="sibTrans" cxnId="{829B4BE1-88EE-4863-9BB9-D7D5EA5AB54D}">
      <dgm:prSet/>
      <dgm:spPr/>
      <dgm:t>
        <a:bodyPr/>
        <a:lstStyle/>
        <a:p>
          <a:endParaRPr lang="en-US"/>
        </a:p>
      </dgm:t>
    </dgm:pt>
    <dgm:pt modelId="{DD55F06B-7A66-4C2C-B9DD-5987FCFF2E9D}">
      <dgm:prSet/>
      <dgm:spPr/>
      <dgm:t>
        <a:bodyPr/>
        <a:lstStyle/>
        <a:p>
          <a:r>
            <a:rPr lang="en-GB"/>
            <a:t>Data Consistency Issues</a:t>
          </a:r>
          <a:endParaRPr lang="en-US"/>
        </a:p>
      </dgm:t>
    </dgm:pt>
    <dgm:pt modelId="{BD6CD0B0-417A-4C8A-A2B0-5B07F0280A50}" type="parTrans" cxnId="{BD66255C-5B90-47B3-9A69-5B29D2CEFA44}">
      <dgm:prSet/>
      <dgm:spPr/>
      <dgm:t>
        <a:bodyPr/>
        <a:lstStyle/>
        <a:p>
          <a:endParaRPr lang="en-US"/>
        </a:p>
      </dgm:t>
    </dgm:pt>
    <dgm:pt modelId="{E3F42E6F-5238-4779-B178-5766FE8E0B8A}" type="sibTrans" cxnId="{BD66255C-5B90-47B3-9A69-5B29D2CEFA44}">
      <dgm:prSet/>
      <dgm:spPr/>
      <dgm:t>
        <a:bodyPr/>
        <a:lstStyle/>
        <a:p>
          <a:endParaRPr lang="en-US"/>
        </a:p>
      </dgm:t>
    </dgm:pt>
    <dgm:pt modelId="{4EC1E67C-1B56-454C-A53E-F7BDA834D8AB}">
      <dgm:prSet/>
      <dgm:spPr/>
      <dgm:t>
        <a:bodyPr/>
        <a:lstStyle/>
        <a:p>
          <a:r>
            <a:rPr lang="en-GB"/>
            <a:t>Operational Overhead</a:t>
          </a:r>
          <a:endParaRPr lang="en-US"/>
        </a:p>
      </dgm:t>
    </dgm:pt>
    <dgm:pt modelId="{84E78FA6-F14B-497D-885F-E4A9EA198714}" type="parTrans" cxnId="{005EA3B2-0B4B-4200-8E02-3B01750BABD0}">
      <dgm:prSet/>
      <dgm:spPr/>
      <dgm:t>
        <a:bodyPr/>
        <a:lstStyle/>
        <a:p>
          <a:endParaRPr lang="en-US"/>
        </a:p>
      </dgm:t>
    </dgm:pt>
    <dgm:pt modelId="{8C4292E4-4FDA-4FD1-9D9D-55D3F528A308}" type="sibTrans" cxnId="{005EA3B2-0B4B-4200-8E02-3B01750BABD0}">
      <dgm:prSet/>
      <dgm:spPr/>
      <dgm:t>
        <a:bodyPr/>
        <a:lstStyle/>
        <a:p>
          <a:endParaRPr lang="en-US"/>
        </a:p>
      </dgm:t>
    </dgm:pt>
    <dgm:pt modelId="{FB106683-C97D-48AB-947E-0DE4261B3C1D}">
      <dgm:prSet/>
      <dgm:spPr/>
      <dgm:t>
        <a:bodyPr/>
        <a:lstStyle/>
        <a:p>
          <a:r>
            <a:rPr lang="en-GB"/>
            <a:t>Harder Testing of the system as a whole</a:t>
          </a:r>
          <a:endParaRPr lang="en-US"/>
        </a:p>
      </dgm:t>
    </dgm:pt>
    <dgm:pt modelId="{418A1196-6A34-4773-8AB1-29087ED87AFE}" type="parTrans" cxnId="{6EEE1D45-4CBA-45C5-A019-3D5865893055}">
      <dgm:prSet/>
      <dgm:spPr/>
      <dgm:t>
        <a:bodyPr/>
        <a:lstStyle/>
        <a:p>
          <a:endParaRPr lang="en-US"/>
        </a:p>
      </dgm:t>
    </dgm:pt>
    <dgm:pt modelId="{78331897-EA3E-4399-938F-A33ADA8D0757}" type="sibTrans" cxnId="{6EEE1D45-4CBA-45C5-A019-3D5865893055}">
      <dgm:prSet/>
      <dgm:spPr/>
      <dgm:t>
        <a:bodyPr/>
        <a:lstStyle/>
        <a:p>
          <a:endParaRPr lang="en-US"/>
        </a:p>
      </dgm:t>
    </dgm:pt>
    <dgm:pt modelId="{62320C9D-4494-49E4-8253-778AC735CF7D}">
      <dgm:prSet/>
      <dgm:spPr/>
      <dgm:t>
        <a:bodyPr/>
        <a:lstStyle/>
        <a:p>
          <a:r>
            <a:rPr lang="en-GB"/>
            <a:t>Higher Initial Cost</a:t>
          </a:r>
          <a:endParaRPr lang="en-US"/>
        </a:p>
      </dgm:t>
    </dgm:pt>
    <dgm:pt modelId="{204BFC15-D81D-4CF5-AB36-A50BFD9AF0EE}" type="parTrans" cxnId="{B939A345-374A-43ED-8704-9FD38CD66AB4}">
      <dgm:prSet/>
      <dgm:spPr/>
      <dgm:t>
        <a:bodyPr/>
        <a:lstStyle/>
        <a:p>
          <a:endParaRPr lang="en-US"/>
        </a:p>
      </dgm:t>
    </dgm:pt>
    <dgm:pt modelId="{A19911E2-EC28-4853-84D8-822017FC14B4}" type="sibTrans" cxnId="{B939A345-374A-43ED-8704-9FD38CD66AB4}">
      <dgm:prSet/>
      <dgm:spPr/>
      <dgm:t>
        <a:bodyPr/>
        <a:lstStyle/>
        <a:p>
          <a:endParaRPr lang="en-US"/>
        </a:p>
      </dgm:t>
    </dgm:pt>
    <dgm:pt modelId="{093FD099-3EE7-4196-9107-F33AED3236A0}" type="pres">
      <dgm:prSet presAssocID="{61EEDE0E-1308-4D31-A5F1-78CCAFF65EC6}" presName="linear" presStyleCnt="0">
        <dgm:presLayoutVars>
          <dgm:animLvl val="lvl"/>
          <dgm:resizeHandles val="exact"/>
        </dgm:presLayoutVars>
      </dgm:prSet>
      <dgm:spPr/>
    </dgm:pt>
    <dgm:pt modelId="{04323024-89AB-41E0-9ED1-241C7A3A4B31}" type="pres">
      <dgm:prSet presAssocID="{62F5BE8D-6651-45EC-B37E-71FDA1C6179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A7EEA51-41D0-401F-8A09-B2481C5498B3}" type="pres">
      <dgm:prSet presAssocID="{4B7F8C03-C2A4-4A0F-928A-FB9744BACBF5}" presName="spacer" presStyleCnt="0"/>
      <dgm:spPr/>
    </dgm:pt>
    <dgm:pt modelId="{096870F1-6AEB-4ECA-9B7E-D9BC129B5A93}" type="pres">
      <dgm:prSet presAssocID="{DD55F06B-7A66-4C2C-B9DD-5987FCFF2E9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D3C40D7-292C-4BF8-8D67-54C9010978CF}" type="pres">
      <dgm:prSet presAssocID="{E3F42E6F-5238-4779-B178-5766FE8E0B8A}" presName="spacer" presStyleCnt="0"/>
      <dgm:spPr/>
    </dgm:pt>
    <dgm:pt modelId="{E84BB0C9-6839-4A19-BE0A-EED87241C565}" type="pres">
      <dgm:prSet presAssocID="{4EC1E67C-1B56-454C-A53E-F7BDA834D8A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6B710D-122D-4014-8FBC-2CC4FDBBA579}" type="pres">
      <dgm:prSet presAssocID="{8C4292E4-4FDA-4FD1-9D9D-55D3F528A308}" presName="spacer" presStyleCnt="0"/>
      <dgm:spPr/>
    </dgm:pt>
    <dgm:pt modelId="{65F989D0-7219-4BB8-AE45-C532840AFD79}" type="pres">
      <dgm:prSet presAssocID="{FB106683-C97D-48AB-947E-0DE4261B3C1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95E980E-84B1-48DD-9A51-BD919CB4FFB8}" type="pres">
      <dgm:prSet presAssocID="{78331897-EA3E-4399-938F-A33ADA8D0757}" presName="spacer" presStyleCnt="0"/>
      <dgm:spPr/>
    </dgm:pt>
    <dgm:pt modelId="{1CDE4373-D9B4-44B1-8984-29BF4122C830}" type="pres">
      <dgm:prSet presAssocID="{62320C9D-4494-49E4-8253-778AC735CF7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A1AB03C-6B60-43BE-9DE7-506E9C3A2DBC}" type="presOf" srcId="{FB106683-C97D-48AB-947E-0DE4261B3C1D}" destId="{65F989D0-7219-4BB8-AE45-C532840AFD79}" srcOrd="0" destOrd="0" presId="urn:microsoft.com/office/officeart/2005/8/layout/vList2"/>
    <dgm:cxn modelId="{BD66255C-5B90-47B3-9A69-5B29D2CEFA44}" srcId="{61EEDE0E-1308-4D31-A5F1-78CCAFF65EC6}" destId="{DD55F06B-7A66-4C2C-B9DD-5987FCFF2E9D}" srcOrd="1" destOrd="0" parTransId="{BD6CD0B0-417A-4C8A-A2B0-5B07F0280A50}" sibTransId="{E3F42E6F-5238-4779-B178-5766FE8E0B8A}"/>
    <dgm:cxn modelId="{F7277B63-2613-4BE7-AE21-E1D2DD4280A3}" type="presOf" srcId="{4EC1E67C-1B56-454C-A53E-F7BDA834D8AB}" destId="{E84BB0C9-6839-4A19-BE0A-EED87241C565}" srcOrd="0" destOrd="0" presId="urn:microsoft.com/office/officeart/2005/8/layout/vList2"/>
    <dgm:cxn modelId="{3C63BD63-2564-496C-95C0-7F10FE6B0A68}" type="presOf" srcId="{62320C9D-4494-49E4-8253-778AC735CF7D}" destId="{1CDE4373-D9B4-44B1-8984-29BF4122C830}" srcOrd="0" destOrd="0" presId="urn:microsoft.com/office/officeart/2005/8/layout/vList2"/>
    <dgm:cxn modelId="{6EEE1D45-4CBA-45C5-A019-3D5865893055}" srcId="{61EEDE0E-1308-4D31-A5F1-78CCAFF65EC6}" destId="{FB106683-C97D-48AB-947E-0DE4261B3C1D}" srcOrd="3" destOrd="0" parTransId="{418A1196-6A34-4773-8AB1-29087ED87AFE}" sibTransId="{78331897-EA3E-4399-938F-A33ADA8D0757}"/>
    <dgm:cxn modelId="{B939A345-374A-43ED-8704-9FD38CD66AB4}" srcId="{61EEDE0E-1308-4D31-A5F1-78CCAFF65EC6}" destId="{62320C9D-4494-49E4-8253-778AC735CF7D}" srcOrd="4" destOrd="0" parTransId="{204BFC15-D81D-4CF5-AB36-A50BFD9AF0EE}" sibTransId="{A19911E2-EC28-4853-84D8-822017FC14B4}"/>
    <dgm:cxn modelId="{1D65A079-EACF-49AA-A46D-5E7F46413764}" type="presOf" srcId="{DD55F06B-7A66-4C2C-B9DD-5987FCFF2E9D}" destId="{096870F1-6AEB-4ECA-9B7E-D9BC129B5A93}" srcOrd="0" destOrd="0" presId="urn:microsoft.com/office/officeart/2005/8/layout/vList2"/>
    <dgm:cxn modelId="{005EA3B2-0B4B-4200-8E02-3B01750BABD0}" srcId="{61EEDE0E-1308-4D31-A5F1-78CCAFF65EC6}" destId="{4EC1E67C-1B56-454C-A53E-F7BDA834D8AB}" srcOrd="2" destOrd="0" parTransId="{84E78FA6-F14B-497D-885F-E4A9EA198714}" sibTransId="{8C4292E4-4FDA-4FD1-9D9D-55D3F528A308}"/>
    <dgm:cxn modelId="{829B4BE1-88EE-4863-9BB9-D7D5EA5AB54D}" srcId="{61EEDE0E-1308-4D31-A5F1-78CCAFF65EC6}" destId="{62F5BE8D-6651-45EC-B37E-71FDA1C61790}" srcOrd="0" destOrd="0" parTransId="{56DDD89C-4504-4804-96E5-A6AB0F8F5ABF}" sibTransId="{4B7F8C03-C2A4-4A0F-928A-FB9744BACBF5}"/>
    <dgm:cxn modelId="{E08828E9-5A70-40FF-B037-084BA37DFAC8}" type="presOf" srcId="{62F5BE8D-6651-45EC-B37E-71FDA1C61790}" destId="{04323024-89AB-41E0-9ED1-241C7A3A4B31}" srcOrd="0" destOrd="0" presId="urn:microsoft.com/office/officeart/2005/8/layout/vList2"/>
    <dgm:cxn modelId="{18D9AFFD-30E6-4620-A6EA-068C3BEB682E}" type="presOf" srcId="{61EEDE0E-1308-4D31-A5F1-78CCAFF65EC6}" destId="{093FD099-3EE7-4196-9107-F33AED3236A0}" srcOrd="0" destOrd="0" presId="urn:microsoft.com/office/officeart/2005/8/layout/vList2"/>
    <dgm:cxn modelId="{97978BC5-8003-441A-805D-991D6E20FB02}" type="presParOf" srcId="{093FD099-3EE7-4196-9107-F33AED3236A0}" destId="{04323024-89AB-41E0-9ED1-241C7A3A4B31}" srcOrd="0" destOrd="0" presId="urn:microsoft.com/office/officeart/2005/8/layout/vList2"/>
    <dgm:cxn modelId="{2D209A9E-B8A2-45A6-B0BF-F3E954B4096B}" type="presParOf" srcId="{093FD099-3EE7-4196-9107-F33AED3236A0}" destId="{EA7EEA51-41D0-401F-8A09-B2481C5498B3}" srcOrd="1" destOrd="0" presId="urn:microsoft.com/office/officeart/2005/8/layout/vList2"/>
    <dgm:cxn modelId="{ACA2AD3E-5322-44EA-8129-084CF30C36E8}" type="presParOf" srcId="{093FD099-3EE7-4196-9107-F33AED3236A0}" destId="{096870F1-6AEB-4ECA-9B7E-D9BC129B5A93}" srcOrd="2" destOrd="0" presId="urn:microsoft.com/office/officeart/2005/8/layout/vList2"/>
    <dgm:cxn modelId="{4ACD3D79-04D6-4A53-B162-506DC93920E4}" type="presParOf" srcId="{093FD099-3EE7-4196-9107-F33AED3236A0}" destId="{DD3C40D7-292C-4BF8-8D67-54C9010978CF}" srcOrd="3" destOrd="0" presId="urn:microsoft.com/office/officeart/2005/8/layout/vList2"/>
    <dgm:cxn modelId="{FDF62A52-B999-4AF2-B5D9-440A322442F0}" type="presParOf" srcId="{093FD099-3EE7-4196-9107-F33AED3236A0}" destId="{E84BB0C9-6839-4A19-BE0A-EED87241C565}" srcOrd="4" destOrd="0" presId="urn:microsoft.com/office/officeart/2005/8/layout/vList2"/>
    <dgm:cxn modelId="{6F9AB71F-9E0F-4AC2-BDFC-F9E99C0A1916}" type="presParOf" srcId="{093FD099-3EE7-4196-9107-F33AED3236A0}" destId="{2A6B710D-122D-4014-8FBC-2CC4FDBBA579}" srcOrd="5" destOrd="0" presId="urn:microsoft.com/office/officeart/2005/8/layout/vList2"/>
    <dgm:cxn modelId="{D1EA832C-13FE-444F-8BB4-121AC722ABAA}" type="presParOf" srcId="{093FD099-3EE7-4196-9107-F33AED3236A0}" destId="{65F989D0-7219-4BB8-AE45-C532840AFD79}" srcOrd="6" destOrd="0" presId="urn:microsoft.com/office/officeart/2005/8/layout/vList2"/>
    <dgm:cxn modelId="{FA17FE3B-F87B-4311-997D-52BB43D9F6F5}" type="presParOf" srcId="{093FD099-3EE7-4196-9107-F33AED3236A0}" destId="{095E980E-84B1-48DD-9A51-BD919CB4FFB8}" srcOrd="7" destOrd="0" presId="urn:microsoft.com/office/officeart/2005/8/layout/vList2"/>
    <dgm:cxn modelId="{961EBE78-C02E-4DEF-8D85-6976C9747125}" type="presParOf" srcId="{093FD099-3EE7-4196-9107-F33AED3236A0}" destId="{1CDE4373-D9B4-44B1-8984-29BF4122C83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47373-2E42-4E4C-8391-B5CD54A62F4E}">
      <dsp:nvSpPr>
        <dsp:cNvPr id="0" name=""/>
        <dsp:cNvSpPr/>
      </dsp:nvSpPr>
      <dsp:spPr>
        <a:xfrm>
          <a:off x="0" y="55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3B159-162D-42F3-B376-3A3A8B2F6C19}">
      <dsp:nvSpPr>
        <dsp:cNvPr id="0" name=""/>
        <dsp:cNvSpPr/>
      </dsp:nvSpPr>
      <dsp:spPr>
        <a:xfrm>
          <a:off x="0" y="558"/>
          <a:ext cx="9486690" cy="914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kern="1200" dirty="0"/>
            <a:t>1. Context</a:t>
          </a:r>
          <a:endParaRPr lang="en-US" sz="2800" b="0" kern="1200" dirty="0"/>
        </a:p>
      </dsp:txBody>
      <dsp:txXfrm>
        <a:off x="0" y="558"/>
        <a:ext cx="9486690" cy="914030"/>
      </dsp:txXfrm>
    </dsp:sp>
    <dsp:sp modelId="{619CC49C-D5E5-46BF-8843-5DBEC74900A6}">
      <dsp:nvSpPr>
        <dsp:cNvPr id="0" name=""/>
        <dsp:cNvSpPr/>
      </dsp:nvSpPr>
      <dsp:spPr>
        <a:xfrm>
          <a:off x="0" y="91458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4D9DF-012A-4ACA-AEA3-21189005E1BA}">
      <dsp:nvSpPr>
        <dsp:cNvPr id="0" name=""/>
        <dsp:cNvSpPr/>
      </dsp:nvSpPr>
      <dsp:spPr>
        <a:xfrm>
          <a:off x="0" y="914588"/>
          <a:ext cx="9486690" cy="914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2. What is Microservices Architecture</a:t>
          </a:r>
          <a:endParaRPr lang="en-US" sz="2800" kern="1200" dirty="0"/>
        </a:p>
      </dsp:txBody>
      <dsp:txXfrm>
        <a:off x="0" y="914588"/>
        <a:ext cx="9486690" cy="914030"/>
      </dsp:txXfrm>
    </dsp:sp>
    <dsp:sp modelId="{3C17180B-AF90-43EE-BD37-4E20D0CAA257}">
      <dsp:nvSpPr>
        <dsp:cNvPr id="0" name=""/>
        <dsp:cNvSpPr/>
      </dsp:nvSpPr>
      <dsp:spPr>
        <a:xfrm>
          <a:off x="0" y="182861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23DA0-A4B3-492B-9DF7-77933BAB4438}">
      <dsp:nvSpPr>
        <dsp:cNvPr id="0" name=""/>
        <dsp:cNvSpPr/>
      </dsp:nvSpPr>
      <dsp:spPr>
        <a:xfrm>
          <a:off x="0" y="1828618"/>
          <a:ext cx="9486690" cy="914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3. Why and When should we use Microservices </a:t>
          </a:r>
        </a:p>
      </dsp:txBody>
      <dsp:txXfrm>
        <a:off x="0" y="1828618"/>
        <a:ext cx="9486690" cy="914030"/>
      </dsp:txXfrm>
    </dsp:sp>
    <dsp:sp modelId="{99523351-0725-4106-917C-92F0C842C48E}">
      <dsp:nvSpPr>
        <dsp:cNvPr id="0" name=""/>
        <dsp:cNvSpPr/>
      </dsp:nvSpPr>
      <dsp:spPr>
        <a:xfrm>
          <a:off x="0" y="274264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5A022-26EA-4F5A-8CFD-3DAD3B58F568}">
      <dsp:nvSpPr>
        <dsp:cNvPr id="0" name=""/>
        <dsp:cNvSpPr/>
      </dsp:nvSpPr>
      <dsp:spPr>
        <a:xfrm>
          <a:off x="0" y="2742648"/>
          <a:ext cx="9486690" cy="914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4. Where is this architecture used (real-world examples)</a:t>
          </a:r>
          <a:endParaRPr lang="en-US" sz="2800" kern="1200" dirty="0"/>
        </a:p>
      </dsp:txBody>
      <dsp:txXfrm>
        <a:off x="0" y="2742648"/>
        <a:ext cx="9486690" cy="914030"/>
      </dsp:txXfrm>
    </dsp:sp>
    <dsp:sp modelId="{4F63D0F7-DE77-4F4B-8E84-1ED2D51AE4D7}">
      <dsp:nvSpPr>
        <dsp:cNvPr id="0" name=""/>
        <dsp:cNvSpPr/>
      </dsp:nvSpPr>
      <dsp:spPr>
        <a:xfrm>
          <a:off x="0" y="365667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21B4E-B408-4674-8C20-D8F232C1F2A2}">
      <dsp:nvSpPr>
        <dsp:cNvPr id="0" name=""/>
        <dsp:cNvSpPr/>
      </dsp:nvSpPr>
      <dsp:spPr>
        <a:xfrm>
          <a:off x="0" y="3656678"/>
          <a:ext cx="9486690" cy="914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5. What are the Pros and Cons of using this architecture</a:t>
          </a:r>
          <a:endParaRPr lang="en-US" sz="2800" kern="1200" dirty="0"/>
        </a:p>
      </dsp:txBody>
      <dsp:txXfrm>
        <a:off x="0" y="3656678"/>
        <a:ext cx="9486690" cy="914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A175B-AF8E-4CFC-81DD-2020B0B92106}">
      <dsp:nvSpPr>
        <dsp:cNvPr id="0" name=""/>
        <dsp:cNvSpPr/>
      </dsp:nvSpPr>
      <dsp:spPr>
        <a:xfrm>
          <a:off x="862686" y="219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6767C-0BF5-417C-8CFA-109A2FC94555}">
      <dsp:nvSpPr>
        <dsp:cNvPr id="0" name=""/>
        <dsp:cNvSpPr/>
      </dsp:nvSpPr>
      <dsp:spPr>
        <a:xfrm>
          <a:off x="1053725" y="193233"/>
          <a:ext cx="514335" cy="514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AED44-2AEC-46A2-B9B3-F7D0004A172A}">
      <dsp:nvSpPr>
        <dsp:cNvPr id="0" name=""/>
        <dsp:cNvSpPr/>
      </dsp:nvSpPr>
      <dsp:spPr>
        <a:xfrm>
          <a:off x="576127" y="117781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Scalability</a:t>
          </a:r>
          <a:endParaRPr lang="en-US" sz="1300" kern="1200"/>
        </a:p>
      </dsp:txBody>
      <dsp:txXfrm>
        <a:off x="576127" y="1177819"/>
        <a:ext cx="1469531" cy="587812"/>
      </dsp:txXfrm>
    </dsp:sp>
    <dsp:sp modelId="{69CCC0E1-C507-44DD-BED5-1440DE8E0FB8}">
      <dsp:nvSpPr>
        <dsp:cNvPr id="0" name=""/>
        <dsp:cNvSpPr/>
      </dsp:nvSpPr>
      <dsp:spPr>
        <a:xfrm>
          <a:off x="2589385" y="219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E3A7D-EDAC-4CB1-B8B7-56314006F4AC}">
      <dsp:nvSpPr>
        <dsp:cNvPr id="0" name=""/>
        <dsp:cNvSpPr/>
      </dsp:nvSpPr>
      <dsp:spPr>
        <a:xfrm>
          <a:off x="2780424" y="193233"/>
          <a:ext cx="514335" cy="514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5D84E-F085-489F-BDA1-061488B1A096}">
      <dsp:nvSpPr>
        <dsp:cNvPr id="0" name=""/>
        <dsp:cNvSpPr/>
      </dsp:nvSpPr>
      <dsp:spPr>
        <a:xfrm>
          <a:off x="2302827" y="117781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Maintainability</a:t>
          </a:r>
          <a:endParaRPr lang="en-US" sz="1300" kern="1200"/>
        </a:p>
      </dsp:txBody>
      <dsp:txXfrm>
        <a:off x="2302827" y="1177819"/>
        <a:ext cx="1469531" cy="587812"/>
      </dsp:txXfrm>
    </dsp:sp>
    <dsp:sp modelId="{93A36914-891B-4DC1-B75F-88410ADAD7CE}">
      <dsp:nvSpPr>
        <dsp:cNvPr id="0" name=""/>
        <dsp:cNvSpPr/>
      </dsp:nvSpPr>
      <dsp:spPr>
        <a:xfrm>
          <a:off x="4316084" y="219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20C4E-1F5F-4E29-BA12-86F6F2E8717C}">
      <dsp:nvSpPr>
        <dsp:cNvPr id="0" name=""/>
        <dsp:cNvSpPr/>
      </dsp:nvSpPr>
      <dsp:spPr>
        <a:xfrm>
          <a:off x="4507124" y="193233"/>
          <a:ext cx="514335" cy="514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3984C-7520-44C8-9E51-7E28BAA7ADE4}">
      <dsp:nvSpPr>
        <dsp:cNvPr id="0" name=""/>
        <dsp:cNvSpPr/>
      </dsp:nvSpPr>
      <dsp:spPr>
        <a:xfrm>
          <a:off x="4029526" y="117781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Flexibility</a:t>
          </a:r>
          <a:endParaRPr lang="en-US" sz="1300" kern="1200"/>
        </a:p>
      </dsp:txBody>
      <dsp:txXfrm>
        <a:off x="4029526" y="1177819"/>
        <a:ext cx="1469531" cy="587812"/>
      </dsp:txXfrm>
    </dsp:sp>
    <dsp:sp modelId="{413A40C9-E26C-4609-9370-E41DA799861E}">
      <dsp:nvSpPr>
        <dsp:cNvPr id="0" name=""/>
        <dsp:cNvSpPr/>
      </dsp:nvSpPr>
      <dsp:spPr>
        <a:xfrm>
          <a:off x="6042784" y="219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837CF-5E82-4084-A13E-BC901F50BEF6}">
      <dsp:nvSpPr>
        <dsp:cNvPr id="0" name=""/>
        <dsp:cNvSpPr/>
      </dsp:nvSpPr>
      <dsp:spPr>
        <a:xfrm>
          <a:off x="6233823" y="193233"/>
          <a:ext cx="514335" cy="5143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39087-1F36-4901-AF78-C36E625BDFCC}">
      <dsp:nvSpPr>
        <dsp:cNvPr id="0" name=""/>
        <dsp:cNvSpPr/>
      </dsp:nvSpPr>
      <dsp:spPr>
        <a:xfrm>
          <a:off x="5756225" y="117781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Performance</a:t>
          </a:r>
          <a:endParaRPr lang="en-US" sz="1300" kern="1200"/>
        </a:p>
      </dsp:txBody>
      <dsp:txXfrm>
        <a:off x="5756225" y="1177819"/>
        <a:ext cx="1469531" cy="587812"/>
      </dsp:txXfrm>
    </dsp:sp>
    <dsp:sp modelId="{67BD8216-BE60-460E-B5FA-861037DA211C}">
      <dsp:nvSpPr>
        <dsp:cNvPr id="0" name=""/>
        <dsp:cNvSpPr/>
      </dsp:nvSpPr>
      <dsp:spPr>
        <a:xfrm>
          <a:off x="7769483" y="219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B2AF2-4497-4D80-B1AF-642374F2DCED}">
      <dsp:nvSpPr>
        <dsp:cNvPr id="0" name=""/>
        <dsp:cNvSpPr/>
      </dsp:nvSpPr>
      <dsp:spPr>
        <a:xfrm>
          <a:off x="7960522" y="193233"/>
          <a:ext cx="514335" cy="5143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EBAA9-B178-4BB9-9FF0-3FBA69D7BEDF}">
      <dsp:nvSpPr>
        <dsp:cNvPr id="0" name=""/>
        <dsp:cNvSpPr/>
      </dsp:nvSpPr>
      <dsp:spPr>
        <a:xfrm>
          <a:off x="7482924" y="117781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Security</a:t>
          </a:r>
          <a:endParaRPr lang="en-US" sz="1300" kern="1200"/>
        </a:p>
      </dsp:txBody>
      <dsp:txXfrm>
        <a:off x="7482924" y="1177819"/>
        <a:ext cx="1469531" cy="587812"/>
      </dsp:txXfrm>
    </dsp:sp>
    <dsp:sp modelId="{8CF18C16-50B7-4347-95F5-0F7AAECEC779}">
      <dsp:nvSpPr>
        <dsp:cNvPr id="0" name=""/>
        <dsp:cNvSpPr/>
      </dsp:nvSpPr>
      <dsp:spPr>
        <a:xfrm>
          <a:off x="2589385" y="213301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44011-8902-40F3-8F0A-32086B24865A}">
      <dsp:nvSpPr>
        <dsp:cNvPr id="0" name=""/>
        <dsp:cNvSpPr/>
      </dsp:nvSpPr>
      <dsp:spPr>
        <a:xfrm>
          <a:off x="2780424" y="2324053"/>
          <a:ext cx="514335" cy="51433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319E7-C704-41D9-BEBF-92A72837164A}">
      <dsp:nvSpPr>
        <dsp:cNvPr id="0" name=""/>
        <dsp:cNvSpPr/>
      </dsp:nvSpPr>
      <dsp:spPr>
        <a:xfrm>
          <a:off x="2302827" y="330863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Reliability</a:t>
          </a:r>
          <a:endParaRPr lang="en-US" sz="1300" kern="1200"/>
        </a:p>
      </dsp:txBody>
      <dsp:txXfrm>
        <a:off x="2302827" y="3308639"/>
        <a:ext cx="1469531" cy="587812"/>
      </dsp:txXfrm>
    </dsp:sp>
    <dsp:sp modelId="{077F2B48-00D8-4C3C-9462-D47C9C37A452}">
      <dsp:nvSpPr>
        <dsp:cNvPr id="0" name=""/>
        <dsp:cNvSpPr/>
      </dsp:nvSpPr>
      <dsp:spPr>
        <a:xfrm>
          <a:off x="4316084" y="213301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12A6C-10AD-4699-9EE7-C501E81BC382}">
      <dsp:nvSpPr>
        <dsp:cNvPr id="0" name=""/>
        <dsp:cNvSpPr/>
      </dsp:nvSpPr>
      <dsp:spPr>
        <a:xfrm>
          <a:off x="4507124" y="2324053"/>
          <a:ext cx="514335" cy="51433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79C3D-D37B-47FD-96A0-396F549A4B4A}">
      <dsp:nvSpPr>
        <dsp:cNvPr id="0" name=""/>
        <dsp:cNvSpPr/>
      </dsp:nvSpPr>
      <dsp:spPr>
        <a:xfrm>
          <a:off x="4029526" y="330863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Cost and Risk minimization</a:t>
          </a:r>
          <a:endParaRPr lang="en-US" sz="1300" kern="1200"/>
        </a:p>
      </dsp:txBody>
      <dsp:txXfrm>
        <a:off x="4029526" y="3308639"/>
        <a:ext cx="1469531" cy="587812"/>
      </dsp:txXfrm>
    </dsp:sp>
    <dsp:sp modelId="{9E5CF1B6-B4B7-4C59-AC7C-6D69A90C4A16}">
      <dsp:nvSpPr>
        <dsp:cNvPr id="0" name=""/>
        <dsp:cNvSpPr/>
      </dsp:nvSpPr>
      <dsp:spPr>
        <a:xfrm>
          <a:off x="6042784" y="2133014"/>
          <a:ext cx="896414" cy="89641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1BD63-A071-46EC-8901-F9E039622F87}">
      <dsp:nvSpPr>
        <dsp:cNvPr id="0" name=""/>
        <dsp:cNvSpPr/>
      </dsp:nvSpPr>
      <dsp:spPr>
        <a:xfrm>
          <a:off x="6233823" y="2324053"/>
          <a:ext cx="514335" cy="51433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AC3C7-38C1-4B5F-A4E3-D343F43A222D}">
      <dsp:nvSpPr>
        <dsp:cNvPr id="0" name=""/>
        <dsp:cNvSpPr/>
      </dsp:nvSpPr>
      <dsp:spPr>
        <a:xfrm>
          <a:off x="5756225" y="3308639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300" kern="1200"/>
            <a:t>And so on…</a:t>
          </a:r>
          <a:endParaRPr lang="en-US" sz="1300" kern="1200"/>
        </a:p>
      </dsp:txBody>
      <dsp:txXfrm>
        <a:off x="5756225" y="3308639"/>
        <a:ext cx="1469531" cy="587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FE224-53F8-43CB-9349-32C6B4FB4B64}">
      <dsp:nvSpPr>
        <dsp:cNvPr id="0" name=""/>
        <dsp:cNvSpPr/>
      </dsp:nvSpPr>
      <dsp:spPr>
        <a:xfrm>
          <a:off x="0" y="0"/>
          <a:ext cx="8063686" cy="1177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1. Scaling Inefficiency (All-or-Nothing Scaling)</a:t>
          </a:r>
          <a:endParaRPr lang="en-US" sz="3100" kern="1200"/>
        </a:p>
      </dsp:txBody>
      <dsp:txXfrm>
        <a:off x="34498" y="34498"/>
        <a:ext cx="6792699" cy="1108849"/>
      </dsp:txXfrm>
    </dsp:sp>
    <dsp:sp modelId="{7FFB90D5-0202-4533-A5B9-38E3AA16A2E4}">
      <dsp:nvSpPr>
        <dsp:cNvPr id="0" name=""/>
        <dsp:cNvSpPr/>
      </dsp:nvSpPr>
      <dsp:spPr>
        <a:xfrm>
          <a:off x="711501" y="1374153"/>
          <a:ext cx="8063686" cy="1177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2. Slow Development Velocity and Deployment Risk</a:t>
          </a:r>
          <a:endParaRPr lang="en-US" sz="3100" kern="1200"/>
        </a:p>
      </dsp:txBody>
      <dsp:txXfrm>
        <a:off x="745999" y="1408651"/>
        <a:ext cx="6517589" cy="1108849"/>
      </dsp:txXfrm>
    </dsp:sp>
    <dsp:sp modelId="{87A77777-7D3D-47E6-BBE0-FC5F5D483DA8}">
      <dsp:nvSpPr>
        <dsp:cNvPr id="0" name=""/>
        <dsp:cNvSpPr/>
      </dsp:nvSpPr>
      <dsp:spPr>
        <a:xfrm>
          <a:off x="1423003" y="2748306"/>
          <a:ext cx="8063686" cy="1177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3. Single Point of Failure</a:t>
          </a:r>
          <a:endParaRPr lang="en-US" sz="3100" kern="1200"/>
        </a:p>
      </dsp:txBody>
      <dsp:txXfrm>
        <a:off x="1457501" y="2782804"/>
        <a:ext cx="6517589" cy="1108849"/>
      </dsp:txXfrm>
    </dsp:sp>
    <dsp:sp modelId="{3CD7B27C-837C-4224-B141-F85EB38E17AE}">
      <dsp:nvSpPr>
        <dsp:cNvPr id="0" name=""/>
        <dsp:cNvSpPr/>
      </dsp:nvSpPr>
      <dsp:spPr>
        <a:xfrm>
          <a:off x="7298086" y="893199"/>
          <a:ext cx="765599" cy="76559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470346" y="893199"/>
        <a:ext cx="421079" cy="576113"/>
      </dsp:txXfrm>
    </dsp:sp>
    <dsp:sp modelId="{F7D6CDF5-E1A1-490C-A20D-285F98C853BA}">
      <dsp:nvSpPr>
        <dsp:cNvPr id="0" name=""/>
        <dsp:cNvSpPr/>
      </dsp:nvSpPr>
      <dsp:spPr>
        <a:xfrm>
          <a:off x="8009588" y="2259500"/>
          <a:ext cx="765599" cy="76559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181848" y="2259500"/>
        <a:ext cx="421079" cy="5761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77BCB-5552-49DA-B463-4C1619C5B2F2}">
      <dsp:nvSpPr>
        <dsp:cNvPr id="0" name=""/>
        <dsp:cNvSpPr/>
      </dsp:nvSpPr>
      <dsp:spPr>
        <a:xfrm>
          <a:off x="1551292" y="149323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B0DB4-31F2-41DB-BE44-4729605D3CAB}">
      <dsp:nvSpPr>
        <dsp:cNvPr id="0" name=""/>
        <dsp:cNvSpPr/>
      </dsp:nvSpPr>
      <dsp:spPr>
        <a:xfrm>
          <a:off x="2019292" y="617323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8A6EF-018C-43C1-8CC3-3FD4AA045625}">
      <dsp:nvSpPr>
        <dsp:cNvPr id="0" name=""/>
        <dsp:cNvSpPr/>
      </dsp:nvSpPr>
      <dsp:spPr>
        <a:xfrm>
          <a:off x="849292" y="3029323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/>
            <a:t>1. Describing Microservices Architecture</a:t>
          </a:r>
          <a:endParaRPr lang="en-US" sz="1700" kern="1200" dirty="0"/>
        </a:p>
      </dsp:txBody>
      <dsp:txXfrm>
        <a:off x="849292" y="3029323"/>
        <a:ext cx="3600000" cy="720000"/>
      </dsp:txXfrm>
    </dsp:sp>
    <dsp:sp modelId="{AD59BB6D-0A95-4AF2-9355-D16769E08F97}">
      <dsp:nvSpPr>
        <dsp:cNvPr id="0" name=""/>
        <dsp:cNvSpPr/>
      </dsp:nvSpPr>
      <dsp:spPr>
        <a:xfrm>
          <a:off x="5781292" y="149323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D00C8-CA9F-4F42-94D2-0D0F453DDF3A}">
      <dsp:nvSpPr>
        <dsp:cNvPr id="0" name=""/>
        <dsp:cNvSpPr/>
      </dsp:nvSpPr>
      <dsp:spPr>
        <a:xfrm>
          <a:off x="6249292" y="617323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0BA1A-A7DE-4B49-9EA0-1304BD2BFD56}">
      <dsp:nvSpPr>
        <dsp:cNvPr id="0" name=""/>
        <dsp:cNvSpPr/>
      </dsp:nvSpPr>
      <dsp:spPr>
        <a:xfrm>
          <a:off x="5079292" y="3029323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/>
            <a:t>2. Key features of Microservices architecture</a:t>
          </a:r>
          <a:endParaRPr lang="en-US" sz="1700" kern="1200" dirty="0"/>
        </a:p>
      </dsp:txBody>
      <dsp:txXfrm>
        <a:off x="5079292" y="3029323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FFE8A-02D9-4BAB-B8E5-F8DFBA939609}">
      <dsp:nvSpPr>
        <dsp:cNvPr id="0" name=""/>
        <dsp:cNvSpPr/>
      </dsp:nvSpPr>
      <dsp:spPr>
        <a:xfrm>
          <a:off x="0" y="0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C0736-4E40-4B49-8572-56CD21C3B855}">
      <dsp:nvSpPr>
        <dsp:cNvPr id="0" name=""/>
        <dsp:cNvSpPr/>
      </dsp:nvSpPr>
      <dsp:spPr>
        <a:xfrm>
          <a:off x="183050" y="139384"/>
          <a:ext cx="333145" cy="3328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917CD-2C7B-4F23-9661-5263F0285703}">
      <dsp:nvSpPr>
        <dsp:cNvPr id="0" name=""/>
        <dsp:cNvSpPr/>
      </dsp:nvSpPr>
      <dsp:spPr>
        <a:xfrm>
          <a:off x="699247" y="3230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1. Small and Autonomous Services</a:t>
          </a:r>
          <a:endParaRPr lang="en-US" sz="2000" kern="1200" dirty="0"/>
        </a:p>
      </dsp:txBody>
      <dsp:txXfrm>
        <a:off x="699247" y="3230"/>
        <a:ext cx="5303818" cy="661857"/>
      </dsp:txXfrm>
    </dsp:sp>
    <dsp:sp modelId="{264AF535-75F4-4AF4-8BB5-8BE94CC33E40}">
      <dsp:nvSpPr>
        <dsp:cNvPr id="0" name=""/>
        <dsp:cNvSpPr/>
      </dsp:nvSpPr>
      <dsp:spPr>
        <a:xfrm>
          <a:off x="0" y="830553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90CC9-83D1-4E72-A38F-94BA49A42A17}">
      <dsp:nvSpPr>
        <dsp:cNvPr id="0" name=""/>
        <dsp:cNvSpPr/>
      </dsp:nvSpPr>
      <dsp:spPr>
        <a:xfrm>
          <a:off x="183050" y="966706"/>
          <a:ext cx="333145" cy="3328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5F7C3-A63C-4DA1-84A9-5F41D58F2824}">
      <dsp:nvSpPr>
        <dsp:cNvPr id="0" name=""/>
        <dsp:cNvSpPr/>
      </dsp:nvSpPr>
      <dsp:spPr>
        <a:xfrm>
          <a:off x="699247" y="830553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2. Dump Pipes and Smart Endpoints</a:t>
          </a:r>
          <a:endParaRPr lang="en-US" sz="2000" kern="1200" dirty="0"/>
        </a:p>
      </dsp:txBody>
      <dsp:txXfrm>
        <a:off x="699247" y="830553"/>
        <a:ext cx="5303818" cy="661857"/>
      </dsp:txXfrm>
    </dsp:sp>
    <dsp:sp modelId="{4D69FE9E-B64B-4E30-95BA-0178EBE41B7B}">
      <dsp:nvSpPr>
        <dsp:cNvPr id="0" name=""/>
        <dsp:cNvSpPr/>
      </dsp:nvSpPr>
      <dsp:spPr>
        <a:xfrm>
          <a:off x="0" y="1657875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EE11-8CAD-4A3E-A4EC-7C05D47FC132}">
      <dsp:nvSpPr>
        <dsp:cNvPr id="0" name=""/>
        <dsp:cNvSpPr/>
      </dsp:nvSpPr>
      <dsp:spPr>
        <a:xfrm>
          <a:off x="183050" y="1794029"/>
          <a:ext cx="333145" cy="3328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B0FF2-D89E-4015-9184-6168A78F3E00}">
      <dsp:nvSpPr>
        <dsp:cNvPr id="0" name=""/>
        <dsp:cNvSpPr/>
      </dsp:nvSpPr>
      <dsp:spPr>
        <a:xfrm>
          <a:off x="699247" y="1657875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3. Decentralized Data Management</a:t>
          </a:r>
          <a:endParaRPr lang="en-US" sz="2000" kern="1200" dirty="0"/>
        </a:p>
      </dsp:txBody>
      <dsp:txXfrm>
        <a:off x="699247" y="1657875"/>
        <a:ext cx="5303818" cy="661857"/>
      </dsp:txXfrm>
    </dsp:sp>
    <dsp:sp modelId="{C9C42B69-B4C1-4E86-91FD-3A89AA17CBF5}">
      <dsp:nvSpPr>
        <dsp:cNvPr id="0" name=""/>
        <dsp:cNvSpPr/>
      </dsp:nvSpPr>
      <dsp:spPr>
        <a:xfrm>
          <a:off x="0" y="2485198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7C3E9-26BC-4433-AFF1-A855C228FBC1}">
      <dsp:nvSpPr>
        <dsp:cNvPr id="0" name=""/>
        <dsp:cNvSpPr/>
      </dsp:nvSpPr>
      <dsp:spPr>
        <a:xfrm>
          <a:off x="183050" y="2621351"/>
          <a:ext cx="333145" cy="3328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6885B-340B-4C97-848B-8B5919CE7A3E}">
      <dsp:nvSpPr>
        <dsp:cNvPr id="0" name=""/>
        <dsp:cNvSpPr/>
      </dsp:nvSpPr>
      <dsp:spPr>
        <a:xfrm>
          <a:off x="699247" y="2485198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4. Independent Deployment</a:t>
          </a:r>
          <a:endParaRPr lang="en-US" sz="2000" kern="1200" dirty="0"/>
        </a:p>
      </dsp:txBody>
      <dsp:txXfrm>
        <a:off x="699247" y="2485198"/>
        <a:ext cx="5303818" cy="661857"/>
      </dsp:txXfrm>
    </dsp:sp>
    <dsp:sp modelId="{54850F73-6FFB-4A36-BF97-51A3AE2F5A65}">
      <dsp:nvSpPr>
        <dsp:cNvPr id="0" name=""/>
        <dsp:cNvSpPr/>
      </dsp:nvSpPr>
      <dsp:spPr>
        <a:xfrm>
          <a:off x="0" y="3312520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DCE19-8171-4F08-8B32-47C551A1C089}">
      <dsp:nvSpPr>
        <dsp:cNvPr id="0" name=""/>
        <dsp:cNvSpPr/>
      </dsp:nvSpPr>
      <dsp:spPr>
        <a:xfrm>
          <a:off x="183050" y="3448674"/>
          <a:ext cx="333145" cy="3328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27D5B-2750-4894-863D-67C863E6831F}">
      <dsp:nvSpPr>
        <dsp:cNvPr id="0" name=""/>
        <dsp:cNvSpPr/>
      </dsp:nvSpPr>
      <dsp:spPr>
        <a:xfrm>
          <a:off x="699247" y="3312520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5. Multiple Technological Implementations</a:t>
          </a:r>
          <a:endParaRPr lang="en-US" sz="2000" kern="1200" dirty="0"/>
        </a:p>
      </dsp:txBody>
      <dsp:txXfrm>
        <a:off x="699247" y="3312520"/>
        <a:ext cx="5303818" cy="661857"/>
      </dsp:txXfrm>
    </dsp:sp>
    <dsp:sp modelId="{E09E8B89-A6BB-43F8-829F-E011356ACC5D}">
      <dsp:nvSpPr>
        <dsp:cNvPr id="0" name=""/>
        <dsp:cNvSpPr/>
      </dsp:nvSpPr>
      <dsp:spPr>
        <a:xfrm>
          <a:off x="0" y="4139842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A1CF9-37EB-4CF9-9222-18C4EEB6A3E6}">
      <dsp:nvSpPr>
        <dsp:cNvPr id="0" name=""/>
        <dsp:cNvSpPr/>
      </dsp:nvSpPr>
      <dsp:spPr>
        <a:xfrm>
          <a:off x="183050" y="4275996"/>
          <a:ext cx="333145" cy="3328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304FD-F54B-4451-80D2-C884DBB66A1B}">
      <dsp:nvSpPr>
        <dsp:cNvPr id="0" name=""/>
        <dsp:cNvSpPr/>
      </dsp:nvSpPr>
      <dsp:spPr>
        <a:xfrm>
          <a:off x="699247" y="4139842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6. Lightweight Communication between services</a:t>
          </a:r>
          <a:endParaRPr lang="en-US" sz="2000" kern="1200" dirty="0"/>
        </a:p>
      </dsp:txBody>
      <dsp:txXfrm>
        <a:off x="699247" y="4139842"/>
        <a:ext cx="5303818" cy="661857"/>
      </dsp:txXfrm>
    </dsp:sp>
    <dsp:sp modelId="{390F1EED-2766-47C5-9C6B-4AFB02FB7943}">
      <dsp:nvSpPr>
        <dsp:cNvPr id="0" name=""/>
        <dsp:cNvSpPr/>
      </dsp:nvSpPr>
      <dsp:spPr>
        <a:xfrm>
          <a:off x="0" y="4967165"/>
          <a:ext cx="6034656" cy="605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45F8C-0634-4A6C-B56D-CF05C7CDB00A}">
      <dsp:nvSpPr>
        <dsp:cNvPr id="0" name=""/>
        <dsp:cNvSpPr/>
      </dsp:nvSpPr>
      <dsp:spPr>
        <a:xfrm>
          <a:off x="183050" y="5103318"/>
          <a:ext cx="333145" cy="3328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9FC83-7C03-4910-A3B8-DA474271BEEC}">
      <dsp:nvSpPr>
        <dsp:cNvPr id="0" name=""/>
        <dsp:cNvSpPr/>
      </dsp:nvSpPr>
      <dsp:spPr>
        <a:xfrm>
          <a:off x="699247" y="4967165"/>
          <a:ext cx="5303818" cy="6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047" tIns="70047" rIns="70047" bIns="7004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7. Organizational Alignment: Conway's Law</a:t>
          </a:r>
          <a:endParaRPr lang="en-US" sz="2000" kern="1200" dirty="0"/>
        </a:p>
      </dsp:txBody>
      <dsp:txXfrm>
        <a:off x="699247" y="4967165"/>
        <a:ext cx="5303818" cy="6618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D433A-D037-4775-B205-3BC31CF6A2B0}">
      <dsp:nvSpPr>
        <dsp:cNvPr id="0" name=""/>
        <dsp:cNvSpPr/>
      </dsp:nvSpPr>
      <dsp:spPr>
        <a:xfrm>
          <a:off x="0" y="2337"/>
          <a:ext cx="6034656" cy="11847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518A8-F390-4A04-ADFB-9EAC35A74182}">
      <dsp:nvSpPr>
        <dsp:cNvPr id="0" name=""/>
        <dsp:cNvSpPr/>
      </dsp:nvSpPr>
      <dsp:spPr>
        <a:xfrm>
          <a:off x="358387" y="268907"/>
          <a:ext cx="651614" cy="651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ACD49-8D58-48BB-ABFA-B5F75A278F6C}">
      <dsp:nvSpPr>
        <dsp:cNvPr id="0" name=""/>
        <dsp:cNvSpPr/>
      </dsp:nvSpPr>
      <dsp:spPr>
        <a:xfrm>
          <a:off x="1368390" y="2337"/>
          <a:ext cx="4666265" cy="1184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386" tIns="125386" rIns="125386" bIns="1253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Modular Scalability</a:t>
          </a:r>
          <a:endParaRPr lang="en-US" sz="2200" kern="1200"/>
        </a:p>
      </dsp:txBody>
      <dsp:txXfrm>
        <a:off x="1368390" y="2337"/>
        <a:ext cx="4666265" cy="1184753"/>
      </dsp:txXfrm>
    </dsp:sp>
    <dsp:sp modelId="{0C99031C-D3C4-4B61-BA8C-155E831BE4E0}">
      <dsp:nvSpPr>
        <dsp:cNvPr id="0" name=""/>
        <dsp:cNvSpPr/>
      </dsp:nvSpPr>
      <dsp:spPr>
        <a:xfrm>
          <a:off x="0" y="1483279"/>
          <a:ext cx="6034656" cy="11847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B0283-DC86-4917-B861-4E8EA85BCE1E}">
      <dsp:nvSpPr>
        <dsp:cNvPr id="0" name=""/>
        <dsp:cNvSpPr/>
      </dsp:nvSpPr>
      <dsp:spPr>
        <a:xfrm>
          <a:off x="358387" y="1749848"/>
          <a:ext cx="651614" cy="651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D0E10-B9E7-479C-B390-337F2AC79F86}">
      <dsp:nvSpPr>
        <dsp:cNvPr id="0" name=""/>
        <dsp:cNvSpPr/>
      </dsp:nvSpPr>
      <dsp:spPr>
        <a:xfrm>
          <a:off x="1368390" y="1483279"/>
          <a:ext cx="4666265" cy="1184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386" tIns="125386" rIns="125386" bIns="1253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Fault Isolation</a:t>
          </a:r>
          <a:endParaRPr lang="en-US" sz="2200" kern="1200"/>
        </a:p>
      </dsp:txBody>
      <dsp:txXfrm>
        <a:off x="1368390" y="1483279"/>
        <a:ext cx="4666265" cy="1184753"/>
      </dsp:txXfrm>
    </dsp:sp>
    <dsp:sp modelId="{7A75E116-6E19-4806-9776-9CBAFB5095A1}">
      <dsp:nvSpPr>
        <dsp:cNvPr id="0" name=""/>
        <dsp:cNvSpPr/>
      </dsp:nvSpPr>
      <dsp:spPr>
        <a:xfrm>
          <a:off x="0" y="2964221"/>
          <a:ext cx="6034656" cy="11847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25F5B-B3D5-4333-871B-3E796638DC3E}">
      <dsp:nvSpPr>
        <dsp:cNvPr id="0" name=""/>
        <dsp:cNvSpPr/>
      </dsp:nvSpPr>
      <dsp:spPr>
        <a:xfrm>
          <a:off x="358387" y="3230790"/>
          <a:ext cx="651614" cy="651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978E2-D4DF-4EE9-B77A-A68707DB3D0F}">
      <dsp:nvSpPr>
        <dsp:cNvPr id="0" name=""/>
        <dsp:cNvSpPr/>
      </dsp:nvSpPr>
      <dsp:spPr>
        <a:xfrm>
          <a:off x="1368390" y="2964221"/>
          <a:ext cx="4666265" cy="1184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386" tIns="125386" rIns="125386" bIns="1253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Independent Deployment</a:t>
          </a:r>
          <a:endParaRPr lang="en-US" sz="2200" kern="1200"/>
        </a:p>
      </dsp:txBody>
      <dsp:txXfrm>
        <a:off x="1368390" y="2964221"/>
        <a:ext cx="4666265" cy="1184753"/>
      </dsp:txXfrm>
    </dsp:sp>
    <dsp:sp modelId="{F406BD74-28FF-41B0-9014-5B66F8D70123}">
      <dsp:nvSpPr>
        <dsp:cNvPr id="0" name=""/>
        <dsp:cNvSpPr/>
      </dsp:nvSpPr>
      <dsp:spPr>
        <a:xfrm>
          <a:off x="0" y="4445162"/>
          <a:ext cx="6034656" cy="11847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C3DD7-A7E4-43D8-829D-DCFAA731915B}">
      <dsp:nvSpPr>
        <dsp:cNvPr id="0" name=""/>
        <dsp:cNvSpPr/>
      </dsp:nvSpPr>
      <dsp:spPr>
        <a:xfrm>
          <a:off x="358387" y="4711732"/>
          <a:ext cx="651614" cy="6516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67D25-3C5A-44BD-BB6F-73537E4C4493}">
      <dsp:nvSpPr>
        <dsp:cNvPr id="0" name=""/>
        <dsp:cNvSpPr/>
      </dsp:nvSpPr>
      <dsp:spPr>
        <a:xfrm>
          <a:off x="1368390" y="4445162"/>
          <a:ext cx="4666265" cy="1184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386" tIns="125386" rIns="125386" bIns="1253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Technology Freedom</a:t>
          </a:r>
          <a:endParaRPr lang="en-US" sz="2200" kern="1200"/>
        </a:p>
      </dsp:txBody>
      <dsp:txXfrm>
        <a:off x="1368390" y="4445162"/>
        <a:ext cx="4666265" cy="11847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23024-89AB-41E0-9ED1-241C7A3A4B31}">
      <dsp:nvSpPr>
        <dsp:cNvPr id="0" name=""/>
        <dsp:cNvSpPr/>
      </dsp:nvSpPr>
      <dsp:spPr>
        <a:xfrm>
          <a:off x="0" y="84231"/>
          <a:ext cx="6034656" cy="103285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Distributed System Complexity</a:t>
          </a:r>
          <a:endParaRPr lang="en-US" sz="2600" kern="1200"/>
        </a:p>
      </dsp:txBody>
      <dsp:txXfrm>
        <a:off x="50420" y="134651"/>
        <a:ext cx="5933816" cy="932014"/>
      </dsp:txXfrm>
    </dsp:sp>
    <dsp:sp modelId="{096870F1-6AEB-4ECA-9B7E-D9BC129B5A93}">
      <dsp:nvSpPr>
        <dsp:cNvPr id="0" name=""/>
        <dsp:cNvSpPr/>
      </dsp:nvSpPr>
      <dsp:spPr>
        <a:xfrm>
          <a:off x="0" y="1191965"/>
          <a:ext cx="6034656" cy="1032854"/>
        </a:xfrm>
        <a:prstGeom prst="roundRect">
          <a:avLst/>
        </a:prstGeom>
        <a:gradFill rotWithShape="0">
          <a:gsLst>
            <a:gs pos="0">
              <a:schemeClr val="accent2">
                <a:hueOff val="602336"/>
                <a:satOff val="-5808"/>
                <a:lumOff val="-17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02336"/>
                <a:satOff val="-5808"/>
                <a:lumOff val="-17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02336"/>
                <a:satOff val="-5808"/>
                <a:lumOff val="-17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Data Consistency Issues</a:t>
          </a:r>
          <a:endParaRPr lang="en-US" sz="2600" kern="1200"/>
        </a:p>
      </dsp:txBody>
      <dsp:txXfrm>
        <a:off x="50420" y="1242385"/>
        <a:ext cx="5933816" cy="932014"/>
      </dsp:txXfrm>
    </dsp:sp>
    <dsp:sp modelId="{E84BB0C9-6839-4A19-BE0A-EED87241C565}">
      <dsp:nvSpPr>
        <dsp:cNvPr id="0" name=""/>
        <dsp:cNvSpPr/>
      </dsp:nvSpPr>
      <dsp:spPr>
        <a:xfrm>
          <a:off x="0" y="2299699"/>
          <a:ext cx="6034656" cy="1032854"/>
        </a:xfrm>
        <a:prstGeom prst="roundRect">
          <a:avLst/>
        </a:prstGeom>
        <a:gradFill rotWithShape="0">
          <a:gsLst>
            <a:gs pos="0">
              <a:schemeClr val="accent2">
                <a:hueOff val="1204672"/>
                <a:satOff val="-11616"/>
                <a:lumOff val="-34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04672"/>
                <a:satOff val="-11616"/>
                <a:lumOff val="-34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04672"/>
                <a:satOff val="-11616"/>
                <a:lumOff val="-34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Operational Overhead</a:t>
          </a:r>
          <a:endParaRPr lang="en-US" sz="2600" kern="1200"/>
        </a:p>
      </dsp:txBody>
      <dsp:txXfrm>
        <a:off x="50420" y="2350119"/>
        <a:ext cx="5933816" cy="932014"/>
      </dsp:txXfrm>
    </dsp:sp>
    <dsp:sp modelId="{65F989D0-7219-4BB8-AE45-C532840AFD79}">
      <dsp:nvSpPr>
        <dsp:cNvPr id="0" name=""/>
        <dsp:cNvSpPr/>
      </dsp:nvSpPr>
      <dsp:spPr>
        <a:xfrm>
          <a:off x="0" y="3407434"/>
          <a:ext cx="6034656" cy="1032854"/>
        </a:xfrm>
        <a:prstGeom prst="roundRect">
          <a:avLst/>
        </a:prstGeom>
        <a:gradFill rotWithShape="0">
          <a:gsLst>
            <a:gs pos="0">
              <a:schemeClr val="accent2">
                <a:hueOff val="1807009"/>
                <a:satOff val="-17423"/>
                <a:lumOff val="-51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07009"/>
                <a:satOff val="-17423"/>
                <a:lumOff val="-51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07009"/>
                <a:satOff val="-17423"/>
                <a:lumOff val="-51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Harder Testing of the system as a whole</a:t>
          </a:r>
          <a:endParaRPr lang="en-US" sz="2600" kern="1200"/>
        </a:p>
      </dsp:txBody>
      <dsp:txXfrm>
        <a:off x="50420" y="3457854"/>
        <a:ext cx="5933816" cy="932014"/>
      </dsp:txXfrm>
    </dsp:sp>
    <dsp:sp modelId="{1CDE4373-D9B4-44B1-8984-29BF4122C830}">
      <dsp:nvSpPr>
        <dsp:cNvPr id="0" name=""/>
        <dsp:cNvSpPr/>
      </dsp:nvSpPr>
      <dsp:spPr>
        <a:xfrm>
          <a:off x="0" y="4515168"/>
          <a:ext cx="6034656" cy="1032854"/>
        </a:xfrm>
        <a:prstGeom prst="roundRect">
          <a:avLst/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Higher Initial Cost</a:t>
          </a:r>
          <a:endParaRPr lang="en-US" sz="2600" kern="1200"/>
        </a:p>
      </dsp:txBody>
      <dsp:txXfrm>
        <a:off x="50420" y="4565588"/>
        <a:ext cx="5933816" cy="932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3:46:29.73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934 406 24575,'-3'0'0,"0"1"0,0-1 0,0 1 0,0 0 0,0 0 0,0 0 0,0 0 0,0 1 0,1-1 0,-1 1 0,1 0 0,-1 0 0,1 0 0,-4 4 0,-32 37 0,27-29 0,-41 46 0,-2-2 0,-82 68 0,24-26 0,87-78 0,-1-1 0,-43 27 0,42-31 0,1 2 0,-43 39 0,67-57 0,0 1 0,0 0 0,1 0 0,-1 0 0,0 1 0,1-1 0,-1 0 0,1 1 0,0-1 0,-1 0 0,1 1 0,1 0 0,-1-1 0,0 1 0,0 0 0,1-1 0,0 1 0,-1 0 0,1-1 0,0 1 0,1 4 0,0-3 0,1 0 0,-1-1 0,1 0 0,0 1 0,-1-1 0,2 0 0,-1 0 0,0 0 0,1 0 0,-1 0 0,1 0 0,0-1 0,5 4 0,10 6 0,1-1 0,0-1 0,1 0 0,26 8 0,-37-15 0,-5-1 0,1-1 0,-1 1 0,1-1 0,-1 0 0,1-1 0,-1 1 0,1-1 0,0 0 0,-1 0 0,1 0 0,-1-1 0,1 1 0,0-1 0,-1 0 0,1-1 0,-1 1 0,0-1 0,1 0 0,-1 0 0,0 0 0,0 0 0,0-1 0,-1 0 0,1 0 0,-1 0 0,1 0 0,-1 0 0,0-1 0,3-3 0,4-7 0,-1 0 0,0-1 0,-1 0 0,-1-1 0,0 1 0,8-30 0,-7 13 0,7-55 0,0-5 0,3 12 0,9-83 0,-26 156 0,-1 0 0,1 0 0,-1 0 0,0 0 0,-1-1 0,0 1 0,0 0 0,0 0 0,-4-10 0,3 14 0,1 0 0,-1 1 0,0 0 0,0-1 0,0 1 0,0 0 0,0 0 0,0 0 0,0 0 0,-1 1 0,1-1 0,-1 1 0,0-1 0,1 1 0,-1 0 0,0 0 0,1 0 0,-1 0 0,0 0 0,0 1 0,0-1 0,0 1 0,0 0 0,0 0 0,-4 0 0,-2 0 0,0 1 0,0 0 0,0 0 0,0 1 0,0 0 0,0 0 0,1 1 0,-1 1 0,1-1 0,0 1 0,0 0 0,0 1 0,-14 11 0,-1 4 0,0 1 0,-35 43 0,53-57 0,0 0 0,0 0 0,0 1 0,1 0 0,0 0 0,0 0 0,1 0 0,0 0 0,1 1 0,0-1 0,0 1 0,1-1 0,-1 10 0,2-14 0,0-1 0,0 1 0,0 0 0,1 0 0,-1 0 0,1-1 0,0 1 0,0 0 0,1-1 0,-1 1 0,1-1 0,-1 0 0,1 1 0,0-1 0,0 0 0,1 0 0,-1 0 0,1 0 0,-1-1 0,1 1 0,0 0 0,0-1 0,0 0 0,0 0 0,1 0 0,-1 0 0,0-1 0,1 1 0,-1-1 0,1 0 0,0 0 0,5 1 0,-2-1 0,0 0 0,0 0 0,-1-1 0,1 0 0,0 0 0,0-1 0,0 0 0,-1 0 0,1-1 0,0 0 0,-1 0 0,1 0 0,-1-1 0,7-3 0,7-6 0,0-1 0,32-27 0,-30 23 0,-14 10 0,-1 0 0,0 0 0,0-1 0,0 0 0,-1 0 0,0-1 0,0 1 0,-1-1 0,-1-1 0,1 1 0,-1-1 0,4-17 0,-6 21 0,-1 1 0,0-1 0,0 0 0,-1 1 0,1-1 0,-1 1 0,-1-1 0,1 0 0,-1 1 0,0-1 0,0 1 0,0-1 0,-1 1 0,0-1 0,0 1 0,-1 0 0,1 0 0,-1 0 0,0 0 0,0 1 0,-1-1 0,1 1 0,-1 0 0,-8-8 0,3 7 0,1 0 0,-1 0 0,0 1 0,0 0 0,0 0 0,0 1 0,-1 1 0,1 0 0,-1 0 0,-17-1 0,-1 1 0,0 2 0,-42 4 0,59-2 0,0 0 0,0 1 0,0 1 0,1 0 0,-1 0 0,1 1 0,0 0 0,0 1 0,1 0 0,-1 0 0,1 1 0,-14 14 0,18-16 0,1-1 0,0 0 0,0 1 0,0 0 0,0 0 0,1 0 0,0 0 0,0 0 0,0 1 0,1-1 0,0 1 0,0 0 0,0 0 0,1 0 0,0 0 0,0 0 0,0 0 0,1 0 0,0 0 0,0 0 0,0 0 0,1 0 0,0 0 0,0 0 0,3 7 0,-3-10 0,1-1 0,0 0 0,0 0 0,0 0 0,0 0 0,0 0 0,0 0 0,1 0 0,-1-1 0,1 1 0,-1-1 0,1 0 0,-1 0 0,1 0 0,0 0 0,0 0 0,-1 0 0,1-1 0,0 1 0,0-1 0,0 0 0,0 0 0,3 0 0,75-5 0,-73 4 0,-3 0 0,1-1 0,-1 0 0,1 0 0,-1 0 0,0-1 0,0 1 0,0-1 0,0 0 0,-1-1 0,1 0 0,-1 1 0,0-1 0,0 0 0,6-9 0,-8 11 0,0 0 0,0-1 0,-1 1 0,1 0 0,-1-1 0,1 1 0,-1-1 0,0 1 0,0-1 0,0 1 0,0-1 0,0 0 0,-1 0 0,1 0 0,-1 1 0,0-1 0,0 0 0,0 0 0,0 0 0,-1 1 0,1-1 0,-1 0 0,1 0 0,-1 1 0,0-1 0,0 0 0,0 1 0,0-1 0,-1 1 0,1-1 0,-4-3 0,0 3 0,0 0 0,-1 0 0,1 1 0,-1-1 0,1 1 0,-1 0 0,0 1 0,0 0 0,0 0 0,0 0 0,0 0 0,0 1 0,0 0 0,-9 2 0,-30-5 0,24-1 0,0 1 0,1 0 0,-1 2 0,0 1 0,0 0 0,0 1 0,0 2 0,0 0 0,1 1 0,-36 12 0,39-10 0,0 1 0,40-8 0,-19 0 0,0 0 0,0 0 0,0 0 0,-1 0 0,1-1 0,0 0 0,-1 0 0,1 0 0,-1 0 0,0 0 0,0-1 0,1 1 0,-2-1 0,1 0 0,3-3 0,37-59 0,-36 54 0,-1 0 0,2 0 0,-1 0 0,13-11 0,2 1 0,0-1 0,19-24 0,-33 38 0,-1 1 0,1 0 0,0 0 0,1 1 0,-1 0 0,1 0 0,15-7 0,32-21 0,-55 33 0,1 1 0,-1-1 0,1 0 0,-1-1 0,0 1 0,0 0 0,0 0 0,0 0 0,0-1 0,0 1 0,0 0 0,0-1 0,0 1 0,-1-1 0,1 1 0,0-1 0,-1 1 0,1-1 0,-1-2 0,0 3 0,0 0 0,0 0 0,-1 0 0,1 0 0,-1 0 0,1 0 0,-1 0 0,1 0 0,-1 0 0,0 0 0,1 1 0,-1-1 0,0 0 0,0 1 0,1-1 0,-1 0 0,0 1 0,0-1 0,0 1 0,0-1 0,-1 0 0,-47-11 0,50 12 0,37 1 0,28 0 0,-23-2 0,1 2 0,61 10 0,68 12 0,-143-19 0,2-2 0,-1-1 0,0-1 0,0-2 0,0-1 0,0-2 0,-1-1 0,1-1 0,48-19 0,-55 19 0,0 0 0,33-4 0,-34 8 0,0-2 0,43-14 0,-34 7-195,0 1 0,0 2 0,1 1 0,0 2 0,0 1 0,55-1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1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5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7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8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5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6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8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0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2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58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15F16-D9A1-79EE-7044-D96CF4A1A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2033" y="1247140"/>
            <a:ext cx="5657899" cy="3450844"/>
          </a:xfrm>
        </p:spPr>
        <p:txBody>
          <a:bodyPr>
            <a:normAutofit/>
          </a:bodyPr>
          <a:lstStyle/>
          <a:p>
            <a:r>
              <a:rPr lang="en-GB"/>
              <a:t>Microservices Architecture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E198E-4B10-9F7D-5CAD-EB65B8D90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2033" y="4818126"/>
            <a:ext cx="5657899" cy="12689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900"/>
              <a:t>2023188 Faiq Abdullah</a:t>
            </a:r>
          </a:p>
          <a:p>
            <a:pPr>
              <a:lnSpc>
                <a:spcPct val="100000"/>
              </a:lnSpc>
            </a:pPr>
            <a:r>
              <a:rPr lang="en-GB" sz="1900"/>
              <a:t>2023241 Hassan Iqbal</a:t>
            </a:r>
          </a:p>
          <a:p>
            <a:pPr>
              <a:lnSpc>
                <a:spcPct val="100000"/>
              </a:lnSpc>
            </a:pPr>
            <a:r>
              <a:rPr lang="en-GB" sz="1900"/>
              <a:t>2023763 Yawar Qamal</a:t>
            </a:r>
            <a:endParaRPr lang="LID4096" sz="1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093E8-4C84-EFD3-6337-E9F542BE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56" r="9957" b="-1"/>
          <a:stretch>
            <a:fillRect/>
          </a:stretch>
        </p:blipFill>
        <p:spPr>
          <a:xfrm>
            <a:off x="20" y="10"/>
            <a:ext cx="5104813" cy="6857990"/>
          </a:xfrm>
          <a:custGeom>
            <a:avLst/>
            <a:gdLst/>
            <a:ahLst/>
            <a:cxnLst/>
            <a:rect l="l" t="t" r="r" b="b"/>
            <a:pathLst>
              <a:path w="5104833" h="6858000">
                <a:moveTo>
                  <a:pt x="0" y="0"/>
                </a:moveTo>
                <a:lnTo>
                  <a:pt x="3707702" y="0"/>
                </a:lnTo>
                <a:lnTo>
                  <a:pt x="3707702" y="1375489"/>
                </a:lnTo>
                <a:lnTo>
                  <a:pt x="5104833" y="1375489"/>
                </a:lnTo>
                <a:lnTo>
                  <a:pt x="51048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4134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3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42F2-A388-84B3-D875-BF9B5178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998125"/>
          </a:xfrm>
        </p:spPr>
        <p:txBody>
          <a:bodyPr/>
          <a:lstStyle/>
          <a:p>
            <a:r>
              <a:rPr lang="en-GB" dirty="0"/>
              <a:t>5 Key Topics 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7CF482-C081-0345-7C3D-B89953A91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145511"/>
              </p:ext>
            </p:extLst>
          </p:nvPr>
        </p:nvGraphicFramePr>
        <p:xfrm>
          <a:off x="1587710" y="1514901"/>
          <a:ext cx="9486690" cy="4571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276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81148B8-58D0-4E9A-A32C-B3B181A3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2240F-68C0-5D80-5912-A39F5208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090" y="1247140"/>
            <a:ext cx="5456242" cy="122310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7300" dirty="0"/>
              <a:t>1. Context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C1EF6-A5BF-44DB-A672-D024091B3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407" y="1375495"/>
            <a:ext cx="5106593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E02CBB-287D-4A17-B2F3-56AD2C058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9232" y="1"/>
            <a:ext cx="3742769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B44BF-E523-6A84-2596-34890A6828B0}"/>
              </a:ext>
            </a:extLst>
          </p:cNvPr>
          <p:cNvSpPr txBox="1"/>
          <p:nvPr/>
        </p:nvSpPr>
        <p:spPr>
          <a:xfrm>
            <a:off x="1079090" y="2893324"/>
            <a:ext cx="5550310" cy="2269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What is software architecture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Why we need good system architecture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What is the Monolith architecture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51763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A34B-229D-4DF2-26B2-8D94B56D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1.1 What is Software Architecture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58CBB-8C84-6129-D1DF-6164D1C26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500" b="1" dirty="0"/>
              <a:t>Software Architecture</a:t>
            </a:r>
            <a:r>
              <a:rPr lang="en-GB" sz="3500" dirty="0"/>
              <a:t> is the </a:t>
            </a:r>
            <a:r>
              <a:rPr lang="en-GB" sz="3500" b="1" dirty="0"/>
              <a:t>fundamental organization </a:t>
            </a:r>
            <a:r>
              <a:rPr lang="en-GB" sz="3500" dirty="0"/>
              <a:t>of a </a:t>
            </a:r>
            <a:r>
              <a:rPr lang="en-GB" sz="3500" b="1" dirty="0"/>
              <a:t>system</a:t>
            </a:r>
            <a:r>
              <a:rPr lang="en-GB" sz="3500" dirty="0"/>
              <a:t>; it's the </a:t>
            </a:r>
            <a:r>
              <a:rPr lang="en-GB" sz="3500" b="1" dirty="0"/>
              <a:t>blueprint</a:t>
            </a:r>
            <a:r>
              <a:rPr lang="en-GB" sz="3500" dirty="0"/>
              <a:t> that defines the system's </a:t>
            </a:r>
            <a:r>
              <a:rPr lang="en-GB" sz="3500" b="1" dirty="0"/>
              <a:t>structure</a:t>
            </a:r>
            <a:r>
              <a:rPr lang="en-GB" sz="3500" dirty="0"/>
              <a:t>, </a:t>
            </a:r>
            <a:r>
              <a:rPr lang="en-GB" sz="3500" b="1" dirty="0"/>
              <a:t>behaviour</a:t>
            </a:r>
            <a:r>
              <a:rPr lang="en-GB" sz="3500" dirty="0"/>
              <a:t>, and </a:t>
            </a:r>
            <a:r>
              <a:rPr lang="en-GB" sz="3500" b="1" dirty="0"/>
              <a:t>key properties</a:t>
            </a:r>
            <a:r>
              <a:rPr lang="en-GB" sz="3500" dirty="0"/>
              <a:t>. It encompasses the set of significant decisions about the organization of a software system.</a:t>
            </a: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3709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A84C0-CD07-F864-8800-4D53DA88D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89FCB-48F0-E3A6-5AB2-F4C1003A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n-GB" dirty="0"/>
              <a:t>1.2 Why do we need good Software Architecture</a:t>
            </a:r>
            <a:endParaRPr lang="LID4096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8944935-7B3E-6333-BD18-7ECC0A414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037190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382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B268-4E95-00AF-A7B6-2E372F53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1636-1C3A-E0E0-E30C-43598A1B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1.3 What is the Monolith Architecture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3A930-0176-001E-D1AB-7AB1837A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sz="3200" dirty="0"/>
              <a:t>The </a:t>
            </a:r>
            <a:r>
              <a:rPr lang="en-GB" sz="3200" b="1" dirty="0"/>
              <a:t>Monolith Architecture</a:t>
            </a:r>
            <a:r>
              <a:rPr lang="en-GB" sz="3200" dirty="0"/>
              <a:t> (or </a:t>
            </a:r>
            <a:r>
              <a:rPr lang="en-GB" sz="3200" b="1" dirty="0"/>
              <a:t>Monolithic Architecture</a:t>
            </a:r>
            <a:r>
              <a:rPr lang="en-GB" sz="3200" dirty="0"/>
              <a:t>) is a traditional software architecture where </a:t>
            </a:r>
            <a:r>
              <a:rPr lang="en-GB" sz="3200" b="1" dirty="0"/>
              <a:t>all functional components</a:t>
            </a:r>
            <a:r>
              <a:rPr lang="en-GB" sz="3200" dirty="0"/>
              <a:t> of an application—such as the user interface, business logic, and data access layer—are </a:t>
            </a:r>
            <a:r>
              <a:rPr lang="en-GB" sz="3200" b="1" dirty="0"/>
              <a:t>tightly coupled</a:t>
            </a:r>
            <a:r>
              <a:rPr lang="en-GB" sz="3200" dirty="0"/>
              <a:t> into a single, indivisible codebase and deployed as a single unit.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25607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D311-7A94-F53C-79ED-5AEBD5D9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Problems with Monolith that create a need for a new type of architecture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F8193-156F-F344-1CD2-968A8306F0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85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46136-CC85-C0B8-09D2-4FB721D6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n-GB" dirty="0"/>
              <a:t>2. What is Microservices Architecture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1FFE33-12A1-B0AB-DFE6-B18E86AF3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5574984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571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30A2-B7A4-19DB-9739-8442C932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2.1 Describing Microservices Architecture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9C0C-66E7-60FE-FFAC-6B701486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Microservice Architecture is an architectural style that structures an application as a </a:t>
            </a:r>
            <a:r>
              <a:rPr lang="en-GB" sz="2400" b="1" dirty="0"/>
              <a:t>collection of small, independent, and loosely coupled services</a:t>
            </a:r>
            <a:r>
              <a:rPr lang="en-GB" sz="2400" dirty="0"/>
              <a:t> that communicate with each other, usually over a network via lightweight protocols (like HTTP/REST or asynchronous messaging).</a:t>
            </a:r>
          </a:p>
          <a:p>
            <a:r>
              <a:rPr lang="en-GB" sz="2400" dirty="0"/>
              <a:t>It is a deliberate counterpoint to the Monolithic Architecture, designed to solve the </a:t>
            </a:r>
            <a:r>
              <a:rPr lang="en-GB" sz="2400" b="1" dirty="0"/>
              <a:t>scaling</a:t>
            </a:r>
            <a:r>
              <a:rPr lang="en-GB" sz="2400" dirty="0"/>
              <a:t>, </a:t>
            </a:r>
            <a:r>
              <a:rPr lang="en-GB" sz="2400" b="1" dirty="0"/>
              <a:t>complexity</a:t>
            </a:r>
            <a:r>
              <a:rPr lang="en-GB" sz="2400" dirty="0"/>
              <a:t>, and </a:t>
            </a:r>
            <a:r>
              <a:rPr lang="en-GB" sz="2400" b="1" dirty="0"/>
              <a:t>agility</a:t>
            </a:r>
            <a:r>
              <a:rPr lang="en-GB" sz="2400" dirty="0"/>
              <a:t> problems that arise in large, integrated applications.</a:t>
            </a: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308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C15DFD-AB97-AB43-A6C9-2808708C9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05BA89-ECA6-2247-ABBB-3C6716020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 descr="A diagram of a data flow&#10;&#10;AI-generated content may be incorrect.">
            <a:extLst>
              <a:ext uri="{FF2B5EF4-FFF2-40B4-BE49-F238E27FC236}">
                <a16:creationId xmlns:a16="http://schemas.microsoft.com/office/drawing/2014/main" id="{4B56207D-0065-6391-B07A-D15116DAA8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05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6B2DB-EBF8-6D38-7A58-2986B934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n-GB" dirty="0"/>
              <a:t>2.2 Key Features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7D32AB-1E5A-8F9B-13B8-80230F7A75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279617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27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E116E-2E3F-E1ED-47B4-8436746A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en-GB"/>
              <a:t>3.1 Where to use Microservices</a:t>
            </a:r>
            <a:endParaRPr lang="LID4096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07EEE8-B0EC-7674-D30C-DA46E153E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43" y="2160588"/>
            <a:ext cx="5136556" cy="392588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/>
              <a:t>Complex and Evolving Applications</a:t>
            </a:r>
          </a:p>
          <a:p>
            <a:pPr marL="457200" indent="-457200">
              <a:buAutoNum type="arabicPeriod"/>
            </a:pPr>
            <a:r>
              <a:rPr lang="en-GB"/>
              <a:t>High Traffic Platforms with </a:t>
            </a:r>
            <a:r>
              <a:rPr lang="en-GB" b="1"/>
              <a:t>Variable Loads</a:t>
            </a:r>
          </a:p>
          <a:p>
            <a:pPr marL="457200" indent="-457200">
              <a:buAutoNum type="arabicPeriod"/>
            </a:pPr>
            <a:r>
              <a:rPr lang="en-GB"/>
              <a:t>Systems Requiring High Availability</a:t>
            </a:r>
          </a:p>
          <a:p>
            <a:pPr marL="457200" indent="-457200">
              <a:buAutoNum type="arabicPeriod"/>
            </a:pPr>
            <a:r>
              <a:rPr lang="en-GB"/>
              <a:t>Organizations with multiple teams</a:t>
            </a:r>
            <a:endParaRPr lang="LID4096"/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8780EAF4-E926-2704-3671-B9D461AE4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4387" y="2238233"/>
            <a:ext cx="3616657" cy="36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9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A44E-B428-A3B4-3AB5-0DB98F1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3.2 Why is it useful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D73CD-72E3-E114-D133-3ADE0644C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/>
              <a:t>3.2.1 Business Utility</a:t>
            </a:r>
          </a:p>
          <a:p>
            <a:pPr lvl="1"/>
            <a:r>
              <a:rPr lang="en-GB" sz="2000"/>
              <a:t>Faster Time to Market (deploy small services immediately)</a:t>
            </a:r>
          </a:p>
          <a:p>
            <a:pPr lvl="1"/>
            <a:r>
              <a:rPr lang="en-GB" sz="2000"/>
              <a:t>Cost Optimization (scale services that generate revenue)</a:t>
            </a:r>
          </a:p>
          <a:p>
            <a:pPr lvl="1"/>
            <a:r>
              <a:rPr lang="en-GB" sz="2000"/>
              <a:t>Risk Reduction (badly deployed service doesn’t affect other ones)</a:t>
            </a:r>
          </a:p>
          <a:p>
            <a:pPr marL="0" indent="0">
              <a:buNone/>
            </a:pPr>
            <a:r>
              <a:rPr lang="en-GB" sz="2400" b="1"/>
              <a:t>3.2.2 Developer Utility</a:t>
            </a:r>
          </a:p>
          <a:p>
            <a:pPr lvl="1"/>
            <a:r>
              <a:rPr lang="en-GB" sz="2000"/>
              <a:t>Technology Freedom (Use different Technologies)</a:t>
            </a:r>
          </a:p>
          <a:p>
            <a:pPr lvl="1"/>
            <a:r>
              <a:rPr lang="en-GB" sz="2000"/>
              <a:t>Cognitive Load (Small code for each service compared to monolith)</a:t>
            </a:r>
          </a:p>
          <a:p>
            <a:pPr lvl="1"/>
            <a:r>
              <a:rPr lang="en-GB" sz="2000"/>
              <a:t>Faster Debugging and Testing </a:t>
            </a:r>
            <a:r>
              <a:rPr lang="en-GB" sz="2000" b="1"/>
              <a:t>for a service</a:t>
            </a:r>
          </a:p>
          <a:p>
            <a:pPr marL="2286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530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A342F-A972-FF02-E30C-F97C913F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040" y="455362"/>
            <a:ext cx="6991800" cy="1550419"/>
          </a:xfrm>
        </p:spPr>
        <p:txBody>
          <a:bodyPr>
            <a:normAutofit/>
          </a:bodyPr>
          <a:lstStyle/>
          <a:p>
            <a:r>
              <a:rPr lang="en-GB" dirty="0"/>
              <a:t>3.2 Why is it useful</a:t>
            </a:r>
            <a:endParaRPr lang="LID4096" dirty="0"/>
          </a:p>
        </p:txBody>
      </p:sp>
      <p:pic>
        <p:nvPicPr>
          <p:cNvPr id="16" name="Picture 15" descr="Computer script on a screen">
            <a:extLst>
              <a:ext uri="{FF2B5EF4-FFF2-40B4-BE49-F238E27FC236}">
                <a16:creationId xmlns:a16="http://schemas.microsoft.com/office/drawing/2014/main" id="{EF2AC864-7F2E-1495-0DF0-2A1C9B031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4" r="49576" b="-1"/>
          <a:stretch>
            <a:fillRect/>
          </a:stretch>
        </p:blipFill>
        <p:spPr>
          <a:xfrm>
            <a:off x="20" y="10"/>
            <a:ext cx="4173348" cy="6857990"/>
          </a:xfrm>
          <a:custGeom>
            <a:avLst/>
            <a:gdLst/>
            <a:ahLst/>
            <a:cxnLst/>
            <a:rect l="l" t="t" r="r" b="b"/>
            <a:pathLst>
              <a:path w="4173368" h="6858000">
                <a:moveTo>
                  <a:pt x="0" y="0"/>
                </a:moveTo>
                <a:lnTo>
                  <a:pt x="3603641" y="0"/>
                </a:lnTo>
                <a:lnTo>
                  <a:pt x="3603641" y="565149"/>
                </a:lnTo>
                <a:lnTo>
                  <a:pt x="4173368" y="565149"/>
                </a:lnTo>
                <a:lnTo>
                  <a:pt x="41733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9512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9512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76EF-7C5C-4C3B-8539-981216763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040" y="2160016"/>
            <a:ext cx="6991800" cy="3926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3.2.3 Software Utility</a:t>
            </a:r>
          </a:p>
          <a:p>
            <a:pPr lvl="1"/>
            <a:r>
              <a:rPr lang="en-GB" sz="3600" dirty="0"/>
              <a:t>Fault Isolation</a:t>
            </a:r>
          </a:p>
          <a:p>
            <a:pPr lvl="1"/>
            <a:r>
              <a:rPr lang="en-GB" sz="3600" dirty="0"/>
              <a:t>Scalability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1769414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3D28-EFE6-F747-D753-C873D122B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655" y="2621820"/>
            <a:ext cx="9486690" cy="1614359"/>
          </a:xfrm>
        </p:spPr>
        <p:txBody>
          <a:bodyPr>
            <a:normAutofit/>
          </a:bodyPr>
          <a:lstStyle/>
          <a:p>
            <a:pPr algn="ctr"/>
            <a:r>
              <a:rPr lang="en-GB" sz="8800" dirty="0"/>
              <a:t>4. Examples</a:t>
            </a:r>
            <a:endParaRPr lang="LID4096" sz="8800" dirty="0"/>
          </a:p>
        </p:txBody>
      </p:sp>
    </p:spTree>
    <p:extLst>
      <p:ext uri="{BB962C8B-B14F-4D97-AF65-F5344CB8AC3E}">
        <p14:creationId xmlns:p14="http://schemas.microsoft.com/office/powerpoint/2010/main" val="1363198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EF7D-872E-C8EB-E382-0EC36B23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4.1 General Comparative Example</a:t>
            </a:r>
            <a:endParaRPr lang="LID4096" dirty="0"/>
          </a:p>
        </p:txBody>
      </p:sp>
      <p:pic>
        <p:nvPicPr>
          <p:cNvPr id="8" name="Content Placeholder 7" descr="A diagram of a server&#10;&#10;AI-generated content may be incorrect.">
            <a:extLst>
              <a:ext uri="{FF2B5EF4-FFF2-40B4-BE49-F238E27FC236}">
                <a16:creationId xmlns:a16="http://schemas.microsoft.com/office/drawing/2014/main" id="{C6D96AFB-DDC2-8341-2766-72E93E1BAC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072" y="2131725"/>
            <a:ext cx="5062120" cy="3600331"/>
          </a:xfrm>
        </p:spPr>
      </p:pic>
      <p:pic>
        <p:nvPicPr>
          <p:cNvPr id="6" name="Content Placeholder 5" descr="A diagram of server data&#10;&#10;AI-generated content may be incorrect.">
            <a:extLst>
              <a:ext uri="{FF2B5EF4-FFF2-40B4-BE49-F238E27FC236}">
                <a16:creationId xmlns:a16="http://schemas.microsoft.com/office/drawing/2014/main" id="{6AD74B8D-EB97-5D1A-8B7C-9EA5A65460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226" y="2131726"/>
            <a:ext cx="5062120" cy="3600331"/>
          </a:xfrm>
        </p:spPr>
      </p:pic>
    </p:spTree>
    <p:extLst>
      <p:ext uri="{BB962C8B-B14F-4D97-AF65-F5344CB8AC3E}">
        <p14:creationId xmlns:p14="http://schemas.microsoft.com/office/powerpoint/2010/main" val="116993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C119-BACA-94B1-7B05-CA340088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4.2.1 Real World Example 1: </a:t>
            </a:r>
            <a:r>
              <a:rPr lang="en-GB" sz="3600" dirty="0">
                <a:solidFill>
                  <a:srgbClr val="FF0000"/>
                </a:solidFill>
              </a:rPr>
              <a:t>Netflix</a:t>
            </a:r>
            <a:endParaRPr lang="LID4096"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63E8DB-D89E-2165-ABB8-F55C13A7F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5283" y="1044256"/>
            <a:ext cx="3439005" cy="45631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D302E-EDC4-C64B-3D48-8367FCDBC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Let’s say you press the play button on Netflix, these are the microservices that run in the background</a:t>
            </a:r>
          </a:p>
          <a:p>
            <a:pPr marL="342900" indent="-342900">
              <a:buAutoNum type="arabicPeriod"/>
            </a:pPr>
            <a:r>
              <a:rPr lang="en-GB" dirty="0"/>
              <a:t>Authorization Service (Checks Subscription)</a:t>
            </a:r>
          </a:p>
          <a:p>
            <a:pPr marL="342900" indent="-342900">
              <a:buAutoNum type="arabicPeriod"/>
            </a:pPr>
            <a:r>
              <a:rPr lang="en-GB" dirty="0"/>
              <a:t>Recommendation Service (Updates the “Because you watched’’ list)</a:t>
            </a:r>
          </a:p>
          <a:p>
            <a:pPr marL="342900" indent="-342900">
              <a:buAutoNum type="arabicPeriod"/>
            </a:pPr>
            <a:r>
              <a:rPr lang="en-GB" dirty="0"/>
              <a:t>Content Delivery Service (Locates the nearest server with the video)</a:t>
            </a:r>
          </a:p>
          <a:p>
            <a:pPr marL="342900" indent="-342900">
              <a:buAutoNum type="arabicPeriod"/>
            </a:pPr>
            <a:r>
              <a:rPr lang="en-GB" dirty="0"/>
              <a:t>Device Service (Formats and Plays the video)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55559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1EC4-A588-9411-C736-246310A8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4.2.1 </a:t>
            </a:r>
            <a:r>
              <a:rPr lang="en-GB" dirty="0">
                <a:solidFill>
                  <a:srgbClr val="FF0000"/>
                </a:solidFill>
              </a:rPr>
              <a:t>Netflix</a:t>
            </a:r>
            <a:r>
              <a:rPr lang="en-GB" dirty="0"/>
              <a:t> Example Cont.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4534D-DBD4-D8C8-FA27-CCE571E4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200" b="1" dirty="0"/>
              <a:t>Resilience Example:</a:t>
            </a:r>
            <a:r>
              <a:rPr lang="en-GB" sz="3200" dirty="0"/>
              <a:t> If the </a:t>
            </a:r>
            <a:r>
              <a:rPr lang="en-GB" sz="3200" b="1" dirty="0"/>
              <a:t>Recommendation Service</a:t>
            </a:r>
            <a:r>
              <a:rPr lang="en-GB" sz="3200" dirty="0"/>
              <a:t> crashes, Netflix doesn't show an error page. Instead, the system falls back to a "Default" generic list of popular movies. </a:t>
            </a:r>
            <a:r>
              <a:rPr lang="en-GB" sz="3200" b="1" dirty="0"/>
              <a:t>The user never knows something broke.</a:t>
            </a:r>
            <a:endParaRPr lang="LID4096" sz="3200" b="1" dirty="0"/>
          </a:p>
        </p:txBody>
      </p:sp>
    </p:spTree>
    <p:extLst>
      <p:ext uri="{BB962C8B-B14F-4D97-AF65-F5344CB8AC3E}">
        <p14:creationId xmlns:p14="http://schemas.microsoft.com/office/powerpoint/2010/main" val="2317762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C0FF-1679-2532-147A-F4764A70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4.2.2 Real World Example 2: </a:t>
            </a:r>
            <a:r>
              <a:rPr lang="en-GB" dirty="0">
                <a:solidFill>
                  <a:srgbClr val="00B050"/>
                </a:solidFill>
              </a:rPr>
              <a:t>Uber</a:t>
            </a:r>
            <a:endParaRPr lang="LID4096" dirty="0">
              <a:solidFill>
                <a:srgbClr val="00B050"/>
              </a:solidFill>
            </a:endParaRPr>
          </a:p>
        </p:txBody>
      </p:sp>
      <p:pic>
        <p:nvPicPr>
          <p:cNvPr id="6" name="Content Placeholder 5" descr="A black and white logo&#10;&#10;AI-generated content may be incorrect.">
            <a:extLst>
              <a:ext uri="{FF2B5EF4-FFF2-40B4-BE49-F238E27FC236}">
                <a16:creationId xmlns:a16="http://schemas.microsoft.com/office/drawing/2014/main" id="{E687BC26-F053-35AF-8774-AFD9C53F6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25" y="1817892"/>
            <a:ext cx="5359400" cy="301584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A9985-3C77-7092-E789-F9471BDCF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4362764"/>
          </a:xfrm>
        </p:spPr>
        <p:txBody>
          <a:bodyPr>
            <a:normAutofit/>
          </a:bodyPr>
          <a:lstStyle/>
          <a:p>
            <a:r>
              <a:rPr lang="en-GB" sz="1800" dirty="0"/>
              <a:t>Their Microservices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Passenger Management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Driver Management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Trip Management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Billing Service</a:t>
            </a:r>
            <a:endParaRPr lang="en-GB" dirty="0"/>
          </a:p>
          <a:p>
            <a:r>
              <a:rPr lang="en-GB" sz="1800" b="1" dirty="0"/>
              <a:t>Resilience Example:</a:t>
            </a:r>
            <a:r>
              <a:rPr lang="en-GB" sz="1800" dirty="0"/>
              <a:t> If the </a:t>
            </a:r>
            <a:r>
              <a:rPr lang="en-GB" sz="1800" b="1" dirty="0"/>
              <a:t>Billing Service</a:t>
            </a:r>
            <a:r>
              <a:rPr lang="en-GB" sz="1800" dirty="0"/>
              <a:t> has a latency spike or goes down, the ride continues and processes the payment later. The core service is decoupled from the supporting service (payment).</a:t>
            </a:r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44905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FCD7-A619-874E-947D-E577119F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660" y="2653790"/>
            <a:ext cx="9486690" cy="1550419"/>
          </a:xfrm>
        </p:spPr>
        <p:txBody>
          <a:bodyPr>
            <a:normAutofit/>
          </a:bodyPr>
          <a:lstStyle/>
          <a:p>
            <a:pPr algn="ctr"/>
            <a:r>
              <a:rPr lang="en-GB" sz="6600" dirty="0"/>
              <a:t>5. </a:t>
            </a:r>
            <a:r>
              <a:rPr lang="en-GB" sz="6600" dirty="0">
                <a:solidFill>
                  <a:schemeClr val="accent1"/>
                </a:solidFill>
              </a:rPr>
              <a:t>Pros</a:t>
            </a:r>
            <a:r>
              <a:rPr lang="en-GB" sz="6600" dirty="0"/>
              <a:t> and </a:t>
            </a:r>
            <a:r>
              <a:rPr lang="en-GB" sz="6600" dirty="0">
                <a:solidFill>
                  <a:srgbClr val="FF0000"/>
                </a:solidFill>
              </a:rPr>
              <a:t>Cons</a:t>
            </a:r>
            <a:endParaRPr lang="LID4096" sz="6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79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CFB56-BA46-E35C-3778-8AABE97D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/>
              <a:t>5.1 Pros of Microservices Architecture</a:t>
            </a:r>
            <a:endParaRPr lang="LID4096" sz="3400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4A61DC8B-C13D-E99A-A4BA-82463ABA0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78416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681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641A2575-9B55-3623-CCFD-0CC41DCE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" r="1415" b="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937137-F3D9-BECF-5139-7EBC129DA503}"/>
                  </a:ext>
                </a:extLst>
              </p14:cNvPr>
              <p14:cNvContentPartPr/>
              <p14:nvPr/>
            </p14:nvContentPartPr>
            <p14:xfrm>
              <a:off x="11093815" y="5603673"/>
              <a:ext cx="603720" cy="429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937137-F3D9-BECF-5139-7EBC129DA5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0815" y="5540673"/>
                <a:ext cx="729360" cy="5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7577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37160-6E42-35DF-4674-EABD0740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n-GB" sz="3400"/>
              <a:t>5.2 Cons of Microservices Architecture</a:t>
            </a:r>
            <a:endParaRPr lang="LID4096" sz="340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80C8A85-57A3-42B5-F6B5-90C89EDF9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587906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14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108C-4EEE-4420-6E79-174C4A8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500" y="2503567"/>
            <a:ext cx="9486690" cy="1846364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6. </a:t>
            </a:r>
            <a:r>
              <a:rPr lang="en-GB" sz="5400" dirty="0"/>
              <a:t>BONUS SECTION!</a:t>
            </a:r>
            <a:br>
              <a:rPr lang="en-GB" sz="5400" dirty="0"/>
            </a:br>
            <a:r>
              <a:rPr lang="en-GB" sz="5400" dirty="0">
                <a:solidFill>
                  <a:srgbClr val="FFC000"/>
                </a:solidFill>
              </a:rPr>
              <a:t> Summary</a:t>
            </a:r>
            <a:endParaRPr lang="LID4096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37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FABC-AC3F-DDC7-D7A2-9BC1AEFB6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41663"/>
            <a:ext cx="9486690" cy="64203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b="1" dirty="0"/>
              <a:t>Core Concept of Microservice Architecture</a:t>
            </a:r>
            <a:r>
              <a:rPr lang="en-GB" sz="2400" dirty="0"/>
              <a:t>: Decomposition</a:t>
            </a:r>
            <a:r>
              <a:rPr lang="en-GB" sz="2400" b="1" dirty="0"/>
              <a:t> </a:t>
            </a:r>
            <a:r>
              <a:rPr lang="en-GB" sz="2400" dirty="0"/>
              <a:t>of services to create a loosely coupled system, where each service has a single responsibility.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How it works: </a:t>
            </a:r>
            <a:r>
              <a:rPr lang="en-GB" sz="2400" dirty="0"/>
              <a:t>It works using Independent Deployment, Decentralized Data and Loose coupling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Best use case: </a:t>
            </a:r>
            <a:r>
              <a:rPr lang="en-GB" sz="2400" dirty="0"/>
              <a:t>Large, complex systems where monolithic architecture causes bottlenecks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Pros: </a:t>
            </a:r>
            <a:r>
              <a:rPr lang="en-GB" sz="2400" dirty="0"/>
              <a:t>Granular Scalability, tech freedom and fault isolation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Cons: </a:t>
            </a:r>
            <a:r>
              <a:rPr lang="en-GB" sz="2400" dirty="0"/>
              <a:t>Operation Complexity (DevOps), Network Latency, Data Consistency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2604232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0A72-F40E-5C87-EB64-C996FF58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910" y="2653790"/>
            <a:ext cx="9486690" cy="1550419"/>
          </a:xfrm>
        </p:spPr>
        <p:txBody>
          <a:bodyPr/>
          <a:lstStyle/>
          <a:p>
            <a:pPr algn="ctr"/>
            <a:r>
              <a:rPr lang="en-GB" dirty="0"/>
              <a:t>Presentation Over.</a:t>
            </a:r>
            <a:br>
              <a:rPr lang="en-GB" dirty="0"/>
            </a:br>
            <a:r>
              <a:rPr lang="en-GB" dirty="0">
                <a:solidFill>
                  <a:srgbClr val="00B050"/>
                </a:solidFill>
              </a:rPr>
              <a:t>Thank you!</a:t>
            </a:r>
            <a:endParaRPr lang="LID4096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07843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1F3537-B07B-4EB1-9740-46046A8EE686}"/>
</file>

<file path=customXml/itemProps2.xml><?xml version="1.0" encoding="utf-8"?>
<ds:datastoreItem xmlns:ds="http://schemas.openxmlformats.org/officeDocument/2006/customXml" ds:itemID="{9C01304E-BEA1-47D4-9F49-68AA41EEB7EC}"/>
</file>

<file path=customXml/itemProps3.xml><?xml version="1.0" encoding="utf-8"?>
<ds:datastoreItem xmlns:ds="http://schemas.openxmlformats.org/officeDocument/2006/customXml" ds:itemID="{87EBF14A-46C3-47DE-8434-A435B715CB8C}"/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778</Words>
  <Application>Microsoft Office PowerPoint</Application>
  <PresentationFormat>Widescreen</PresentationFormat>
  <Paragraphs>103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Neue Haas Grotesk Text Pro</vt:lpstr>
      <vt:lpstr>InterweaveVTI</vt:lpstr>
      <vt:lpstr>Microservices Architecture</vt:lpstr>
      <vt:lpstr>5 Key Topics </vt:lpstr>
      <vt:lpstr>1. Context </vt:lpstr>
      <vt:lpstr>1.1 What is Software Architecture</vt:lpstr>
      <vt:lpstr>1.2 Why do we need good Software Architecture</vt:lpstr>
      <vt:lpstr>1.3 What is the Monolith Architecture</vt:lpstr>
      <vt:lpstr>Problems with Monolith that create a need for a new type of architecture</vt:lpstr>
      <vt:lpstr>2. What is Microservices Architecture</vt:lpstr>
      <vt:lpstr>2.1 Describing Microservices Architecture</vt:lpstr>
      <vt:lpstr>PowerPoint Presentation</vt:lpstr>
      <vt:lpstr>2.2 Key Features</vt:lpstr>
      <vt:lpstr>3.1 Where to use Microservices</vt:lpstr>
      <vt:lpstr>3.2 Why is it useful</vt:lpstr>
      <vt:lpstr>3.2 Why is it useful</vt:lpstr>
      <vt:lpstr>4. Examples</vt:lpstr>
      <vt:lpstr>4.1 General Comparative Example</vt:lpstr>
      <vt:lpstr>4.2.1 Real World Example 1: Netflix</vt:lpstr>
      <vt:lpstr>4.2.1 Netflix Example Cont.</vt:lpstr>
      <vt:lpstr>4.2.2 Real World Example 2: Uber</vt:lpstr>
      <vt:lpstr>5. Pros and Cons</vt:lpstr>
      <vt:lpstr>5.1 Pros of Microservices Architecture</vt:lpstr>
      <vt:lpstr>PowerPoint Presentation</vt:lpstr>
      <vt:lpstr>5.2 Cons of Microservices Architecture</vt:lpstr>
      <vt:lpstr>6. BONUS SECTION!  Summary</vt:lpstr>
      <vt:lpstr>PowerPoint Presentation</vt:lpstr>
      <vt:lpstr>Presentation Over.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Farhan</dc:creator>
  <cp:lastModifiedBy>Ahmed Farhan</cp:lastModifiedBy>
  <cp:revision>4</cp:revision>
  <dcterms:created xsi:type="dcterms:W3CDTF">2025-11-24T10:48:47Z</dcterms:created>
  <dcterms:modified xsi:type="dcterms:W3CDTF">2025-11-25T05:59:23Z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