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3" roundtripDataSignature="AMtx7mgC/U1AOQAKWfuu4KxXGD+AecRY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768096" y="1714500"/>
            <a:ext cx="72900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 "/>
              <a:defRPr/>
            </a:lvl1pPr>
            <a:lvl2pPr indent="-3175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?"/>
              <a:defRPr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?"/>
              <a:defRPr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?"/>
              <a:defRPr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?"/>
              <a:defRPr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?"/>
              <a:defRPr/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768097" y="4853028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632199" y="4853028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8128000" y="4853028"/>
            <a:ext cx="730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" name="Google Shape;1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" name="Google Shape;23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" name="Google Shape;2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" name="Google Shape;2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2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2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2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wentieth Century"/>
              <a:buNone/>
            </a:pPr>
            <a:r>
              <a:rPr b="1" lang="en" sz="2700">
                <a:solidFill>
                  <a:schemeClr val="accent1"/>
                </a:solidFill>
              </a:rPr>
              <a:t>COURSE TITLE: ENTREPRENEURSHIP &amp; Technology Commercialization  </a:t>
            </a:r>
            <a:endParaRPr sz="2700">
              <a:solidFill>
                <a:schemeClr val="accent1"/>
              </a:solidFill>
            </a:endParaRPr>
          </a:p>
        </p:txBody>
      </p:sp>
      <p:sp>
        <p:nvSpPr>
          <p:cNvPr id="61" name="Google Shape;61;p1"/>
          <p:cNvSpPr txBox="1"/>
          <p:nvPr>
            <p:ph idx="1" type="body"/>
          </p:nvPr>
        </p:nvSpPr>
        <p:spPr>
          <a:xfrm>
            <a:off x="768096" y="1714500"/>
            <a:ext cx="7290000" cy="301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br>
              <a:rPr b="1" lang="en"/>
            </a:br>
            <a:r>
              <a:rPr b="1" lang="en"/>
              <a:t>Course Code: CS391</a:t>
            </a:r>
            <a:endParaRPr b="1"/>
          </a:p>
          <a:p>
            <a:pPr indent="0" lvl="0" marL="0" rtl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700"/>
              <a:buNone/>
            </a:pPr>
            <a:br>
              <a:rPr b="1" lang="en"/>
            </a:br>
            <a:r>
              <a:rPr b="1" lang="en"/>
              <a:t>Course Instructor: Dr. Fahd S. Khan</a:t>
            </a:r>
            <a:br>
              <a:rPr b="1" lang="en"/>
            </a:br>
            <a:endParaRPr/>
          </a:p>
          <a:p>
            <a:pPr indent="0" lvl="0" marL="0" rtl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700"/>
              <a:buNone/>
            </a:pPr>
            <a:r>
              <a:rPr b="1" lang="en"/>
              <a:t>Ghulam Ishaq Khan Institute Of Engineering Sciences and Technology</a:t>
            </a:r>
            <a:endParaRPr/>
          </a:p>
        </p:txBody>
      </p:sp>
      <p:pic>
        <p:nvPicPr>
          <p:cNvPr id="62" name="Google Shape;6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77"/>
            <a:ext cx="996554" cy="876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375" y="847975"/>
            <a:ext cx="7539000" cy="385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2"/>
          <p:cNvSpPr txBox="1"/>
          <p:nvPr/>
        </p:nvSpPr>
        <p:spPr>
          <a:xfrm>
            <a:off x="436625" y="176925"/>
            <a:ext cx="8615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Customer Identification &amp; Validation</a:t>
            </a:r>
            <a:endParaRPr b="1" i="0" sz="2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414975" cy="477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762917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762917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459899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68452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59467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549750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527300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7760712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7760712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50482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392526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572199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549750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 txBox="1"/>
          <p:nvPr/>
        </p:nvSpPr>
        <p:spPr>
          <a:xfrm>
            <a:off x="220950" y="851750"/>
            <a:ext cx="87021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1: </a:t>
            </a: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the product/service and the assumed customer </a:t>
            </a:r>
            <a:r>
              <a:rPr b="1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Pain Point</a:t>
            </a: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(from a previous assignment).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2: </a:t>
            </a: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the profile of the ideal </a:t>
            </a:r>
            <a:r>
              <a:rPr b="1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Early-Evangelist</a:t>
            </a: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3: </a:t>
            </a: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Craft the Positioning Statement using the Moore's Generator framework.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4: Roleplay - </a:t>
            </a: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team performs a </a:t>
            </a:r>
            <a:r>
              <a:rPr b="1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60-second "Evangelist Pitch" to the group (evangelist) sitting next to them.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122150" y="266750"/>
            <a:ext cx="8435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Class Activity</a:t>
            </a:r>
            <a:endParaRPr b="1" i="0" sz="2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