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62" roundtripDataSignature="AMtx7mi08bbT8xhW/QpldLjk+KHiLL/i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F7FF4EB-F698-4061-B9A7-C5963F5966E3}">
  <a:tblStyle styleId="{5F7FF4EB-F698-4061-B9A7-C5963F5966E3}" styleName="Table_0">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chemeClr val="accent1"/>
              </a:solidFill>
              <a:prstDash val="solid"/>
              <a:round/>
              <a:headEnd len="sm" w="sm" type="none"/>
              <a:tailEnd len="sm" w="sm" type="none"/>
            </a:ln>
          </a:top>
          <a:bottom>
            <a:ln cap="flat" cmpd="sng" w="12700">
              <a:solidFill>
                <a:schemeClr val="accen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fill>
          <a:solidFill>
            <a:schemeClr val="accent1">
              <a:alpha val="20000"/>
            </a:schemeClr>
          </a:solidFill>
        </a:fill>
      </a:tcStyle>
    </a:band1H>
    <a:band2H>
      <a:tcTxStyle/>
    </a:band2H>
    <a:band1V>
      <a:tcTxStyle/>
      <a:tcStyle>
        <a:fill>
          <a:solidFill>
            <a:schemeClr val="accent1">
              <a:alpha val="20000"/>
            </a:schemeClr>
          </a:solidFill>
        </a:fill>
      </a:tcStyle>
    </a:band1V>
    <a:band2V>
      <a:tcTxStyle/>
    </a:band2V>
    <a:lastCol>
      <a:tcTxStyle b="on" i="off"/>
    </a:lastCol>
    <a:firstCol>
      <a:tcTxStyle b="on" i="off"/>
    </a:firstCol>
    <a:lastRow>
      <a:tcTxStyle b="on" i="off"/>
      <a:tcStyle>
        <a:tcBdr>
          <a:top>
            <a:ln cap="flat" cmpd="sng" w="12700">
              <a:solidFill>
                <a:schemeClr val="accent1"/>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12700">
              <a:solidFill>
                <a:schemeClr val="accent1"/>
              </a:solidFill>
              <a:prstDash val="solid"/>
              <a:round/>
              <a:headEnd len="sm" w="sm" type="none"/>
              <a:tailEnd len="sm" w="sm" type="none"/>
            </a:ln>
          </a:bottom>
        </a:tcBdr>
        <a:fill>
          <a:solidFill>
            <a:srgbClr val="FFFFFF">
              <a:alpha val="0"/>
            </a:srgbClr>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customschemas.google.com/relationships/presentationmetadata" Target="metadata"/><Relationship Id="rId61" Type="http://schemas.openxmlformats.org/officeDocument/2006/relationships/slide" Target="slides/slide55.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US"/>
              <a:t>If this PowerPoint presentation contains mathematical equations, you may need to check that your computer has the following installed:</a:t>
            </a:r>
            <a:endParaRPr/>
          </a:p>
          <a:p>
            <a:pPr indent="0" lvl="0" marL="0" marR="0" rtl="0" algn="l">
              <a:lnSpc>
                <a:spcPct val="100000"/>
              </a:lnSpc>
              <a:spcBef>
                <a:spcPts val="0"/>
              </a:spcBef>
              <a:spcAft>
                <a:spcPts val="0"/>
              </a:spcAft>
              <a:buClr>
                <a:schemeClr val="dk1"/>
              </a:buClr>
              <a:buSzPts val="1200"/>
              <a:buFont typeface="Arial"/>
              <a:buNone/>
            </a:pPr>
            <a:r>
              <a:rPr lang="en-US"/>
              <a:t>1) MathType Plugin</a:t>
            </a:r>
            <a:endParaRPr/>
          </a:p>
          <a:p>
            <a:pPr indent="0" lvl="0" marL="0" marR="0" rtl="0" algn="l">
              <a:lnSpc>
                <a:spcPct val="100000"/>
              </a:lnSpc>
              <a:spcBef>
                <a:spcPts val="0"/>
              </a:spcBef>
              <a:spcAft>
                <a:spcPts val="0"/>
              </a:spcAft>
              <a:buClr>
                <a:schemeClr val="dk1"/>
              </a:buClr>
              <a:buSzPts val="1200"/>
              <a:buFont typeface="Arial"/>
              <a:buNone/>
            </a:pPr>
            <a:r>
              <a:rPr lang="en-US"/>
              <a:t>2) Math Player (free versions available)</a:t>
            </a:r>
            <a:endParaRPr/>
          </a:p>
          <a:p>
            <a:pPr indent="0" lvl="0" marL="0" marR="0" rtl="0" algn="l">
              <a:lnSpc>
                <a:spcPct val="100000"/>
              </a:lnSpc>
              <a:spcBef>
                <a:spcPts val="0"/>
              </a:spcBef>
              <a:spcAft>
                <a:spcPts val="0"/>
              </a:spcAft>
              <a:buClr>
                <a:schemeClr val="dk1"/>
              </a:buClr>
              <a:buSzPts val="1200"/>
              <a:buFont typeface="Arial"/>
              <a:buNone/>
            </a:pPr>
            <a:r>
              <a:rPr lang="en-US"/>
              <a:t>3) NVDA Reader (free versions available)</a:t>
            </a:r>
            <a:endParaRPr/>
          </a:p>
        </p:txBody>
      </p:sp>
      <p:sp>
        <p:nvSpPr>
          <p:cNvPr id="110" name="Google Shape;110;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a1f13a8390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a1f13a8390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g3a1f13a8390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a1f13a8390_0_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a1f13a8390_0_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g3a1f13a8390_0_1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a1f13a8390_0_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a1f13a8390_0_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g3a1f13a8390_0_2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a2a61322f2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a2a61322f2_1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g3a2a61322f2_1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2a61322f2_1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a2a61322f2_1_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g3a2a61322f2_1_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a2a61322f2_1_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a2a61322f2_1_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g3a2a61322f2_1_1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a2a61322f2_1_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a2a61322f2_1_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g3a2a61322f2_1_2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2a61322f2_1_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a2a61322f2_1_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g3a2a61322f2_1_2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a2a61322f2_1_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a2a61322f2_1_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g3a2a61322f2_1_3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a2a61322f2_1_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a2a61322f2_1_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g3a2a61322f2_1_4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2a61322f2_1_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a2a61322f2_1_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g3a2a61322f2_1_4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a2a61322f2_1_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a2a61322f2_1_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g3a2a61322f2_1_5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a2a61322f2_1_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a2a61322f2_1_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g3a2a61322f2_1_6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a2a61322f2_1_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a2a61322f2_1_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g3a2a61322f2_1_7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a2a61322f2_1_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a2a61322f2_1_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g3a2a61322f2_1_7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a2a61322f2_1_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a2a61322f2_1_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g3a2a61322f2_1_8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a2a61322f2_1_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a2a61322f2_1_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g3a2a61322f2_1_9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a2a61322f2_1_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a2a61322f2_1_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g3a2a61322f2_1_9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a2a61322f2_1_1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a2a61322f2_1_10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g3a2a61322f2_1_10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a2a61322f2_1_1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a2a61322f2_1_1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g3a2a61322f2_1_12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 name="Google Shape;395;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hapter Opener" showMasterSp="0">
  <p:cSld name="1_Chapter Opener">
    <p:spTree>
      <p:nvGrpSpPr>
        <p:cNvPr id="17" name="Shape 17"/>
        <p:cNvGrpSpPr/>
        <p:nvPr/>
      </p:nvGrpSpPr>
      <p:grpSpPr>
        <a:xfrm>
          <a:off x="0" y="0"/>
          <a:ext cx="0" cy="0"/>
          <a:chOff x="0" y="0"/>
          <a:chExt cx="0" cy="0"/>
        </a:xfrm>
      </p:grpSpPr>
      <p:sp>
        <p:nvSpPr>
          <p:cNvPr id="18" name="Google Shape;18;p37"/>
          <p:cNvSpPr txBox="1"/>
          <p:nvPr>
            <p:ph type="title"/>
          </p:nvPr>
        </p:nvSpPr>
        <p:spPr>
          <a:xfrm>
            <a:off x="457200" y="215372"/>
            <a:ext cx="8229600" cy="622828"/>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007FA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7"/>
          <p:cNvSpPr txBox="1"/>
          <p:nvPr>
            <p:ph idx="1" type="body"/>
          </p:nvPr>
        </p:nvSpPr>
        <p:spPr>
          <a:xfrm>
            <a:off x="457200" y="816430"/>
            <a:ext cx="8229600" cy="47897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2000"/>
              <a:buNone/>
              <a:defRPr sz="2000">
                <a:solidFill>
                  <a:srgbClr val="007FA3"/>
                </a:solidFill>
              </a:defRPr>
            </a:lvl1pPr>
            <a:lvl2pPr indent="-228600" lvl="1" marL="914400" algn="l">
              <a:spcBef>
                <a:spcPts val="0"/>
              </a:spcBef>
              <a:spcAft>
                <a:spcPts val="0"/>
              </a:spcAft>
              <a:buSzPts val="2400"/>
              <a:buNone/>
              <a:defRPr sz="2400">
                <a:solidFill>
                  <a:schemeClr val="lt1"/>
                </a:solidFill>
              </a:defRPr>
            </a:lvl2pPr>
            <a:lvl3pPr indent="-228600" lvl="2" marL="1371600" algn="l">
              <a:spcBef>
                <a:spcPts val="0"/>
              </a:spcBef>
              <a:spcAft>
                <a:spcPts val="0"/>
              </a:spcAft>
              <a:buSzPts val="2400"/>
              <a:buNone/>
              <a:defRPr sz="2400">
                <a:solidFill>
                  <a:schemeClr val="lt1"/>
                </a:solidFill>
              </a:defRPr>
            </a:lvl3pPr>
            <a:lvl4pPr indent="-228600" lvl="3" marL="1828800" algn="l">
              <a:spcBef>
                <a:spcPts val="0"/>
              </a:spcBef>
              <a:spcAft>
                <a:spcPts val="0"/>
              </a:spcAft>
              <a:buSzPts val="2400"/>
              <a:buNone/>
              <a:defRPr sz="2400">
                <a:solidFill>
                  <a:schemeClr val="lt1"/>
                </a:solidFill>
              </a:defRPr>
            </a:lvl4pPr>
            <a:lvl5pPr indent="-228600" lvl="4" marL="2286000" algn="l">
              <a:spcBef>
                <a:spcPts val="0"/>
              </a:spcBef>
              <a:spcAft>
                <a:spcPts val="0"/>
              </a:spcAft>
              <a:buSzPts val="2400"/>
              <a:buNone/>
              <a:defRPr sz="2400">
                <a:solidFill>
                  <a:schemeClr val="lt1"/>
                </a:solidFill>
              </a:defRPr>
            </a:lvl5pPr>
            <a:lvl6pPr indent="-228600" lvl="5" marL="2743200" algn="l">
              <a:spcBef>
                <a:spcPts val="0"/>
              </a:spcBef>
              <a:spcAft>
                <a:spcPts val="0"/>
              </a:spcAft>
              <a:buSzPts val="2400"/>
              <a:buNone/>
              <a:defRPr sz="2400">
                <a:solidFill>
                  <a:schemeClr val="lt1"/>
                </a:solidFill>
              </a:defRPr>
            </a:lvl6pPr>
            <a:lvl7pPr indent="-228600" lvl="6" marL="3200400" algn="l">
              <a:spcBef>
                <a:spcPts val="0"/>
              </a:spcBef>
              <a:spcAft>
                <a:spcPts val="0"/>
              </a:spcAft>
              <a:buSzPts val="2400"/>
              <a:buNone/>
              <a:defRPr sz="2400">
                <a:solidFill>
                  <a:schemeClr val="lt1"/>
                </a:solidFill>
              </a:defRPr>
            </a:lvl7pPr>
            <a:lvl8pPr indent="-228600" lvl="7" marL="3657600" algn="l">
              <a:spcBef>
                <a:spcPts val="0"/>
              </a:spcBef>
              <a:spcAft>
                <a:spcPts val="0"/>
              </a:spcAft>
              <a:buSzPts val="2400"/>
              <a:buNone/>
              <a:defRPr sz="2400">
                <a:solidFill>
                  <a:schemeClr val="lt1"/>
                </a:solidFill>
              </a:defRPr>
            </a:lvl8pPr>
            <a:lvl9pPr indent="-228600" lvl="8" marL="4114800" algn="l">
              <a:spcBef>
                <a:spcPts val="0"/>
              </a:spcBef>
              <a:spcAft>
                <a:spcPts val="0"/>
              </a:spcAft>
              <a:buSzPts val="2400"/>
              <a:buNone/>
              <a:defRPr sz="2400">
                <a:solidFill>
                  <a:schemeClr val="lt1"/>
                </a:solidFill>
              </a:defRPr>
            </a:lvl9pPr>
          </a:lstStyle>
          <a:p/>
        </p:txBody>
      </p:sp>
      <p:sp>
        <p:nvSpPr>
          <p:cNvPr id="20" name="Google Shape;20;p37"/>
          <p:cNvSpPr txBox="1"/>
          <p:nvPr>
            <p:ph idx="2" type="body"/>
          </p:nvPr>
        </p:nvSpPr>
        <p:spPr>
          <a:xfrm>
            <a:off x="5029200" y="1600201"/>
            <a:ext cx="3657600" cy="1600199"/>
          </a:xfrm>
          <a:prstGeom prst="rect">
            <a:avLst/>
          </a:prstGeom>
          <a:noFill/>
          <a:ln>
            <a:noFill/>
          </a:ln>
        </p:spPr>
        <p:txBody>
          <a:bodyPr anchorCtr="0" anchor="b" bIns="0" lIns="0" spcFirstLastPara="1" rIns="0" wrap="square" tIns="0">
            <a:noAutofit/>
          </a:bodyPr>
          <a:lstStyle>
            <a:lvl1pPr indent="-228600" lvl="0" marL="457200" algn="l">
              <a:spcBef>
                <a:spcPts val="0"/>
              </a:spcBef>
              <a:spcAft>
                <a:spcPts val="0"/>
              </a:spcAft>
              <a:buSzPts val="3000"/>
              <a:buNone/>
              <a:defRPr sz="3000"/>
            </a:lvl1pPr>
            <a:lvl2pPr indent="-228600" lvl="1" marL="914400" algn="l">
              <a:spcBef>
                <a:spcPts val="0"/>
              </a:spcBef>
              <a:spcAft>
                <a:spcPts val="0"/>
              </a:spcAft>
              <a:buSzPts val="4400"/>
              <a:buNone/>
              <a:defRPr sz="4400"/>
            </a:lvl2pPr>
            <a:lvl3pPr indent="-228600" lvl="2" marL="1371600" algn="l">
              <a:spcBef>
                <a:spcPts val="0"/>
              </a:spcBef>
              <a:spcAft>
                <a:spcPts val="0"/>
              </a:spcAft>
              <a:buSzPts val="4400"/>
              <a:buNone/>
              <a:defRPr sz="4400"/>
            </a:lvl3pPr>
            <a:lvl4pPr indent="-228600" lvl="3" marL="1828800" algn="l">
              <a:spcBef>
                <a:spcPts val="0"/>
              </a:spcBef>
              <a:spcAft>
                <a:spcPts val="0"/>
              </a:spcAft>
              <a:buSzPts val="4400"/>
              <a:buNone/>
              <a:defRPr sz="4400"/>
            </a:lvl4pPr>
            <a:lvl5pPr indent="-228600" lvl="4" marL="2286000" algn="l">
              <a:spcBef>
                <a:spcPts val="0"/>
              </a:spcBef>
              <a:spcAft>
                <a:spcPts val="0"/>
              </a:spcAft>
              <a:buSzPts val="4400"/>
              <a:buNone/>
              <a:defRPr sz="4400"/>
            </a:lvl5pPr>
            <a:lvl6pPr indent="-228600" lvl="5" marL="2743200" algn="l">
              <a:spcBef>
                <a:spcPts val="0"/>
              </a:spcBef>
              <a:spcAft>
                <a:spcPts val="0"/>
              </a:spcAft>
              <a:buSzPts val="4400"/>
              <a:buNone/>
              <a:defRPr sz="4400"/>
            </a:lvl6pPr>
            <a:lvl7pPr indent="-228600" lvl="6" marL="3200400" algn="l">
              <a:spcBef>
                <a:spcPts val="0"/>
              </a:spcBef>
              <a:spcAft>
                <a:spcPts val="0"/>
              </a:spcAft>
              <a:buSzPts val="4400"/>
              <a:buNone/>
              <a:defRPr sz="4400"/>
            </a:lvl7pPr>
            <a:lvl8pPr indent="-228600" lvl="7" marL="3657600" algn="l">
              <a:spcBef>
                <a:spcPts val="0"/>
              </a:spcBef>
              <a:spcAft>
                <a:spcPts val="0"/>
              </a:spcAft>
              <a:buSzPts val="4400"/>
              <a:buNone/>
              <a:defRPr sz="4400"/>
            </a:lvl8pPr>
            <a:lvl9pPr indent="-228600" lvl="8" marL="4114800" algn="l">
              <a:spcBef>
                <a:spcPts val="0"/>
              </a:spcBef>
              <a:spcAft>
                <a:spcPts val="0"/>
              </a:spcAft>
              <a:buSzPts val="4400"/>
              <a:buNone/>
              <a:defRPr sz="4400"/>
            </a:lvl9pPr>
          </a:lstStyle>
          <a:p/>
        </p:txBody>
      </p:sp>
      <p:sp>
        <p:nvSpPr>
          <p:cNvPr id="21" name="Google Shape;21;p37"/>
          <p:cNvSpPr txBox="1"/>
          <p:nvPr>
            <p:ph idx="3" type="body"/>
          </p:nvPr>
        </p:nvSpPr>
        <p:spPr>
          <a:xfrm>
            <a:off x="5029200" y="3200400"/>
            <a:ext cx="3657600" cy="2925763"/>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2200"/>
              <a:buNone/>
              <a:defRPr sz="2200"/>
            </a:lvl1pPr>
            <a:lvl2pPr indent="-228600" lvl="1" marL="914400" algn="l">
              <a:spcBef>
                <a:spcPts val="0"/>
              </a:spcBef>
              <a:spcAft>
                <a:spcPts val="0"/>
              </a:spcAft>
              <a:buSzPts val="1600"/>
              <a:buNone/>
              <a:defRPr/>
            </a:lvl2pPr>
            <a:lvl3pPr indent="-228600" lvl="2" marL="1371600" algn="l">
              <a:spcBef>
                <a:spcPts val="0"/>
              </a:spcBef>
              <a:spcAft>
                <a:spcPts val="0"/>
              </a:spcAft>
              <a:buSzPts val="1600"/>
              <a:buNone/>
              <a:defRPr/>
            </a:lvl3pPr>
            <a:lvl4pPr indent="-228600" lvl="3" marL="1828800" algn="l">
              <a:spcBef>
                <a:spcPts val="0"/>
              </a:spcBef>
              <a:spcAft>
                <a:spcPts val="0"/>
              </a:spcAft>
              <a:buSzPts val="1600"/>
              <a:buNone/>
              <a:defRPr/>
            </a:lvl4pPr>
            <a:lvl5pPr indent="-228600" lvl="4" marL="2286000" algn="l">
              <a:spcBef>
                <a:spcPts val="0"/>
              </a:spcBef>
              <a:spcAft>
                <a:spcPts val="0"/>
              </a:spcAft>
              <a:buSzPts val="1600"/>
              <a:buNone/>
              <a:defRPr/>
            </a:lvl5pPr>
            <a:lvl6pPr indent="-228600" lvl="5" marL="2743200" algn="l">
              <a:spcBef>
                <a:spcPts val="0"/>
              </a:spcBef>
              <a:spcAft>
                <a:spcPts val="0"/>
              </a:spcAft>
              <a:buSzPts val="1600"/>
              <a:buNone/>
              <a:defRPr/>
            </a:lvl6pPr>
            <a:lvl7pPr indent="-228600" lvl="6" marL="3200400" algn="l">
              <a:spcBef>
                <a:spcPts val="0"/>
              </a:spcBef>
              <a:spcAft>
                <a:spcPts val="0"/>
              </a:spcAft>
              <a:buSzPts val="1600"/>
              <a:buNone/>
              <a:defRPr/>
            </a:lvl7pPr>
            <a:lvl8pPr indent="-228600" lvl="7" marL="3657600" algn="l">
              <a:spcBef>
                <a:spcPts val="0"/>
              </a:spcBef>
              <a:spcAft>
                <a:spcPts val="0"/>
              </a:spcAft>
              <a:buSzPts val="1600"/>
              <a:buNone/>
              <a:defRPr/>
            </a:lvl8pPr>
            <a:lvl9pPr indent="-228600" lvl="8" marL="4114800" algn="l">
              <a:spcBef>
                <a:spcPts val="0"/>
              </a:spcBef>
              <a:spcAft>
                <a:spcPts val="0"/>
              </a:spcAft>
              <a:buSzPts val="1600"/>
              <a:buNone/>
              <a:defRPr/>
            </a:lvl9pPr>
          </a:lstStyle>
          <a:p/>
        </p:txBody>
      </p:sp>
      <p:sp>
        <p:nvSpPr>
          <p:cNvPr id="22" name="Google Shape;22;p37"/>
          <p:cNvSpPr txBox="1"/>
          <p:nvPr>
            <p:ph idx="11" type="ftr"/>
          </p:nvPr>
        </p:nvSpPr>
        <p:spPr>
          <a:xfrm>
            <a:off x="93969" y="6165337"/>
            <a:ext cx="8595360" cy="235463"/>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7"/>
          <p:cNvSpPr txBox="1"/>
          <p:nvPr>
            <p:ph idx="10" type="dt"/>
          </p:nvPr>
        </p:nvSpPr>
        <p:spPr>
          <a:xfrm>
            <a:off x="6335713" y="113072"/>
            <a:ext cx="2133600" cy="1828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7"/>
          <p:cNvSpPr txBox="1"/>
          <p:nvPr>
            <p:ph idx="12" type="sldNum"/>
          </p:nvPr>
        </p:nvSpPr>
        <p:spPr>
          <a:xfrm>
            <a:off x="8469312" y="113072"/>
            <a:ext cx="551783" cy="1828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Pearson Logo" id="25" name="Google Shape;25;p37"/>
          <p:cNvPicPr preferRelativeResize="0"/>
          <p:nvPr/>
        </p:nvPicPr>
        <p:blipFill rotWithShape="1">
          <a:blip r:embed="rId2">
            <a:alphaModFix/>
          </a:blip>
          <a:srcRect b="0" l="0" r="0" t="0"/>
          <a:stretch/>
        </p:blipFill>
        <p:spPr>
          <a:xfrm>
            <a:off x="457200" y="6434394"/>
            <a:ext cx="918000" cy="279915"/>
          </a:xfrm>
          <a:prstGeom prst="rect">
            <a:avLst/>
          </a:prstGeom>
          <a:noFill/>
          <a:ln>
            <a:noFill/>
          </a:ln>
        </p:spPr>
      </p:pic>
      <p:sp>
        <p:nvSpPr>
          <p:cNvPr id="26" name="Google Shape;26;p37"/>
          <p:cNvSpPr txBox="1"/>
          <p:nvPr/>
        </p:nvSpPr>
        <p:spPr>
          <a:xfrm>
            <a:off x="2743200" y="6400800"/>
            <a:ext cx="6172200"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Verdana"/>
              <a:buNone/>
            </a:pPr>
            <a:r>
              <a:rPr b="0" i="0" lang="en-US" sz="1200" u="none" cap="none" strike="noStrike">
                <a:solidFill>
                  <a:schemeClr val="dk1"/>
                </a:solidFill>
                <a:latin typeface="Verdana"/>
                <a:ea typeface="Verdana"/>
                <a:cs typeface="Verdana"/>
                <a:sym typeface="Verdana"/>
              </a:rPr>
              <a:t>Copyright © 2019 Pearson Education, Ltd. All Rights Reserved.</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7" name="Shape 27"/>
        <p:cNvGrpSpPr/>
        <p:nvPr/>
      </p:nvGrpSpPr>
      <p:grpSpPr>
        <a:xfrm>
          <a:off x="0" y="0"/>
          <a:ext cx="0" cy="0"/>
          <a:chOff x="0" y="0"/>
          <a:chExt cx="0" cy="0"/>
        </a:xfrm>
      </p:grpSpPr>
      <p:sp>
        <p:nvSpPr>
          <p:cNvPr id="28" name="Google Shape;28;p38"/>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rgbClr val="007FA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8"/>
          <p:cNvSpPr txBox="1"/>
          <p:nvPr>
            <p:ph idx="1" type="body"/>
          </p:nvPr>
        </p:nvSpPr>
        <p:spPr>
          <a:xfrm>
            <a:off x="457200" y="1600200"/>
            <a:ext cx="8229600" cy="4525963"/>
          </a:xfrm>
          <a:prstGeom prst="rect">
            <a:avLst/>
          </a:prstGeom>
          <a:noFill/>
          <a:ln>
            <a:noFill/>
          </a:ln>
        </p:spPr>
        <p:txBody>
          <a:bodyPr anchorCtr="0" anchor="t" bIns="0" lIns="0" spcFirstLastPara="1" rIns="0" wrap="square" tIns="0">
            <a:noAutofit/>
          </a:bodyPr>
          <a:lstStyle>
            <a:lvl1pPr indent="-330200" lvl="0" marL="457200" algn="l">
              <a:spcBef>
                <a:spcPts val="1500"/>
              </a:spcBef>
              <a:spcAft>
                <a:spcPts val="0"/>
              </a:spcAft>
              <a:buClr>
                <a:srgbClr val="007FA3"/>
              </a:buClr>
              <a:buSzPts val="1600"/>
              <a:buChar char="•"/>
              <a:defRPr/>
            </a:lvl1pPr>
            <a:lvl2pPr indent="-330200" lvl="1" marL="914400" algn="l">
              <a:spcBef>
                <a:spcPts val="600"/>
              </a:spcBef>
              <a:spcAft>
                <a:spcPts val="0"/>
              </a:spcAft>
              <a:buClr>
                <a:srgbClr val="007FA3"/>
              </a:buClr>
              <a:buSzPts val="1600"/>
              <a:buChar char="–"/>
              <a:defRPr/>
            </a:lvl2pPr>
            <a:lvl3pPr indent="-330200" lvl="2" marL="1371600" algn="l">
              <a:spcBef>
                <a:spcPts val="600"/>
              </a:spcBef>
              <a:spcAft>
                <a:spcPts val="0"/>
              </a:spcAft>
              <a:buClr>
                <a:srgbClr val="007FA3"/>
              </a:buClr>
              <a:buSzPts val="1600"/>
              <a:buChar char="▪"/>
              <a:defRPr/>
            </a:lvl3pPr>
            <a:lvl4pPr indent="-330200" lvl="3" marL="1828800" algn="l">
              <a:spcBef>
                <a:spcPts val="600"/>
              </a:spcBef>
              <a:spcAft>
                <a:spcPts val="0"/>
              </a:spcAft>
              <a:buClr>
                <a:srgbClr val="007FA3"/>
              </a:buClr>
              <a:buSzPts val="1600"/>
              <a:buChar char="–"/>
              <a:defRPr/>
            </a:lvl4pPr>
            <a:lvl5pPr indent="-330200" lvl="4" marL="2286000" algn="l">
              <a:spcBef>
                <a:spcPts val="600"/>
              </a:spcBef>
              <a:spcAft>
                <a:spcPts val="0"/>
              </a:spcAft>
              <a:buClr>
                <a:srgbClr val="007FA3"/>
              </a:buClr>
              <a:buSzPts val="1600"/>
              <a:buChar char="•"/>
              <a:defRPr/>
            </a:lvl5pPr>
            <a:lvl6pPr indent="-330200" lvl="5" marL="2743200" algn="l">
              <a:spcBef>
                <a:spcPts val="300"/>
              </a:spcBef>
              <a:spcAft>
                <a:spcPts val="0"/>
              </a:spcAft>
              <a:buClr>
                <a:srgbClr val="007FA3"/>
              </a:buClr>
              <a:buSzPts val="1600"/>
              <a:buChar char="•"/>
              <a:defRPr/>
            </a:lvl6pPr>
            <a:lvl7pPr indent="-330200" lvl="6" marL="3200400" algn="l">
              <a:spcBef>
                <a:spcPts val="300"/>
              </a:spcBef>
              <a:spcAft>
                <a:spcPts val="0"/>
              </a:spcAft>
              <a:buClr>
                <a:srgbClr val="007FA3"/>
              </a:buClr>
              <a:buSzPts val="1600"/>
              <a:buChar char="•"/>
              <a:defRPr/>
            </a:lvl7pPr>
            <a:lvl8pPr indent="-330200" lvl="7" marL="3657600" algn="l">
              <a:spcBef>
                <a:spcPts val="300"/>
              </a:spcBef>
              <a:spcAft>
                <a:spcPts val="0"/>
              </a:spcAft>
              <a:buClr>
                <a:srgbClr val="007FA3"/>
              </a:buClr>
              <a:buSzPts val="1600"/>
              <a:buChar char="•"/>
              <a:defRPr/>
            </a:lvl8pPr>
            <a:lvl9pPr indent="-330200" lvl="8" marL="4114800" algn="l">
              <a:spcBef>
                <a:spcPts val="300"/>
              </a:spcBef>
              <a:spcAft>
                <a:spcPts val="0"/>
              </a:spcAft>
              <a:buClr>
                <a:srgbClr val="007FA3"/>
              </a:buClr>
              <a:buSzPts val="1600"/>
              <a:buChar char="•"/>
              <a:defRPr/>
            </a:lvl9pPr>
          </a:lstStyle>
          <a:p/>
        </p:txBody>
      </p:sp>
      <p:sp>
        <p:nvSpPr>
          <p:cNvPr id="30" name="Google Shape;30;p38"/>
          <p:cNvSpPr txBox="1"/>
          <p:nvPr>
            <p:ph idx="11" type="ftr"/>
          </p:nvPr>
        </p:nvSpPr>
        <p:spPr>
          <a:xfrm>
            <a:off x="93969" y="6172200"/>
            <a:ext cx="8595360" cy="235463"/>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8"/>
          <p:cNvSpPr txBox="1"/>
          <p:nvPr>
            <p:ph idx="10" type="dt"/>
          </p:nvPr>
        </p:nvSpPr>
        <p:spPr>
          <a:xfrm>
            <a:off x="6335713" y="113072"/>
            <a:ext cx="2133600" cy="1828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8"/>
          <p:cNvSpPr txBox="1"/>
          <p:nvPr>
            <p:ph idx="12" type="sldNum"/>
          </p:nvPr>
        </p:nvSpPr>
        <p:spPr>
          <a:xfrm>
            <a:off x="8469312" y="113072"/>
            <a:ext cx="551783" cy="1828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p:cSld name="Title and Two Content">
    <p:spTree>
      <p:nvGrpSpPr>
        <p:cNvPr id="33" name="Shape 33"/>
        <p:cNvGrpSpPr/>
        <p:nvPr/>
      </p:nvGrpSpPr>
      <p:grpSpPr>
        <a:xfrm>
          <a:off x="0" y="0"/>
          <a:ext cx="0" cy="0"/>
          <a:chOff x="0" y="0"/>
          <a:chExt cx="0" cy="0"/>
        </a:xfrm>
      </p:grpSpPr>
      <p:sp>
        <p:nvSpPr>
          <p:cNvPr id="34" name="Google Shape;34;p39"/>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rgbClr val="007FA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9"/>
          <p:cNvSpPr txBox="1"/>
          <p:nvPr>
            <p:ph idx="1" type="body"/>
          </p:nvPr>
        </p:nvSpPr>
        <p:spPr>
          <a:xfrm>
            <a:off x="457200" y="1600201"/>
            <a:ext cx="8229600" cy="1219200"/>
          </a:xfrm>
          <a:prstGeom prst="rect">
            <a:avLst/>
          </a:prstGeom>
          <a:noFill/>
          <a:ln>
            <a:noFill/>
          </a:ln>
        </p:spPr>
        <p:txBody>
          <a:bodyPr anchorCtr="0" anchor="t" bIns="0" lIns="0" spcFirstLastPara="1" rIns="0" wrap="square" tIns="0">
            <a:noAutofit/>
          </a:bodyPr>
          <a:lstStyle>
            <a:lvl1pPr indent="-330200" lvl="0" marL="457200" algn="l">
              <a:spcBef>
                <a:spcPts val="1500"/>
              </a:spcBef>
              <a:spcAft>
                <a:spcPts val="0"/>
              </a:spcAft>
              <a:buSzPts val="1600"/>
              <a:buChar char="•"/>
              <a:defRPr sz="1600"/>
            </a:lvl1pPr>
            <a:lvl2pPr indent="-330200" lvl="1" marL="914400" algn="l">
              <a:spcBef>
                <a:spcPts val="600"/>
              </a:spcBef>
              <a:spcAft>
                <a:spcPts val="0"/>
              </a:spcAft>
              <a:buSzPts val="1600"/>
              <a:buChar char="–"/>
              <a:defRPr sz="1600"/>
            </a:lvl2pPr>
            <a:lvl3pPr indent="-330200" lvl="2" marL="1371600" algn="l">
              <a:spcBef>
                <a:spcPts val="600"/>
              </a:spcBef>
              <a:spcAft>
                <a:spcPts val="0"/>
              </a:spcAft>
              <a:buSzPts val="1600"/>
              <a:buChar char="▪"/>
              <a:defRPr sz="1600"/>
            </a:lvl3pPr>
            <a:lvl4pPr indent="-330200" lvl="3" marL="1828800" algn="l">
              <a:spcBef>
                <a:spcPts val="600"/>
              </a:spcBef>
              <a:spcAft>
                <a:spcPts val="0"/>
              </a:spcAft>
              <a:buSzPts val="1600"/>
              <a:buChar char="–"/>
              <a:defRPr sz="1600"/>
            </a:lvl4pPr>
            <a:lvl5pPr indent="-330200" lvl="4" marL="2286000" algn="l">
              <a:spcBef>
                <a:spcPts val="600"/>
              </a:spcBef>
              <a:spcAft>
                <a:spcPts val="0"/>
              </a:spcAft>
              <a:buSzPts val="1600"/>
              <a:buChar char="•"/>
              <a:defRPr sz="1600"/>
            </a:lvl5pPr>
            <a:lvl6pPr indent="-317500" lvl="5" marL="2743200" algn="l">
              <a:spcBef>
                <a:spcPts val="300"/>
              </a:spcBef>
              <a:spcAft>
                <a:spcPts val="0"/>
              </a:spcAft>
              <a:buSzPts val="1400"/>
              <a:buChar char="•"/>
              <a:defRPr sz="1400"/>
            </a:lvl6pPr>
            <a:lvl7pPr indent="-317500" lvl="6" marL="3200400" algn="l">
              <a:spcBef>
                <a:spcPts val="300"/>
              </a:spcBef>
              <a:spcAft>
                <a:spcPts val="0"/>
              </a:spcAft>
              <a:buSzPts val="1400"/>
              <a:buChar char="•"/>
              <a:defRPr sz="1400"/>
            </a:lvl7pPr>
            <a:lvl8pPr indent="-317500" lvl="7" marL="3657600" algn="l">
              <a:spcBef>
                <a:spcPts val="300"/>
              </a:spcBef>
              <a:spcAft>
                <a:spcPts val="0"/>
              </a:spcAft>
              <a:buSzPts val="1400"/>
              <a:buChar char="•"/>
              <a:defRPr sz="1400"/>
            </a:lvl8pPr>
            <a:lvl9pPr indent="-317500" lvl="8" marL="4114800" algn="l">
              <a:spcBef>
                <a:spcPts val="300"/>
              </a:spcBef>
              <a:spcAft>
                <a:spcPts val="0"/>
              </a:spcAft>
              <a:buSzPts val="1400"/>
              <a:buChar char="•"/>
              <a:defRPr sz="1400"/>
            </a:lvl9pPr>
          </a:lstStyle>
          <a:p/>
        </p:txBody>
      </p:sp>
      <p:sp>
        <p:nvSpPr>
          <p:cNvPr id="36" name="Google Shape;36;p39"/>
          <p:cNvSpPr txBox="1"/>
          <p:nvPr>
            <p:ph idx="2" type="body"/>
          </p:nvPr>
        </p:nvSpPr>
        <p:spPr>
          <a:xfrm>
            <a:off x="457200" y="3059431"/>
            <a:ext cx="8229600" cy="914400"/>
          </a:xfrm>
          <a:prstGeom prst="rect">
            <a:avLst/>
          </a:prstGeom>
          <a:noFill/>
          <a:ln>
            <a:noFill/>
          </a:ln>
        </p:spPr>
        <p:txBody>
          <a:bodyPr anchorCtr="0" anchor="t" bIns="0" lIns="0" spcFirstLastPara="1" rIns="0" wrap="square" tIns="0">
            <a:noAutofit/>
          </a:bodyPr>
          <a:lstStyle>
            <a:lvl1pPr indent="-330200" lvl="0" marL="457200" algn="l">
              <a:spcBef>
                <a:spcPts val="1500"/>
              </a:spcBef>
              <a:spcAft>
                <a:spcPts val="0"/>
              </a:spcAft>
              <a:buSzPts val="1600"/>
              <a:buChar char="•"/>
              <a:defRPr sz="1600"/>
            </a:lvl1pPr>
            <a:lvl2pPr indent="-330200" lvl="1" marL="914400" algn="l">
              <a:spcBef>
                <a:spcPts val="600"/>
              </a:spcBef>
              <a:spcAft>
                <a:spcPts val="0"/>
              </a:spcAft>
              <a:buSzPts val="1600"/>
              <a:buChar char="–"/>
              <a:defRPr sz="1600"/>
            </a:lvl2pPr>
            <a:lvl3pPr indent="-330200" lvl="2" marL="1371600" algn="l">
              <a:spcBef>
                <a:spcPts val="600"/>
              </a:spcBef>
              <a:spcAft>
                <a:spcPts val="0"/>
              </a:spcAft>
              <a:buSzPts val="1600"/>
              <a:buChar char="▪"/>
              <a:defRPr sz="1600"/>
            </a:lvl3pPr>
            <a:lvl4pPr indent="-330200" lvl="3" marL="1828800" algn="l">
              <a:spcBef>
                <a:spcPts val="600"/>
              </a:spcBef>
              <a:spcAft>
                <a:spcPts val="0"/>
              </a:spcAft>
              <a:buSzPts val="1600"/>
              <a:buChar char="–"/>
              <a:defRPr sz="1600"/>
            </a:lvl4pPr>
            <a:lvl5pPr indent="-330200" lvl="4" marL="2286000" algn="l">
              <a:spcBef>
                <a:spcPts val="600"/>
              </a:spcBef>
              <a:spcAft>
                <a:spcPts val="0"/>
              </a:spcAft>
              <a:buSzPts val="1600"/>
              <a:buChar char="•"/>
              <a:defRPr sz="1600"/>
            </a:lvl5pPr>
            <a:lvl6pPr indent="-317500" lvl="5" marL="2743200" algn="l">
              <a:spcBef>
                <a:spcPts val="300"/>
              </a:spcBef>
              <a:spcAft>
                <a:spcPts val="0"/>
              </a:spcAft>
              <a:buSzPts val="1400"/>
              <a:buChar char="•"/>
              <a:defRPr sz="1400"/>
            </a:lvl6pPr>
            <a:lvl7pPr indent="-317500" lvl="6" marL="3200400" algn="l">
              <a:spcBef>
                <a:spcPts val="300"/>
              </a:spcBef>
              <a:spcAft>
                <a:spcPts val="0"/>
              </a:spcAft>
              <a:buSzPts val="1400"/>
              <a:buChar char="•"/>
              <a:defRPr sz="1400"/>
            </a:lvl7pPr>
            <a:lvl8pPr indent="-317500" lvl="7" marL="3657600" algn="l">
              <a:spcBef>
                <a:spcPts val="300"/>
              </a:spcBef>
              <a:spcAft>
                <a:spcPts val="0"/>
              </a:spcAft>
              <a:buSzPts val="1400"/>
              <a:buChar char="•"/>
              <a:defRPr sz="1400"/>
            </a:lvl8pPr>
            <a:lvl9pPr indent="-317500" lvl="8" marL="4114800" algn="l">
              <a:spcBef>
                <a:spcPts val="300"/>
              </a:spcBef>
              <a:spcAft>
                <a:spcPts val="0"/>
              </a:spcAft>
              <a:buSzPts val="1400"/>
              <a:buChar char="•"/>
              <a:defRPr sz="1400"/>
            </a:lvl9pPr>
          </a:lstStyle>
          <a:p/>
        </p:txBody>
      </p:sp>
      <p:sp>
        <p:nvSpPr>
          <p:cNvPr id="37" name="Google Shape;37;p39"/>
          <p:cNvSpPr txBox="1"/>
          <p:nvPr>
            <p:ph idx="11" type="ftr"/>
          </p:nvPr>
        </p:nvSpPr>
        <p:spPr>
          <a:xfrm>
            <a:off x="93969" y="6172200"/>
            <a:ext cx="8595360" cy="235463"/>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9"/>
          <p:cNvSpPr txBox="1"/>
          <p:nvPr>
            <p:ph idx="10" type="dt"/>
          </p:nvPr>
        </p:nvSpPr>
        <p:spPr>
          <a:xfrm>
            <a:off x="6335713" y="113072"/>
            <a:ext cx="2133600" cy="1828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9"/>
          <p:cNvSpPr txBox="1"/>
          <p:nvPr>
            <p:ph idx="12" type="sldNum"/>
          </p:nvPr>
        </p:nvSpPr>
        <p:spPr>
          <a:xfrm>
            <a:off x="8469312" y="113072"/>
            <a:ext cx="551783" cy="1828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0" name="Google Shape;40;p39"/>
          <p:cNvSpPr txBox="1"/>
          <p:nvPr>
            <p:ph idx="3" type="body"/>
          </p:nvPr>
        </p:nvSpPr>
        <p:spPr>
          <a:xfrm>
            <a:off x="457200" y="4495800"/>
            <a:ext cx="8229600" cy="914400"/>
          </a:xfrm>
          <a:prstGeom prst="rect">
            <a:avLst/>
          </a:prstGeom>
          <a:noFill/>
          <a:ln>
            <a:noFill/>
          </a:ln>
        </p:spPr>
        <p:txBody>
          <a:bodyPr anchorCtr="0" anchor="t" bIns="0" lIns="0" spcFirstLastPara="1" rIns="0" wrap="square" tIns="0">
            <a:noAutofit/>
          </a:bodyPr>
          <a:lstStyle>
            <a:lvl1pPr indent="-330200" lvl="0" marL="457200" algn="l">
              <a:spcBef>
                <a:spcPts val="1500"/>
              </a:spcBef>
              <a:spcAft>
                <a:spcPts val="0"/>
              </a:spcAft>
              <a:buSzPts val="1600"/>
              <a:buChar char="•"/>
              <a:defRPr sz="1600"/>
            </a:lvl1pPr>
            <a:lvl2pPr indent="-330200" lvl="1" marL="914400" algn="l">
              <a:spcBef>
                <a:spcPts val="600"/>
              </a:spcBef>
              <a:spcAft>
                <a:spcPts val="0"/>
              </a:spcAft>
              <a:buSzPts val="1600"/>
              <a:buChar char="–"/>
              <a:defRPr sz="1600"/>
            </a:lvl2pPr>
            <a:lvl3pPr indent="-330200" lvl="2" marL="1371600" algn="l">
              <a:spcBef>
                <a:spcPts val="600"/>
              </a:spcBef>
              <a:spcAft>
                <a:spcPts val="0"/>
              </a:spcAft>
              <a:buSzPts val="1600"/>
              <a:buChar char="▪"/>
              <a:defRPr sz="1600"/>
            </a:lvl3pPr>
            <a:lvl4pPr indent="-330200" lvl="3" marL="1828800" algn="l">
              <a:spcBef>
                <a:spcPts val="600"/>
              </a:spcBef>
              <a:spcAft>
                <a:spcPts val="0"/>
              </a:spcAft>
              <a:buSzPts val="1600"/>
              <a:buChar char="–"/>
              <a:defRPr sz="1600"/>
            </a:lvl4pPr>
            <a:lvl5pPr indent="-330200" lvl="4" marL="2286000" algn="l">
              <a:spcBef>
                <a:spcPts val="600"/>
              </a:spcBef>
              <a:spcAft>
                <a:spcPts val="0"/>
              </a:spcAft>
              <a:buSzPts val="1600"/>
              <a:buChar char="•"/>
              <a:defRPr sz="1600"/>
            </a:lvl5pPr>
            <a:lvl6pPr indent="-317500" lvl="5" marL="2743200" algn="l">
              <a:spcBef>
                <a:spcPts val="300"/>
              </a:spcBef>
              <a:spcAft>
                <a:spcPts val="0"/>
              </a:spcAft>
              <a:buSzPts val="1400"/>
              <a:buChar char="•"/>
              <a:defRPr sz="1400"/>
            </a:lvl6pPr>
            <a:lvl7pPr indent="-317500" lvl="6" marL="3200400" algn="l">
              <a:spcBef>
                <a:spcPts val="300"/>
              </a:spcBef>
              <a:spcAft>
                <a:spcPts val="0"/>
              </a:spcAft>
              <a:buSzPts val="1400"/>
              <a:buChar char="•"/>
              <a:defRPr sz="1400"/>
            </a:lvl7pPr>
            <a:lvl8pPr indent="-317500" lvl="7" marL="3657600" algn="l">
              <a:spcBef>
                <a:spcPts val="300"/>
              </a:spcBef>
              <a:spcAft>
                <a:spcPts val="0"/>
              </a:spcAft>
              <a:buSzPts val="1400"/>
              <a:buChar char="•"/>
              <a:defRPr sz="1400"/>
            </a:lvl8pPr>
            <a:lvl9pPr indent="-317500" lvl="8" marL="4114800" algn="l">
              <a:spcBef>
                <a:spcPts val="300"/>
              </a:spcBef>
              <a:spcAft>
                <a:spcPts val="0"/>
              </a:spcAft>
              <a:buSzPts val="1400"/>
              <a:buChar char="•"/>
              <a:defRPr sz="14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41" name="Shape 41"/>
        <p:cNvGrpSpPr/>
        <p:nvPr/>
      </p:nvGrpSpPr>
      <p:grpSpPr>
        <a:xfrm>
          <a:off x="0" y="0"/>
          <a:ext cx="0" cy="0"/>
          <a:chOff x="0" y="0"/>
          <a:chExt cx="0" cy="0"/>
        </a:xfrm>
      </p:grpSpPr>
      <p:sp>
        <p:nvSpPr>
          <p:cNvPr id="42" name="Google Shape;42;p40"/>
          <p:cNvSpPr/>
          <p:nvPr/>
        </p:nvSpPr>
        <p:spPr>
          <a:xfrm>
            <a:off x="0" y="0"/>
            <a:ext cx="9144000" cy="3886200"/>
          </a:xfrm>
          <a:prstGeom prst="rect">
            <a:avLst/>
          </a:prstGeom>
          <a:solidFill>
            <a:srgbClr val="007FA3"/>
          </a:solidFill>
          <a:ln cap="flat" cmpd="sng" w="25400">
            <a:solidFill>
              <a:srgbClr val="007FA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43" name="Google Shape;43;p40"/>
          <p:cNvSpPr txBox="1"/>
          <p:nvPr>
            <p:ph type="ctrTitle"/>
          </p:nvPr>
        </p:nvSpPr>
        <p:spPr>
          <a:xfrm>
            <a:off x="685800" y="762000"/>
            <a:ext cx="7772400" cy="2838451"/>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3600"/>
              <a:buFont typeface="Times New Roman"/>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40"/>
          <p:cNvSpPr txBox="1"/>
          <p:nvPr>
            <p:ph idx="1" type="subTitle"/>
          </p:nvPr>
        </p:nvSpPr>
        <p:spPr>
          <a:xfrm>
            <a:off x="674687" y="3962400"/>
            <a:ext cx="7794626" cy="17526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800"/>
              <a:buNone/>
              <a:defRPr sz="1800">
                <a:solidFill>
                  <a:schemeClr val="dk1"/>
                </a:solidFill>
              </a:defRPr>
            </a:lvl1pPr>
            <a:lvl2pPr lvl="1" algn="ctr">
              <a:spcBef>
                <a:spcPts val="600"/>
              </a:spcBef>
              <a:spcAft>
                <a:spcPts val="0"/>
              </a:spcAft>
              <a:buSzPts val="1600"/>
              <a:buNone/>
              <a:defRPr>
                <a:solidFill>
                  <a:srgbClr val="888888"/>
                </a:solidFill>
              </a:defRPr>
            </a:lvl2pPr>
            <a:lvl3pPr lvl="2" algn="ctr">
              <a:spcBef>
                <a:spcPts val="600"/>
              </a:spcBef>
              <a:spcAft>
                <a:spcPts val="0"/>
              </a:spcAft>
              <a:buSzPts val="1600"/>
              <a:buNone/>
              <a:defRPr>
                <a:solidFill>
                  <a:srgbClr val="888888"/>
                </a:solidFill>
              </a:defRPr>
            </a:lvl3pPr>
            <a:lvl4pPr lvl="3" algn="ctr">
              <a:spcBef>
                <a:spcPts val="600"/>
              </a:spcBef>
              <a:spcAft>
                <a:spcPts val="0"/>
              </a:spcAft>
              <a:buSzPts val="1600"/>
              <a:buNone/>
              <a:defRPr>
                <a:solidFill>
                  <a:srgbClr val="888888"/>
                </a:solidFill>
              </a:defRPr>
            </a:lvl4pPr>
            <a:lvl5pPr lvl="4" algn="ctr">
              <a:spcBef>
                <a:spcPts val="600"/>
              </a:spcBef>
              <a:spcAft>
                <a:spcPts val="0"/>
              </a:spcAft>
              <a:buSzPts val="1600"/>
              <a:buNone/>
              <a:defRPr>
                <a:solidFill>
                  <a:srgbClr val="888888"/>
                </a:solidFill>
              </a:defRPr>
            </a:lvl5pPr>
            <a:lvl6pPr lvl="5" algn="ctr">
              <a:spcBef>
                <a:spcPts val="300"/>
              </a:spcBef>
              <a:spcAft>
                <a:spcPts val="0"/>
              </a:spcAft>
              <a:buSzPts val="1600"/>
              <a:buNone/>
              <a:defRPr>
                <a:solidFill>
                  <a:srgbClr val="888888"/>
                </a:solidFill>
              </a:defRPr>
            </a:lvl6pPr>
            <a:lvl7pPr lvl="6" algn="ctr">
              <a:spcBef>
                <a:spcPts val="300"/>
              </a:spcBef>
              <a:spcAft>
                <a:spcPts val="0"/>
              </a:spcAft>
              <a:buSzPts val="1600"/>
              <a:buNone/>
              <a:defRPr>
                <a:solidFill>
                  <a:srgbClr val="888888"/>
                </a:solidFill>
              </a:defRPr>
            </a:lvl7pPr>
            <a:lvl8pPr lvl="7" algn="ctr">
              <a:spcBef>
                <a:spcPts val="300"/>
              </a:spcBef>
              <a:spcAft>
                <a:spcPts val="0"/>
              </a:spcAft>
              <a:buSzPts val="1600"/>
              <a:buNone/>
              <a:defRPr>
                <a:solidFill>
                  <a:srgbClr val="888888"/>
                </a:solidFill>
              </a:defRPr>
            </a:lvl8pPr>
            <a:lvl9pPr lvl="8" algn="ctr">
              <a:spcBef>
                <a:spcPts val="300"/>
              </a:spcBef>
              <a:spcAft>
                <a:spcPts val="0"/>
              </a:spcAft>
              <a:buSzPts val="1600"/>
              <a:buNone/>
              <a:defRPr>
                <a:solidFill>
                  <a:srgbClr val="888888"/>
                </a:solidFill>
              </a:defRPr>
            </a:lvl9pPr>
          </a:lstStyle>
          <a:p/>
        </p:txBody>
      </p:sp>
      <p:sp>
        <p:nvSpPr>
          <p:cNvPr id="45" name="Google Shape;45;p40"/>
          <p:cNvSpPr txBox="1"/>
          <p:nvPr>
            <p:ph idx="11" type="ftr"/>
          </p:nvPr>
        </p:nvSpPr>
        <p:spPr>
          <a:xfrm>
            <a:off x="93969" y="6172200"/>
            <a:ext cx="8595360" cy="235463"/>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40"/>
          <p:cNvSpPr txBox="1"/>
          <p:nvPr>
            <p:ph idx="10" type="dt"/>
          </p:nvPr>
        </p:nvSpPr>
        <p:spPr>
          <a:xfrm>
            <a:off x="6335713" y="113072"/>
            <a:ext cx="2133600" cy="1828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0"/>
          <p:cNvSpPr txBox="1"/>
          <p:nvPr>
            <p:ph idx="12" type="sldNum"/>
          </p:nvPr>
        </p:nvSpPr>
        <p:spPr>
          <a:xfrm>
            <a:off x="8469312" y="113072"/>
            <a:ext cx="551783" cy="1828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Pearson Logo" id="48" name="Google Shape;48;p40"/>
          <p:cNvPicPr preferRelativeResize="0"/>
          <p:nvPr/>
        </p:nvPicPr>
        <p:blipFill rotWithShape="1">
          <a:blip r:embed="rId2">
            <a:alphaModFix/>
          </a:blip>
          <a:srcRect b="0" l="0" r="0" t="0"/>
          <a:stretch/>
        </p:blipFill>
        <p:spPr>
          <a:xfrm>
            <a:off x="685800" y="6434394"/>
            <a:ext cx="918000" cy="279915"/>
          </a:xfrm>
          <a:prstGeom prst="rect">
            <a:avLst/>
          </a:prstGeom>
          <a:noFill/>
          <a:ln>
            <a:noFill/>
          </a:ln>
        </p:spPr>
      </p:pic>
      <p:sp>
        <p:nvSpPr>
          <p:cNvPr id="49" name="Google Shape;49;p40"/>
          <p:cNvSpPr txBox="1"/>
          <p:nvPr/>
        </p:nvSpPr>
        <p:spPr>
          <a:xfrm>
            <a:off x="2743200" y="6400800"/>
            <a:ext cx="6096000"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Verdana"/>
              <a:buNone/>
            </a:pPr>
            <a:r>
              <a:rPr b="0" i="0" lang="en-US" sz="1200" u="none" cap="none" strike="noStrike">
                <a:solidFill>
                  <a:schemeClr val="dk1"/>
                </a:solidFill>
                <a:latin typeface="Verdana"/>
                <a:ea typeface="Verdana"/>
                <a:cs typeface="Verdana"/>
                <a:sym typeface="Verdana"/>
              </a:rPr>
              <a:t>Copyright © 2016, 2012, 2010 Pearson Education, Inc. All Rights Reserved.</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Opener" showMasterSp="0">
  <p:cSld name="Chapter Opener">
    <p:spTree>
      <p:nvGrpSpPr>
        <p:cNvPr id="50" name="Shape 50"/>
        <p:cNvGrpSpPr/>
        <p:nvPr/>
      </p:nvGrpSpPr>
      <p:grpSpPr>
        <a:xfrm>
          <a:off x="0" y="0"/>
          <a:ext cx="0" cy="0"/>
          <a:chOff x="0" y="0"/>
          <a:chExt cx="0" cy="0"/>
        </a:xfrm>
      </p:grpSpPr>
      <p:sp>
        <p:nvSpPr>
          <p:cNvPr id="51" name="Google Shape;51;p41"/>
          <p:cNvSpPr txBox="1"/>
          <p:nvPr>
            <p:ph type="title"/>
          </p:nvPr>
        </p:nvSpPr>
        <p:spPr>
          <a:xfrm>
            <a:off x="457200" y="215372"/>
            <a:ext cx="8229600" cy="622828"/>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007FA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41"/>
          <p:cNvSpPr txBox="1"/>
          <p:nvPr>
            <p:ph idx="1" type="body"/>
          </p:nvPr>
        </p:nvSpPr>
        <p:spPr>
          <a:xfrm>
            <a:off x="457200" y="816430"/>
            <a:ext cx="8229600" cy="47897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2000"/>
              <a:buNone/>
              <a:defRPr sz="2000">
                <a:solidFill>
                  <a:srgbClr val="007FA3"/>
                </a:solidFill>
              </a:defRPr>
            </a:lvl1pPr>
            <a:lvl2pPr indent="-228600" lvl="1" marL="914400" algn="l">
              <a:spcBef>
                <a:spcPts val="0"/>
              </a:spcBef>
              <a:spcAft>
                <a:spcPts val="0"/>
              </a:spcAft>
              <a:buSzPts val="2400"/>
              <a:buNone/>
              <a:defRPr sz="2400">
                <a:solidFill>
                  <a:schemeClr val="lt1"/>
                </a:solidFill>
              </a:defRPr>
            </a:lvl2pPr>
            <a:lvl3pPr indent="-228600" lvl="2" marL="1371600" algn="l">
              <a:spcBef>
                <a:spcPts val="0"/>
              </a:spcBef>
              <a:spcAft>
                <a:spcPts val="0"/>
              </a:spcAft>
              <a:buSzPts val="2400"/>
              <a:buNone/>
              <a:defRPr sz="2400">
                <a:solidFill>
                  <a:schemeClr val="lt1"/>
                </a:solidFill>
              </a:defRPr>
            </a:lvl3pPr>
            <a:lvl4pPr indent="-228600" lvl="3" marL="1828800" algn="l">
              <a:spcBef>
                <a:spcPts val="0"/>
              </a:spcBef>
              <a:spcAft>
                <a:spcPts val="0"/>
              </a:spcAft>
              <a:buSzPts val="2400"/>
              <a:buNone/>
              <a:defRPr sz="2400">
                <a:solidFill>
                  <a:schemeClr val="lt1"/>
                </a:solidFill>
              </a:defRPr>
            </a:lvl4pPr>
            <a:lvl5pPr indent="-228600" lvl="4" marL="2286000" algn="l">
              <a:spcBef>
                <a:spcPts val="0"/>
              </a:spcBef>
              <a:spcAft>
                <a:spcPts val="0"/>
              </a:spcAft>
              <a:buSzPts val="2400"/>
              <a:buNone/>
              <a:defRPr sz="2400">
                <a:solidFill>
                  <a:schemeClr val="lt1"/>
                </a:solidFill>
              </a:defRPr>
            </a:lvl5pPr>
            <a:lvl6pPr indent="-228600" lvl="5" marL="2743200" algn="l">
              <a:spcBef>
                <a:spcPts val="0"/>
              </a:spcBef>
              <a:spcAft>
                <a:spcPts val="0"/>
              </a:spcAft>
              <a:buSzPts val="2400"/>
              <a:buNone/>
              <a:defRPr sz="2400">
                <a:solidFill>
                  <a:schemeClr val="lt1"/>
                </a:solidFill>
              </a:defRPr>
            </a:lvl6pPr>
            <a:lvl7pPr indent="-228600" lvl="6" marL="3200400" algn="l">
              <a:spcBef>
                <a:spcPts val="0"/>
              </a:spcBef>
              <a:spcAft>
                <a:spcPts val="0"/>
              </a:spcAft>
              <a:buSzPts val="2400"/>
              <a:buNone/>
              <a:defRPr sz="2400">
                <a:solidFill>
                  <a:schemeClr val="lt1"/>
                </a:solidFill>
              </a:defRPr>
            </a:lvl7pPr>
            <a:lvl8pPr indent="-228600" lvl="7" marL="3657600" algn="l">
              <a:spcBef>
                <a:spcPts val="0"/>
              </a:spcBef>
              <a:spcAft>
                <a:spcPts val="0"/>
              </a:spcAft>
              <a:buSzPts val="2400"/>
              <a:buNone/>
              <a:defRPr sz="2400">
                <a:solidFill>
                  <a:schemeClr val="lt1"/>
                </a:solidFill>
              </a:defRPr>
            </a:lvl8pPr>
            <a:lvl9pPr indent="-228600" lvl="8" marL="4114800" algn="l">
              <a:spcBef>
                <a:spcPts val="0"/>
              </a:spcBef>
              <a:spcAft>
                <a:spcPts val="0"/>
              </a:spcAft>
              <a:buSzPts val="2400"/>
              <a:buNone/>
              <a:defRPr sz="2400">
                <a:solidFill>
                  <a:schemeClr val="lt1"/>
                </a:solidFill>
              </a:defRPr>
            </a:lvl9pPr>
          </a:lstStyle>
          <a:p/>
        </p:txBody>
      </p:sp>
      <p:sp>
        <p:nvSpPr>
          <p:cNvPr id="53" name="Google Shape;53;p41"/>
          <p:cNvSpPr txBox="1"/>
          <p:nvPr>
            <p:ph idx="2" type="body"/>
          </p:nvPr>
        </p:nvSpPr>
        <p:spPr>
          <a:xfrm>
            <a:off x="5029200" y="1600201"/>
            <a:ext cx="3657600" cy="1600199"/>
          </a:xfrm>
          <a:prstGeom prst="rect">
            <a:avLst/>
          </a:prstGeom>
          <a:noFill/>
          <a:ln>
            <a:noFill/>
          </a:ln>
        </p:spPr>
        <p:txBody>
          <a:bodyPr anchorCtr="0" anchor="b" bIns="0" lIns="0" spcFirstLastPara="1" rIns="0" wrap="square" tIns="0">
            <a:noAutofit/>
          </a:bodyPr>
          <a:lstStyle>
            <a:lvl1pPr indent="-228600" lvl="0" marL="457200" algn="l">
              <a:spcBef>
                <a:spcPts val="0"/>
              </a:spcBef>
              <a:spcAft>
                <a:spcPts val="0"/>
              </a:spcAft>
              <a:buSzPts val="3000"/>
              <a:buNone/>
              <a:defRPr sz="3000"/>
            </a:lvl1pPr>
            <a:lvl2pPr indent="-228600" lvl="1" marL="914400" algn="l">
              <a:spcBef>
                <a:spcPts val="0"/>
              </a:spcBef>
              <a:spcAft>
                <a:spcPts val="0"/>
              </a:spcAft>
              <a:buSzPts val="4400"/>
              <a:buNone/>
              <a:defRPr sz="4400"/>
            </a:lvl2pPr>
            <a:lvl3pPr indent="-228600" lvl="2" marL="1371600" algn="l">
              <a:spcBef>
                <a:spcPts val="0"/>
              </a:spcBef>
              <a:spcAft>
                <a:spcPts val="0"/>
              </a:spcAft>
              <a:buSzPts val="4400"/>
              <a:buNone/>
              <a:defRPr sz="4400"/>
            </a:lvl3pPr>
            <a:lvl4pPr indent="-228600" lvl="3" marL="1828800" algn="l">
              <a:spcBef>
                <a:spcPts val="0"/>
              </a:spcBef>
              <a:spcAft>
                <a:spcPts val="0"/>
              </a:spcAft>
              <a:buSzPts val="4400"/>
              <a:buNone/>
              <a:defRPr sz="4400"/>
            </a:lvl4pPr>
            <a:lvl5pPr indent="-228600" lvl="4" marL="2286000" algn="l">
              <a:spcBef>
                <a:spcPts val="0"/>
              </a:spcBef>
              <a:spcAft>
                <a:spcPts val="0"/>
              </a:spcAft>
              <a:buSzPts val="4400"/>
              <a:buNone/>
              <a:defRPr sz="4400"/>
            </a:lvl5pPr>
            <a:lvl6pPr indent="-228600" lvl="5" marL="2743200" algn="l">
              <a:spcBef>
                <a:spcPts val="0"/>
              </a:spcBef>
              <a:spcAft>
                <a:spcPts val="0"/>
              </a:spcAft>
              <a:buSzPts val="4400"/>
              <a:buNone/>
              <a:defRPr sz="4400"/>
            </a:lvl6pPr>
            <a:lvl7pPr indent="-228600" lvl="6" marL="3200400" algn="l">
              <a:spcBef>
                <a:spcPts val="0"/>
              </a:spcBef>
              <a:spcAft>
                <a:spcPts val="0"/>
              </a:spcAft>
              <a:buSzPts val="4400"/>
              <a:buNone/>
              <a:defRPr sz="4400"/>
            </a:lvl7pPr>
            <a:lvl8pPr indent="-228600" lvl="7" marL="3657600" algn="l">
              <a:spcBef>
                <a:spcPts val="0"/>
              </a:spcBef>
              <a:spcAft>
                <a:spcPts val="0"/>
              </a:spcAft>
              <a:buSzPts val="4400"/>
              <a:buNone/>
              <a:defRPr sz="4400"/>
            </a:lvl8pPr>
            <a:lvl9pPr indent="-228600" lvl="8" marL="4114800" algn="l">
              <a:spcBef>
                <a:spcPts val="0"/>
              </a:spcBef>
              <a:spcAft>
                <a:spcPts val="0"/>
              </a:spcAft>
              <a:buSzPts val="4400"/>
              <a:buNone/>
              <a:defRPr sz="4400"/>
            </a:lvl9pPr>
          </a:lstStyle>
          <a:p/>
        </p:txBody>
      </p:sp>
      <p:sp>
        <p:nvSpPr>
          <p:cNvPr id="54" name="Google Shape;54;p41"/>
          <p:cNvSpPr txBox="1"/>
          <p:nvPr>
            <p:ph idx="3" type="body"/>
          </p:nvPr>
        </p:nvSpPr>
        <p:spPr>
          <a:xfrm>
            <a:off x="5029200" y="3200400"/>
            <a:ext cx="3657600" cy="2925763"/>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2200"/>
              <a:buNone/>
              <a:defRPr sz="2200"/>
            </a:lvl1pPr>
            <a:lvl2pPr indent="-228600" lvl="1" marL="914400" algn="l">
              <a:spcBef>
                <a:spcPts val="0"/>
              </a:spcBef>
              <a:spcAft>
                <a:spcPts val="0"/>
              </a:spcAft>
              <a:buSzPts val="1600"/>
              <a:buNone/>
              <a:defRPr/>
            </a:lvl2pPr>
            <a:lvl3pPr indent="-228600" lvl="2" marL="1371600" algn="l">
              <a:spcBef>
                <a:spcPts val="0"/>
              </a:spcBef>
              <a:spcAft>
                <a:spcPts val="0"/>
              </a:spcAft>
              <a:buSzPts val="1600"/>
              <a:buNone/>
              <a:defRPr/>
            </a:lvl3pPr>
            <a:lvl4pPr indent="-228600" lvl="3" marL="1828800" algn="l">
              <a:spcBef>
                <a:spcPts val="0"/>
              </a:spcBef>
              <a:spcAft>
                <a:spcPts val="0"/>
              </a:spcAft>
              <a:buSzPts val="1600"/>
              <a:buNone/>
              <a:defRPr/>
            </a:lvl4pPr>
            <a:lvl5pPr indent="-228600" lvl="4" marL="2286000" algn="l">
              <a:spcBef>
                <a:spcPts val="0"/>
              </a:spcBef>
              <a:spcAft>
                <a:spcPts val="0"/>
              </a:spcAft>
              <a:buSzPts val="1600"/>
              <a:buNone/>
              <a:defRPr/>
            </a:lvl5pPr>
            <a:lvl6pPr indent="-228600" lvl="5" marL="2743200" algn="l">
              <a:spcBef>
                <a:spcPts val="0"/>
              </a:spcBef>
              <a:spcAft>
                <a:spcPts val="0"/>
              </a:spcAft>
              <a:buSzPts val="1600"/>
              <a:buNone/>
              <a:defRPr/>
            </a:lvl6pPr>
            <a:lvl7pPr indent="-228600" lvl="6" marL="3200400" algn="l">
              <a:spcBef>
                <a:spcPts val="0"/>
              </a:spcBef>
              <a:spcAft>
                <a:spcPts val="0"/>
              </a:spcAft>
              <a:buSzPts val="1600"/>
              <a:buNone/>
              <a:defRPr/>
            </a:lvl7pPr>
            <a:lvl8pPr indent="-228600" lvl="7" marL="3657600" algn="l">
              <a:spcBef>
                <a:spcPts val="0"/>
              </a:spcBef>
              <a:spcAft>
                <a:spcPts val="0"/>
              </a:spcAft>
              <a:buSzPts val="1600"/>
              <a:buNone/>
              <a:defRPr/>
            </a:lvl8pPr>
            <a:lvl9pPr indent="-228600" lvl="8" marL="4114800" algn="l">
              <a:spcBef>
                <a:spcPts val="0"/>
              </a:spcBef>
              <a:spcAft>
                <a:spcPts val="0"/>
              </a:spcAft>
              <a:buSzPts val="1600"/>
              <a:buNone/>
              <a:defRPr/>
            </a:lvl9pPr>
          </a:lstStyle>
          <a:p/>
        </p:txBody>
      </p:sp>
      <p:pic>
        <p:nvPicPr>
          <p:cNvPr descr="Pearson Logo" id="55" name="Google Shape;55;p41"/>
          <p:cNvPicPr preferRelativeResize="0"/>
          <p:nvPr/>
        </p:nvPicPr>
        <p:blipFill rotWithShape="1">
          <a:blip r:embed="rId2">
            <a:alphaModFix/>
          </a:blip>
          <a:srcRect b="0" l="0" r="0" t="0"/>
          <a:stretch/>
        </p:blipFill>
        <p:spPr>
          <a:xfrm>
            <a:off x="453600" y="6434394"/>
            <a:ext cx="918000" cy="27991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56" name="Shape 56"/>
        <p:cNvGrpSpPr/>
        <p:nvPr/>
      </p:nvGrpSpPr>
      <p:grpSpPr>
        <a:xfrm>
          <a:off x="0" y="0"/>
          <a:ext cx="0" cy="0"/>
          <a:chOff x="0" y="0"/>
          <a:chExt cx="0" cy="0"/>
        </a:xfrm>
      </p:grpSpPr>
      <p:sp>
        <p:nvSpPr>
          <p:cNvPr id="57" name="Google Shape;57;p42"/>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rgbClr val="007FA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42"/>
          <p:cNvSpPr txBox="1"/>
          <p:nvPr>
            <p:ph idx="11" type="ftr"/>
          </p:nvPr>
        </p:nvSpPr>
        <p:spPr>
          <a:xfrm>
            <a:off x="93969" y="6172200"/>
            <a:ext cx="8595360" cy="235463"/>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2"/>
          <p:cNvSpPr txBox="1"/>
          <p:nvPr>
            <p:ph idx="10" type="dt"/>
          </p:nvPr>
        </p:nvSpPr>
        <p:spPr>
          <a:xfrm>
            <a:off x="6335713" y="113072"/>
            <a:ext cx="2133600" cy="1828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2"/>
          <p:cNvSpPr txBox="1"/>
          <p:nvPr>
            <p:ph idx="12" type="sldNum"/>
          </p:nvPr>
        </p:nvSpPr>
        <p:spPr>
          <a:xfrm>
            <a:off x="8469312" y="113072"/>
            <a:ext cx="551783" cy="1828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Learning Objectives and Content">
  <p:cSld name="Title + Learning Objectives and Content">
    <p:spTree>
      <p:nvGrpSpPr>
        <p:cNvPr id="61" name="Shape 61"/>
        <p:cNvGrpSpPr/>
        <p:nvPr/>
      </p:nvGrpSpPr>
      <p:grpSpPr>
        <a:xfrm>
          <a:off x="0" y="0"/>
          <a:ext cx="0" cy="0"/>
          <a:chOff x="0" y="0"/>
          <a:chExt cx="0" cy="0"/>
        </a:xfrm>
      </p:grpSpPr>
      <p:sp>
        <p:nvSpPr>
          <p:cNvPr id="62" name="Google Shape;62;p43"/>
          <p:cNvSpPr txBox="1"/>
          <p:nvPr>
            <p:ph type="title"/>
          </p:nvPr>
        </p:nvSpPr>
        <p:spPr>
          <a:xfrm>
            <a:off x="457200" y="215372"/>
            <a:ext cx="8229600" cy="622828"/>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007FA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3"/>
          <p:cNvSpPr txBox="1"/>
          <p:nvPr>
            <p:ph idx="1" type="body"/>
          </p:nvPr>
        </p:nvSpPr>
        <p:spPr>
          <a:xfrm>
            <a:off x="457200" y="816430"/>
            <a:ext cx="8229600" cy="40277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600"/>
              <a:buNone/>
              <a:defRPr sz="1600">
                <a:solidFill>
                  <a:srgbClr val="007FA3"/>
                </a:solidFill>
              </a:defRPr>
            </a:lvl1pPr>
            <a:lvl2pPr indent="-228600" lvl="1" marL="914400" algn="l">
              <a:spcBef>
                <a:spcPts val="0"/>
              </a:spcBef>
              <a:spcAft>
                <a:spcPts val="0"/>
              </a:spcAft>
              <a:buSzPts val="2400"/>
              <a:buNone/>
              <a:defRPr sz="2400">
                <a:solidFill>
                  <a:schemeClr val="lt1"/>
                </a:solidFill>
              </a:defRPr>
            </a:lvl2pPr>
            <a:lvl3pPr indent="-228600" lvl="2" marL="1371600" algn="l">
              <a:spcBef>
                <a:spcPts val="0"/>
              </a:spcBef>
              <a:spcAft>
                <a:spcPts val="0"/>
              </a:spcAft>
              <a:buSzPts val="2400"/>
              <a:buNone/>
              <a:defRPr sz="2400">
                <a:solidFill>
                  <a:schemeClr val="lt1"/>
                </a:solidFill>
              </a:defRPr>
            </a:lvl3pPr>
            <a:lvl4pPr indent="-228600" lvl="3" marL="1828800" algn="l">
              <a:spcBef>
                <a:spcPts val="0"/>
              </a:spcBef>
              <a:spcAft>
                <a:spcPts val="0"/>
              </a:spcAft>
              <a:buSzPts val="2400"/>
              <a:buNone/>
              <a:defRPr sz="2400">
                <a:solidFill>
                  <a:schemeClr val="lt1"/>
                </a:solidFill>
              </a:defRPr>
            </a:lvl4pPr>
            <a:lvl5pPr indent="-228600" lvl="4" marL="2286000" algn="l">
              <a:spcBef>
                <a:spcPts val="0"/>
              </a:spcBef>
              <a:spcAft>
                <a:spcPts val="0"/>
              </a:spcAft>
              <a:buSzPts val="2400"/>
              <a:buNone/>
              <a:defRPr sz="2400">
                <a:solidFill>
                  <a:schemeClr val="lt1"/>
                </a:solidFill>
              </a:defRPr>
            </a:lvl5pPr>
            <a:lvl6pPr indent="-228600" lvl="5" marL="2743200" algn="l">
              <a:spcBef>
                <a:spcPts val="0"/>
              </a:spcBef>
              <a:spcAft>
                <a:spcPts val="0"/>
              </a:spcAft>
              <a:buSzPts val="2400"/>
              <a:buNone/>
              <a:defRPr sz="2400">
                <a:solidFill>
                  <a:schemeClr val="lt1"/>
                </a:solidFill>
              </a:defRPr>
            </a:lvl6pPr>
            <a:lvl7pPr indent="-228600" lvl="6" marL="3200400" algn="l">
              <a:spcBef>
                <a:spcPts val="0"/>
              </a:spcBef>
              <a:spcAft>
                <a:spcPts val="0"/>
              </a:spcAft>
              <a:buSzPts val="2400"/>
              <a:buNone/>
              <a:defRPr sz="2400">
                <a:solidFill>
                  <a:schemeClr val="lt1"/>
                </a:solidFill>
              </a:defRPr>
            </a:lvl7pPr>
            <a:lvl8pPr indent="-228600" lvl="7" marL="3657600" algn="l">
              <a:spcBef>
                <a:spcPts val="0"/>
              </a:spcBef>
              <a:spcAft>
                <a:spcPts val="0"/>
              </a:spcAft>
              <a:buSzPts val="2400"/>
              <a:buNone/>
              <a:defRPr sz="2400">
                <a:solidFill>
                  <a:schemeClr val="lt1"/>
                </a:solidFill>
              </a:defRPr>
            </a:lvl8pPr>
            <a:lvl9pPr indent="-228600" lvl="8" marL="4114800" algn="l">
              <a:spcBef>
                <a:spcPts val="0"/>
              </a:spcBef>
              <a:spcAft>
                <a:spcPts val="0"/>
              </a:spcAft>
              <a:buSzPts val="2400"/>
              <a:buNone/>
              <a:defRPr sz="2400">
                <a:solidFill>
                  <a:schemeClr val="lt1"/>
                </a:solidFill>
              </a:defRPr>
            </a:lvl9pPr>
          </a:lstStyle>
          <a:p/>
        </p:txBody>
      </p:sp>
      <p:sp>
        <p:nvSpPr>
          <p:cNvPr id="64" name="Google Shape;64;p43"/>
          <p:cNvSpPr txBox="1"/>
          <p:nvPr>
            <p:ph idx="2" type="body"/>
          </p:nvPr>
        </p:nvSpPr>
        <p:spPr>
          <a:xfrm>
            <a:off x="457200" y="1600200"/>
            <a:ext cx="8229600" cy="4525963"/>
          </a:xfrm>
          <a:prstGeom prst="rect">
            <a:avLst/>
          </a:prstGeom>
          <a:noFill/>
          <a:ln>
            <a:noFill/>
          </a:ln>
        </p:spPr>
        <p:txBody>
          <a:bodyPr anchorCtr="0" anchor="t" bIns="0" lIns="0" spcFirstLastPara="1" rIns="0" wrap="square" tIns="0">
            <a:noAutofit/>
          </a:bodyPr>
          <a:lstStyle>
            <a:lvl1pPr indent="-342900" lvl="0" marL="457200" algn="l">
              <a:spcBef>
                <a:spcPts val="1500"/>
              </a:spcBef>
              <a:spcAft>
                <a:spcPts val="0"/>
              </a:spcAft>
              <a:buSzPts val="1800"/>
              <a:buChar char="•"/>
              <a:defRPr/>
            </a:lvl1pPr>
            <a:lvl2pPr indent="-342900" lvl="1" marL="914400" algn="l">
              <a:spcBef>
                <a:spcPts val="600"/>
              </a:spcBef>
              <a:spcAft>
                <a:spcPts val="0"/>
              </a:spcAft>
              <a:buSzPts val="1800"/>
              <a:buChar char="–"/>
              <a:defRPr/>
            </a:lvl2pPr>
            <a:lvl3pPr indent="-342900" lvl="2" marL="1371600" algn="l">
              <a:spcBef>
                <a:spcPts val="600"/>
              </a:spcBef>
              <a:spcAft>
                <a:spcPts val="0"/>
              </a:spcAft>
              <a:buSzPts val="1800"/>
              <a:buChar char="▪"/>
              <a:defRPr/>
            </a:lvl3pPr>
            <a:lvl4pPr indent="-342900" lvl="3" marL="1828800" algn="l">
              <a:spcBef>
                <a:spcPts val="600"/>
              </a:spcBef>
              <a:spcAft>
                <a:spcPts val="0"/>
              </a:spcAft>
              <a:buSzPts val="1800"/>
              <a:buChar char="–"/>
              <a:defRPr/>
            </a:lvl4pPr>
            <a:lvl5pPr indent="-330200" lvl="4" marL="2286000" algn="l">
              <a:spcBef>
                <a:spcPts val="600"/>
              </a:spcBef>
              <a:spcAft>
                <a:spcPts val="0"/>
              </a:spcAft>
              <a:buSzPts val="1600"/>
              <a:buChar char="•"/>
              <a:defRPr/>
            </a:lvl5pPr>
            <a:lvl6pPr indent="-330200" lvl="5" marL="2743200" algn="l">
              <a:spcBef>
                <a:spcPts val="300"/>
              </a:spcBef>
              <a:spcAft>
                <a:spcPts val="0"/>
              </a:spcAft>
              <a:buSzPts val="1600"/>
              <a:buChar char="•"/>
              <a:defRPr/>
            </a:lvl6pPr>
            <a:lvl7pPr indent="-330200" lvl="6" marL="3200400" algn="l">
              <a:spcBef>
                <a:spcPts val="300"/>
              </a:spcBef>
              <a:spcAft>
                <a:spcPts val="0"/>
              </a:spcAft>
              <a:buSzPts val="1600"/>
              <a:buChar char="•"/>
              <a:defRPr/>
            </a:lvl7pPr>
            <a:lvl8pPr indent="-330200" lvl="7" marL="3657600" algn="l">
              <a:spcBef>
                <a:spcPts val="300"/>
              </a:spcBef>
              <a:spcAft>
                <a:spcPts val="0"/>
              </a:spcAft>
              <a:buSzPts val="1600"/>
              <a:buChar char="•"/>
              <a:defRPr/>
            </a:lvl8pPr>
            <a:lvl9pPr indent="-330200" lvl="8" marL="4114800" algn="l">
              <a:spcBef>
                <a:spcPts val="300"/>
              </a:spcBef>
              <a:spcAft>
                <a:spcPts val="0"/>
              </a:spcAft>
              <a:buSzPts val="1600"/>
              <a:buChar char="•"/>
              <a:defRPr/>
            </a:lvl9pPr>
          </a:lstStyle>
          <a:p/>
        </p:txBody>
      </p:sp>
      <p:sp>
        <p:nvSpPr>
          <p:cNvPr id="65" name="Google Shape;65;p43"/>
          <p:cNvSpPr txBox="1"/>
          <p:nvPr>
            <p:ph idx="11" type="ftr"/>
          </p:nvPr>
        </p:nvSpPr>
        <p:spPr>
          <a:xfrm>
            <a:off x="93969" y="6172200"/>
            <a:ext cx="8595360" cy="235463"/>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3"/>
          <p:cNvSpPr txBox="1"/>
          <p:nvPr>
            <p:ph idx="10" type="dt"/>
          </p:nvPr>
        </p:nvSpPr>
        <p:spPr>
          <a:xfrm>
            <a:off x="6335713" y="113072"/>
            <a:ext cx="2133600" cy="1828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3"/>
          <p:cNvSpPr txBox="1"/>
          <p:nvPr>
            <p:ph idx="12" type="sldNum"/>
          </p:nvPr>
        </p:nvSpPr>
        <p:spPr>
          <a:xfrm>
            <a:off x="8469312" y="113072"/>
            <a:ext cx="551783" cy="1828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p:cSld name="Learning Objectives">
    <p:spTree>
      <p:nvGrpSpPr>
        <p:cNvPr id="68" name="Shape 68"/>
        <p:cNvGrpSpPr/>
        <p:nvPr/>
      </p:nvGrpSpPr>
      <p:grpSpPr>
        <a:xfrm>
          <a:off x="0" y="0"/>
          <a:ext cx="0" cy="0"/>
          <a:chOff x="0" y="0"/>
          <a:chExt cx="0" cy="0"/>
        </a:xfrm>
      </p:grpSpPr>
      <p:sp>
        <p:nvSpPr>
          <p:cNvPr id="69" name="Google Shape;69;p44"/>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rgbClr val="007FA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4"/>
          <p:cNvSpPr txBox="1"/>
          <p:nvPr>
            <p:ph idx="1" type="body"/>
          </p:nvPr>
        </p:nvSpPr>
        <p:spPr>
          <a:xfrm>
            <a:off x="457200" y="1600200"/>
            <a:ext cx="8229600" cy="4525963"/>
          </a:xfrm>
          <a:prstGeom prst="rect">
            <a:avLst/>
          </a:prstGeom>
          <a:noFill/>
          <a:ln>
            <a:noFill/>
          </a:ln>
        </p:spPr>
        <p:txBody>
          <a:bodyPr anchorCtr="0" anchor="t" bIns="0" lIns="0" spcFirstLastPara="1" rIns="0" wrap="square" tIns="0">
            <a:noAutofit/>
          </a:bodyPr>
          <a:lstStyle>
            <a:lvl1pPr indent="-254000" lvl="0" marL="457200" algn="l">
              <a:spcBef>
                <a:spcPts val="1500"/>
              </a:spcBef>
              <a:spcAft>
                <a:spcPts val="0"/>
              </a:spcAft>
              <a:buClr>
                <a:srgbClr val="007FA3"/>
              </a:buClr>
              <a:buSzPts val="400"/>
              <a:buChar char="•"/>
              <a:defRPr sz="1600"/>
            </a:lvl1pPr>
            <a:lvl2pPr indent="-330200" lvl="1" marL="914400" algn="l">
              <a:spcBef>
                <a:spcPts val="600"/>
              </a:spcBef>
              <a:spcAft>
                <a:spcPts val="0"/>
              </a:spcAft>
              <a:buClr>
                <a:srgbClr val="007FA3"/>
              </a:buClr>
              <a:buSzPts val="1600"/>
              <a:buChar char="–"/>
              <a:defRPr sz="1600"/>
            </a:lvl2pPr>
            <a:lvl3pPr indent="-330200" lvl="2" marL="1371600" algn="l">
              <a:spcBef>
                <a:spcPts val="600"/>
              </a:spcBef>
              <a:spcAft>
                <a:spcPts val="0"/>
              </a:spcAft>
              <a:buClr>
                <a:srgbClr val="007FA3"/>
              </a:buClr>
              <a:buSzPts val="1600"/>
              <a:buChar char="▪"/>
              <a:defRPr sz="1600"/>
            </a:lvl3pPr>
            <a:lvl4pPr indent="-330200" lvl="3" marL="1828800" algn="l">
              <a:spcBef>
                <a:spcPts val="600"/>
              </a:spcBef>
              <a:spcAft>
                <a:spcPts val="0"/>
              </a:spcAft>
              <a:buClr>
                <a:srgbClr val="007FA3"/>
              </a:buClr>
              <a:buSzPts val="1600"/>
              <a:buChar char="–"/>
              <a:defRPr sz="1600"/>
            </a:lvl4pPr>
            <a:lvl5pPr indent="-330200" lvl="4" marL="2286000" algn="l">
              <a:spcBef>
                <a:spcPts val="600"/>
              </a:spcBef>
              <a:spcAft>
                <a:spcPts val="0"/>
              </a:spcAft>
              <a:buClr>
                <a:srgbClr val="007FA3"/>
              </a:buClr>
              <a:buSzPts val="1600"/>
              <a:buChar char="•"/>
              <a:defRPr sz="1600"/>
            </a:lvl5pPr>
            <a:lvl6pPr indent="-330200" lvl="5" marL="2743200" algn="l">
              <a:spcBef>
                <a:spcPts val="300"/>
              </a:spcBef>
              <a:spcAft>
                <a:spcPts val="0"/>
              </a:spcAft>
              <a:buClr>
                <a:srgbClr val="007FA3"/>
              </a:buClr>
              <a:buSzPts val="1600"/>
              <a:buChar char="•"/>
              <a:defRPr sz="1600"/>
            </a:lvl6pPr>
            <a:lvl7pPr indent="-330200" lvl="6" marL="3200400" algn="l">
              <a:spcBef>
                <a:spcPts val="300"/>
              </a:spcBef>
              <a:spcAft>
                <a:spcPts val="0"/>
              </a:spcAft>
              <a:buClr>
                <a:srgbClr val="007FA3"/>
              </a:buClr>
              <a:buSzPts val="1600"/>
              <a:buChar char="•"/>
              <a:defRPr sz="1600"/>
            </a:lvl7pPr>
            <a:lvl8pPr indent="-330200" lvl="7" marL="3657600" algn="l">
              <a:spcBef>
                <a:spcPts val="300"/>
              </a:spcBef>
              <a:spcAft>
                <a:spcPts val="0"/>
              </a:spcAft>
              <a:buClr>
                <a:srgbClr val="007FA3"/>
              </a:buClr>
              <a:buSzPts val="1600"/>
              <a:buChar char="•"/>
              <a:defRPr sz="1600"/>
            </a:lvl8pPr>
            <a:lvl9pPr indent="-330200" lvl="8" marL="4114800" algn="l">
              <a:spcBef>
                <a:spcPts val="300"/>
              </a:spcBef>
              <a:spcAft>
                <a:spcPts val="0"/>
              </a:spcAft>
              <a:buClr>
                <a:srgbClr val="007FA3"/>
              </a:buClr>
              <a:buSzPts val="1600"/>
              <a:buChar char="•"/>
              <a:defRPr sz="1600"/>
            </a:lvl9pPr>
          </a:lstStyle>
          <a:p/>
        </p:txBody>
      </p:sp>
      <p:sp>
        <p:nvSpPr>
          <p:cNvPr id="71" name="Google Shape;71;p44"/>
          <p:cNvSpPr txBox="1"/>
          <p:nvPr>
            <p:ph idx="11" type="ftr"/>
          </p:nvPr>
        </p:nvSpPr>
        <p:spPr>
          <a:xfrm>
            <a:off x="93969" y="6172200"/>
            <a:ext cx="8595360" cy="235463"/>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4"/>
          <p:cNvSpPr txBox="1"/>
          <p:nvPr>
            <p:ph idx="10" type="dt"/>
          </p:nvPr>
        </p:nvSpPr>
        <p:spPr>
          <a:xfrm>
            <a:off x="6335713" y="113072"/>
            <a:ext cx="2133600" cy="1828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4"/>
          <p:cNvSpPr txBox="1"/>
          <p:nvPr>
            <p:ph idx="12" type="sldNum"/>
          </p:nvPr>
        </p:nvSpPr>
        <p:spPr>
          <a:xfrm>
            <a:off x="8469312" y="113072"/>
            <a:ext cx="551783" cy="1828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gure + Caption" showMasterSp="0">
  <p:cSld name="Figure + Caption">
    <p:spTree>
      <p:nvGrpSpPr>
        <p:cNvPr id="74" name="Shape 74"/>
        <p:cNvGrpSpPr/>
        <p:nvPr/>
      </p:nvGrpSpPr>
      <p:grpSpPr>
        <a:xfrm>
          <a:off x="0" y="0"/>
          <a:ext cx="0" cy="0"/>
          <a:chOff x="0" y="0"/>
          <a:chExt cx="0" cy="0"/>
        </a:xfrm>
      </p:grpSpPr>
      <p:sp>
        <p:nvSpPr>
          <p:cNvPr id="75" name="Google Shape;75;p45"/>
          <p:cNvSpPr txBox="1"/>
          <p:nvPr>
            <p:ph type="title"/>
          </p:nvPr>
        </p:nvSpPr>
        <p:spPr>
          <a:xfrm>
            <a:off x="457200" y="228600"/>
            <a:ext cx="8229600" cy="1066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rgbClr val="007FA3"/>
              </a:buClr>
              <a:buSzPts val="3400"/>
              <a:buFont typeface="Times New Roman"/>
              <a:buNone/>
              <a:defRPr sz="3400">
                <a:solidFill>
                  <a:srgbClr val="007FA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5"/>
          <p:cNvSpPr txBox="1"/>
          <p:nvPr>
            <p:ph idx="1" type="body"/>
          </p:nvPr>
        </p:nvSpPr>
        <p:spPr>
          <a:xfrm>
            <a:off x="457200" y="5368160"/>
            <a:ext cx="8229600" cy="916856"/>
          </a:xfrm>
          <a:prstGeom prst="rect">
            <a:avLst/>
          </a:prstGeom>
          <a:noFill/>
          <a:ln>
            <a:noFill/>
          </a:ln>
        </p:spPr>
        <p:txBody>
          <a:bodyPr anchorCtr="0" anchor="b" bIns="0" lIns="0" spcFirstLastPara="1" rIns="0" wrap="square" tIns="0">
            <a:noAutofit/>
          </a:bodyPr>
          <a:lstStyle>
            <a:lvl1pPr indent="-228600" lvl="0" marL="457200" algn="l">
              <a:spcBef>
                <a:spcPts val="0"/>
              </a:spcBef>
              <a:spcAft>
                <a:spcPts val="0"/>
              </a:spcAft>
              <a:buSzPts val="800"/>
              <a:buNone/>
              <a:defRPr sz="800"/>
            </a:lvl1pPr>
            <a:lvl2pPr indent="-228600" lvl="1" marL="914400" algn="l">
              <a:spcBef>
                <a:spcPts val="0"/>
              </a:spcBef>
              <a:spcAft>
                <a:spcPts val="0"/>
              </a:spcAft>
              <a:buSzPts val="1600"/>
              <a:buNone/>
              <a:defRPr sz="1600"/>
            </a:lvl2pPr>
            <a:lvl3pPr indent="-228600" lvl="2" marL="1371600" algn="l">
              <a:spcBef>
                <a:spcPts val="0"/>
              </a:spcBef>
              <a:spcAft>
                <a:spcPts val="0"/>
              </a:spcAft>
              <a:buSzPts val="1600"/>
              <a:buNone/>
              <a:defRPr sz="1600"/>
            </a:lvl3pPr>
            <a:lvl4pPr indent="-228600" lvl="3" marL="1828800" algn="l">
              <a:spcBef>
                <a:spcPts val="0"/>
              </a:spcBef>
              <a:spcAft>
                <a:spcPts val="0"/>
              </a:spcAft>
              <a:buSzPts val="1600"/>
              <a:buNone/>
              <a:defRPr sz="1600"/>
            </a:lvl4pPr>
            <a:lvl5pPr indent="-228600" lvl="4" marL="2286000" algn="l">
              <a:spcBef>
                <a:spcPts val="0"/>
              </a:spcBef>
              <a:spcAft>
                <a:spcPts val="0"/>
              </a:spcAft>
              <a:buSzPts val="1600"/>
              <a:buNone/>
              <a:defRPr sz="1600"/>
            </a:lvl5pPr>
            <a:lvl6pPr indent="-228600" lvl="5" marL="2743200" algn="l">
              <a:spcBef>
                <a:spcPts val="0"/>
              </a:spcBef>
              <a:spcAft>
                <a:spcPts val="0"/>
              </a:spcAft>
              <a:buSzPts val="1600"/>
              <a:buNone/>
              <a:defRPr sz="1600"/>
            </a:lvl6pPr>
            <a:lvl7pPr indent="-228600" lvl="6" marL="3200400" algn="l">
              <a:spcBef>
                <a:spcPts val="0"/>
              </a:spcBef>
              <a:spcAft>
                <a:spcPts val="0"/>
              </a:spcAft>
              <a:buSzPts val="1600"/>
              <a:buNone/>
              <a:defRPr sz="1600"/>
            </a:lvl7pPr>
            <a:lvl8pPr indent="-228600" lvl="7" marL="3657600" algn="l">
              <a:spcBef>
                <a:spcPts val="0"/>
              </a:spcBef>
              <a:spcAft>
                <a:spcPts val="0"/>
              </a:spcAft>
              <a:buSzPts val="1600"/>
              <a:buNone/>
              <a:defRPr sz="1600"/>
            </a:lvl8pPr>
            <a:lvl9pPr indent="-228600" lvl="8" marL="4114800" algn="l">
              <a:spcBef>
                <a:spcPts val="0"/>
              </a:spcBef>
              <a:spcAft>
                <a:spcPts val="0"/>
              </a:spcAft>
              <a:buSzPts val="1600"/>
              <a:buNone/>
              <a:defRPr sz="1600"/>
            </a:lvl9pPr>
          </a:lstStyle>
          <a:p/>
        </p:txBody>
      </p:sp>
      <p:sp>
        <p:nvSpPr>
          <p:cNvPr id="77" name="Google Shape;77;p45"/>
          <p:cNvSpPr txBox="1"/>
          <p:nvPr>
            <p:ph idx="11" type="ftr"/>
          </p:nvPr>
        </p:nvSpPr>
        <p:spPr>
          <a:xfrm>
            <a:off x="93969" y="6172200"/>
            <a:ext cx="8595360" cy="235463"/>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5"/>
          <p:cNvSpPr txBox="1"/>
          <p:nvPr>
            <p:ph idx="10" type="dt"/>
          </p:nvPr>
        </p:nvSpPr>
        <p:spPr>
          <a:xfrm>
            <a:off x="6335713" y="113072"/>
            <a:ext cx="2133600" cy="1828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5"/>
          <p:cNvSpPr txBox="1"/>
          <p:nvPr>
            <p:ph idx="12" type="sldNum"/>
          </p:nvPr>
        </p:nvSpPr>
        <p:spPr>
          <a:xfrm>
            <a:off x="8469312" y="113072"/>
            <a:ext cx="551783" cy="1828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900" u="none" cap="none" strike="noStrike">
                <a:solidFill>
                  <a:schemeClr val="dk1"/>
                </a:solidFill>
                <a:latin typeface="Arial"/>
                <a:ea typeface="Arial"/>
                <a:cs typeface="Arial"/>
                <a:sym typeface="Arial"/>
              </a:defRPr>
            </a:lvl1pPr>
            <a:lvl2pPr indent="0" lvl="1" marL="0" algn="r">
              <a:spcBef>
                <a:spcPts val="0"/>
              </a:spcBef>
              <a:buNone/>
              <a:defRPr b="0" i="0" sz="900" u="none" cap="none" strike="noStrike">
                <a:solidFill>
                  <a:schemeClr val="dk1"/>
                </a:solidFill>
                <a:latin typeface="Arial"/>
                <a:ea typeface="Arial"/>
                <a:cs typeface="Arial"/>
                <a:sym typeface="Arial"/>
              </a:defRPr>
            </a:lvl2pPr>
            <a:lvl3pPr indent="0" lvl="2" marL="0" algn="r">
              <a:spcBef>
                <a:spcPts val="0"/>
              </a:spcBef>
              <a:buNone/>
              <a:defRPr b="0" i="0" sz="900" u="none" cap="none" strike="noStrike">
                <a:solidFill>
                  <a:schemeClr val="dk1"/>
                </a:solidFill>
                <a:latin typeface="Arial"/>
                <a:ea typeface="Arial"/>
                <a:cs typeface="Arial"/>
                <a:sym typeface="Arial"/>
              </a:defRPr>
            </a:lvl3pPr>
            <a:lvl4pPr indent="0" lvl="3" marL="0" algn="r">
              <a:spcBef>
                <a:spcPts val="0"/>
              </a:spcBef>
              <a:buNone/>
              <a:defRPr b="0" i="0" sz="900" u="none" cap="none" strike="noStrike">
                <a:solidFill>
                  <a:schemeClr val="dk1"/>
                </a:solidFill>
                <a:latin typeface="Arial"/>
                <a:ea typeface="Arial"/>
                <a:cs typeface="Arial"/>
                <a:sym typeface="Arial"/>
              </a:defRPr>
            </a:lvl4pPr>
            <a:lvl5pPr indent="0" lvl="4" marL="0" algn="r">
              <a:spcBef>
                <a:spcPts val="0"/>
              </a:spcBef>
              <a:buNone/>
              <a:defRPr b="0" i="0" sz="900" u="none" cap="none" strike="noStrike">
                <a:solidFill>
                  <a:schemeClr val="dk1"/>
                </a:solidFill>
                <a:latin typeface="Arial"/>
                <a:ea typeface="Arial"/>
                <a:cs typeface="Arial"/>
                <a:sym typeface="Arial"/>
              </a:defRPr>
            </a:lvl5pPr>
            <a:lvl6pPr indent="0" lvl="5" marL="0" algn="r">
              <a:spcBef>
                <a:spcPts val="0"/>
              </a:spcBef>
              <a:buNone/>
              <a:defRPr b="0" i="0" sz="900" u="none" cap="none" strike="noStrike">
                <a:solidFill>
                  <a:schemeClr val="dk1"/>
                </a:solidFill>
                <a:latin typeface="Arial"/>
                <a:ea typeface="Arial"/>
                <a:cs typeface="Arial"/>
                <a:sym typeface="Arial"/>
              </a:defRPr>
            </a:lvl6pPr>
            <a:lvl7pPr indent="0" lvl="6" marL="0" algn="r">
              <a:spcBef>
                <a:spcPts val="0"/>
              </a:spcBef>
              <a:buNone/>
              <a:defRPr b="0" i="0" sz="900" u="none" cap="none" strike="noStrike">
                <a:solidFill>
                  <a:schemeClr val="dk1"/>
                </a:solidFill>
                <a:latin typeface="Arial"/>
                <a:ea typeface="Arial"/>
                <a:cs typeface="Arial"/>
                <a:sym typeface="Arial"/>
              </a:defRPr>
            </a:lvl7pPr>
            <a:lvl8pPr indent="0" lvl="7" marL="0" algn="r">
              <a:spcBef>
                <a:spcPts val="0"/>
              </a:spcBef>
              <a:buNone/>
              <a:defRPr b="0" i="0" sz="900" u="none" cap="none" strike="noStrike">
                <a:solidFill>
                  <a:schemeClr val="dk1"/>
                </a:solidFill>
                <a:latin typeface="Arial"/>
                <a:ea typeface="Arial"/>
                <a:cs typeface="Arial"/>
                <a:sym typeface="Arial"/>
              </a:defRPr>
            </a:lvl8pPr>
            <a:lvl9pPr indent="0" lvl="8" marL="0" algn="r">
              <a:spcBef>
                <a:spcPts val="0"/>
              </a:spcBef>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Pearson Logo" id="80" name="Google Shape;80;p45"/>
          <p:cNvPicPr preferRelativeResize="0"/>
          <p:nvPr/>
        </p:nvPicPr>
        <p:blipFill rotWithShape="1">
          <a:blip r:embed="rId2">
            <a:alphaModFix/>
          </a:blip>
          <a:srcRect b="0" l="0" r="0" t="0"/>
          <a:stretch/>
        </p:blipFill>
        <p:spPr>
          <a:xfrm>
            <a:off x="7997400" y="6434394"/>
            <a:ext cx="918000" cy="279915"/>
          </a:xfrm>
          <a:prstGeom prst="rect">
            <a:avLst/>
          </a:prstGeom>
          <a:noFill/>
          <a:ln>
            <a:noFill/>
          </a:ln>
        </p:spPr>
      </p:pic>
      <p:sp>
        <p:nvSpPr>
          <p:cNvPr id="81" name="Google Shape;81;p45"/>
          <p:cNvSpPr txBox="1"/>
          <p:nvPr/>
        </p:nvSpPr>
        <p:spPr>
          <a:xfrm>
            <a:off x="95799" y="6438054"/>
            <a:ext cx="7162800"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Verdana"/>
              <a:buNone/>
            </a:pPr>
            <a:r>
              <a:rPr b="0" i="0" lang="en-US" sz="1200" u="none" cap="none" strike="noStrike">
                <a:solidFill>
                  <a:schemeClr val="dk1"/>
                </a:solidFill>
                <a:latin typeface="Verdana"/>
                <a:ea typeface="Verdana"/>
                <a:cs typeface="Verdana"/>
                <a:sym typeface="Verdana"/>
              </a:rPr>
              <a:t>Copyright © 2016, 2012, 2010 Pearson Education, Inc. All Rights Reserved.</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82" name="Shape 82"/>
        <p:cNvGrpSpPr/>
        <p:nvPr/>
      </p:nvGrpSpPr>
      <p:grpSpPr>
        <a:xfrm>
          <a:off x="0" y="0"/>
          <a:ext cx="0" cy="0"/>
          <a:chOff x="0" y="0"/>
          <a:chExt cx="0" cy="0"/>
        </a:xfrm>
      </p:grpSpPr>
      <p:sp>
        <p:nvSpPr>
          <p:cNvPr id="83" name="Google Shape;83;p46"/>
          <p:cNvSpPr txBox="1"/>
          <p:nvPr>
            <p:ph idx="11" type="ftr"/>
          </p:nvPr>
        </p:nvSpPr>
        <p:spPr>
          <a:xfrm>
            <a:off x="93969" y="6172200"/>
            <a:ext cx="8595360" cy="235463"/>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46"/>
          <p:cNvSpPr txBox="1"/>
          <p:nvPr>
            <p:ph idx="10" type="dt"/>
          </p:nvPr>
        </p:nvSpPr>
        <p:spPr>
          <a:xfrm>
            <a:off x="6335713" y="113072"/>
            <a:ext cx="2133600" cy="1828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46"/>
          <p:cNvSpPr txBox="1"/>
          <p:nvPr>
            <p:ph idx="12" type="sldNum"/>
          </p:nvPr>
        </p:nvSpPr>
        <p:spPr>
          <a:xfrm>
            <a:off x="8469312" y="113072"/>
            <a:ext cx="551783" cy="1828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6" name="Google Shape;86;p46"/>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rgbClr val="007FA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46"/>
          <p:cNvSpPr txBox="1"/>
          <p:nvPr>
            <p:ph idx="1" type="body"/>
          </p:nvPr>
        </p:nvSpPr>
        <p:spPr>
          <a:xfrm>
            <a:off x="457200" y="1600201"/>
            <a:ext cx="8229600" cy="914400"/>
          </a:xfrm>
          <a:prstGeom prst="rect">
            <a:avLst/>
          </a:prstGeom>
          <a:noFill/>
          <a:ln>
            <a:noFill/>
          </a:ln>
        </p:spPr>
        <p:txBody>
          <a:bodyPr anchorCtr="0" anchor="t" bIns="0" lIns="0" spcFirstLastPara="1" rIns="0" wrap="square" tIns="0">
            <a:noAutofit/>
          </a:bodyPr>
          <a:lstStyle>
            <a:lvl1pPr indent="-330200" lvl="0" marL="457200" algn="l">
              <a:spcBef>
                <a:spcPts val="1500"/>
              </a:spcBef>
              <a:spcAft>
                <a:spcPts val="0"/>
              </a:spcAft>
              <a:buSzPts val="1600"/>
              <a:buChar char="•"/>
              <a:defRPr sz="1600"/>
            </a:lvl1pPr>
            <a:lvl2pPr indent="-330200" lvl="1" marL="914400" algn="l">
              <a:spcBef>
                <a:spcPts val="600"/>
              </a:spcBef>
              <a:spcAft>
                <a:spcPts val="0"/>
              </a:spcAft>
              <a:buSzPts val="1600"/>
              <a:buChar char="–"/>
              <a:defRPr sz="1600"/>
            </a:lvl2pPr>
            <a:lvl3pPr indent="-330200" lvl="2" marL="1371600" algn="l">
              <a:spcBef>
                <a:spcPts val="600"/>
              </a:spcBef>
              <a:spcAft>
                <a:spcPts val="0"/>
              </a:spcAft>
              <a:buSzPts val="1600"/>
              <a:buChar char="▪"/>
              <a:defRPr sz="1600"/>
            </a:lvl3pPr>
            <a:lvl4pPr indent="-330200" lvl="3" marL="1828800" algn="l">
              <a:spcBef>
                <a:spcPts val="600"/>
              </a:spcBef>
              <a:spcAft>
                <a:spcPts val="0"/>
              </a:spcAft>
              <a:buSzPts val="1600"/>
              <a:buChar char="–"/>
              <a:defRPr sz="1600"/>
            </a:lvl4pPr>
            <a:lvl5pPr indent="-330200" lvl="4" marL="2286000" algn="l">
              <a:spcBef>
                <a:spcPts val="600"/>
              </a:spcBef>
              <a:spcAft>
                <a:spcPts val="0"/>
              </a:spcAft>
              <a:buSzPts val="1600"/>
              <a:buChar char="•"/>
              <a:defRPr sz="1600"/>
            </a:lvl5pPr>
            <a:lvl6pPr indent="-317500" lvl="5" marL="2743200" algn="l">
              <a:spcBef>
                <a:spcPts val="300"/>
              </a:spcBef>
              <a:spcAft>
                <a:spcPts val="0"/>
              </a:spcAft>
              <a:buSzPts val="1400"/>
              <a:buChar char="•"/>
              <a:defRPr sz="1400"/>
            </a:lvl6pPr>
            <a:lvl7pPr indent="-317500" lvl="6" marL="3200400" algn="l">
              <a:spcBef>
                <a:spcPts val="300"/>
              </a:spcBef>
              <a:spcAft>
                <a:spcPts val="0"/>
              </a:spcAft>
              <a:buSzPts val="1400"/>
              <a:buChar char="•"/>
              <a:defRPr sz="1400"/>
            </a:lvl7pPr>
            <a:lvl8pPr indent="-317500" lvl="7" marL="3657600" algn="l">
              <a:spcBef>
                <a:spcPts val="300"/>
              </a:spcBef>
              <a:spcAft>
                <a:spcPts val="0"/>
              </a:spcAft>
              <a:buSzPts val="1400"/>
              <a:buChar char="•"/>
              <a:defRPr sz="1400"/>
            </a:lvl8pPr>
            <a:lvl9pPr indent="-317500" lvl="8" marL="4114800" algn="l">
              <a:spcBef>
                <a:spcPts val="300"/>
              </a:spcBef>
              <a:spcAft>
                <a:spcPts val="0"/>
              </a:spcAft>
              <a:buSzPts val="1400"/>
              <a:buChar char="•"/>
              <a:defRPr sz="1400"/>
            </a:lvl9pPr>
          </a:lstStyle>
          <a:p/>
        </p:txBody>
      </p:sp>
      <p:sp>
        <p:nvSpPr>
          <p:cNvPr id="88" name="Google Shape;88;p46"/>
          <p:cNvSpPr txBox="1"/>
          <p:nvPr>
            <p:ph idx="2" type="body"/>
          </p:nvPr>
        </p:nvSpPr>
        <p:spPr>
          <a:xfrm>
            <a:off x="457200" y="2667000"/>
            <a:ext cx="3886200" cy="2438400"/>
          </a:xfrm>
          <a:prstGeom prst="rect">
            <a:avLst/>
          </a:prstGeom>
          <a:noFill/>
          <a:ln>
            <a:noFill/>
          </a:ln>
        </p:spPr>
        <p:txBody>
          <a:bodyPr anchorCtr="0" anchor="t" bIns="0" lIns="0" spcFirstLastPara="1" rIns="0" wrap="square" tIns="0">
            <a:noAutofit/>
          </a:bodyPr>
          <a:lstStyle>
            <a:lvl1pPr indent="-330200" lvl="0" marL="457200" algn="l">
              <a:spcBef>
                <a:spcPts val="1500"/>
              </a:spcBef>
              <a:spcAft>
                <a:spcPts val="0"/>
              </a:spcAft>
              <a:buSzPts val="1600"/>
              <a:buChar char="•"/>
              <a:defRPr sz="1600"/>
            </a:lvl1pPr>
            <a:lvl2pPr indent="-330200" lvl="1" marL="914400" algn="l">
              <a:spcBef>
                <a:spcPts val="600"/>
              </a:spcBef>
              <a:spcAft>
                <a:spcPts val="0"/>
              </a:spcAft>
              <a:buSzPts val="1600"/>
              <a:buChar char="–"/>
              <a:defRPr sz="1600"/>
            </a:lvl2pPr>
            <a:lvl3pPr indent="-330200" lvl="2" marL="1371600" algn="l">
              <a:spcBef>
                <a:spcPts val="600"/>
              </a:spcBef>
              <a:spcAft>
                <a:spcPts val="0"/>
              </a:spcAft>
              <a:buSzPts val="1600"/>
              <a:buChar char="▪"/>
              <a:defRPr sz="1600"/>
            </a:lvl3pPr>
            <a:lvl4pPr indent="-330200" lvl="3" marL="1828800" algn="l">
              <a:spcBef>
                <a:spcPts val="600"/>
              </a:spcBef>
              <a:spcAft>
                <a:spcPts val="0"/>
              </a:spcAft>
              <a:buSzPts val="1600"/>
              <a:buChar char="–"/>
              <a:defRPr sz="1600"/>
            </a:lvl4pPr>
            <a:lvl5pPr indent="-330200" lvl="4" marL="2286000" algn="l">
              <a:spcBef>
                <a:spcPts val="600"/>
              </a:spcBef>
              <a:spcAft>
                <a:spcPts val="0"/>
              </a:spcAft>
              <a:buSzPts val="1600"/>
              <a:buChar char="•"/>
              <a:defRPr sz="1600"/>
            </a:lvl5pPr>
            <a:lvl6pPr indent="-317500" lvl="5" marL="2743200" algn="l">
              <a:spcBef>
                <a:spcPts val="300"/>
              </a:spcBef>
              <a:spcAft>
                <a:spcPts val="0"/>
              </a:spcAft>
              <a:buSzPts val="1400"/>
              <a:buChar char="•"/>
              <a:defRPr sz="1400"/>
            </a:lvl6pPr>
            <a:lvl7pPr indent="-317500" lvl="6" marL="3200400" algn="l">
              <a:spcBef>
                <a:spcPts val="300"/>
              </a:spcBef>
              <a:spcAft>
                <a:spcPts val="0"/>
              </a:spcAft>
              <a:buSzPts val="1400"/>
              <a:buChar char="•"/>
              <a:defRPr sz="1400"/>
            </a:lvl7pPr>
            <a:lvl8pPr indent="-317500" lvl="7" marL="3657600" algn="l">
              <a:spcBef>
                <a:spcPts val="300"/>
              </a:spcBef>
              <a:spcAft>
                <a:spcPts val="0"/>
              </a:spcAft>
              <a:buSzPts val="1400"/>
              <a:buChar char="•"/>
              <a:defRPr sz="1400"/>
            </a:lvl8pPr>
            <a:lvl9pPr indent="-317500" lvl="8" marL="4114800" algn="l">
              <a:spcBef>
                <a:spcPts val="300"/>
              </a:spcBef>
              <a:spcAft>
                <a:spcPts val="0"/>
              </a:spcAft>
              <a:buSzPts val="1400"/>
              <a:buChar char="•"/>
              <a:defRPr sz="1400"/>
            </a:lvl9pPr>
          </a:lstStyle>
          <a:p/>
        </p:txBody>
      </p:sp>
      <p:sp>
        <p:nvSpPr>
          <p:cNvPr id="89" name="Google Shape;89;p46"/>
          <p:cNvSpPr txBox="1"/>
          <p:nvPr>
            <p:ph idx="3" type="body"/>
          </p:nvPr>
        </p:nvSpPr>
        <p:spPr>
          <a:xfrm>
            <a:off x="4419600" y="2667000"/>
            <a:ext cx="4267200" cy="2438400"/>
          </a:xfrm>
          <a:prstGeom prst="rect">
            <a:avLst/>
          </a:prstGeom>
          <a:noFill/>
          <a:ln>
            <a:noFill/>
          </a:ln>
        </p:spPr>
        <p:txBody>
          <a:bodyPr anchorCtr="0" anchor="t" bIns="0" lIns="0" spcFirstLastPara="1" rIns="0" wrap="square" tIns="0">
            <a:noAutofit/>
          </a:bodyPr>
          <a:lstStyle>
            <a:lvl1pPr indent="-342900" lvl="0" marL="457200" algn="l">
              <a:spcBef>
                <a:spcPts val="1500"/>
              </a:spcBef>
              <a:spcAft>
                <a:spcPts val="0"/>
              </a:spcAft>
              <a:buSzPts val="1800"/>
              <a:buChar char="•"/>
              <a:defRPr/>
            </a:lvl1pPr>
            <a:lvl2pPr indent="-342900" lvl="1" marL="914400" algn="l">
              <a:spcBef>
                <a:spcPts val="600"/>
              </a:spcBef>
              <a:spcAft>
                <a:spcPts val="0"/>
              </a:spcAft>
              <a:buSzPts val="1800"/>
              <a:buChar char="–"/>
              <a:defRPr/>
            </a:lvl2pPr>
            <a:lvl3pPr indent="-342900" lvl="2" marL="1371600" algn="l">
              <a:spcBef>
                <a:spcPts val="600"/>
              </a:spcBef>
              <a:spcAft>
                <a:spcPts val="0"/>
              </a:spcAft>
              <a:buSzPts val="1800"/>
              <a:buChar char="▪"/>
              <a:defRPr/>
            </a:lvl3pPr>
            <a:lvl4pPr indent="-342900" lvl="3" marL="1828800" algn="l">
              <a:spcBef>
                <a:spcPts val="600"/>
              </a:spcBef>
              <a:spcAft>
                <a:spcPts val="0"/>
              </a:spcAft>
              <a:buSzPts val="1800"/>
              <a:buChar char="–"/>
              <a:defRPr/>
            </a:lvl4pPr>
            <a:lvl5pPr indent="-342900" lvl="4" marL="2286000" algn="l">
              <a:spcBef>
                <a:spcPts val="600"/>
              </a:spcBef>
              <a:spcAft>
                <a:spcPts val="0"/>
              </a:spcAft>
              <a:buSzPts val="1800"/>
              <a:buChar char="•"/>
              <a:defRPr/>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0" name="Shape 90"/>
        <p:cNvGrpSpPr/>
        <p:nvPr/>
      </p:nvGrpSpPr>
      <p:grpSpPr>
        <a:xfrm>
          <a:off x="0" y="0"/>
          <a:ext cx="0" cy="0"/>
          <a:chOff x="0" y="0"/>
          <a:chExt cx="0" cy="0"/>
        </a:xfrm>
      </p:grpSpPr>
      <p:sp>
        <p:nvSpPr>
          <p:cNvPr id="91" name="Google Shape;91;p47"/>
          <p:cNvSpPr txBox="1"/>
          <p:nvPr>
            <p:ph type="title"/>
          </p:nvPr>
        </p:nvSpPr>
        <p:spPr>
          <a:xfrm>
            <a:off x="685800" y="1447800"/>
            <a:ext cx="7772400" cy="2152651"/>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rgbClr val="007FA3"/>
              </a:buClr>
              <a:buSzPts val="3400"/>
              <a:buFont typeface="Times New Roman"/>
              <a:buNone/>
              <a:defRPr b="1" sz="3400" cap="none">
                <a:solidFill>
                  <a:srgbClr val="007FA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47"/>
          <p:cNvSpPr txBox="1"/>
          <p:nvPr>
            <p:ph idx="1" type="body"/>
          </p:nvPr>
        </p:nvSpPr>
        <p:spPr>
          <a:xfrm>
            <a:off x="674687" y="3962400"/>
            <a:ext cx="7794627" cy="175260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600"/>
              <a:buNone/>
              <a:defRPr sz="1600">
                <a:solidFill>
                  <a:srgbClr val="007FA3"/>
                </a:solidFill>
              </a:defRPr>
            </a:lvl1pPr>
            <a:lvl2pPr indent="-228600" lvl="1" marL="914400" algn="l">
              <a:spcBef>
                <a:spcPts val="600"/>
              </a:spcBef>
              <a:spcAft>
                <a:spcPts val="0"/>
              </a:spcAft>
              <a:buSzPts val="1800"/>
              <a:buNone/>
              <a:defRPr sz="1800">
                <a:solidFill>
                  <a:srgbClr val="888888"/>
                </a:solidFill>
              </a:defRPr>
            </a:lvl2pPr>
            <a:lvl3pPr indent="-228600" lvl="2" marL="1371600" algn="l">
              <a:spcBef>
                <a:spcPts val="600"/>
              </a:spcBef>
              <a:spcAft>
                <a:spcPts val="0"/>
              </a:spcAft>
              <a:buSzPts val="1600"/>
              <a:buNone/>
              <a:defRPr sz="1600">
                <a:solidFill>
                  <a:srgbClr val="888888"/>
                </a:solidFill>
              </a:defRPr>
            </a:lvl3pPr>
            <a:lvl4pPr indent="-228600" lvl="3" marL="1828800" algn="l">
              <a:spcBef>
                <a:spcPts val="600"/>
              </a:spcBef>
              <a:spcAft>
                <a:spcPts val="0"/>
              </a:spcAft>
              <a:buSzPts val="1400"/>
              <a:buNone/>
              <a:defRPr sz="1400">
                <a:solidFill>
                  <a:srgbClr val="888888"/>
                </a:solidFill>
              </a:defRPr>
            </a:lvl4pPr>
            <a:lvl5pPr indent="-228600" lvl="4" marL="2286000" algn="l">
              <a:spcBef>
                <a:spcPts val="600"/>
              </a:spcBef>
              <a:spcAft>
                <a:spcPts val="0"/>
              </a:spcAft>
              <a:buSzPts val="1400"/>
              <a:buNone/>
              <a:defRPr sz="1400">
                <a:solidFill>
                  <a:srgbClr val="888888"/>
                </a:solidFill>
              </a:defRPr>
            </a:lvl5pPr>
            <a:lvl6pPr indent="-228600" lvl="5" marL="2743200" algn="l">
              <a:spcBef>
                <a:spcPts val="300"/>
              </a:spcBef>
              <a:spcAft>
                <a:spcPts val="0"/>
              </a:spcAft>
              <a:buSzPts val="1400"/>
              <a:buNone/>
              <a:defRPr sz="1400">
                <a:solidFill>
                  <a:srgbClr val="888888"/>
                </a:solidFill>
              </a:defRPr>
            </a:lvl6pPr>
            <a:lvl7pPr indent="-228600" lvl="6" marL="3200400" algn="l">
              <a:spcBef>
                <a:spcPts val="300"/>
              </a:spcBef>
              <a:spcAft>
                <a:spcPts val="0"/>
              </a:spcAft>
              <a:buSzPts val="1400"/>
              <a:buNone/>
              <a:defRPr sz="1400">
                <a:solidFill>
                  <a:srgbClr val="888888"/>
                </a:solidFill>
              </a:defRPr>
            </a:lvl7pPr>
            <a:lvl8pPr indent="-228600" lvl="7" marL="3657600" algn="l">
              <a:spcBef>
                <a:spcPts val="300"/>
              </a:spcBef>
              <a:spcAft>
                <a:spcPts val="0"/>
              </a:spcAft>
              <a:buSzPts val="1400"/>
              <a:buNone/>
              <a:defRPr sz="1400">
                <a:solidFill>
                  <a:srgbClr val="888888"/>
                </a:solidFill>
              </a:defRPr>
            </a:lvl8pPr>
            <a:lvl9pPr indent="-228600" lvl="8" marL="4114800" algn="l">
              <a:spcBef>
                <a:spcPts val="300"/>
              </a:spcBef>
              <a:spcAft>
                <a:spcPts val="0"/>
              </a:spcAft>
              <a:buSzPts val="1400"/>
              <a:buNone/>
              <a:defRPr sz="1400">
                <a:solidFill>
                  <a:srgbClr val="888888"/>
                </a:solidFill>
              </a:defRPr>
            </a:lvl9pPr>
          </a:lstStyle>
          <a:p/>
        </p:txBody>
      </p:sp>
      <p:sp>
        <p:nvSpPr>
          <p:cNvPr id="93" name="Google Shape;93;p47"/>
          <p:cNvSpPr txBox="1"/>
          <p:nvPr>
            <p:ph idx="10" type="dt"/>
          </p:nvPr>
        </p:nvSpPr>
        <p:spPr>
          <a:xfrm>
            <a:off x="6335713" y="113072"/>
            <a:ext cx="2133600" cy="1828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47"/>
          <p:cNvSpPr txBox="1"/>
          <p:nvPr>
            <p:ph idx="12" type="sldNum"/>
          </p:nvPr>
        </p:nvSpPr>
        <p:spPr>
          <a:xfrm>
            <a:off x="8469312" y="113072"/>
            <a:ext cx="551783" cy="1828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5" name="Google Shape;95;p47"/>
          <p:cNvSpPr txBox="1"/>
          <p:nvPr>
            <p:ph idx="11" type="ftr"/>
          </p:nvPr>
        </p:nvSpPr>
        <p:spPr>
          <a:xfrm>
            <a:off x="93969" y="6172200"/>
            <a:ext cx="8595360" cy="235463"/>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96" name="Shape 96"/>
        <p:cNvGrpSpPr/>
        <p:nvPr/>
      </p:nvGrpSpPr>
      <p:grpSpPr>
        <a:xfrm>
          <a:off x="0" y="0"/>
          <a:ext cx="0" cy="0"/>
          <a:chOff x="0" y="0"/>
          <a:chExt cx="0" cy="0"/>
        </a:xfrm>
      </p:grpSpPr>
      <p:sp>
        <p:nvSpPr>
          <p:cNvPr id="97" name="Google Shape;97;p48"/>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rgbClr val="007FA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48"/>
          <p:cNvSpPr txBox="1"/>
          <p:nvPr>
            <p:ph idx="11" type="ftr"/>
          </p:nvPr>
        </p:nvSpPr>
        <p:spPr>
          <a:xfrm>
            <a:off x="93969" y="6172200"/>
            <a:ext cx="8595360" cy="235463"/>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48"/>
          <p:cNvSpPr txBox="1"/>
          <p:nvPr>
            <p:ph idx="10" type="dt"/>
          </p:nvPr>
        </p:nvSpPr>
        <p:spPr>
          <a:xfrm>
            <a:off x="6335713" y="113072"/>
            <a:ext cx="2133600" cy="1828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48"/>
          <p:cNvSpPr txBox="1"/>
          <p:nvPr>
            <p:ph idx="12" type="sldNum"/>
          </p:nvPr>
        </p:nvSpPr>
        <p:spPr>
          <a:xfrm>
            <a:off x="8469312" y="113072"/>
            <a:ext cx="551783" cy="1828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spTree>
      <p:nvGrpSpPr>
        <p:cNvPr id="101" name="Shape 101"/>
        <p:cNvGrpSpPr/>
        <p:nvPr/>
      </p:nvGrpSpPr>
      <p:grpSpPr>
        <a:xfrm>
          <a:off x="0" y="0"/>
          <a:ext cx="0" cy="0"/>
          <a:chOff x="0" y="0"/>
          <a:chExt cx="0" cy="0"/>
        </a:xfrm>
      </p:grpSpPr>
      <p:sp>
        <p:nvSpPr>
          <p:cNvPr id="102" name="Google Shape;102;p49"/>
          <p:cNvSpPr txBox="1"/>
          <p:nvPr>
            <p:ph idx="11" type="ftr"/>
          </p:nvPr>
        </p:nvSpPr>
        <p:spPr>
          <a:xfrm>
            <a:off x="93969" y="6172200"/>
            <a:ext cx="8595360" cy="235463"/>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49"/>
          <p:cNvSpPr txBox="1"/>
          <p:nvPr>
            <p:ph idx="10" type="dt"/>
          </p:nvPr>
        </p:nvSpPr>
        <p:spPr>
          <a:xfrm>
            <a:off x="6335713" y="113072"/>
            <a:ext cx="2133600" cy="18288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49"/>
          <p:cNvSpPr txBox="1"/>
          <p:nvPr>
            <p:ph idx="12" type="sldNum"/>
          </p:nvPr>
        </p:nvSpPr>
        <p:spPr>
          <a:xfrm>
            <a:off x="8469312" y="113072"/>
            <a:ext cx="551783" cy="18288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900" u="none" cap="none" strike="noStrike">
                <a:solidFill>
                  <a:schemeClr val="dk1"/>
                </a:solidFill>
                <a:latin typeface="Arial"/>
                <a:ea typeface="Arial"/>
                <a:cs typeface="Arial"/>
                <a:sym typeface="Arial"/>
              </a:defRPr>
            </a:lvl1pPr>
            <a:lvl2pPr indent="0" lvl="1" marL="0" algn="r">
              <a:spcBef>
                <a:spcPts val="0"/>
              </a:spcBef>
              <a:buNone/>
              <a:defRPr b="0" i="0" sz="900" u="none" cap="none" strike="noStrike">
                <a:solidFill>
                  <a:schemeClr val="dk1"/>
                </a:solidFill>
                <a:latin typeface="Arial"/>
                <a:ea typeface="Arial"/>
                <a:cs typeface="Arial"/>
                <a:sym typeface="Arial"/>
              </a:defRPr>
            </a:lvl2pPr>
            <a:lvl3pPr indent="0" lvl="2" marL="0" algn="r">
              <a:spcBef>
                <a:spcPts val="0"/>
              </a:spcBef>
              <a:buNone/>
              <a:defRPr b="0" i="0" sz="900" u="none" cap="none" strike="noStrike">
                <a:solidFill>
                  <a:schemeClr val="dk1"/>
                </a:solidFill>
                <a:latin typeface="Arial"/>
                <a:ea typeface="Arial"/>
                <a:cs typeface="Arial"/>
                <a:sym typeface="Arial"/>
              </a:defRPr>
            </a:lvl3pPr>
            <a:lvl4pPr indent="0" lvl="3" marL="0" algn="r">
              <a:spcBef>
                <a:spcPts val="0"/>
              </a:spcBef>
              <a:buNone/>
              <a:defRPr b="0" i="0" sz="900" u="none" cap="none" strike="noStrike">
                <a:solidFill>
                  <a:schemeClr val="dk1"/>
                </a:solidFill>
                <a:latin typeface="Arial"/>
                <a:ea typeface="Arial"/>
                <a:cs typeface="Arial"/>
                <a:sym typeface="Arial"/>
              </a:defRPr>
            </a:lvl4pPr>
            <a:lvl5pPr indent="0" lvl="4" marL="0" algn="r">
              <a:spcBef>
                <a:spcPts val="0"/>
              </a:spcBef>
              <a:buNone/>
              <a:defRPr b="0" i="0" sz="900" u="none" cap="none" strike="noStrike">
                <a:solidFill>
                  <a:schemeClr val="dk1"/>
                </a:solidFill>
                <a:latin typeface="Arial"/>
                <a:ea typeface="Arial"/>
                <a:cs typeface="Arial"/>
                <a:sym typeface="Arial"/>
              </a:defRPr>
            </a:lvl5pPr>
            <a:lvl6pPr indent="0" lvl="5" marL="0" algn="r">
              <a:spcBef>
                <a:spcPts val="0"/>
              </a:spcBef>
              <a:buNone/>
              <a:defRPr b="0" i="0" sz="900" u="none" cap="none" strike="noStrike">
                <a:solidFill>
                  <a:schemeClr val="dk1"/>
                </a:solidFill>
                <a:latin typeface="Arial"/>
                <a:ea typeface="Arial"/>
                <a:cs typeface="Arial"/>
                <a:sym typeface="Arial"/>
              </a:defRPr>
            </a:lvl6pPr>
            <a:lvl7pPr indent="0" lvl="6" marL="0" algn="r">
              <a:spcBef>
                <a:spcPts val="0"/>
              </a:spcBef>
              <a:buNone/>
              <a:defRPr b="0" i="0" sz="900" u="none" cap="none" strike="noStrike">
                <a:solidFill>
                  <a:schemeClr val="dk1"/>
                </a:solidFill>
                <a:latin typeface="Arial"/>
                <a:ea typeface="Arial"/>
                <a:cs typeface="Arial"/>
                <a:sym typeface="Arial"/>
              </a:defRPr>
            </a:lvl7pPr>
            <a:lvl8pPr indent="0" lvl="7" marL="0" algn="r">
              <a:spcBef>
                <a:spcPts val="0"/>
              </a:spcBef>
              <a:buNone/>
              <a:defRPr b="0" i="0" sz="900" u="none" cap="none" strike="noStrike">
                <a:solidFill>
                  <a:schemeClr val="dk1"/>
                </a:solidFill>
                <a:latin typeface="Arial"/>
                <a:ea typeface="Arial"/>
                <a:cs typeface="Arial"/>
                <a:sym typeface="Arial"/>
              </a:defRPr>
            </a:lvl8pPr>
            <a:lvl9pPr indent="0" lvl="8" marL="0" algn="r">
              <a:spcBef>
                <a:spcPts val="0"/>
              </a:spcBef>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Pearson Logo" id="105" name="Google Shape;105;p49"/>
          <p:cNvPicPr preferRelativeResize="0"/>
          <p:nvPr/>
        </p:nvPicPr>
        <p:blipFill rotWithShape="1">
          <a:blip r:embed="rId2">
            <a:alphaModFix/>
          </a:blip>
          <a:srcRect b="0" l="0" r="0" t="0"/>
          <a:stretch/>
        </p:blipFill>
        <p:spPr>
          <a:xfrm>
            <a:off x="7997400" y="6434394"/>
            <a:ext cx="918000" cy="279915"/>
          </a:xfrm>
          <a:prstGeom prst="rect">
            <a:avLst/>
          </a:prstGeom>
          <a:noFill/>
          <a:ln>
            <a:noFill/>
          </a:ln>
        </p:spPr>
      </p:pic>
      <p:sp>
        <p:nvSpPr>
          <p:cNvPr id="106" name="Google Shape;106;p49"/>
          <p:cNvSpPr txBox="1"/>
          <p:nvPr/>
        </p:nvSpPr>
        <p:spPr>
          <a:xfrm>
            <a:off x="95799" y="6438054"/>
            <a:ext cx="7162800"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Verdana"/>
              <a:buNone/>
            </a:pPr>
            <a:r>
              <a:rPr b="0" i="0" lang="en-US" sz="1200" u="none" cap="none" strike="noStrike">
                <a:solidFill>
                  <a:schemeClr val="dk1"/>
                </a:solidFill>
                <a:latin typeface="Verdana"/>
                <a:ea typeface="Verdana"/>
                <a:cs typeface="Verdana"/>
                <a:sym typeface="Verdana"/>
              </a:rPr>
              <a:t>Copyright © 2016, 2012, 2010 Pearson Education, Inc. All Rights Reserved.</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theme" Target="../theme/theme1.xml"/><Relationship Id="rId14" Type="http://schemas.openxmlformats.org/officeDocument/2006/relationships/slideLayout" Target="../slideLayouts/slideLayout1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6"/>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7FA3"/>
              </a:buClr>
              <a:buSzPts val="3400"/>
              <a:buFont typeface="Times New Roman"/>
              <a:buNone/>
              <a:defRPr b="1" i="0" sz="3400" u="none" cap="none" strike="noStrike">
                <a:solidFill>
                  <a:srgbClr val="007FA3"/>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6"/>
          <p:cNvSpPr txBox="1"/>
          <p:nvPr>
            <p:ph idx="1" type="body"/>
          </p:nvPr>
        </p:nvSpPr>
        <p:spPr>
          <a:xfrm>
            <a:off x="457200" y="1600200"/>
            <a:ext cx="8229600" cy="4525963"/>
          </a:xfrm>
          <a:prstGeom prst="rect">
            <a:avLst/>
          </a:prstGeom>
          <a:noFill/>
          <a:ln>
            <a:noFill/>
          </a:ln>
        </p:spPr>
        <p:txBody>
          <a:bodyPr anchorCtr="0" anchor="t" bIns="0" lIns="0" spcFirstLastPara="1" rIns="0" wrap="square" tIns="0">
            <a:noAutofit/>
          </a:bodyPr>
          <a:lstStyle>
            <a:lvl1pPr indent="-330200" lvl="0" marL="457200" marR="0" rtl="0" algn="l">
              <a:spcBef>
                <a:spcPts val="15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1pPr>
            <a:lvl2pPr indent="-330200" lvl="1" marL="914400" marR="0" rtl="0" algn="l">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2pPr>
            <a:lvl3pPr indent="-330200" lvl="2" marL="1371600" marR="0" rtl="0" algn="l">
              <a:spcBef>
                <a:spcPts val="600"/>
              </a:spcBef>
              <a:spcAft>
                <a:spcPts val="0"/>
              </a:spcAft>
              <a:buClr>
                <a:srgbClr val="007FA3"/>
              </a:buClr>
              <a:buSzPts val="1600"/>
              <a:buFont typeface="Noto Sans Symbols"/>
              <a:buChar char="▪"/>
              <a:defRPr b="0" i="0" sz="1600" u="none" cap="none" strike="noStrike">
                <a:solidFill>
                  <a:schemeClr val="dk1"/>
                </a:solidFill>
                <a:latin typeface="Arial"/>
                <a:ea typeface="Arial"/>
                <a:cs typeface="Arial"/>
                <a:sym typeface="Arial"/>
              </a:defRPr>
            </a:lvl3pPr>
            <a:lvl4pPr indent="-330200" lvl="3" marL="1828800" marR="0" rtl="0" algn="l">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spcBef>
                <a:spcPts val="6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spcBef>
                <a:spcPts val="300"/>
              </a:spcBef>
              <a:spcAft>
                <a:spcPts val="0"/>
              </a:spcAft>
              <a:buClr>
                <a:srgbClr val="007FA3"/>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12" name="Google Shape;12;p36"/>
          <p:cNvSpPr txBox="1"/>
          <p:nvPr>
            <p:ph idx="11" type="ftr"/>
          </p:nvPr>
        </p:nvSpPr>
        <p:spPr>
          <a:xfrm>
            <a:off x="93969" y="6172200"/>
            <a:ext cx="8595360" cy="235463"/>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36"/>
          <p:cNvSpPr txBox="1"/>
          <p:nvPr>
            <p:ph idx="10" type="dt"/>
          </p:nvPr>
        </p:nvSpPr>
        <p:spPr>
          <a:xfrm>
            <a:off x="6335713" y="113072"/>
            <a:ext cx="2133600" cy="18288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36"/>
          <p:cNvSpPr txBox="1"/>
          <p:nvPr>
            <p:ph idx="12" type="sldNum"/>
          </p:nvPr>
        </p:nvSpPr>
        <p:spPr>
          <a:xfrm>
            <a:off x="8469312" y="113072"/>
            <a:ext cx="551783" cy="18288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lt1"/>
                </a:solidFill>
                <a:latin typeface="Arial"/>
                <a:ea typeface="Arial"/>
                <a:cs typeface="Arial"/>
                <a:sym typeface="Arial"/>
              </a:defRPr>
            </a:lvl1pPr>
            <a:lvl2pPr indent="0" lvl="1" marL="0" marR="0" rtl="0" algn="r">
              <a:spcBef>
                <a:spcPts val="0"/>
              </a:spcBef>
              <a:buNone/>
              <a:defRPr b="0" i="0" sz="900" u="none" cap="none" strike="noStrike">
                <a:solidFill>
                  <a:schemeClr val="lt1"/>
                </a:solidFill>
                <a:latin typeface="Arial"/>
                <a:ea typeface="Arial"/>
                <a:cs typeface="Arial"/>
                <a:sym typeface="Arial"/>
              </a:defRPr>
            </a:lvl2pPr>
            <a:lvl3pPr indent="0" lvl="2" marL="0" marR="0" rtl="0" algn="r">
              <a:spcBef>
                <a:spcPts val="0"/>
              </a:spcBef>
              <a:buNone/>
              <a:defRPr b="0" i="0" sz="900" u="none" cap="none" strike="noStrike">
                <a:solidFill>
                  <a:schemeClr val="lt1"/>
                </a:solidFill>
                <a:latin typeface="Arial"/>
                <a:ea typeface="Arial"/>
                <a:cs typeface="Arial"/>
                <a:sym typeface="Arial"/>
              </a:defRPr>
            </a:lvl3pPr>
            <a:lvl4pPr indent="0" lvl="3" marL="0" marR="0" rtl="0" algn="r">
              <a:spcBef>
                <a:spcPts val="0"/>
              </a:spcBef>
              <a:buNone/>
              <a:defRPr b="0" i="0" sz="900" u="none" cap="none" strike="noStrike">
                <a:solidFill>
                  <a:schemeClr val="lt1"/>
                </a:solidFill>
                <a:latin typeface="Arial"/>
                <a:ea typeface="Arial"/>
                <a:cs typeface="Arial"/>
                <a:sym typeface="Arial"/>
              </a:defRPr>
            </a:lvl4pPr>
            <a:lvl5pPr indent="0" lvl="4" marL="0" marR="0" rtl="0" algn="r">
              <a:spcBef>
                <a:spcPts val="0"/>
              </a:spcBef>
              <a:buNone/>
              <a:defRPr b="0" i="0" sz="900" u="none" cap="none" strike="noStrike">
                <a:solidFill>
                  <a:schemeClr val="lt1"/>
                </a:solidFill>
                <a:latin typeface="Arial"/>
                <a:ea typeface="Arial"/>
                <a:cs typeface="Arial"/>
                <a:sym typeface="Arial"/>
              </a:defRPr>
            </a:lvl5pPr>
            <a:lvl6pPr indent="0" lvl="5" marL="0" marR="0" rtl="0" algn="r">
              <a:spcBef>
                <a:spcPts val="0"/>
              </a:spcBef>
              <a:buNone/>
              <a:defRPr b="0" i="0" sz="900" u="none" cap="none" strike="noStrike">
                <a:solidFill>
                  <a:schemeClr val="lt1"/>
                </a:solidFill>
                <a:latin typeface="Arial"/>
                <a:ea typeface="Arial"/>
                <a:cs typeface="Arial"/>
                <a:sym typeface="Arial"/>
              </a:defRPr>
            </a:lvl6pPr>
            <a:lvl7pPr indent="0" lvl="6" marL="0" marR="0" rtl="0" algn="r">
              <a:spcBef>
                <a:spcPts val="0"/>
              </a:spcBef>
              <a:buNone/>
              <a:defRPr b="0" i="0" sz="900" u="none" cap="none" strike="noStrike">
                <a:solidFill>
                  <a:schemeClr val="lt1"/>
                </a:solidFill>
                <a:latin typeface="Arial"/>
                <a:ea typeface="Arial"/>
                <a:cs typeface="Arial"/>
                <a:sym typeface="Arial"/>
              </a:defRPr>
            </a:lvl7pPr>
            <a:lvl8pPr indent="0" lvl="7" marL="0" marR="0" rtl="0" algn="r">
              <a:spcBef>
                <a:spcPts val="0"/>
              </a:spcBef>
              <a:buNone/>
              <a:defRPr b="0" i="0" sz="900" u="none" cap="none" strike="noStrike">
                <a:solidFill>
                  <a:schemeClr val="lt1"/>
                </a:solidFill>
                <a:latin typeface="Arial"/>
                <a:ea typeface="Arial"/>
                <a:cs typeface="Arial"/>
                <a:sym typeface="Arial"/>
              </a:defRPr>
            </a:lvl8pPr>
            <a:lvl9pPr indent="0" lvl="8" marL="0" marR="0" rtl="0" algn="r">
              <a:spcBef>
                <a:spcPts val="0"/>
              </a:spcBef>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36"/>
          <p:cNvSpPr txBox="1"/>
          <p:nvPr/>
        </p:nvSpPr>
        <p:spPr>
          <a:xfrm>
            <a:off x="2743200" y="6400800"/>
            <a:ext cx="6172200"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Verdana"/>
              <a:buNone/>
            </a:pPr>
            <a:r>
              <a:rPr b="0" i="0" lang="en-US" sz="1200" u="none" cap="none" strike="noStrike">
                <a:solidFill>
                  <a:schemeClr val="dk1"/>
                </a:solidFill>
                <a:latin typeface="Verdana"/>
                <a:ea typeface="Verdana"/>
                <a:cs typeface="Verdana"/>
                <a:sym typeface="Verdana"/>
              </a:rPr>
              <a:t>Copyright © 2019 Pearson Education, Ltd. All Rights Reserved.</a:t>
            </a:r>
            <a:endParaRPr/>
          </a:p>
        </p:txBody>
      </p:sp>
      <p:pic>
        <p:nvPicPr>
          <p:cNvPr descr="Pearson Logo" id="16" name="Google Shape;16;p36"/>
          <p:cNvPicPr preferRelativeResize="0"/>
          <p:nvPr/>
        </p:nvPicPr>
        <p:blipFill rotWithShape="1">
          <a:blip r:embed="rId1">
            <a:alphaModFix/>
          </a:blip>
          <a:srcRect b="0" l="0" r="0" t="0"/>
          <a:stretch/>
        </p:blipFill>
        <p:spPr>
          <a:xfrm>
            <a:off x="457200" y="6434394"/>
            <a:ext cx="918000" cy="27991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6.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
          <p:cNvSpPr txBox="1"/>
          <p:nvPr>
            <p:ph type="title"/>
          </p:nvPr>
        </p:nvSpPr>
        <p:spPr>
          <a:xfrm>
            <a:off x="457201" y="228600"/>
            <a:ext cx="8353718" cy="9906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400"/>
              <a:buFont typeface="Times New Roman"/>
              <a:buNone/>
            </a:pPr>
            <a:r>
              <a:rPr lang="en-US"/>
              <a:t>Entrepreneurship: Successfully Launching New Ventures</a:t>
            </a:r>
            <a:endParaRPr/>
          </a:p>
        </p:txBody>
      </p:sp>
      <p:sp>
        <p:nvSpPr>
          <p:cNvPr id="113" name="Google Shape;113;p1"/>
          <p:cNvSpPr txBox="1"/>
          <p:nvPr>
            <p:ph idx="1" type="body"/>
          </p:nvPr>
        </p:nvSpPr>
        <p:spPr>
          <a:xfrm>
            <a:off x="457202" y="1373052"/>
            <a:ext cx="8229598" cy="349068"/>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400"/>
              <a:buNone/>
            </a:pPr>
            <a:r>
              <a:rPr lang="en-US" sz="2400"/>
              <a:t>Sixth Edition, Global Edition</a:t>
            </a:r>
            <a:endParaRPr sz="2400"/>
          </a:p>
        </p:txBody>
      </p:sp>
      <p:sp>
        <p:nvSpPr>
          <p:cNvPr id="114" name="Google Shape;114;p1"/>
          <p:cNvSpPr txBox="1"/>
          <p:nvPr>
            <p:ph idx="2" type="body"/>
          </p:nvPr>
        </p:nvSpPr>
        <p:spPr>
          <a:xfrm>
            <a:off x="4531808" y="1917421"/>
            <a:ext cx="3657600" cy="1282979"/>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SzPts val="3400"/>
              <a:buNone/>
            </a:pPr>
            <a:r>
              <a:rPr b="1" lang="en-US" sz="3400"/>
              <a:t>Chapter 6</a:t>
            </a:r>
            <a:endParaRPr sz="3400"/>
          </a:p>
        </p:txBody>
      </p:sp>
      <p:sp>
        <p:nvSpPr>
          <p:cNvPr id="115" name="Google Shape;115;p1"/>
          <p:cNvSpPr txBox="1"/>
          <p:nvPr>
            <p:ph idx="3" type="body"/>
          </p:nvPr>
        </p:nvSpPr>
        <p:spPr>
          <a:xfrm>
            <a:off x="4531808" y="3398837"/>
            <a:ext cx="3657600" cy="2163763"/>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SzPts val="3400"/>
              <a:buNone/>
            </a:pPr>
            <a:r>
              <a:rPr lang="en-US" sz="3400"/>
              <a:t>Writing a Business Plan</a:t>
            </a:r>
            <a:endParaRPr/>
          </a:p>
        </p:txBody>
      </p:sp>
      <p:pic>
        <p:nvPicPr>
          <p:cNvPr descr="Front Cover: Entrepreneurship: Successfully Launching New Ventures Sixth Edition by Barringer and Ireland." id="116" name="Google Shape;116;p1"/>
          <p:cNvPicPr preferRelativeResize="0"/>
          <p:nvPr/>
        </p:nvPicPr>
        <p:blipFill rotWithShape="1">
          <a:blip r:embed="rId3">
            <a:alphaModFix/>
          </a:blip>
          <a:srcRect b="0" l="0" r="0" t="0"/>
          <a:stretch/>
        </p:blipFill>
        <p:spPr>
          <a:xfrm>
            <a:off x="475736" y="1858419"/>
            <a:ext cx="3371657" cy="436724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
          <p:cNvSpPr txBox="1"/>
          <p:nvPr>
            <p:ph type="title"/>
          </p:nvPr>
        </p:nvSpPr>
        <p:spPr>
          <a:xfrm>
            <a:off x="381000" y="152400"/>
            <a:ext cx="8229600" cy="9144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Learning Objectives</a:t>
            </a:r>
            <a:endParaRPr sz="3200"/>
          </a:p>
        </p:txBody>
      </p:sp>
      <p:sp>
        <p:nvSpPr>
          <p:cNvPr id="122" name="Google Shape;122;p2"/>
          <p:cNvSpPr txBox="1"/>
          <p:nvPr>
            <p:ph idx="1" type="body"/>
          </p:nvPr>
        </p:nvSpPr>
        <p:spPr>
          <a:xfrm>
            <a:off x="457200" y="1600201"/>
            <a:ext cx="8229600" cy="4419600"/>
          </a:xfrm>
          <a:prstGeom prst="rect">
            <a:avLst/>
          </a:prstGeom>
          <a:noFill/>
          <a:ln>
            <a:noFill/>
          </a:ln>
        </p:spPr>
        <p:txBody>
          <a:bodyPr anchorCtr="0" anchor="t" bIns="0" lIns="0" spcFirstLastPara="1" rIns="0" wrap="square" tIns="0">
            <a:noAutofit/>
          </a:bodyPr>
          <a:lstStyle/>
          <a:p>
            <a:pPr indent="-571500" lvl="0" marL="571500" rtl="0" algn="l">
              <a:spcBef>
                <a:spcPts val="0"/>
              </a:spcBef>
              <a:spcAft>
                <a:spcPts val="0"/>
              </a:spcAft>
              <a:buSzPts val="2400"/>
              <a:buNone/>
            </a:pPr>
            <a:r>
              <a:rPr b="1" lang="en-US" sz="2400">
                <a:solidFill>
                  <a:srgbClr val="007FA3"/>
                </a:solidFill>
              </a:rPr>
              <a:t>6.1</a:t>
            </a:r>
            <a:r>
              <a:rPr lang="en-US" sz="2400"/>
              <a:t> Explain the purpose of a business plan.</a:t>
            </a:r>
            <a:endParaRPr/>
          </a:p>
          <a:p>
            <a:pPr indent="-520700" lvl="0" marL="520700" rtl="0" algn="l">
              <a:spcBef>
                <a:spcPts val="1500"/>
              </a:spcBef>
              <a:spcAft>
                <a:spcPts val="0"/>
              </a:spcAft>
              <a:buSzPts val="2400"/>
              <a:buNone/>
            </a:pPr>
            <a:r>
              <a:rPr b="1" lang="en-US" sz="2400">
                <a:solidFill>
                  <a:srgbClr val="007FA3"/>
                </a:solidFill>
              </a:rPr>
              <a:t>6.2</a:t>
            </a:r>
            <a:r>
              <a:rPr lang="en-US" sz="2400"/>
              <a:t> Describe who reads a business plan and what they are looking for.</a:t>
            </a:r>
            <a:endParaRPr/>
          </a:p>
          <a:p>
            <a:pPr indent="-520700" lvl="0" marL="520700" rtl="0" algn="l">
              <a:spcBef>
                <a:spcPts val="1500"/>
              </a:spcBef>
              <a:spcAft>
                <a:spcPts val="0"/>
              </a:spcAft>
              <a:buSzPts val="2400"/>
              <a:buNone/>
            </a:pPr>
            <a:r>
              <a:rPr b="1" lang="en-US" sz="2400">
                <a:solidFill>
                  <a:srgbClr val="007FA3"/>
                </a:solidFill>
              </a:rPr>
              <a:t>6.3</a:t>
            </a:r>
            <a:r>
              <a:rPr lang="en-US" sz="2400"/>
              <a:t> Discuss the guidelines to follow to write an effective business plan.</a:t>
            </a:r>
            <a:endParaRPr/>
          </a:p>
          <a:p>
            <a:pPr indent="-520700" lvl="0" marL="520700" rtl="0" algn="l">
              <a:spcBef>
                <a:spcPts val="1500"/>
              </a:spcBef>
              <a:spcAft>
                <a:spcPts val="0"/>
              </a:spcAft>
              <a:buSzPts val="2400"/>
              <a:buNone/>
            </a:pPr>
            <a:r>
              <a:rPr b="1" lang="en-US" sz="2400">
                <a:solidFill>
                  <a:srgbClr val="007FA3"/>
                </a:solidFill>
              </a:rPr>
              <a:t>6.4</a:t>
            </a:r>
            <a:r>
              <a:rPr lang="en-US" sz="2400"/>
              <a:t> Identify and describe a suggested outline of a business plan.</a:t>
            </a:r>
            <a:endParaRPr/>
          </a:p>
          <a:p>
            <a:pPr indent="-520700" lvl="0" marL="520700" rtl="0" algn="l">
              <a:spcBef>
                <a:spcPts val="1500"/>
              </a:spcBef>
              <a:spcAft>
                <a:spcPts val="0"/>
              </a:spcAft>
              <a:buSzPts val="2400"/>
              <a:buNone/>
            </a:pPr>
            <a:r>
              <a:rPr b="1" lang="en-US" sz="2400">
                <a:solidFill>
                  <a:srgbClr val="007FA3"/>
                </a:solidFill>
              </a:rPr>
              <a:t>6.5</a:t>
            </a:r>
            <a:r>
              <a:rPr lang="en-US" sz="2400"/>
              <a:t> Explain how to effectively present a business plan to potential investors.</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3a1f13a8390_0_0"/>
          <p:cNvSpPr txBox="1"/>
          <p:nvPr>
            <p:ph idx="1" type="body"/>
          </p:nvPr>
        </p:nvSpPr>
        <p:spPr>
          <a:xfrm>
            <a:off x="457200" y="239025"/>
            <a:ext cx="8229600" cy="5887200"/>
          </a:xfrm>
          <a:prstGeom prst="rect">
            <a:avLst/>
          </a:prstGeom>
        </p:spPr>
        <p:txBody>
          <a:bodyPr anchorCtr="0" anchor="t" bIns="0" lIns="0" spcFirstLastPara="1" rIns="0" wrap="square" tIns="0">
            <a:noAutofit/>
          </a:bodyPr>
          <a:lstStyle/>
          <a:p>
            <a:pPr indent="0" lvl="0" marL="0" rtl="0" algn="l">
              <a:lnSpc>
                <a:spcPct val="115000"/>
              </a:lnSpc>
              <a:spcBef>
                <a:spcPts val="1400"/>
              </a:spcBef>
              <a:spcAft>
                <a:spcPts val="0"/>
              </a:spcAft>
              <a:buClr>
                <a:schemeClr val="dk1"/>
              </a:buClr>
              <a:buSzPts val="1100"/>
              <a:buFont typeface="Arial"/>
              <a:buNone/>
            </a:pPr>
            <a:r>
              <a:rPr b="1" lang="en-US" sz="1800"/>
              <a:t>Step 1: Empathy Map &amp; Define the Problem </a:t>
            </a:r>
            <a:endParaRPr b="1" sz="1800"/>
          </a:p>
          <a:p>
            <a:pPr indent="0" lvl="0" marL="0" rtl="0" algn="l">
              <a:lnSpc>
                <a:spcPct val="115000"/>
              </a:lnSpc>
              <a:spcBef>
                <a:spcPts val="1200"/>
              </a:spcBef>
              <a:spcAft>
                <a:spcPts val="0"/>
              </a:spcAft>
              <a:buClr>
                <a:schemeClr val="dk1"/>
              </a:buClr>
              <a:buSzPts val="1100"/>
              <a:buFont typeface="Arial"/>
              <a:buNone/>
            </a:pPr>
            <a:r>
              <a:rPr lang="en-US"/>
              <a:t>Assign each team one of the following </a:t>
            </a:r>
            <a:r>
              <a:rPr b="1" lang="en-US"/>
              <a:t>Extreme Users</a:t>
            </a:r>
            <a:r>
              <a:rPr lang="en-US"/>
              <a:t> (or create your own):</a:t>
            </a:r>
            <a:endParaRPr/>
          </a:p>
          <a:p>
            <a:pPr indent="-330200" lvl="0" marL="457200" rtl="0" algn="l">
              <a:lnSpc>
                <a:spcPct val="115000"/>
              </a:lnSpc>
              <a:spcBef>
                <a:spcPts val="1200"/>
              </a:spcBef>
              <a:spcAft>
                <a:spcPts val="0"/>
              </a:spcAft>
              <a:buClr>
                <a:schemeClr val="dk1"/>
              </a:buClr>
              <a:buSzPts val="1600"/>
              <a:buChar char="●"/>
            </a:pPr>
            <a:r>
              <a:rPr b="1" lang="en-US"/>
              <a:t>The Global Digital Nomad:</a:t>
            </a:r>
            <a:r>
              <a:rPr lang="en-US"/>
              <a:t> Lives out of one carry-on bag, constantly travels across multiple time zones, and relies entirely on shared workspaces and gig work.</a:t>
            </a:r>
            <a:endParaRPr/>
          </a:p>
          <a:p>
            <a:pPr indent="-330200" lvl="0" marL="457200" rtl="0" algn="l">
              <a:lnSpc>
                <a:spcPct val="115000"/>
              </a:lnSpc>
              <a:spcBef>
                <a:spcPts val="0"/>
              </a:spcBef>
              <a:spcAft>
                <a:spcPts val="0"/>
              </a:spcAft>
              <a:buClr>
                <a:schemeClr val="dk1"/>
              </a:buClr>
              <a:buSzPts val="1600"/>
              <a:buChar char="●"/>
            </a:pPr>
            <a:r>
              <a:rPr b="1" lang="en-US"/>
              <a:t>The Zero-Waste Urban Minimalist:</a:t>
            </a:r>
            <a:r>
              <a:rPr lang="en-US"/>
              <a:t> Lives in a tiny apartment, owns nothing disposable, and refuses to buy any product that requires new plastic packaging or long-distance shipping.</a:t>
            </a:r>
            <a:endParaRPr/>
          </a:p>
          <a:p>
            <a:pPr indent="-330200" lvl="0" marL="457200" rtl="0" algn="l">
              <a:lnSpc>
                <a:spcPct val="115000"/>
              </a:lnSpc>
              <a:spcBef>
                <a:spcPts val="0"/>
              </a:spcBef>
              <a:spcAft>
                <a:spcPts val="0"/>
              </a:spcAft>
              <a:buClr>
                <a:schemeClr val="dk1"/>
              </a:buClr>
              <a:buSzPts val="1600"/>
              <a:buChar char="●"/>
            </a:pPr>
            <a:r>
              <a:rPr b="1" lang="en-US"/>
              <a:t>The Post-Pandemic Social Recluse:</a:t>
            </a:r>
            <a:r>
              <a:rPr lang="en-US"/>
              <a:t> Works entirely from home, avoids public indoor spaces, and finds large group gatherings overwhelming, but desperately needs professional networking.</a:t>
            </a:r>
            <a:endParaRPr/>
          </a:p>
          <a:p>
            <a:pPr indent="-330200" lvl="0" marL="457200" rtl="0" algn="l">
              <a:lnSpc>
                <a:spcPct val="115000"/>
              </a:lnSpc>
              <a:spcBef>
                <a:spcPts val="0"/>
              </a:spcBef>
              <a:spcAft>
                <a:spcPts val="0"/>
              </a:spcAft>
              <a:buClr>
                <a:schemeClr val="dk1"/>
              </a:buClr>
              <a:buSzPts val="1600"/>
              <a:buAutoNum type="arabicPeriod"/>
            </a:pPr>
            <a:r>
              <a:rPr b="1" lang="en-US"/>
              <a:t>Empathy Mapping:</a:t>
            </a:r>
            <a:r>
              <a:rPr lang="en-US"/>
              <a:t> The team fills out a quick </a:t>
            </a:r>
            <a:r>
              <a:rPr b="1" lang="en-US"/>
              <a:t>Empathy Map</a:t>
            </a:r>
            <a:r>
              <a:rPr lang="en-US"/>
              <a:t> for their assigned user:</a:t>
            </a:r>
            <a:endParaRPr/>
          </a:p>
          <a:p>
            <a:pPr indent="-330200" lvl="1" marL="914400" rtl="0" algn="l">
              <a:lnSpc>
                <a:spcPct val="115000"/>
              </a:lnSpc>
              <a:spcBef>
                <a:spcPts val="0"/>
              </a:spcBef>
              <a:spcAft>
                <a:spcPts val="0"/>
              </a:spcAft>
              <a:buClr>
                <a:schemeClr val="dk1"/>
              </a:buClr>
              <a:buSzPts val="1600"/>
              <a:buChar char="○"/>
            </a:pPr>
            <a:r>
              <a:rPr b="1" lang="en-US"/>
              <a:t>What do they SEE?</a:t>
            </a:r>
            <a:r>
              <a:rPr lang="en-US"/>
              <a:t> (Their physical environment, what they consume digitally).</a:t>
            </a:r>
            <a:endParaRPr/>
          </a:p>
          <a:p>
            <a:pPr indent="-330200" lvl="1" marL="914400" rtl="0" algn="l">
              <a:lnSpc>
                <a:spcPct val="115000"/>
              </a:lnSpc>
              <a:spcBef>
                <a:spcPts val="0"/>
              </a:spcBef>
              <a:spcAft>
                <a:spcPts val="0"/>
              </a:spcAft>
              <a:buClr>
                <a:schemeClr val="dk1"/>
              </a:buClr>
              <a:buSzPts val="1600"/>
              <a:buChar char="○"/>
            </a:pPr>
            <a:r>
              <a:rPr b="1" lang="en-US"/>
              <a:t>What do they HEAR?</a:t>
            </a:r>
            <a:r>
              <a:rPr lang="en-US"/>
              <a:t> (What friends, media, and experts tell them).</a:t>
            </a:r>
            <a:endParaRPr/>
          </a:p>
          <a:p>
            <a:pPr indent="-330200" lvl="1" marL="914400" rtl="0" algn="l">
              <a:lnSpc>
                <a:spcPct val="115000"/>
              </a:lnSpc>
              <a:spcBef>
                <a:spcPts val="0"/>
              </a:spcBef>
              <a:spcAft>
                <a:spcPts val="0"/>
              </a:spcAft>
              <a:buClr>
                <a:schemeClr val="dk1"/>
              </a:buClr>
              <a:buSzPts val="1600"/>
              <a:buChar char="○"/>
            </a:pPr>
            <a:r>
              <a:rPr b="1" lang="en-US"/>
              <a:t>What do they THINK &amp; FEEL?</a:t>
            </a:r>
            <a:r>
              <a:rPr lang="en-US"/>
              <a:t> (Their core motivations, fears, and frustrations).</a:t>
            </a:r>
            <a:endParaRPr/>
          </a:p>
          <a:p>
            <a:pPr indent="-330200" lvl="1" marL="914400" rtl="0" algn="l">
              <a:lnSpc>
                <a:spcPct val="115000"/>
              </a:lnSpc>
              <a:spcBef>
                <a:spcPts val="0"/>
              </a:spcBef>
              <a:spcAft>
                <a:spcPts val="0"/>
              </a:spcAft>
              <a:buClr>
                <a:schemeClr val="dk1"/>
              </a:buClr>
              <a:buSzPts val="1600"/>
              <a:buChar char="○"/>
            </a:pPr>
            <a:r>
              <a:rPr b="1" lang="en-US"/>
              <a:t>What do they DO?</a:t>
            </a:r>
            <a:r>
              <a:rPr lang="en-US"/>
              <a:t> (Their daily routines, work habits, and purchasing behavior).</a:t>
            </a:r>
            <a:endParaRPr/>
          </a:p>
          <a:p>
            <a:pPr indent="-330200" lvl="0" marL="457200" rtl="0" algn="l">
              <a:lnSpc>
                <a:spcPct val="115000"/>
              </a:lnSpc>
              <a:spcBef>
                <a:spcPts val="0"/>
              </a:spcBef>
              <a:spcAft>
                <a:spcPts val="0"/>
              </a:spcAft>
              <a:buClr>
                <a:schemeClr val="dk1"/>
              </a:buClr>
              <a:buSzPts val="1600"/>
              <a:buAutoNum type="arabicPeriod"/>
            </a:pPr>
            <a:r>
              <a:rPr b="1" lang="en-US"/>
              <a:t>Problem Statement:</a:t>
            </a:r>
            <a:r>
              <a:rPr lang="en-US"/>
              <a:t> Based on the map, the team defines a </a:t>
            </a:r>
            <a:r>
              <a:rPr b="1" lang="en-US"/>
              <a:t>single, specific, and major pain point</a:t>
            </a:r>
            <a:r>
              <a:rPr lang="en-US"/>
              <a:t> the user faces.</a:t>
            </a:r>
            <a:endParaRPr/>
          </a:p>
          <a:p>
            <a:pPr indent="-330200" lvl="1" marL="914400" rtl="0" algn="l">
              <a:lnSpc>
                <a:spcPct val="115000"/>
              </a:lnSpc>
              <a:spcBef>
                <a:spcPts val="0"/>
              </a:spcBef>
              <a:spcAft>
                <a:spcPts val="0"/>
              </a:spcAft>
              <a:buClr>
                <a:schemeClr val="dk1"/>
              </a:buClr>
              <a:buSzPts val="1600"/>
              <a:buChar char="○"/>
            </a:pPr>
            <a:r>
              <a:rPr i="1" lang="en-US"/>
              <a:t>Example (Digital Nomad): "The Nomad is frustrated by inconsistent and insecure local Wi-Fi, making reliable communication for high-stakes video meetings impossible."</a:t>
            </a:r>
            <a:endParaRPr i="1"/>
          </a:p>
          <a:p>
            <a:pPr indent="0" lvl="0" marL="0" rtl="0" algn="l">
              <a:spcBef>
                <a:spcPts val="1500"/>
              </a:spcBef>
              <a:spcAft>
                <a:spcPts val="0"/>
              </a:spcAft>
              <a:buNone/>
            </a:pPr>
            <a:r>
              <a:t/>
            </a:r>
            <a:endParaRPr sz="2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3a1f13a8390_0_11"/>
          <p:cNvSpPr txBox="1"/>
          <p:nvPr>
            <p:ph idx="1" type="body"/>
          </p:nvPr>
        </p:nvSpPr>
        <p:spPr>
          <a:xfrm>
            <a:off x="457200" y="147975"/>
            <a:ext cx="8229600" cy="65241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US" sz="1300">
                <a:solidFill>
                  <a:srgbClr val="1B1C1D"/>
                </a:solidFill>
              </a:rPr>
              <a:t>SCAMPER Prompt</a:t>
            </a:r>
            <a:endParaRPr b="1" sz="1300">
              <a:solidFill>
                <a:srgbClr val="1B1C1D"/>
              </a:solidFill>
            </a:endParaRPr>
          </a:p>
          <a:p>
            <a:pPr indent="0" lvl="0" marL="0" rtl="0" algn="l">
              <a:lnSpc>
                <a:spcPct val="115000"/>
              </a:lnSpc>
              <a:spcBef>
                <a:spcPts val="0"/>
              </a:spcBef>
              <a:spcAft>
                <a:spcPts val="0"/>
              </a:spcAft>
              <a:buNone/>
            </a:pPr>
            <a:r>
              <a:rPr b="1" lang="en-US" sz="1300">
                <a:solidFill>
                  <a:srgbClr val="1B1C1D"/>
                </a:solidFill>
              </a:rPr>
              <a:t>Instruction</a:t>
            </a:r>
            <a:endParaRPr b="1" sz="1300">
              <a:solidFill>
                <a:srgbClr val="1B1C1D"/>
              </a:solidFill>
            </a:endParaRPr>
          </a:p>
          <a:p>
            <a:pPr indent="0" lvl="0" marL="0" rtl="0" algn="l">
              <a:lnSpc>
                <a:spcPct val="115000"/>
              </a:lnSpc>
              <a:spcBef>
                <a:spcPts val="0"/>
              </a:spcBef>
              <a:spcAft>
                <a:spcPts val="0"/>
              </a:spcAft>
              <a:buNone/>
            </a:pPr>
            <a:r>
              <a:rPr b="1" lang="en-US" sz="1300">
                <a:solidFill>
                  <a:srgbClr val="1B1C1D"/>
                </a:solidFill>
              </a:rPr>
              <a:t>Example for Digital Nomad Wi-Fi Problem</a:t>
            </a:r>
            <a:endParaRPr b="1" sz="1300">
              <a:solidFill>
                <a:srgbClr val="1B1C1D"/>
              </a:solidFill>
            </a:endParaRPr>
          </a:p>
          <a:p>
            <a:pPr indent="0" lvl="0" marL="0" rtl="0" algn="l">
              <a:lnSpc>
                <a:spcPct val="115000"/>
              </a:lnSpc>
              <a:spcBef>
                <a:spcPts val="0"/>
              </a:spcBef>
              <a:spcAft>
                <a:spcPts val="0"/>
              </a:spcAft>
              <a:buNone/>
            </a:pPr>
            <a:r>
              <a:rPr b="1" lang="en-US" sz="1300">
                <a:solidFill>
                  <a:srgbClr val="1B1C1D"/>
                </a:solidFill>
              </a:rPr>
              <a:t>S</a:t>
            </a:r>
            <a:r>
              <a:rPr lang="en-US" sz="1300">
                <a:solidFill>
                  <a:srgbClr val="1B1C1D"/>
                </a:solidFill>
              </a:rPr>
              <a:t>ubstitute</a:t>
            </a:r>
            <a:endParaRPr sz="1300">
              <a:solidFill>
                <a:srgbClr val="1B1C1D"/>
              </a:solidFill>
            </a:endParaRPr>
          </a:p>
          <a:p>
            <a:pPr indent="0" lvl="0" marL="0" rtl="0" algn="l">
              <a:lnSpc>
                <a:spcPct val="115000"/>
              </a:lnSpc>
              <a:spcBef>
                <a:spcPts val="0"/>
              </a:spcBef>
              <a:spcAft>
                <a:spcPts val="0"/>
              </a:spcAft>
              <a:buNone/>
            </a:pPr>
            <a:r>
              <a:rPr lang="en-US" sz="1300">
                <a:solidFill>
                  <a:srgbClr val="1B1C1D"/>
                </a:solidFill>
              </a:rPr>
              <a:t>Replace a key part, material, or process.</a:t>
            </a:r>
            <a:endParaRPr sz="1300">
              <a:solidFill>
                <a:srgbClr val="1B1C1D"/>
              </a:solidFill>
            </a:endParaRPr>
          </a:p>
          <a:p>
            <a:pPr indent="0" lvl="0" marL="0" rtl="0" algn="l">
              <a:lnSpc>
                <a:spcPct val="115000"/>
              </a:lnSpc>
              <a:spcBef>
                <a:spcPts val="0"/>
              </a:spcBef>
              <a:spcAft>
                <a:spcPts val="0"/>
              </a:spcAft>
              <a:buNone/>
            </a:pPr>
            <a:r>
              <a:rPr b="1" lang="en-US" sz="1300">
                <a:solidFill>
                  <a:srgbClr val="1B1C1D"/>
                </a:solidFill>
              </a:rPr>
              <a:t>Substitute</a:t>
            </a:r>
            <a:r>
              <a:rPr lang="en-US" sz="1300">
                <a:solidFill>
                  <a:srgbClr val="1B1C1D"/>
                </a:solidFill>
              </a:rPr>
              <a:t> a traditional internet service provider (ISP) connection with a distributed, satellite-mesh network using a portable, solar-powered device.</a:t>
            </a:r>
            <a:endParaRPr sz="1300">
              <a:solidFill>
                <a:srgbClr val="1B1C1D"/>
              </a:solidFill>
            </a:endParaRPr>
          </a:p>
          <a:p>
            <a:pPr indent="0" lvl="0" marL="0" rtl="0" algn="l">
              <a:lnSpc>
                <a:spcPct val="115000"/>
              </a:lnSpc>
              <a:spcBef>
                <a:spcPts val="0"/>
              </a:spcBef>
              <a:spcAft>
                <a:spcPts val="0"/>
              </a:spcAft>
              <a:buNone/>
            </a:pPr>
            <a:r>
              <a:rPr b="1" lang="en-US" sz="1300">
                <a:solidFill>
                  <a:srgbClr val="1B1C1D"/>
                </a:solidFill>
              </a:rPr>
              <a:t>C</a:t>
            </a:r>
            <a:r>
              <a:rPr lang="en-US" sz="1300">
                <a:solidFill>
                  <a:srgbClr val="1B1C1D"/>
                </a:solidFill>
              </a:rPr>
              <a:t>ombine</a:t>
            </a:r>
            <a:endParaRPr sz="1300">
              <a:solidFill>
                <a:srgbClr val="1B1C1D"/>
              </a:solidFill>
            </a:endParaRPr>
          </a:p>
          <a:p>
            <a:pPr indent="0" lvl="0" marL="0" rtl="0" algn="l">
              <a:lnSpc>
                <a:spcPct val="115000"/>
              </a:lnSpc>
              <a:spcBef>
                <a:spcPts val="0"/>
              </a:spcBef>
              <a:spcAft>
                <a:spcPts val="0"/>
              </a:spcAft>
              <a:buNone/>
            </a:pPr>
            <a:r>
              <a:rPr lang="en-US" sz="1300">
                <a:solidFill>
                  <a:srgbClr val="1B1C1D"/>
                </a:solidFill>
              </a:rPr>
              <a:t>Merge it with another service or product.</a:t>
            </a:r>
            <a:endParaRPr sz="1300">
              <a:solidFill>
                <a:srgbClr val="1B1C1D"/>
              </a:solidFill>
            </a:endParaRPr>
          </a:p>
          <a:p>
            <a:pPr indent="0" lvl="0" marL="0" rtl="0" algn="l">
              <a:lnSpc>
                <a:spcPct val="115000"/>
              </a:lnSpc>
              <a:spcBef>
                <a:spcPts val="0"/>
              </a:spcBef>
              <a:spcAft>
                <a:spcPts val="0"/>
              </a:spcAft>
              <a:buNone/>
            </a:pPr>
            <a:r>
              <a:rPr b="1" lang="en-US" sz="1300">
                <a:solidFill>
                  <a:srgbClr val="1B1C1D"/>
                </a:solidFill>
              </a:rPr>
              <a:t>Combine</a:t>
            </a:r>
            <a:r>
              <a:rPr lang="en-US" sz="1300">
                <a:solidFill>
                  <a:srgbClr val="1B1C1D"/>
                </a:solidFill>
              </a:rPr>
              <a:t> the device with a secure, decentralized digital notary service to immediately validate legal contracts signed during a meeting.</a:t>
            </a:r>
            <a:endParaRPr sz="1300">
              <a:solidFill>
                <a:srgbClr val="1B1C1D"/>
              </a:solidFill>
            </a:endParaRPr>
          </a:p>
          <a:p>
            <a:pPr indent="0" lvl="0" marL="0" rtl="0" algn="l">
              <a:lnSpc>
                <a:spcPct val="115000"/>
              </a:lnSpc>
              <a:spcBef>
                <a:spcPts val="0"/>
              </a:spcBef>
              <a:spcAft>
                <a:spcPts val="0"/>
              </a:spcAft>
              <a:buNone/>
            </a:pPr>
            <a:r>
              <a:rPr b="1" lang="en-US" sz="1300">
                <a:solidFill>
                  <a:srgbClr val="1B1C1D"/>
                </a:solidFill>
              </a:rPr>
              <a:t>A</a:t>
            </a:r>
            <a:r>
              <a:rPr lang="en-US" sz="1300">
                <a:solidFill>
                  <a:srgbClr val="1B1C1D"/>
                </a:solidFill>
              </a:rPr>
              <a:t>dapt</a:t>
            </a:r>
            <a:endParaRPr sz="1300">
              <a:solidFill>
                <a:srgbClr val="1B1C1D"/>
              </a:solidFill>
            </a:endParaRPr>
          </a:p>
          <a:p>
            <a:pPr indent="0" lvl="0" marL="0" rtl="0" algn="l">
              <a:lnSpc>
                <a:spcPct val="115000"/>
              </a:lnSpc>
              <a:spcBef>
                <a:spcPts val="0"/>
              </a:spcBef>
              <a:spcAft>
                <a:spcPts val="0"/>
              </a:spcAft>
              <a:buNone/>
            </a:pPr>
            <a:r>
              <a:rPr lang="en-US" sz="1300">
                <a:solidFill>
                  <a:srgbClr val="1B1C1D"/>
                </a:solidFill>
              </a:rPr>
              <a:t>Take an idea from another industry and apply it.</a:t>
            </a:r>
            <a:endParaRPr sz="1300">
              <a:solidFill>
                <a:srgbClr val="1B1C1D"/>
              </a:solidFill>
            </a:endParaRPr>
          </a:p>
          <a:p>
            <a:pPr indent="0" lvl="0" marL="0" rtl="0" algn="l">
              <a:lnSpc>
                <a:spcPct val="115000"/>
              </a:lnSpc>
              <a:spcBef>
                <a:spcPts val="0"/>
              </a:spcBef>
              <a:spcAft>
                <a:spcPts val="0"/>
              </a:spcAft>
              <a:buNone/>
            </a:pPr>
            <a:r>
              <a:rPr b="1" lang="en-US" sz="1300">
                <a:solidFill>
                  <a:srgbClr val="1B1C1D"/>
                </a:solidFill>
              </a:rPr>
              <a:t>Adapt</a:t>
            </a:r>
            <a:r>
              <a:rPr lang="en-US" sz="1300">
                <a:solidFill>
                  <a:srgbClr val="1B1C1D"/>
                </a:solidFill>
              </a:rPr>
              <a:t> the system of air-traffic control signal redundancy to ensure the data stream never drops below a critical threshold.</a:t>
            </a:r>
            <a:endParaRPr sz="1300">
              <a:solidFill>
                <a:srgbClr val="1B1C1D"/>
              </a:solidFill>
            </a:endParaRPr>
          </a:p>
          <a:p>
            <a:pPr indent="0" lvl="0" marL="0" rtl="0" algn="l">
              <a:lnSpc>
                <a:spcPct val="115000"/>
              </a:lnSpc>
              <a:spcBef>
                <a:spcPts val="0"/>
              </a:spcBef>
              <a:spcAft>
                <a:spcPts val="0"/>
              </a:spcAft>
              <a:buNone/>
            </a:pPr>
            <a:r>
              <a:rPr b="1" lang="en-US" sz="1300">
                <a:solidFill>
                  <a:srgbClr val="1B1C1D"/>
                </a:solidFill>
              </a:rPr>
              <a:t>M</a:t>
            </a:r>
            <a:r>
              <a:rPr lang="en-US" sz="1300">
                <a:solidFill>
                  <a:srgbClr val="1B1C1D"/>
                </a:solidFill>
              </a:rPr>
              <a:t>odify</a:t>
            </a:r>
            <a:endParaRPr sz="1300">
              <a:solidFill>
                <a:srgbClr val="1B1C1D"/>
              </a:solidFill>
            </a:endParaRPr>
          </a:p>
          <a:p>
            <a:pPr indent="0" lvl="0" marL="0" rtl="0" algn="l">
              <a:lnSpc>
                <a:spcPct val="115000"/>
              </a:lnSpc>
              <a:spcBef>
                <a:spcPts val="0"/>
              </a:spcBef>
              <a:spcAft>
                <a:spcPts val="0"/>
              </a:spcAft>
              <a:buNone/>
            </a:pPr>
            <a:r>
              <a:rPr lang="en-US" sz="1300">
                <a:solidFill>
                  <a:srgbClr val="1B1C1D"/>
                </a:solidFill>
              </a:rPr>
              <a:t>Change the scale, color, shape, or motion.</a:t>
            </a:r>
            <a:endParaRPr sz="1300">
              <a:solidFill>
                <a:srgbClr val="1B1C1D"/>
              </a:solidFill>
            </a:endParaRPr>
          </a:p>
          <a:p>
            <a:pPr indent="0" lvl="0" marL="0" rtl="0" algn="l">
              <a:lnSpc>
                <a:spcPct val="115000"/>
              </a:lnSpc>
              <a:spcBef>
                <a:spcPts val="0"/>
              </a:spcBef>
              <a:spcAft>
                <a:spcPts val="0"/>
              </a:spcAft>
              <a:buNone/>
            </a:pPr>
            <a:r>
              <a:rPr b="1" lang="en-US" sz="1300">
                <a:solidFill>
                  <a:srgbClr val="1B1C1D"/>
                </a:solidFill>
              </a:rPr>
              <a:t>Modify</a:t>
            </a:r>
            <a:r>
              <a:rPr lang="en-US" sz="1300">
                <a:solidFill>
                  <a:srgbClr val="1B1C1D"/>
                </a:solidFill>
              </a:rPr>
              <a:t> the form factor to be a modular, interlocking system of pucks that magnetically attach to various surfaces (walls, windows, car roofs) for optimal signal strength.</a:t>
            </a:r>
            <a:endParaRPr sz="1300">
              <a:solidFill>
                <a:srgbClr val="1B1C1D"/>
              </a:solidFill>
            </a:endParaRPr>
          </a:p>
          <a:p>
            <a:pPr indent="0" lvl="0" marL="0" rtl="0" algn="l">
              <a:lnSpc>
                <a:spcPct val="115000"/>
              </a:lnSpc>
              <a:spcBef>
                <a:spcPts val="0"/>
              </a:spcBef>
              <a:spcAft>
                <a:spcPts val="0"/>
              </a:spcAft>
              <a:buNone/>
            </a:pPr>
            <a:r>
              <a:rPr b="1" lang="en-US" sz="1300">
                <a:solidFill>
                  <a:srgbClr val="1B1C1D"/>
                </a:solidFill>
              </a:rPr>
              <a:t>P</a:t>
            </a:r>
            <a:r>
              <a:rPr lang="en-US" sz="1300">
                <a:solidFill>
                  <a:srgbClr val="1B1C1D"/>
                </a:solidFill>
              </a:rPr>
              <a:t>ut to another Use</a:t>
            </a:r>
            <a:endParaRPr sz="1300">
              <a:solidFill>
                <a:srgbClr val="1B1C1D"/>
              </a:solidFill>
            </a:endParaRPr>
          </a:p>
          <a:p>
            <a:pPr indent="0" lvl="0" marL="0" rtl="0" algn="l">
              <a:lnSpc>
                <a:spcPct val="115000"/>
              </a:lnSpc>
              <a:spcBef>
                <a:spcPts val="0"/>
              </a:spcBef>
              <a:spcAft>
                <a:spcPts val="0"/>
              </a:spcAft>
              <a:buNone/>
            </a:pPr>
            <a:r>
              <a:rPr lang="en-US" sz="1300">
                <a:solidFill>
                  <a:srgbClr val="1B1C1D"/>
                </a:solidFill>
              </a:rPr>
              <a:t>Find a different purpose for the product.</a:t>
            </a:r>
            <a:endParaRPr sz="1300">
              <a:solidFill>
                <a:srgbClr val="1B1C1D"/>
              </a:solidFill>
            </a:endParaRPr>
          </a:p>
          <a:p>
            <a:pPr indent="0" lvl="0" marL="0" rtl="0" algn="l">
              <a:lnSpc>
                <a:spcPct val="115000"/>
              </a:lnSpc>
              <a:spcBef>
                <a:spcPts val="0"/>
              </a:spcBef>
              <a:spcAft>
                <a:spcPts val="0"/>
              </a:spcAft>
              <a:buNone/>
            </a:pPr>
            <a:r>
              <a:rPr lang="en-US" sz="1300">
                <a:solidFill>
                  <a:srgbClr val="1B1C1D"/>
                </a:solidFill>
              </a:rPr>
              <a:t>Use the device's excess heat to charge other small electronics.</a:t>
            </a:r>
            <a:endParaRPr sz="1300">
              <a:solidFill>
                <a:srgbClr val="1B1C1D"/>
              </a:solidFill>
            </a:endParaRPr>
          </a:p>
          <a:p>
            <a:pPr indent="0" lvl="0" marL="0" rtl="0" algn="l">
              <a:lnSpc>
                <a:spcPct val="115000"/>
              </a:lnSpc>
              <a:spcBef>
                <a:spcPts val="0"/>
              </a:spcBef>
              <a:spcAft>
                <a:spcPts val="0"/>
              </a:spcAft>
              <a:buNone/>
            </a:pPr>
            <a:r>
              <a:rPr b="1" lang="en-US" sz="1300">
                <a:solidFill>
                  <a:srgbClr val="1B1C1D"/>
                </a:solidFill>
              </a:rPr>
              <a:t>E</a:t>
            </a:r>
            <a:r>
              <a:rPr lang="en-US" sz="1300">
                <a:solidFill>
                  <a:srgbClr val="1B1C1D"/>
                </a:solidFill>
              </a:rPr>
              <a:t>liminate</a:t>
            </a:r>
            <a:endParaRPr sz="1300">
              <a:solidFill>
                <a:srgbClr val="1B1C1D"/>
              </a:solidFill>
            </a:endParaRPr>
          </a:p>
          <a:p>
            <a:pPr indent="0" lvl="0" marL="0" rtl="0" algn="l">
              <a:lnSpc>
                <a:spcPct val="115000"/>
              </a:lnSpc>
              <a:spcBef>
                <a:spcPts val="0"/>
              </a:spcBef>
              <a:spcAft>
                <a:spcPts val="0"/>
              </a:spcAft>
              <a:buNone/>
            </a:pPr>
            <a:r>
              <a:rPr lang="en-US" sz="1300">
                <a:solidFill>
                  <a:srgbClr val="1B1C1D"/>
                </a:solidFill>
              </a:rPr>
              <a:t>Remove unnecessary parts, costs, or steps.</a:t>
            </a:r>
            <a:endParaRPr sz="1300">
              <a:solidFill>
                <a:srgbClr val="1B1C1D"/>
              </a:solidFill>
            </a:endParaRPr>
          </a:p>
          <a:p>
            <a:pPr indent="0" lvl="0" marL="0" rtl="0" algn="l">
              <a:lnSpc>
                <a:spcPct val="115000"/>
              </a:lnSpc>
              <a:spcBef>
                <a:spcPts val="0"/>
              </a:spcBef>
              <a:spcAft>
                <a:spcPts val="0"/>
              </a:spcAft>
              <a:buNone/>
            </a:pPr>
            <a:r>
              <a:rPr b="1" lang="en-US" sz="1300">
                <a:solidFill>
                  <a:srgbClr val="1B1C1D"/>
                </a:solidFill>
              </a:rPr>
              <a:t>Eliminate</a:t>
            </a:r>
            <a:r>
              <a:rPr lang="en-US" sz="1300">
                <a:solidFill>
                  <a:srgbClr val="1B1C1D"/>
                </a:solidFill>
              </a:rPr>
              <a:t> the need for any local SIM card, subscription, or local currency payment system.</a:t>
            </a:r>
            <a:endParaRPr sz="1300">
              <a:solidFill>
                <a:srgbClr val="1B1C1D"/>
              </a:solidFill>
            </a:endParaRPr>
          </a:p>
          <a:p>
            <a:pPr indent="0" lvl="0" marL="0" rtl="0" algn="l">
              <a:lnSpc>
                <a:spcPct val="115000"/>
              </a:lnSpc>
              <a:spcBef>
                <a:spcPts val="0"/>
              </a:spcBef>
              <a:spcAft>
                <a:spcPts val="0"/>
              </a:spcAft>
              <a:buNone/>
            </a:pPr>
            <a:r>
              <a:rPr b="1" lang="en-US" sz="1300">
                <a:solidFill>
                  <a:srgbClr val="1B1C1D"/>
                </a:solidFill>
              </a:rPr>
              <a:t>R</a:t>
            </a:r>
            <a:r>
              <a:rPr lang="en-US" sz="1300">
                <a:solidFill>
                  <a:srgbClr val="1B1C1D"/>
                </a:solidFill>
              </a:rPr>
              <a:t>everse</a:t>
            </a:r>
            <a:endParaRPr sz="1300">
              <a:solidFill>
                <a:srgbClr val="1B1C1D"/>
              </a:solidFill>
            </a:endParaRPr>
          </a:p>
          <a:p>
            <a:pPr indent="0" lvl="0" marL="0" rtl="0" algn="l">
              <a:lnSpc>
                <a:spcPct val="115000"/>
              </a:lnSpc>
              <a:spcBef>
                <a:spcPts val="0"/>
              </a:spcBef>
              <a:spcAft>
                <a:spcPts val="0"/>
              </a:spcAft>
              <a:buNone/>
            </a:pPr>
            <a:r>
              <a:rPr lang="en-US" sz="1300">
                <a:solidFill>
                  <a:srgbClr val="1B1C1D"/>
                </a:solidFill>
              </a:rPr>
              <a:t>Do the opposite of what is normally expected.</a:t>
            </a:r>
            <a:endParaRPr sz="1300">
              <a:solidFill>
                <a:srgbClr val="1B1C1D"/>
              </a:solidFill>
            </a:endParaRPr>
          </a:p>
          <a:p>
            <a:pPr indent="0" lvl="0" marL="0" rtl="0" algn="l">
              <a:lnSpc>
                <a:spcPct val="115000"/>
              </a:lnSpc>
              <a:spcBef>
                <a:spcPts val="0"/>
              </a:spcBef>
              <a:spcAft>
                <a:spcPts val="0"/>
              </a:spcAft>
              <a:buNone/>
            </a:pPr>
            <a:r>
              <a:rPr lang="en-US" sz="1300">
                <a:solidFill>
                  <a:srgbClr val="1B1C1D"/>
                </a:solidFill>
              </a:rPr>
              <a:t>Instead of the user accessing the internet, the </a:t>
            </a:r>
            <a:r>
              <a:rPr b="1" lang="en-US" sz="1300">
                <a:solidFill>
                  <a:srgbClr val="1B1C1D"/>
                </a:solidFill>
              </a:rPr>
              <a:t>internet access point finds the user</a:t>
            </a:r>
            <a:r>
              <a:rPr lang="en-US" sz="1300">
                <a:solidFill>
                  <a:srgbClr val="1B1C1D"/>
                </a:solidFill>
              </a:rPr>
              <a:t> using a predictive mobility algorithm.</a:t>
            </a:r>
            <a:endParaRPr sz="1300">
              <a:solidFill>
                <a:srgbClr val="1B1C1D"/>
              </a:solidFill>
            </a:endParaRPr>
          </a:p>
          <a:p>
            <a:pPr indent="0" lvl="0" marL="0" rtl="0" algn="l">
              <a:spcBef>
                <a:spcPts val="1500"/>
              </a:spcBef>
              <a:spcAft>
                <a:spcPts val="0"/>
              </a:spcAft>
              <a:buNone/>
            </a:pPr>
            <a:r>
              <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3a1f13a8390_0_22"/>
          <p:cNvSpPr txBox="1"/>
          <p:nvPr>
            <p:ph idx="1" type="body"/>
          </p:nvPr>
        </p:nvSpPr>
        <p:spPr>
          <a:xfrm>
            <a:off x="457200" y="330050"/>
            <a:ext cx="8229600" cy="5796300"/>
          </a:xfrm>
          <a:prstGeom prst="rect">
            <a:avLst/>
          </a:prstGeom>
        </p:spPr>
        <p:txBody>
          <a:bodyPr anchorCtr="0" anchor="t" bIns="0" lIns="0" spcFirstLastPara="1" rIns="0" wrap="square" tIns="0">
            <a:noAutofit/>
          </a:bodyPr>
          <a:lstStyle/>
          <a:p>
            <a:pPr indent="0" lvl="0" marL="0" rtl="0" algn="l">
              <a:lnSpc>
                <a:spcPct val="115000"/>
              </a:lnSpc>
              <a:spcBef>
                <a:spcPts val="1400"/>
              </a:spcBef>
              <a:spcAft>
                <a:spcPts val="0"/>
              </a:spcAft>
              <a:buNone/>
            </a:pPr>
            <a:r>
              <a:rPr b="1" lang="en-US" sz="1800"/>
              <a:t>Preliminary Feasibility &amp; Business Model </a:t>
            </a:r>
            <a:endParaRPr b="1" sz="1800"/>
          </a:p>
          <a:p>
            <a:pPr indent="0" lvl="0" marL="0" rtl="0" algn="l">
              <a:lnSpc>
                <a:spcPct val="115000"/>
              </a:lnSpc>
              <a:spcBef>
                <a:spcPts val="1400"/>
              </a:spcBef>
              <a:spcAft>
                <a:spcPts val="0"/>
              </a:spcAft>
              <a:buClr>
                <a:schemeClr val="dk1"/>
              </a:buClr>
              <a:buSzPts val="1100"/>
              <a:buFont typeface="Arial"/>
              <a:buNone/>
            </a:pPr>
            <a:r>
              <a:rPr lang="en-US"/>
              <a:t>The team quickly validates their new, radical idea using the concepts you've taught:</a:t>
            </a:r>
            <a:endParaRPr/>
          </a:p>
          <a:p>
            <a:pPr indent="-330200" lvl="0" marL="457200" rtl="0" algn="l">
              <a:lnSpc>
                <a:spcPct val="115000"/>
              </a:lnSpc>
              <a:spcBef>
                <a:spcPts val="1200"/>
              </a:spcBef>
              <a:spcAft>
                <a:spcPts val="0"/>
              </a:spcAft>
              <a:buClr>
                <a:schemeClr val="dk1"/>
              </a:buClr>
              <a:buSzPts val="1600"/>
              <a:buAutoNum type="arabicPeriod"/>
            </a:pPr>
            <a:r>
              <a:rPr b="1" lang="en-US"/>
              <a:t>Feasibility Reality Check:</a:t>
            </a:r>
            <a:endParaRPr b="1"/>
          </a:p>
          <a:p>
            <a:pPr indent="-330200" lvl="1" marL="914400" rtl="0" algn="l">
              <a:lnSpc>
                <a:spcPct val="115000"/>
              </a:lnSpc>
              <a:spcBef>
                <a:spcPts val="0"/>
              </a:spcBef>
              <a:spcAft>
                <a:spcPts val="0"/>
              </a:spcAft>
              <a:buClr>
                <a:schemeClr val="dk1"/>
              </a:buClr>
              <a:buSzPts val="1600"/>
              <a:buChar char="○"/>
            </a:pPr>
            <a:r>
              <a:rPr b="1" lang="en-US"/>
              <a:t>Desirability:</a:t>
            </a:r>
            <a:r>
              <a:rPr lang="en-US"/>
              <a:t> Does the </a:t>
            </a:r>
            <a:r>
              <a:rPr i="1" lang="en-US"/>
              <a:t>Extreme User</a:t>
            </a:r>
            <a:r>
              <a:rPr lang="en-US"/>
              <a:t> find this solution desirable? (Yes, it solves their main pain point.) Can it be adapted to a broader, more common market? (This is the key pivot.)</a:t>
            </a:r>
            <a:endParaRPr/>
          </a:p>
          <a:p>
            <a:pPr indent="-330200" lvl="1" marL="914400" rtl="0" algn="l">
              <a:lnSpc>
                <a:spcPct val="115000"/>
              </a:lnSpc>
              <a:spcBef>
                <a:spcPts val="0"/>
              </a:spcBef>
              <a:spcAft>
                <a:spcPts val="0"/>
              </a:spcAft>
              <a:buClr>
                <a:schemeClr val="dk1"/>
              </a:buClr>
              <a:buSzPts val="1600"/>
              <a:buChar char="○"/>
            </a:pPr>
            <a:r>
              <a:rPr b="1" lang="en-US"/>
              <a:t>Viability:</a:t>
            </a:r>
            <a:r>
              <a:rPr lang="en-US"/>
              <a:t> Can the business make money? (What are the high-level </a:t>
            </a:r>
            <a:r>
              <a:rPr b="1" lang="en-US"/>
              <a:t>revenue streams</a:t>
            </a:r>
            <a:r>
              <a:rPr lang="en-US"/>
              <a:t> and </a:t>
            </a:r>
            <a:r>
              <a:rPr b="1" lang="en-US"/>
              <a:t>cost structure</a:t>
            </a:r>
            <a:r>
              <a:rPr lang="en-US"/>
              <a:t>?)</a:t>
            </a:r>
            <a:endParaRPr/>
          </a:p>
          <a:p>
            <a:pPr indent="0" lvl="0" marL="0" rtl="0" algn="l">
              <a:lnSpc>
                <a:spcPct val="115000"/>
              </a:lnSpc>
              <a:spcBef>
                <a:spcPts val="1200"/>
              </a:spcBef>
              <a:spcAft>
                <a:spcPts val="0"/>
              </a:spcAft>
              <a:buNone/>
            </a:pPr>
            <a:r>
              <a:t/>
            </a:r>
            <a:endParaRPr/>
          </a:p>
          <a:p>
            <a:pPr indent="-330200" lvl="0" marL="457200" rtl="0" algn="l">
              <a:lnSpc>
                <a:spcPct val="115000"/>
              </a:lnSpc>
              <a:spcBef>
                <a:spcPts val="1200"/>
              </a:spcBef>
              <a:spcAft>
                <a:spcPts val="0"/>
              </a:spcAft>
              <a:buClr>
                <a:schemeClr val="dk1"/>
              </a:buClr>
              <a:buSzPts val="1600"/>
              <a:buAutoNum type="arabicPeriod"/>
            </a:pPr>
            <a:r>
              <a:rPr b="1" lang="en-US"/>
              <a:t>Competitive Snapshot (Chapter 5):</a:t>
            </a:r>
            <a:endParaRPr b="1"/>
          </a:p>
          <a:p>
            <a:pPr indent="-330200" lvl="1" marL="914400" rtl="0" algn="l">
              <a:lnSpc>
                <a:spcPct val="115000"/>
              </a:lnSpc>
              <a:spcBef>
                <a:spcPts val="0"/>
              </a:spcBef>
              <a:spcAft>
                <a:spcPts val="0"/>
              </a:spcAft>
              <a:buClr>
                <a:schemeClr val="dk1"/>
              </a:buClr>
              <a:buSzPts val="1600"/>
              <a:buChar char="○"/>
            </a:pPr>
            <a:r>
              <a:rPr b="1" lang="en-US"/>
              <a:t>Direct/Indirect Competitors:</a:t>
            </a:r>
            <a:r>
              <a:rPr lang="en-US"/>
              <a:t> Who else is solving this problem (even poorly)?</a:t>
            </a:r>
            <a:endParaRPr/>
          </a:p>
          <a:p>
            <a:pPr indent="-330200" lvl="1" marL="914400" rtl="0" algn="l">
              <a:lnSpc>
                <a:spcPct val="115000"/>
              </a:lnSpc>
              <a:spcBef>
                <a:spcPts val="0"/>
              </a:spcBef>
              <a:spcAft>
                <a:spcPts val="0"/>
              </a:spcAft>
              <a:buClr>
                <a:schemeClr val="dk1"/>
              </a:buClr>
              <a:buSzPts val="1600"/>
              <a:buChar char="○"/>
            </a:pPr>
            <a:r>
              <a:rPr b="1" lang="en-US"/>
              <a:t>Value Proposition:</a:t>
            </a:r>
            <a:r>
              <a:rPr lang="en-US"/>
              <a:t> What is the single, most powerful benefit that creates a </a:t>
            </a:r>
            <a:r>
              <a:rPr b="1" lang="en-US"/>
              <a:t>sustainable competitive advantage</a:t>
            </a:r>
            <a:r>
              <a:rPr lang="en-US"/>
              <a:t>?</a:t>
            </a:r>
            <a:endParaRPr/>
          </a:p>
          <a:p>
            <a:pPr indent="0" lvl="0" marL="0" rtl="0" algn="l">
              <a:spcBef>
                <a:spcPts val="1500"/>
              </a:spcBef>
              <a:spcAft>
                <a:spcPts val="0"/>
              </a:spcAft>
              <a:buNone/>
            </a:pPr>
            <a:r>
              <a:t/>
            </a:r>
            <a:endParaRPr sz="2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3a2a61322f2_1_0"/>
          <p:cNvSpPr txBox="1"/>
          <p:nvPr>
            <p:ph idx="1" type="body"/>
          </p:nvPr>
        </p:nvSpPr>
        <p:spPr>
          <a:xfrm>
            <a:off x="457200" y="1600200"/>
            <a:ext cx="8229600" cy="4526100"/>
          </a:xfrm>
          <a:prstGeom prst="rect">
            <a:avLst/>
          </a:prstGeom>
        </p:spPr>
        <p:txBody>
          <a:bodyPr anchorCtr="0" anchor="t" bIns="0" lIns="0" spcFirstLastPara="1" rIns="0" wrap="square" tIns="0">
            <a:noAutofit/>
          </a:bodyPr>
          <a:lstStyle/>
          <a:p>
            <a:pPr indent="0" lvl="0" marL="0" rtl="0" algn="l">
              <a:spcBef>
                <a:spcPts val="1500"/>
              </a:spcBef>
              <a:spcAft>
                <a:spcPts val="0"/>
              </a:spcAft>
              <a:buNone/>
            </a:pPr>
            <a:r>
              <a:t/>
            </a:r>
            <a:endParaRPr/>
          </a:p>
        </p:txBody>
      </p:sp>
      <p:pic>
        <p:nvPicPr>
          <p:cNvPr id="147" name="Google Shape;147;g3a2a61322f2_1_0"/>
          <p:cNvPicPr preferRelativeResize="0"/>
          <p:nvPr/>
        </p:nvPicPr>
        <p:blipFill>
          <a:blip r:embed="rId3">
            <a:alphaModFix/>
          </a:blip>
          <a:stretch>
            <a:fillRect/>
          </a:stretch>
        </p:blipFill>
        <p:spPr>
          <a:xfrm>
            <a:off x="457200" y="655093"/>
            <a:ext cx="7943850" cy="535518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g3a2a61322f2_1_7"/>
          <p:cNvPicPr preferRelativeResize="0"/>
          <p:nvPr/>
        </p:nvPicPr>
        <p:blipFill>
          <a:blip r:embed="rId3">
            <a:alphaModFix/>
          </a:blip>
          <a:stretch>
            <a:fillRect/>
          </a:stretch>
        </p:blipFill>
        <p:spPr>
          <a:xfrm>
            <a:off x="800100" y="847725"/>
            <a:ext cx="7543800" cy="51625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g3a2a61322f2_1_14"/>
          <p:cNvPicPr preferRelativeResize="0"/>
          <p:nvPr/>
        </p:nvPicPr>
        <p:blipFill>
          <a:blip r:embed="rId3">
            <a:alphaModFix/>
          </a:blip>
          <a:stretch>
            <a:fillRect/>
          </a:stretch>
        </p:blipFill>
        <p:spPr>
          <a:xfrm>
            <a:off x="642938" y="590550"/>
            <a:ext cx="7858125" cy="5676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g3a2a61322f2_1_21"/>
          <p:cNvPicPr preferRelativeResize="0"/>
          <p:nvPr/>
        </p:nvPicPr>
        <p:blipFill>
          <a:blip r:embed="rId3">
            <a:alphaModFix/>
          </a:blip>
          <a:stretch>
            <a:fillRect/>
          </a:stretch>
        </p:blipFill>
        <p:spPr>
          <a:xfrm>
            <a:off x="642950" y="542473"/>
            <a:ext cx="7858125" cy="5167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g3a2a61322f2_1_28"/>
          <p:cNvPicPr preferRelativeResize="0"/>
          <p:nvPr/>
        </p:nvPicPr>
        <p:blipFill>
          <a:blip r:embed="rId3">
            <a:alphaModFix/>
          </a:blip>
          <a:stretch>
            <a:fillRect/>
          </a:stretch>
        </p:blipFill>
        <p:spPr>
          <a:xfrm>
            <a:off x="642938" y="671513"/>
            <a:ext cx="7858125" cy="55149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id="177" name="Google Shape;177;g3a2a61322f2_1_35"/>
          <p:cNvPicPr preferRelativeResize="0"/>
          <p:nvPr/>
        </p:nvPicPr>
        <p:blipFill>
          <a:blip r:embed="rId3">
            <a:alphaModFix/>
          </a:blip>
          <a:stretch>
            <a:fillRect/>
          </a:stretch>
        </p:blipFill>
        <p:spPr>
          <a:xfrm>
            <a:off x="642938" y="671513"/>
            <a:ext cx="7858125" cy="5514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g3a2a61322f2_1_42"/>
          <p:cNvPicPr preferRelativeResize="0"/>
          <p:nvPr/>
        </p:nvPicPr>
        <p:blipFill>
          <a:blip r:embed="rId3">
            <a:alphaModFix/>
          </a:blip>
          <a:stretch>
            <a:fillRect/>
          </a:stretch>
        </p:blipFill>
        <p:spPr>
          <a:xfrm>
            <a:off x="976313" y="671513"/>
            <a:ext cx="7191375" cy="5514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g3a2a61322f2_1_49"/>
          <p:cNvPicPr preferRelativeResize="0"/>
          <p:nvPr/>
        </p:nvPicPr>
        <p:blipFill>
          <a:blip r:embed="rId3">
            <a:alphaModFix/>
          </a:blip>
          <a:stretch>
            <a:fillRect/>
          </a:stretch>
        </p:blipFill>
        <p:spPr>
          <a:xfrm>
            <a:off x="976313" y="838200"/>
            <a:ext cx="7191375" cy="5181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g3a2a61322f2_1_56"/>
          <p:cNvPicPr preferRelativeResize="0"/>
          <p:nvPr/>
        </p:nvPicPr>
        <p:blipFill>
          <a:blip r:embed="rId3">
            <a:alphaModFix/>
          </a:blip>
          <a:stretch>
            <a:fillRect/>
          </a:stretch>
        </p:blipFill>
        <p:spPr>
          <a:xfrm>
            <a:off x="976313" y="838200"/>
            <a:ext cx="7191375" cy="51816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3a2a61322f2_1_63"/>
          <p:cNvSpPr txBox="1"/>
          <p:nvPr>
            <p:ph type="title"/>
          </p:nvPr>
        </p:nvSpPr>
        <p:spPr>
          <a:xfrm>
            <a:off x="457200" y="215372"/>
            <a:ext cx="8229600" cy="1097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202" name="Google Shape;202;g3a2a61322f2_1_63"/>
          <p:cNvSpPr txBox="1"/>
          <p:nvPr>
            <p:ph idx="1" type="body"/>
          </p:nvPr>
        </p:nvSpPr>
        <p:spPr>
          <a:xfrm>
            <a:off x="457200" y="1600200"/>
            <a:ext cx="8229600" cy="4526100"/>
          </a:xfrm>
          <a:prstGeom prst="rect">
            <a:avLst/>
          </a:prstGeom>
        </p:spPr>
        <p:txBody>
          <a:bodyPr anchorCtr="0" anchor="t" bIns="0" lIns="0" spcFirstLastPara="1" rIns="0" wrap="square" tIns="0">
            <a:noAutofit/>
          </a:bodyPr>
          <a:lstStyle/>
          <a:p>
            <a:pPr indent="0" lvl="0" marL="0" rtl="0" algn="l">
              <a:spcBef>
                <a:spcPts val="1500"/>
              </a:spcBef>
              <a:spcAft>
                <a:spcPts val="0"/>
              </a:spcAft>
              <a:buNone/>
            </a:pPr>
            <a:r>
              <a:t/>
            </a:r>
            <a:endParaRPr/>
          </a:p>
        </p:txBody>
      </p:sp>
      <p:pic>
        <p:nvPicPr>
          <p:cNvPr id="203" name="Google Shape;203;g3a2a61322f2_1_63"/>
          <p:cNvPicPr preferRelativeResize="0"/>
          <p:nvPr/>
        </p:nvPicPr>
        <p:blipFill>
          <a:blip r:embed="rId3">
            <a:alphaModFix/>
          </a:blip>
          <a:stretch>
            <a:fillRect/>
          </a:stretch>
        </p:blipFill>
        <p:spPr>
          <a:xfrm>
            <a:off x="456396" y="360400"/>
            <a:ext cx="8045101" cy="59476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g3a2a61322f2_1_70"/>
          <p:cNvPicPr preferRelativeResize="0"/>
          <p:nvPr/>
        </p:nvPicPr>
        <p:blipFill>
          <a:blip r:embed="rId3">
            <a:alphaModFix/>
          </a:blip>
          <a:stretch>
            <a:fillRect/>
          </a:stretch>
        </p:blipFill>
        <p:spPr>
          <a:xfrm>
            <a:off x="976325" y="215377"/>
            <a:ext cx="7191375" cy="57044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g3a2a61322f2_1_77"/>
          <p:cNvPicPr preferRelativeResize="0"/>
          <p:nvPr/>
        </p:nvPicPr>
        <p:blipFill>
          <a:blip r:embed="rId3">
            <a:alphaModFix/>
          </a:blip>
          <a:stretch>
            <a:fillRect/>
          </a:stretch>
        </p:blipFill>
        <p:spPr>
          <a:xfrm>
            <a:off x="976325" y="215375"/>
            <a:ext cx="7191375" cy="6061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g3a2a61322f2_1_84"/>
          <p:cNvPicPr preferRelativeResize="0"/>
          <p:nvPr/>
        </p:nvPicPr>
        <p:blipFill>
          <a:blip r:embed="rId3">
            <a:alphaModFix/>
          </a:blip>
          <a:stretch>
            <a:fillRect/>
          </a:stretch>
        </p:blipFill>
        <p:spPr>
          <a:xfrm>
            <a:off x="976325" y="215375"/>
            <a:ext cx="7191375" cy="60616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g3a2a61322f2_1_91"/>
          <p:cNvPicPr preferRelativeResize="0"/>
          <p:nvPr/>
        </p:nvPicPr>
        <p:blipFill>
          <a:blip r:embed="rId3">
            <a:alphaModFix/>
          </a:blip>
          <a:stretch>
            <a:fillRect/>
          </a:stretch>
        </p:blipFill>
        <p:spPr>
          <a:xfrm>
            <a:off x="962025" y="481776"/>
            <a:ext cx="7219950" cy="53618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id="233" name="Google Shape;233;g3a2a61322f2_1_98"/>
          <p:cNvPicPr preferRelativeResize="0"/>
          <p:nvPr/>
        </p:nvPicPr>
        <p:blipFill>
          <a:blip r:embed="rId3">
            <a:alphaModFix/>
          </a:blip>
          <a:stretch>
            <a:fillRect/>
          </a:stretch>
        </p:blipFill>
        <p:spPr>
          <a:xfrm>
            <a:off x="962025" y="481776"/>
            <a:ext cx="7219950" cy="53618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id="239" name="Google Shape;239;g3a2a61322f2_1_105"/>
          <p:cNvPicPr preferRelativeResize="0"/>
          <p:nvPr/>
        </p:nvPicPr>
        <p:blipFill>
          <a:blip r:embed="rId3">
            <a:alphaModFix/>
          </a:blip>
          <a:stretch>
            <a:fillRect/>
          </a:stretch>
        </p:blipFill>
        <p:spPr>
          <a:xfrm>
            <a:off x="962025" y="444683"/>
            <a:ext cx="7219950" cy="60293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3a2a61322f2_1_125"/>
          <p:cNvSpPr txBox="1"/>
          <p:nvPr>
            <p:ph idx="1" type="body"/>
          </p:nvPr>
        </p:nvSpPr>
        <p:spPr>
          <a:xfrm>
            <a:off x="244775" y="416750"/>
            <a:ext cx="8229600" cy="5436000"/>
          </a:xfrm>
          <a:prstGeom prst="rect">
            <a:avLst/>
          </a:prstGeom>
        </p:spPr>
        <p:txBody>
          <a:bodyPr anchorCtr="0" anchor="t" bIns="0" lIns="0" spcFirstLastPara="1" rIns="0" wrap="square" tIns="0">
            <a:noAutofit/>
          </a:bodyPr>
          <a:lstStyle/>
          <a:p>
            <a:pPr indent="0" lvl="0" marL="0" rtl="0" algn="l">
              <a:spcBef>
                <a:spcPts val="1500"/>
              </a:spcBef>
              <a:spcAft>
                <a:spcPts val="0"/>
              </a:spcAft>
              <a:buClr>
                <a:schemeClr val="dk1"/>
              </a:buClr>
              <a:buSzPts val="1100"/>
              <a:buFont typeface="Arial"/>
              <a:buNone/>
            </a:pPr>
            <a:r>
              <a:rPr lang="en-US" sz="2000"/>
              <a:t>Divide groups of 3 Hand out three cards to each student (or 9 cards per team).</a:t>
            </a:r>
            <a:endParaRPr b="1" sz="2000"/>
          </a:p>
          <a:p>
            <a:pPr indent="0" lvl="0" marL="0" rtl="0" algn="l">
              <a:lnSpc>
                <a:spcPct val="115000"/>
              </a:lnSpc>
              <a:spcBef>
                <a:spcPts val="1200"/>
              </a:spcBef>
              <a:spcAft>
                <a:spcPts val="0"/>
              </a:spcAft>
              <a:buNone/>
            </a:pPr>
            <a:r>
              <a:rPr lang="en-US" sz="2000"/>
              <a:t>Each team member must write the following items, </a:t>
            </a:r>
            <a:r>
              <a:rPr b="1" lang="en-US" sz="2000"/>
              <a:t>one page per team</a:t>
            </a:r>
            <a:r>
              <a:rPr lang="en-US" sz="2000"/>
              <a:t>: </a:t>
            </a:r>
            <a:endParaRPr sz="2000"/>
          </a:p>
          <a:p>
            <a:pPr indent="0" lvl="0" marL="0" rtl="0" algn="l">
              <a:lnSpc>
                <a:spcPct val="115000"/>
              </a:lnSpc>
              <a:spcBef>
                <a:spcPts val="1200"/>
              </a:spcBef>
              <a:spcAft>
                <a:spcPts val="0"/>
              </a:spcAft>
              <a:buNone/>
            </a:pPr>
            <a:r>
              <a:rPr b="1" lang="en-US" sz="2000"/>
              <a:t>Card 1 (The Purpose):</a:t>
            </a:r>
            <a:r>
              <a:rPr lang="en-US" sz="2000"/>
              <a:t> The single, most important reason </a:t>
            </a:r>
            <a:r>
              <a:rPr b="1" lang="en-US" sz="2000"/>
              <a:t>investors</a:t>
            </a:r>
            <a:r>
              <a:rPr lang="en-US" sz="2000"/>
              <a:t> read the Management Team section (Section 9). </a:t>
            </a:r>
            <a:endParaRPr sz="2000"/>
          </a:p>
          <a:p>
            <a:pPr indent="0" lvl="0" marL="0" rtl="0" algn="l">
              <a:lnSpc>
                <a:spcPct val="115000"/>
              </a:lnSpc>
              <a:spcBef>
                <a:spcPts val="1200"/>
              </a:spcBef>
              <a:spcAft>
                <a:spcPts val="0"/>
              </a:spcAft>
              <a:buNone/>
            </a:pPr>
            <a:r>
              <a:rPr b="1" lang="en-US" sz="2000"/>
              <a:t>Card 2 (The Insight):</a:t>
            </a:r>
            <a:r>
              <a:rPr lang="en-US" sz="2000"/>
              <a:t> The key insight you should include in the Market Analysis section (Section 4) regarding your target market. </a:t>
            </a:r>
            <a:endParaRPr sz="2000"/>
          </a:p>
          <a:p>
            <a:pPr indent="0" lvl="0" marL="0" rtl="0" algn="l">
              <a:lnSpc>
                <a:spcPct val="115000"/>
              </a:lnSpc>
              <a:spcBef>
                <a:spcPts val="1200"/>
              </a:spcBef>
              <a:spcAft>
                <a:spcPts val="0"/>
              </a:spcAft>
              <a:buClr>
                <a:schemeClr val="dk1"/>
              </a:buClr>
              <a:buSzPts val="1100"/>
              <a:buFont typeface="Arial"/>
              <a:buNone/>
            </a:pPr>
            <a:r>
              <a:rPr lang="en-US" sz="2000"/>
              <a:t> </a:t>
            </a:r>
            <a:r>
              <a:rPr b="1" lang="en-US" sz="2000"/>
              <a:t>Card 3 (The Rule):</a:t>
            </a:r>
            <a:r>
              <a:rPr lang="en-US" sz="2000"/>
              <a:t> The primary guideline to follow regarding the </a:t>
            </a:r>
            <a:r>
              <a:rPr b="1" lang="en-US" sz="2000"/>
              <a:t>Structure</a:t>
            </a:r>
            <a:r>
              <a:rPr lang="en-US" sz="2000"/>
              <a:t> of the overall business plan.</a:t>
            </a:r>
            <a:endParaRPr sz="2000"/>
          </a:p>
          <a:p>
            <a:pPr indent="0" lvl="0" marL="0" rtl="0" algn="l">
              <a:spcBef>
                <a:spcPts val="1500"/>
              </a:spcBef>
              <a:spcAft>
                <a:spcPts val="0"/>
              </a:spcAft>
              <a:buNone/>
            </a:pPr>
            <a:r>
              <a:rPr b="1" lang="en-US" sz="2000"/>
              <a:t>T</a:t>
            </a:r>
            <a:r>
              <a:rPr lang="en-US" sz="2000"/>
              <a:t>eams swap their set of page with an adjacent team. The receiving team must evaluate the answers: * </a:t>
            </a:r>
            <a:r>
              <a:rPr b="1" lang="en-US" sz="2000"/>
              <a:t>Correct?</a:t>
            </a:r>
            <a:r>
              <a:rPr lang="en-US" sz="2000"/>
              <a:t> Give a 👍. </a:t>
            </a:r>
            <a:endParaRPr sz="2000"/>
          </a:p>
          <a:p>
            <a:pPr indent="0" lvl="0" marL="0" rtl="0" algn="l">
              <a:spcBef>
                <a:spcPts val="1500"/>
              </a:spcBef>
              <a:spcAft>
                <a:spcPts val="0"/>
              </a:spcAft>
              <a:buNone/>
            </a:pPr>
            <a:r>
              <a:rPr b="1" lang="en-US" sz="2000"/>
              <a:t>Missing key details?</a:t>
            </a:r>
            <a:r>
              <a:rPr lang="en-US" sz="2000"/>
              <a:t> Give a and suggest a word to add (e.g., "strength of the people").</a:t>
            </a:r>
            <a:endParaRPr sz="25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What Is a Business Plan?</a:t>
            </a:r>
            <a:endParaRPr/>
          </a:p>
        </p:txBody>
      </p:sp>
      <p:sp>
        <p:nvSpPr>
          <p:cNvPr id="251" name="Google Shape;251;p3"/>
          <p:cNvSpPr txBox="1"/>
          <p:nvPr>
            <p:ph idx="1" type="body"/>
          </p:nvPr>
        </p:nvSpPr>
        <p:spPr>
          <a:xfrm>
            <a:off x="457200" y="1600201"/>
            <a:ext cx="8229600" cy="37338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Char char="•"/>
            </a:pPr>
            <a:r>
              <a:rPr b="1" lang="en-US" sz="2400"/>
              <a:t>Business Plan</a:t>
            </a:r>
            <a:endParaRPr/>
          </a:p>
          <a:p>
            <a:pPr indent="-285750" lvl="1" marL="742950" rtl="0" algn="just">
              <a:spcBef>
                <a:spcPts val="600"/>
              </a:spcBef>
              <a:spcAft>
                <a:spcPts val="0"/>
              </a:spcAft>
              <a:buSzPts val="2400"/>
              <a:buFont typeface="Arial"/>
              <a:buChar char="‒"/>
            </a:pPr>
            <a:r>
              <a:rPr lang="en-US" sz="2400"/>
              <a:t>A business plan is a written narrative, typically 25 to 35 pages long, that describes what a new business intends to accomplish and how it intends to accomplish it.</a:t>
            </a:r>
            <a:endParaRPr/>
          </a:p>
          <a:p>
            <a:pPr indent="-256032" lvl="0" marL="256032" rtl="0" algn="l">
              <a:spcBef>
                <a:spcPts val="1500"/>
              </a:spcBef>
              <a:spcAft>
                <a:spcPts val="0"/>
              </a:spcAft>
              <a:buSzPts val="2400"/>
              <a:buChar char="•"/>
            </a:pPr>
            <a:r>
              <a:rPr b="1" lang="en-US" sz="2400"/>
              <a:t>Dual-Use Document</a:t>
            </a:r>
            <a:endParaRPr/>
          </a:p>
          <a:p>
            <a:pPr indent="-283464" lvl="1" marL="740664" rtl="0" algn="just">
              <a:spcBef>
                <a:spcPts val="600"/>
              </a:spcBef>
              <a:spcAft>
                <a:spcPts val="0"/>
              </a:spcAft>
              <a:buSzPts val="2400"/>
              <a:buFont typeface="Arial"/>
              <a:buChar char="‒"/>
            </a:pPr>
            <a:r>
              <a:rPr lang="en-US" sz="2400"/>
              <a:t>For most new ventures, the business plan is a dual-purpose document that is used both inside and outside the firm.</a:t>
            </a:r>
            <a:endParaRPr sz="24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Who Reads the Business Plan—and What Are They Looking For?</a:t>
            </a:r>
            <a:endParaRPr/>
          </a:p>
        </p:txBody>
      </p:sp>
      <p:sp>
        <p:nvSpPr>
          <p:cNvPr id="258" name="Google Shape;258;p4"/>
          <p:cNvSpPr txBox="1"/>
          <p:nvPr>
            <p:ph idx="1" type="body"/>
          </p:nvPr>
        </p:nvSpPr>
        <p:spPr>
          <a:xfrm>
            <a:off x="457200" y="1600201"/>
            <a:ext cx="746760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200"/>
              <a:buNone/>
            </a:pPr>
            <a:r>
              <a:rPr lang="en-US" sz="2200"/>
              <a:t>There are two primary audiences for a firm’s business plan</a:t>
            </a:r>
            <a:endParaRPr/>
          </a:p>
        </p:txBody>
      </p:sp>
      <p:graphicFrame>
        <p:nvGraphicFramePr>
          <p:cNvPr descr="A firm’s employees are looking for a clearly written business pan helps the employees of a firm operate in sync and move forward in a consistent and purposeful manner. Investors and other external stakeholders are looking for a firm’s business plan to make the case that the firm is a good use of an investor’s funds or the attention of others." id="259" name="Google Shape;259;p4"/>
          <p:cNvGraphicFramePr/>
          <p:nvPr/>
        </p:nvGraphicFramePr>
        <p:xfrm>
          <a:off x="482838" y="2196360"/>
          <a:ext cx="3000000" cy="3000000"/>
        </p:xfrm>
        <a:graphic>
          <a:graphicData uri="http://schemas.openxmlformats.org/drawingml/2006/table">
            <a:tbl>
              <a:tblPr bandRow="1" firstRow="1">
                <a:noFill/>
                <a:tableStyleId>{5F7FF4EB-F698-4061-B9A7-C5963F5966E3}</a:tableStyleId>
              </a:tblPr>
              <a:tblGrid>
                <a:gridCol w="2971800"/>
                <a:gridCol w="5105400"/>
              </a:tblGrid>
              <a:tr h="470650">
                <a:tc>
                  <a:txBody>
                    <a:bodyPr/>
                    <a:lstStyle/>
                    <a:p>
                      <a:pPr indent="0" lvl="0" marL="0" marR="0" rtl="0" algn="l">
                        <a:lnSpc>
                          <a:spcPct val="100000"/>
                        </a:lnSpc>
                        <a:spcBef>
                          <a:spcPts val="0"/>
                        </a:spcBef>
                        <a:spcAft>
                          <a:spcPts val="0"/>
                        </a:spcAft>
                        <a:buClr>
                          <a:schemeClr val="dk1"/>
                        </a:buClr>
                        <a:buSzPts val="2000"/>
                        <a:buFont typeface="Arial"/>
                        <a:buNone/>
                      </a:pPr>
                      <a:r>
                        <a:rPr lang="en-US" sz="2000" u="none" cap="none" strike="noStrike"/>
                        <a:t>Audience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Arial"/>
                        <a:buNone/>
                      </a:pPr>
                      <a:r>
                        <a:rPr lang="en-US" sz="2000" u="none" cap="none" strike="noStrike"/>
                        <a:t>What They are Looking For</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15600">
                <a:tc>
                  <a:txBody>
                    <a:bodyPr/>
                    <a:lstStyle/>
                    <a:p>
                      <a:pPr indent="0" lvl="0" marL="0" marR="0" rtl="0" algn="l">
                        <a:lnSpc>
                          <a:spcPct val="100000"/>
                        </a:lnSpc>
                        <a:spcBef>
                          <a:spcPts val="0"/>
                        </a:spcBef>
                        <a:spcAft>
                          <a:spcPts val="0"/>
                        </a:spcAft>
                        <a:buClr>
                          <a:schemeClr val="dk1"/>
                        </a:buClr>
                        <a:buSzPts val="2000"/>
                        <a:buFont typeface="Arial"/>
                        <a:buNone/>
                      </a:pPr>
                      <a:r>
                        <a:rPr lang="en-US" sz="2000" u="none" cap="none" strike="noStrike"/>
                        <a:t>A Firm’s Employees</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2000"/>
                        <a:buFont typeface="Arial"/>
                        <a:buNone/>
                      </a:pPr>
                      <a:r>
                        <a:rPr lang="en-US" sz="2000" u="none" cap="none" strike="noStrike"/>
                        <a:t>A clearly written business plan helps the employees of a firm operate in sync and move forward in a consistent and purposeful manner.</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276400">
                <a:tc>
                  <a:txBody>
                    <a:bodyPr/>
                    <a:lstStyle/>
                    <a:p>
                      <a:pPr indent="0" lvl="0" marL="0" marR="0" rtl="0" algn="l">
                        <a:lnSpc>
                          <a:spcPct val="100000"/>
                        </a:lnSpc>
                        <a:spcBef>
                          <a:spcPts val="0"/>
                        </a:spcBef>
                        <a:spcAft>
                          <a:spcPts val="0"/>
                        </a:spcAft>
                        <a:buClr>
                          <a:schemeClr val="dk1"/>
                        </a:buClr>
                        <a:buSzPts val="2000"/>
                        <a:buFont typeface="Arial"/>
                        <a:buNone/>
                      </a:pPr>
                      <a:r>
                        <a:rPr lang="en-US" sz="2000" u="none" cap="none" strike="noStrike"/>
                        <a:t>Investors and other external stakeholders</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2000"/>
                        <a:buFont typeface="Arial"/>
                        <a:buNone/>
                      </a:pPr>
                      <a:r>
                        <a:rPr lang="en-US" sz="2000" u="none" cap="none" strike="noStrike"/>
                        <a:t>A firm’s business plan must make the case that the firm is a good use of an investor’s funds or the attention of others.</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5"/>
          <p:cNvSpPr txBox="1"/>
          <p:nvPr>
            <p:ph type="title"/>
          </p:nvPr>
        </p:nvSpPr>
        <p:spPr>
          <a:xfrm>
            <a:off x="457200" y="228600"/>
            <a:ext cx="8839200" cy="775228"/>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Guidelines for Writing a Business Plan </a:t>
            </a:r>
            <a:r>
              <a:rPr b="0" lang="en-US" sz="2000"/>
              <a:t>(1 of 5)</a:t>
            </a:r>
            <a:endParaRPr b="0" sz="2000"/>
          </a:p>
        </p:txBody>
      </p:sp>
      <p:sp>
        <p:nvSpPr>
          <p:cNvPr id="265" name="Google Shape;265;p5"/>
          <p:cNvSpPr txBox="1"/>
          <p:nvPr>
            <p:ph idx="1" type="body"/>
          </p:nvPr>
        </p:nvSpPr>
        <p:spPr>
          <a:xfrm>
            <a:off x="457200" y="1600201"/>
            <a:ext cx="7924800" cy="40386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Char char="•"/>
            </a:pPr>
            <a:r>
              <a:rPr b="1" lang="en-US" sz="2400"/>
              <a:t>Structure of the Business Plan</a:t>
            </a:r>
            <a:endParaRPr/>
          </a:p>
          <a:p>
            <a:pPr indent="-285750" lvl="1" marL="740664" rtl="0" algn="just">
              <a:spcBef>
                <a:spcPts val="600"/>
              </a:spcBef>
              <a:spcAft>
                <a:spcPts val="0"/>
              </a:spcAft>
              <a:buSzPts val="2400"/>
              <a:buChar char="–"/>
            </a:pPr>
            <a:r>
              <a:rPr lang="en-US" sz="2400"/>
              <a:t>To make the best impression, a business plan should follow a conventional structure, such as the outline for the business plan shown in the chapter.</a:t>
            </a:r>
            <a:endParaRPr/>
          </a:p>
          <a:p>
            <a:pPr indent="-285750" lvl="1" marL="740664" rtl="0" algn="just">
              <a:spcBef>
                <a:spcPts val="600"/>
              </a:spcBef>
              <a:spcAft>
                <a:spcPts val="0"/>
              </a:spcAft>
              <a:buSzPts val="2400"/>
              <a:buChar char="–"/>
            </a:pPr>
            <a:r>
              <a:rPr lang="en-US" sz="2400"/>
              <a:t>Although some entrepreneurs want to demonstrate creativity, departing from the basic structure of the conventional business plan is usually a mistake.</a:t>
            </a:r>
            <a:endParaRPr/>
          </a:p>
          <a:p>
            <a:pPr indent="-285750" lvl="1" marL="740664" rtl="0" algn="just">
              <a:spcBef>
                <a:spcPts val="600"/>
              </a:spcBef>
              <a:spcAft>
                <a:spcPts val="0"/>
              </a:spcAft>
              <a:buSzPts val="2400"/>
              <a:buChar char="–"/>
            </a:pPr>
            <a:r>
              <a:rPr lang="en-US" sz="2400"/>
              <a:t>Typically, investors are busy people and want a plan where they can easily find critical information.</a:t>
            </a:r>
            <a:endParaRPr sz="24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6"/>
          <p:cNvSpPr txBox="1"/>
          <p:nvPr>
            <p:ph type="title"/>
          </p:nvPr>
        </p:nvSpPr>
        <p:spPr>
          <a:xfrm>
            <a:off x="457200" y="215372"/>
            <a:ext cx="8534400" cy="927628"/>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Guidelines for Writing a Business Plan </a:t>
            </a:r>
            <a:r>
              <a:rPr b="0" lang="en-US" sz="2000"/>
              <a:t>(2 of 5)</a:t>
            </a:r>
            <a:endParaRPr b="0" sz="2000"/>
          </a:p>
        </p:txBody>
      </p:sp>
      <p:sp>
        <p:nvSpPr>
          <p:cNvPr id="271" name="Google Shape;271;p6"/>
          <p:cNvSpPr txBox="1"/>
          <p:nvPr>
            <p:ph idx="1" type="body"/>
          </p:nvPr>
        </p:nvSpPr>
        <p:spPr>
          <a:xfrm>
            <a:off x="457200" y="1600200"/>
            <a:ext cx="8229600" cy="4525963"/>
          </a:xfrm>
          <a:prstGeom prst="rect">
            <a:avLst/>
          </a:prstGeom>
          <a:noFill/>
          <a:ln>
            <a:noFill/>
          </a:ln>
        </p:spPr>
        <p:txBody>
          <a:bodyPr anchorCtr="0" anchor="t" bIns="0" lIns="0" spcFirstLastPara="1" rIns="0" wrap="square" tIns="0">
            <a:noAutofit/>
          </a:bodyPr>
          <a:lstStyle/>
          <a:p>
            <a:pPr indent="-256032" lvl="1" marL="256032" rtl="0" algn="l">
              <a:spcBef>
                <a:spcPts val="0"/>
              </a:spcBef>
              <a:spcAft>
                <a:spcPts val="0"/>
              </a:spcAft>
              <a:buSzPts val="2400"/>
              <a:buFont typeface="Arial"/>
              <a:buChar char="•"/>
            </a:pPr>
            <a:r>
              <a:rPr b="1" lang="en-US" sz="2400"/>
              <a:t>Software Packages</a:t>
            </a:r>
            <a:endParaRPr/>
          </a:p>
          <a:p>
            <a:pPr indent="-283464" lvl="2" marL="740664" rtl="0" algn="just">
              <a:spcBef>
                <a:spcPts val="600"/>
              </a:spcBef>
              <a:spcAft>
                <a:spcPts val="0"/>
              </a:spcAft>
              <a:buSzPts val="2400"/>
              <a:buFont typeface="Arial"/>
              <a:buChar char="‒"/>
            </a:pPr>
            <a:r>
              <a:rPr lang="en-US" sz="2400"/>
              <a:t>There are many software packages available that employ an interactive, menu-driven approach to assist in the writing of a business plan.</a:t>
            </a:r>
            <a:endParaRPr/>
          </a:p>
          <a:p>
            <a:pPr indent="-283464" lvl="2" marL="740664" rtl="0" algn="just">
              <a:spcBef>
                <a:spcPts val="600"/>
              </a:spcBef>
              <a:spcAft>
                <a:spcPts val="0"/>
              </a:spcAft>
              <a:buSzPts val="2400"/>
              <a:buFont typeface="Arial"/>
              <a:buChar char="‒"/>
            </a:pPr>
            <a:r>
              <a:rPr lang="en-US" sz="2400"/>
              <a:t>Some of these programs are very helpful. However, entrepreneurs should avoid a boilerplate plan that looks as though it came from a “canned” source.</a:t>
            </a:r>
            <a:endParaRPr/>
          </a:p>
          <a:p>
            <a:pPr indent="-256032" lvl="1" marL="256032" rtl="0" algn="l">
              <a:spcBef>
                <a:spcPts val="1500"/>
              </a:spcBef>
              <a:spcAft>
                <a:spcPts val="0"/>
              </a:spcAft>
              <a:buSzPts val="2400"/>
              <a:buFont typeface="Arial"/>
              <a:buChar char="•"/>
            </a:pPr>
            <a:r>
              <a:rPr b="1" lang="en-US" sz="2400"/>
              <a:t>Sense of Excitement</a:t>
            </a:r>
            <a:endParaRPr/>
          </a:p>
          <a:p>
            <a:pPr indent="-283464" lvl="2" marL="740664" rtl="0" algn="just">
              <a:spcBef>
                <a:spcPts val="600"/>
              </a:spcBef>
              <a:spcAft>
                <a:spcPts val="0"/>
              </a:spcAft>
              <a:buSzPts val="2400"/>
              <a:buFont typeface="Arial"/>
              <a:buChar char="‒"/>
            </a:pPr>
            <a:r>
              <a:rPr lang="en-US" sz="2400"/>
              <a:t>Along with facts and figures, a business plan needs to project a sense of anticipation and excitement about the possibilities that surround a new venture.</a:t>
            </a:r>
            <a:endParaRPr sz="24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7"/>
          <p:cNvSpPr txBox="1"/>
          <p:nvPr>
            <p:ph type="title"/>
          </p:nvPr>
        </p:nvSpPr>
        <p:spPr>
          <a:xfrm>
            <a:off x="457200" y="215372"/>
            <a:ext cx="8229600" cy="851428"/>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Guidelines for Writing a Business Plan </a:t>
            </a:r>
            <a:r>
              <a:rPr b="0" lang="en-US" sz="2000"/>
              <a:t>(3 of 5)</a:t>
            </a:r>
            <a:endParaRPr b="0" sz="2000"/>
          </a:p>
        </p:txBody>
      </p:sp>
      <p:sp>
        <p:nvSpPr>
          <p:cNvPr id="277" name="Google Shape;277;p7"/>
          <p:cNvSpPr txBox="1"/>
          <p:nvPr>
            <p:ph idx="1" type="body"/>
          </p:nvPr>
        </p:nvSpPr>
        <p:spPr>
          <a:xfrm>
            <a:off x="457200" y="1447800"/>
            <a:ext cx="8229600" cy="4525963"/>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Char char="•"/>
            </a:pPr>
            <a:r>
              <a:rPr b="1" lang="en-US" sz="2400"/>
              <a:t>Content of the Business Plan</a:t>
            </a:r>
            <a:endParaRPr/>
          </a:p>
          <a:p>
            <a:pPr indent="-285750" lvl="1" marL="740664" rtl="0" algn="just">
              <a:spcBef>
                <a:spcPts val="600"/>
              </a:spcBef>
              <a:spcAft>
                <a:spcPts val="0"/>
              </a:spcAft>
              <a:buSzPts val="2400"/>
              <a:buChar char="–"/>
            </a:pPr>
            <a:r>
              <a:rPr lang="en-US" sz="2400"/>
              <a:t>The business plan should give clear and concise information on all the important aspects of the proposed venture.</a:t>
            </a:r>
            <a:endParaRPr/>
          </a:p>
          <a:p>
            <a:pPr indent="-285750" lvl="1" marL="740664" rtl="0" algn="just">
              <a:spcBef>
                <a:spcPts val="600"/>
              </a:spcBef>
              <a:spcAft>
                <a:spcPts val="0"/>
              </a:spcAft>
              <a:buSzPts val="2400"/>
              <a:buChar char="–"/>
            </a:pPr>
            <a:r>
              <a:rPr lang="en-US" sz="2400"/>
              <a:t>It must be long enough to provide sufficient information yet short enough to maintain reader interest.</a:t>
            </a:r>
            <a:endParaRPr/>
          </a:p>
          <a:p>
            <a:pPr indent="-285750" lvl="1" marL="740664" rtl="0" algn="just">
              <a:spcBef>
                <a:spcPts val="600"/>
              </a:spcBef>
              <a:spcAft>
                <a:spcPts val="0"/>
              </a:spcAft>
              <a:buSzPts val="2400"/>
              <a:buChar char="–"/>
            </a:pPr>
            <a:r>
              <a:rPr lang="en-US" sz="2400"/>
              <a:t>For most plans, 25 to 35 pages is sufficient.</a:t>
            </a:r>
            <a:endParaRPr/>
          </a:p>
          <a:p>
            <a:pPr indent="-256032" lvl="0" marL="256032" rtl="0" algn="l">
              <a:spcBef>
                <a:spcPts val="1500"/>
              </a:spcBef>
              <a:spcAft>
                <a:spcPts val="0"/>
              </a:spcAft>
              <a:buSzPts val="2400"/>
              <a:buChar char="•"/>
            </a:pPr>
            <a:r>
              <a:rPr b="1" lang="en-US" sz="2400"/>
              <a:t>Types of Business Plans</a:t>
            </a:r>
            <a:endParaRPr/>
          </a:p>
          <a:p>
            <a:pPr indent="-285750" lvl="1" marL="740664" rtl="0" algn="just">
              <a:spcBef>
                <a:spcPts val="600"/>
              </a:spcBef>
              <a:spcAft>
                <a:spcPts val="0"/>
              </a:spcAft>
              <a:buSzPts val="2400"/>
              <a:buChar char="–"/>
            </a:pPr>
            <a:r>
              <a:rPr lang="en-US" sz="2400"/>
              <a:t>There are three types of business plans, which are shown on the next slide.</a:t>
            </a:r>
            <a:endParaRPr sz="24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8"/>
          <p:cNvSpPr txBox="1"/>
          <p:nvPr>
            <p:ph type="title"/>
          </p:nvPr>
        </p:nvSpPr>
        <p:spPr>
          <a:xfrm>
            <a:off x="457200" y="215372"/>
            <a:ext cx="8229600" cy="851428"/>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Guidelines for Writing a Business Plan </a:t>
            </a:r>
            <a:r>
              <a:rPr b="0" lang="en-US" sz="2000"/>
              <a:t>(4 of 5)</a:t>
            </a:r>
            <a:endParaRPr b="0" sz="2000"/>
          </a:p>
        </p:txBody>
      </p:sp>
      <p:sp>
        <p:nvSpPr>
          <p:cNvPr id="283" name="Google Shape;283;p8"/>
          <p:cNvSpPr txBox="1"/>
          <p:nvPr>
            <p:ph idx="1" type="body"/>
          </p:nvPr>
        </p:nvSpPr>
        <p:spPr>
          <a:xfrm>
            <a:off x="457200" y="1600201"/>
            <a:ext cx="4800600" cy="380999"/>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200"/>
              <a:buNone/>
            </a:pPr>
            <a:r>
              <a:rPr b="1" lang="en-US" sz="2200"/>
              <a:t>Figure 6.2 </a:t>
            </a:r>
            <a:r>
              <a:rPr lang="en-US" sz="2200"/>
              <a:t>Types of Business Plans</a:t>
            </a:r>
            <a:endParaRPr/>
          </a:p>
        </p:txBody>
      </p:sp>
      <p:pic>
        <p:nvPicPr>
          <p:cNvPr descr="Three types of business plans are summary, full, and operational. The summary business plans are 10 to 15 pages and works best for new ventures in the early stages of development that want to test the waters to see if investors are interested in their idea. The full business plans are 25 to 35 pages and work best for new ventures who are at the point where they need funding or financing; serves as a blueprint for the company’s operations. The operational business plans are 40 to 100 pages and are meant primarily for an internal audience they also work best as a tool for creating a blueprint for a new venture’s operations and providing guidance to operational managers." id="284" name="Google Shape;284;p8"/>
          <p:cNvPicPr preferRelativeResize="0"/>
          <p:nvPr/>
        </p:nvPicPr>
        <p:blipFill rotWithShape="1">
          <a:blip r:embed="rId3">
            <a:alphaModFix/>
          </a:blip>
          <a:srcRect b="0" l="0" r="0" t="0"/>
          <a:stretch/>
        </p:blipFill>
        <p:spPr>
          <a:xfrm>
            <a:off x="554754" y="2362200"/>
            <a:ext cx="8034491" cy="35052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9"/>
          <p:cNvSpPr txBox="1"/>
          <p:nvPr>
            <p:ph type="title"/>
          </p:nvPr>
        </p:nvSpPr>
        <p:spPr>
          <a:xfrm>
            <a:off x="457200" y="215372"/>
            <a:ext cx="8229600" cy="927628"/>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Guidelines for Writing a Business Plan </a:t>
            </a:r>
            <a:r>
              <a:rPr b="0" lang="en-US" sz="2000"/>
              <a:t>(5 of 5)</a:t>
            </a:r>
            <a:endParaRPr b="0" sz="2000"/>
          </a:p>
        </p:txBody>
      </p:sp>
      <p:sp>
        <p:nvSpPr>
          <p:cNvPr id="290" name="Google Shape;290;p9"/>
          <p:cNvSpPr txBox="1"/>
          <p:nvPr>
            <p:ph idx="1" type="body"/>
          </p:nvPr>
        </p:nvSpPr>
        <p:spPr>
          <a:xfrm>
            <a:off x="457200" y="1600201"/>
            <a:ext cx="8229600" cy="32004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Char char="•"/>
            </a:pPr>
            <a:r>
              <a:rPr b="1" lang="en-US" sz="2400"/>
              <a:t>Recognizing the Elements of the Plan May Change</a:t>
            </a:r>
            <a:endParaRPr/>
          </a:p>
          <a:p>
            <a:pPr indent="-285750" lvl="1" marL="740664" rtl="0" algn="just">
              <a:spcBef>
                <a:spcPts val="600"/>
              </a:spcBef>
              <a:spcAft>
                <a:spcPts val="0"/>
              </a:spcAft>
              <a:buSzPts val="2400"/>
              <a:buChar char="–"/>
            </a:pPr>
            <a:r>
              <a:rPr lang="en-US" sz="2400"/>
              <a:t>It’s important to recognize that the plan will usually change while written.</a:t>
            </a:r>
            <a:endParaRPr/>
          </a:p>
          <a:p>
            <a:pPr indent="-285750" lvl="1" marL="740664" rtl="0" algn="just">
              <a:spcBef>
                <a:spcPts val="600"/>
              </a:spcBef>
              <a:spcAft>
                <a:spcPts val="0"/>
              </a:spcAft>
              <a:buSzPts val="2400"/>
              <a:buChar char="–"/>
            </a:pPr>
            <a:r>
              <a:rPr lang="en-US" sz="2400"/>
              <a:t>New insights invariably emerge when an entrepreneur or a team of entrepreneurs immerse themselves in writing the plan and start getting feedback from others.</a:t>
            </a:r>
            <a:endParaRPr sz="24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0"/>
          <p:cNvSpPr txBox="1"/>
          <p:nvPr>
            <p:ph type="title"/>
          </p:nvPr>
        </p:nvSpPr>
        <p:spPr>
          <a:xfrm>
            <a:off x="457200" y="215372"/>
            <a:ext cx="8229600" cy="927628"/>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Outline of Business Plan</a:t>
            </a:r>
            <a:endParaRPr/>
          </a:p>
        </p:txBody>
      </p:sp>
      <p:sp>
        <p:nvSpPr>
          <p:cNvPr id="296" name="Google Shape;296;p10"/>
          <p:cNvSpPr txBox="1"/>
          <p:nvPr>
            <p:ph idx="1" type="body"/>
          </p:nvPr>
        </p:nvSpPr>
        <p:spPr>
          <a:xfrm>
            <a:off x="457200" y="1600201"/>
            <a:ext cx="8229600" cy="3429000"/>
          </a:xfrm>
          <a:prstGeom prst="rect">
            <a:avLst/>
          </a:prstGeom>
          <a:noFill/>
          <a:ln>
            <a:noFill/>
          </a:ln>
        </p:spPr>
        <p:txBody>
          <a:bodyPr anchorCtr="0" anchor="t" bIns="0" lIns="0" spcFirstLastPara="1" rIns="0" wrap="square" tIns="0">
            <a:noAutofit/>
          </a:bodyPr>
          <a:lstStyle/>
          <a:p>
            <a:pPr indent="-256032" lvl="1" marL="256032" rtl="0" algn="just">
              <a:spcBef>
                <a:spcPts val="0"/>
              </a:spcBef>
              <a:spcAft>
                <a:spcPts val="0"/>
              </a:spcAft>
              <a:buSzPts val="2400"/>
              <a:buFont typeface="Arial"/>
              <a:buChar char="•"/>
            </a:pPr>
            <a:r>
              <a:rPr lang="en-US" sz="2400"/>
              <a:t>A suggested outline of a business plan is shown on the next several slides.</a:t>
            </a:r>
            <a:endParaRPr/>
          </a:p>
          <a:p>
            <a:pPr indent="-256032" lvl="1" marL="256032" rtl="0" algn="just">
              <a:spcBef>
                <a:spcPts val="1500"/>
              </a:spcBef>
              <a:spcAft>
                <a:spcPts val="0"/>
              </a:spcAft>
              <a:buSzPts val="2400"/>
              <a:buFont typeface="Arial"/>
              <a:buChar char="•"/>
            </a:pPr>
            <a:r>
              <a:rPr lang="en-US" sz="2400"/>
              <a:t>Most business plans do not include all the elements introduced in the sample plan; we include them here for the purpose of completeness.</a:t>
            </a:r>
            <a:endParaRPr/>
          </a:p>
          <a:p>
            <a:pPr indent="-256032" lvl="1" marL="256032" rtl="0" algn="just">
              <a:spcBef>
                <a:spcPts val="1500"/>
              </a:spcBef>
              <a:spcAft>
                <a:spcPts val="0"/>
              </a:spcAft>
              <a:buSzPts val="2400"/>
              <a:buFont typeface="Arial"/>
              <a:buChar char="•"/>
            </a:pPr>
            <a:r>
              <a:rPr lang="en-US" sz="2400"/>
              <a:t>Each entrepreneur must decide which elements to include in his or her plan.</a:t>
            </a:r>
            <a:endParaRPr sz="24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1"/>
          <p:cNvSpPr txBox="1"/>
          <p:nvPr>
            <p:ph type="title"/>
          </p:nvPr>
        </p:nvSpPr>
        <p:spPr>
          <a:xfrm>
            <a:off x="457200" y="215372"/>
            <a:ext cx="8229600" cy="927628"/>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Section 1: Executive Summary </a:t>
            </a:r>
            <a:r>
              <a:rPr b="0" lang="en-US" sz="2000"/>
              <a:t>(1 of 2)</a:t>
            </a:r>
            <a:endParaRPr b="0" sz="2000"/>
          </a:p>
        </p:txBody>
      </p:sp>
      <p:sp>
        <p:nvSpPr>
          <p:cNvPr id="302" name="Google Shape;302;p11"/>
          <p:cNvSpPr txBox="1"/>
          <p:nvPr>
            <p:ph idx="1" type="body"/>
          </p:nvPr>
        </p:nvSpPr>
        <p:spPr>
          <a:xfrm>
            <a:off x="457200" y="1600200"/>
            <a:ext cx="8229600" cy="4525963"/>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Char char="•"/>
            </a:pPr>
            <a:r>
              <a:rPr b="1" lang="en-US" sz="2400"/>
              <a:t>Executive Summary</a:t>
            </a:r>
            <a:endParaRPr/>
          </a:p>
          <a:p>
            <a:pPr indent="-285750" lvl="1" marL="740664" rtl="0" algn="just">
              <a:spcBef>
                <a:spcPts val="600"/>
              </a:spcBef>
              <a:spcAft>
                <a:spcPts val="0"/>
              </a:spcAft>
              <a:buSzPts val="2400"/>
              <a:buChar char="–"/>
            </a:pPr>
            <a:r>
              <a:rPr lang="en-US" sz="2400"/>
              <a:t>The executive summary is a short overview of the entire business plan.</a:t>
            </a:r>
            <a:endParaRPr/>
          </a:p>
          <a:p>
            <a:pPr indent="-285750" lvl="1" marL="740664" rtl="0" algn="just">
              <a:spcBef>
                <a:spcPts val="600"/>
              </a:spcBef>
              <a:spcAft>
                <a:spcPts val="0"/>
              </a:spcAft>
              <a:buSzPts val="2400"/>
              <a:buChar char="–"/>
            </a:pPr>
            <a:r>
              <a:rPr lang="en-US" sz="2400"/>
              <a:t>It provides a busy reader with everything that needs to be known about the new venture’s distinctive nature.</a:t>
            </a:r>
            <a:endParaRPr/>
          </a:p>
          <a:p>
            <a:pPr indent="-285750" lvl="1" marL="740664" rtl="0" algn="just">
              <a:spcBef>
                <a:spcPts val="600"/>
              </a:spcBef>
              <a:spcAft>
                <a:spcPts val="0"/>
              </a:spcAft>
              <a:buSzPts val="2400"/>
              <a:buChar char="–"/>
            </a:pPr>
            <a:r>
              <a:rPr lang="en-US" sz="2400"/>
              <a:t>An executive summary shouldn’t exceed two single-spaced pages.</a:t>
            </a:r>
            <a:endParaRPr/>
          </a:p>
          <a:p>
            <a:pPr indent="-285750" lvl="1" marL="740664" rtl="0" algn="just">
              <a:spcBef>
                <a:spcPts val="600"/>
              </a:spcBef>
              <a:spcAft>
                <a:spcPts val="0"/>
              </a:spcAft>
              <a:buSzPts val="2400"/>
              <a:buChar char="–"/>
            </a:pPr>
            <a:r>
              <a:rPr lang="en-US" sz="2400"/>
              <a:t>Even though the executive summary appears at the beginning of the business plan, it should be written last.</a:t>
            </a:r>
            <a:endParaRPr/>
          </a:p>
          <a:p>
            <a:pPr indent="-228600" lvl="2" marL="1143000" rtl="0" algn="just">
              <a:spcBef>
                <a:spcPts val="600"/>
              </a:spcBef>
              <a:spcAft>
                <a:spcPts val="0"/>
              </a:spcAft>
              <a:buSzPts val="2000"/>
              <a:buChar char="▪"/>
            </a:pPr>
            <a:r>
              <a:rPr lang="en-US" sz="2000"/>
              <a:t>The plan itself will evolve as it’s written, so not everything is known at the outset.</a:t>
            </a:r>
            <a:endParaRPr sz="20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2"/>
          <p:cNvSpPr txBox="1"/>
          <p:nvPr>
            <p:ph type="title"/>
          </p:nvPr>
        </p:nvSpPr>
        <p:spPr>
          <a:xfrm>
            <a:off x="457200" y="215372"/>
            <a:ext cx="8229600" cy="927628"/>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Section 1: Executive Summary </a:t>
            </a:r>
            <a:r>
              <a:rPr b="0" lang="en-US" sz="2000"/>
              <a:t>(2 of 2)</a:t>
            </a:r>
            <a:endParaRPr b="0" sz="2000"/>
          </a:p>
        </p:txBody>
      </p:sp>
      <p:sp>
        <p:nvSpPr>
          <p:cNvPr id="308" name="Google Shape;308;p12"/>
          <p:cNvSpPr txBox="1"/>
          <p:nvPr>
            <p:ph idx="1" type="body"/>
          </p:nvPr>
        </p:nvSpPr>
        <p:spPr>
          <a:xfrm>
            <a:off x="457200" y="1600201"/>
            <a:ext cx="8077200" cy="34290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None/>
            </a:pPr>
            <a:r>
              <a:rPr b="1" lang="en-US" sz="2400"/>
              <a:t>Key Insights</a:t>
            </a:r>
            <a:endParaRPr/>
          </a:p>
          <a:p>
            <a:pPr indent="-256032" lvl="0" marL="256032" rtl="0" algn="just">
              <a:spcBef>
                <a:spcPts val="1500"/>
              </a:spcBef>
              <a:spcAft>
                <a:spcPts val="0"/>
              </a:spcAft>
              <a:buSzPts val="2400"/>
              <a:buFont typeface="Arial"/>
              <a:buChar char="•"/>
            </a:pPr>
            <a:r>
              <a:rPr lang="en-US" sz="2400"/>
              <a:t>In many instances an investor will first ask for a copy of the firm’s PowerPoint deck or executive summary and will request of a copy of the full business plan only if the PowerPoint deck or executive summary is sufficiently convincing.</a:t>
            </a:r>
            <a:endParaRPr/>
          </a:p>
          <a:p>
            <a:pPr indent="-256032" lvl="0" marL="256032" rtl="0" algn="just">
              <a:spcBef>
                <a:spcPts val="1500"/>
              </a:spcBef>
              <a:spcAft>
                <a:spcPts val="0"/>
              </a:spcAft>
              <a:buSzPts val="2400"/>
              <a:buFont typeface="Arial"/>
              <a:buChar char="•"/>
            </a:pPr>
            <a:r>
              <a:rPr lang="en-US" sz="2400"/>
              <a:t>The executive summary, then, is arguably the most important section of a business plan.</a:t>
            </a:r>
            <a:endParaRPr sz="24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3"/>
          <p:cNvSpPr txBox="1"/>
          <p:nvPr>
            <p:ph type="title"/>
          </p:nvPr>
        </p:nvSpPr>
        <p:spPr>
          <a:xfrm>
            <a:off x="457200" y="215372"/>
            <a:ext cx="8229600" cy="927628"/>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Section 2: Industry Analysis </a:t>
            </a:r>
            <a:r>
              <a:rPr b="0" lang="en-US" sz="2000"/>
              <a:t>(1 of 2)</a:t>
            </a:r>
            <a:endParaRPr b="0" sz="2000"/>
          </a:p>
        </p:txBody>
      </p:sp>
      <p:sp>
        <p:nvSpPr>
          <p:cNvPr id="314" name="Google Shape;314;p13"/>
          <p:cNvSpPr txBox="1"/>
          <p:nvPr>
            <p:ph idx="1" type="body"/>
          </p:nvPr>
        </p:nvSpPr>
        <p:spPr>
          <a:xfrm>
            <a:off x="457200" y="1600200"/>
            <a:ext cx="8229600" cy="47244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Char char="•"/>
            </a:pPr>
            <a:r>
              <a:rPr b="1" lang="en-US" sz="2400"/>
              <a:t>Industry Analysis</a:t>
            </a:r>
            <a:endParaRPr/>
          </a:p>
          <a:p>
            <a:pPr indent="-285750" lvl="1" marL="740664" rtl="0" algn="just">
              <a:spcBef>
                <a:spcPts val="600"/>
              </a:spcBef>
              <a:spcAft>
                <a:spcPts val="0"/>
              </a:spcAft>
              <a:buSzPts val="2400"/>
              <a:buChar char="–"/>
            </a:pPr>
            <a:r>
              <a:rPr lang="en-US" sz="2400"/>
              <a:t>This section should begin by describing the industry the business will enter in terms of its size, growth rate, and sales projections.</a:t>
            </a:r>
            <a:endParaRPr/>
          </a:p>
          <a:p>
            <a:pPr indent="-285750" lvl="1" marL="740664" rtl="0" algn="l">
              <a:spcBef>
                <a:spcPts val="600"/>
              </a:spcBef>
              <a:spcAft>
                <a:spcPts val="0"/>
              </a:spcAft>
              <a:buSzPts val="2400"/>
              <a:buChar char="–"/>
            </a:pPr>
            <a:r>
              <a:rPr lang="en-US" sz="2400"/>
              <a:t>Items to include in this section:</a:t>
            </a:r>
            <a:endParaRPr/>
          </a:p>
          <a:p>
            <a:pPr indent="-228600" lvl="2" marL="1143000" rtl="0" algn="l">
              <a:spcBef>
                <a:spcPts val="600"/>
              </a:spcBef>
              <a:spcAft>
                <a:spcPts val="0"/>
              </a:spcAft>
              <a:buSzPts val="2200"/>
              <a:buChar char="▪"/>
            </a:pPr>
            <a:r>
              <a:rPr lang="en-US" sz="2200"/>
              <a:t>Industry size, growth rate, and sales projections.</a:t>
            </a:r>
            <a:endParaRPr/>
          </a:p>
          <a:p>
            <a:pPr indent="-228600" lvl="2" marL="1143000" rtl="0" algn="l">
              <a:spcBef>
                <a:spcPts val="600"/>
              </a:spcBef>
              <a:spcAft>
                <a:spcPts val="0"/>
              </a:spcAft>
              <a:buSzPts val="2200"/>
              <a:buChar char="▪"/>
            </a:pPr>
            <a:r>
              <a:rPr lang="en-US" sz="2200"/>
              <a:t>Industry structure.</a:t>
            </a:r>
            <a:endParaRPr/>
          </a:p>
          <a:p>
            <a:pPr indent="-228600" lvl="2" marL="1143000" rtl="0" algn="l">
              <a:spcBef>
                <a:spcPts val="600"/>
              </a:spcBef>
              <a:spcAft>
                <a:spcPts val="0"/>
              </a:spcAft>
              <a:buSzPts val="2200"/>
              <a:buChar char="▪"/>
            </a:pPr>
            <a:r>
              <a:rPr lang="en-US" sz="2200"/>
              <a:t>Nature of participants.</a:t>
            </a:r>
            <a:endParaRPr/>
          </a:p>
          <a:p>
            <a:pPr indent="-228600" lvl="2" marL="1143000" rtl="0" algn="l">
              <a:spcBef>
                <a:spcPts val="600"/>
              </a:spcBef>
              <a:spcAft>
                <a:spcPts val="0"/>
              </a:spcAft>
              <a:buSzPts val="2200"/>
              <a:buChar char="▪"/>
            </a:pPr>
            <a:r>
              <a:rPr lang="en-US" sz="2200"/>
              <a:t>Key success factors.</a:t>
            </a:r>
            <a:endParaRPr/>
          </a:p>
          <a:p>
            <a:pPr indent="-228600" lvl="2" marL="1143000" rtl="0" algn="l">
              <a:spcBef>
                <a:spcPts val="600"/>
              </a:spcBef>
              <a:spcAft>
                <a:spcPts val="0"/>
              </a:spcAft>
              <a:buSzPts val="2200"/>
              <a:buChar char="▪"/>
            </a:pPr>
            <a:r>
              <a:rPr lang="en-US" sz="2200"/>
              <a:t>Industry trends.</a:t>
            </a:r>
            <a:endParaRPr/>
          </a:p>
          <a:p>
            <a:pPr indent="-228600" lvl="2" marL="1143000" rtl="0" algn="l">
              <a:spcBef>
                <a:spcPts val="600"/>
              </a:spcBef>
              <a:spcAft>
                <a:spcPts val="0"/>
              </a:spcAft>
              <a:buSzPts val="2200"/>
              <a:buChar char="▪"/>
            </a:pPr>
            <a:r>
              <a:rPr lang="en-US" sz="2200"/>
              <a:t>Long-term prospects.</a:t>
            </a:r>
            <a:endParaRPr sz="22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14"/>
          <p:cNvSpPr txBox="1"/>
          <p:nvPr>
            <p:ph type="title"/>
          </p:nvPr>
        </p:nvSpPr>
        <p:spPr>
          <a:xfrm>
            <a:off x="457200" y="215372"/>
            <a:ext cx="8229600" cy="851428"/>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Section 2: Industry Analysis </a:t>
            </a:r>
            <a:r>
              <a:rPr b="0" lang="en-US" sz="2000"/>
              <a:t>(2 of 2)</a:t>
            </a:r>
            <a:endParaRPr b="0" sz="2000"/>
          </a:p>
        </p:txBody>
      </p:sp>
      <p:sp>
        <p:nvSpPr>
          <p:cNvPr id="320" name="Google Shape;320;p14"/>
          <p:cNvSpPr txBox="1"/>
          <p:nvPr>
            <p:ph idx="1" type="body"/>
          </p:nvPr>
        </p:nvSpPr>
        <p:spPr>
          <a:xfrm>
            <a:off x="457200" y="1600201"/>
            <a:ext cx="8229600" cy="38100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None/>
            </a:pPr>
            <a:r>
              <a:rPr b="1" lang="en-US" sz="2400"/>
              <a:t>Key Insights</a:t>
            </a:r>
            <a:endParaRPr/>
          </a:p>
          <a:p>
            <a:pPr indent="-256032" lvl="0" marL="256032" rtl="0" algn="just">
              <a:spcBef>
                <a:spcPts val="1500"/>
              </a:spcBef>
              <a:spcAft>
                <a:spcPts val="0"/>
              </a:spcAft>
              <a:buSzPts val="2400"/>
              <a:buFont typeface="Arial"/>
              <a:buChar char="•"/>
            </a:pPr>
            <a:r>
              <a:rPr lang="en-US" sz="2400"/>
              <a:t>Before a business selects a target market it should have a good grasp of its industry—including where its promising areas are and where its points of vulnerability are.</a:t>
            </a:r>
            <a:endParaRPr/>
          </a:p>
          <a:p>
            <a:pPr indent="-256032" lvl="0" marL="256032" rtl="0" algn="just">
              <a:spcBef>
                <a:spcPts val="1500"/>
              </a:spcBef>
              <a:spcAft>
                <a:spcPts val="0"/>
              </a:spcAft>
              <a:buSzPts val="2400"/>
              <a:buFont typeface="Arial"/>
              <a:buChar char="•"/>
            </a:pPr>
            <a:r>
              <a:rPr lang="en-US" sz="2400"/>
              <a:t>The industry that a company participates in largely defines the playing field that a firm will participate in.</a:t>
            </a:r>
            <a:endParaRPr sz="24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15"/>
          <p:cNvSpPr txBox="1"/>
          <p:nvPr>
            <p:ph type="title"/>
          </p:nvPr>
        </p:nvSpPr>
        <p:spPr>
          <a:xfrm>
            <a:off x="457200" y="215372"/>
            <a:ext cx="8229600" cy="851428"/>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Section 3: Company Description </a:t>
            </a:r>
            <a:r>
              <a:rPr b="0" lang="en-US" sz="2000"/>
              <a:t>(1 of 2)</a:t>
            </a:r>
            <a:endParaRPr b="0" sz="2000"/>
          </a:p>
        </p:txBody>
      </p:sp>
      <p:sp>
        <p:nvSpPr>
          <p:cNvPr id="326" name="Google Shape;326;p15"/>
          <p:cNvSpPr txBox="1"/>
          <p:nvPr>
            <p:ph idx="1" type="body"/>
          </p:nvPr>
        </p:nvSpPr>
        <p:spPr>
          <a:xfrm>
            <a:off x="457200" y="1600200"/>
            <a:ext cx="8229600" cy="48006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Char char="•"/>
            </a:pPr>
            <a:r>
              <a:rPr b="1" lang="en-US" sz="2400"/>
              <a:t>Company Description</a:t>
            </a:r>
            <a:endParaRPr/>
          </a:p>
          <a:p>
            <a:pPr indent="-285750" lvl="1" marL="740664" rtl="0" algn="just">
              <a:spcBef>
                <a:spcPts val="600"/>
              </a:spcBef>
              <a:spcAft>
                <a:spcPts val="0"/>
              </a:spcAft>
              <a:buSzPts val="2400"/>
              <a:buChar char="–"/>
            </a:pPr>
            <a:r>
              <a:rPr lang="en-US" sz="2400"/>
              <a:t>This section begins with a general description of the company.</a:t>
            </a:r>
            <a:endParaRPr/>
          </a:p>
          <a:p>
            <a:pPr indent="-285750" lvl="1" marL="740664" rtl="0" algn="l">
              <a:spcBef>
                <a:spcPts val="600"/>
              </a:spcBef>
              <a:spcAft>
                <a:spcPts val="0"/>
              </a:spcAft>
              <a:buSzPts val="2400"/>
              <a:buChar char="–"/>
            </a:pPr>
            <a:r>
              <a:rPr lang="en-US" sz="2400"/>
              <a:t>Items to include in this section:</a:t>
            </a:r>
            <a:endParaRPr/>
          </a:p>
          <a:p>
            <a:pPr indent="-228600" lvl="2" marL="1143000" rtl="0" algn="l">
              <a:spcBef>
                <a:spcPts val="600"/>
              </a:spcBef>
              <a:spcAft>
                <a:spcPts val="0"/>
              </a:spcAft>
              <a:buSzPts val="2200"/>
              <a:buChar char="▪"/>
            </a:pPr>
            <a:r>
              <a:rPr lang="en-US" sz="2200"/>
              <a:t>Company description.</a:t>
            </a:r>
            <a:endParaRPr/>
          </a:p>
          <a:p>
            <a:pPr indent="-228600" lvl="2" marL="1143000" rtl="0" algn="l">
              <a:spcBef>
                <a:spcPts val="600"/>
              </a:spcBef>
              <a:spcAft>
                <a:spcPts val="0"/>
              </a:spcAft>
              <a:buSzPts val="2200"/>
              <a:buChar char="▪"/>
            </a:pPr>
            <a:r>
              <a:rPr lang="en-US" sz="2200"/>
              <a:t>Company history.</a:t>
            </a:r>
            <a:endParaRPr/>
          </a:p>
          <a:p>
            <a:pPr indent="-228600" lvl="2" marL="1143000" rtl="0" algn="l">
              <a:spcBef>
                <a:spcPts val="600"/>
              </a:spcBef>
              <a:spcAft>
                <a:spcPts val="0"/>
              </a:spcAft>
              <a:buSzPts val="2200"/>
              <a:buChar char="▪"/>
            </a:pPr>
            <a:r>
              <a:rPr lang="en-US" sz="2200"/>
              <a:t>Mission statement.</a:t>
            </a:r>
            <a:endParaRPr/>
          </a:p>
          <a:p>
            <a:pPr indent="-228600" lvl="2" marL="1143000" rtl="0" algn="l">
              <a:spcBef>
                <a:spcPts val="600"/>
              </a:spcBef>
              <a:spcAft>
                <a:spcPts val="0"/>
              </a:spcAft>
              <a:buSzPts val="2200"/>
              <a:buChar char="▪"/>
            </a:pPr>
            <a:r>
              <a:rPr lang="en-US" sz="2200"/>
              <a:t>Products and services.</a:t>
            </a:r>
            <a:endParaRPr/>
          </a:p>
          <a:p>
            <a:pPr indent="-228600" lvl="2" marL="1143000" rtl="0" algn="l">
              <a:spcBef>
                <a:spcPts val="600"/>
              </a:spcBef>
              <a:spcAft>
                <a:spcPts val="0"/>
              </a:spcAft>
              <a:buSzPts val="2200"/>
              <a:buChar char="▪"/>
            </a:pPr>
            <a:r>
              <a:rPr lang="en-US" sz="2200"/>
              <a:t>Current status.</a:t>
            </a:r>
            <a:endParaRPr/>
          </a:p>
          <a:p>
            <a:pPr indent="-228600" lvl="2" marL="1143000" rtl="0" algn="l">
              <a:spcBef>
                <a:spcPts val="600"/>
              </a:spcBef>
              <a:spcAft>
                <a:spcPts val="0"/>
              </a:spcAft>
              <a:buSzPts val="2200"/>
              <a:buChar char="▪"/>
            </a:pPr>
            <a:r>
              <a:rPr lang="en-US" sz="2200"/>
              <a:t>Legal status and ownership.</a:t>
            </a:r>
            <a:endParaRPr/>
          </a:p>
          <a:p>
            <a:pPr indent="-228600" lvl="2" marL="1143000" rtl="0" algn="l">
              <a:spcBef>
                <a:spcPts val="600"/>
              </a:spcBef>
              <a:spcAft>
                <a:spcPts val="0"/>
              </a:spcAft>
              <a:buSzPts val="2200"/>
              <a:buChar char="▪"/>
            </a:pPr>
            <a:r>
              <a:rPr lang="en-US" sz="2200"/>
              <a:t>Key partnerships (if any).</a:t>
            </a:r>
            <a:endParaRPr sz="22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6"/>
          <p:cNvSpPr txBox="1"/>
          <p:nvPr>
            <p:ph type="title"/>
          </p:nvPr>
        </p:nvSpPr>
        <p:spPr>
          <a:xfrm>
            <a:off x="457200" y="215372"/>
            <a:ext cx="8229600" cy="927628"/>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Section 3: Company Description </a:t>
            </a:r>
            <a:r>
              <a:rPr b="0" lang="en-US" sz="2000"/>
              <a:t>(2 of 2)</a:t>
            </a:r>
            <a:endParaRPr b="0" sz="2000"/>
          </a:p>
        </p:txBody>
      </p:sp>
      <p:sp>
        <p:nvSpPr>
          <p:cNvPr id="332" name="Google Shape;332;p16"/>
          <p:cNvSpPr txBox="1"/>
          <p:nvPr>
            <p:ph idx="1" type="body"/>
          </p:nvPr>
        </p:nvSpPr>
        <p:spPr>
          <a:xfrm>
            <a:off x="457200" y="1600201"/>
            <a:ext cx="8229600" cy="26670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None/>
            </a:pPr>
            <a:r>
              <a:rPr b="1" lang="en-US" sz="2400"/>
              <a:t>Key Insights</a:t>
            </a:r>
            <a:endParaRPr/>
          </a:p>
          <a:p>
            <a:pPr indent="-256032" lvl="0" marL="256032" rtl="0" algn="just">
              <a:spcBef>
                <a:spcPts val="1500"/>
              </a:spcBef>
              <a:spcAft>
                <a:spcPts val="0"/>
              </a:spcAft>
              <a:buSzPts val="2400"/>
              <a:buFont typeface="Arial"/>
              <a:buChar char="•"/>
            </a:pPr>
            <a:r>
              <a:rPr lang="en-US" sz="2400"/>
              <a:t>While at first glance this section may seem less important than the others, it is extremely important.</a:t>
            </a:r>
            <a:endParaRPr/>
          </a:p>
          <a:p>
            <a:pPr indent="-256032" lvl="0" marL="256032" rtl="0" algn="just">
              <a:spcBef>
                <a:spcPts val="1500"/>
              </a:spcBef>
              <a:spcAft>
                <a:spcPts val="0"/>
              </a:spcAft>
              <a:buSzPts val="2400"/>
              <a:buFont typeface="Arial"/>
              <a:buChar char="•"/>
            </a:pPr>
            <a:r>
              <a:rPr lang="en-US" sz="2400"/>
              <a:t>It demonstrates to your reader that you know how to translate an idea into a business.</a:t>
            </a:r>
            <a:endParaRPr sz="24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17"/>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Section 4: Market Analysis </a:t>
            </a:r>
            <a:r>
              <a:rPr b="0" lang="en-US" sz="2000"/>
              <a:t>(1 of 2)</a:t>
            </a:r>
            <a:endParaRPr b="0" sz="2000"/>
          </a:p>
        </p:txBody>
      </p:sp>
      <p:sp>
        <p:nvSpPr>
          <p:cNvPr id="338" name="Google Shape;338;p17"/>
          <p:cNvSpPr txBox="1"/>
          <p:nvPr>
            <p:ph idx="1" type="body"/>
          </p:nvPr>
        </p:nvSpPr>
        <p:spPr>
          <a:xfrm>
            <a:off x="457200" y="1600201"/>
            <a:ext cx="8229600" cy="41910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Char char="•"/>
            </a:pPr>
            <a:r>
              <a:rPr b="1" lang="en-US" sz="2400"/>
              <a:t>Market Analysis</a:t>
            </a:r>
            <a:endParaRPr/>
          </a:p>
          <a:p>
            <a:pPr indent="-285750" lvl="1" marL="742950" rtl="0" algn="just">
              <a:spcBef>
                <a:spcPts val="600"/>
              </a:spcBef>
              <a:spcAft>
                <a:spcPts val="0"/>
              </a:spcAft>
              <a:buSzPts val="2400"/>
              <a:buChar char="–"/>
            </a:pPr>
            <a:r>
              <a:rPr lang="en-US" sz="2400"/>
              <a:t>The market analysis breaks the industry into segments and zeroes in on the specific segment (or target market) to which the firm will try to appeal.</a:t>
            </a:r>
            <a:endParaRPr/>
          </a:p>
          <a:p>
            <a:pPr indent="-285750" lvl="1" marL="742950" rtl="0" algn="l">
              <a:spcBef>
                <a:spcPts val="600"/>
              </a:spcBef>
              <a:spcAft>
                <a:spcPts val="0"/>
              </a:spcAft>
              <a:buSzPts val="2400"/>
              <a:buChar char="–"/>
            </a:pPr>
            <a:r>
              <a:rPr lang="en-US" sz="2400"/>
              <a:t>Items to include in this section:</a:t>
            </a:r>
            <a:endParaRPr/>
          </a:p>
          <a:p>
            <a:pPr indent="-228600" lvl="2" marL="1143000" rtl="0" algn="l">
              <a:spcBef>
                <a:spcPts val="600"/>
              </a:spcBef>
              <a:spcAft>
                <a:spcPts val="0"/>
              </a:spcAft>
              <a:buSzPts val="2200"/>
              <a:buChar char="▪"/>
            </a:pPr>
            <a:r>
              <a:rPr lang="en-US" sz="2200"/>
              <a:t>Market segmentation and target market selection.</a:t>
            </a:r>
            <a:endParaRPr/>
          </a:p>
          <a:p>
            <a:pPr indent="-228600" lvl="2" marL="1143000" rtl="0" algn="l">
              <a:spcBef>
                <a:spcPts val="600"/>
              </a:spcBef>
              <a:spcAft>
                <a:spcPts val="0"/>
              </a:spcAft>
              <a:buSzPts val="2200"/>
              <a:buChar char="▪"/>
            </a:pPr>
            <a:r>
              <a:rPr lang="en-US" sz="2200"/>
              <a:t>Buyer behavior.</a:t>
            </a:r>
            <a:endParaRPr/>
          </a:p>
          <a:p>
            <a:pPr indent="-228600" lvl="2" marL="1143000" rtl="0" algn="l">
              <a:spcBef>
                <a:spcPts val="600"/>
              </a:spcBef>
              <a:spcAft>
                <a:spcPts val="0"/>
              </a:spcAft>
              <a:buSzPts val="2200"/>
              <a:buChar char="▪"/>
            </a:pPr>
            <a:r>
              <a:rPr lang="en-US" sz="2200"/>
              <a:t>Competitor analysis.</a:t>
            </a:r>
            <a:endParaRPr/>
          </a:p>
          <a:p>
            <a:pPr indent="-228600" lvl="2" marL="1143000" rtl="0" algn="l">
              <a:spcBef>
                <a:spcPts val="600"/>
              </a:spcBef>
              <a:spcAft>
                <a:spcPts val="0"/>
              </a:spcAft>
              <a:buSzPts val="2200"/>
              <a:buChar char="▪"/>
            </a:pPr>
            <a:r>
              <a:rPr lang="en-US" sz="2200"/>
              <a:t>Estimate of the firm’s annual sales and market share.</a:t>
            </a:r>
            <a:endParaRPr sz="22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18"/>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Section 4: Market Analysis </a:t>
            </a:r>
            <a:r>
              <a:rPr b="0" lang="en-US" sz="2000"/>
              <a:t>(2 of 2)</a:t>
            </a:r>
            <a:endParaRPr b="0" sz="2000"/>
          </a:p>
        </p:txBody>
      </p:sp>
      <p:sp>
        <p:nvSpPr>
          <p:cNvPr id="344" name="Google Shape;344;p18"/>
          <p:cNvSpPr txBox="1"/>
          <p:nvPr>
            <p:ph idx="1" type="body"/>
          </p:nvPr>
        </p:nvSpPr>
        <p:spPr>
          <a:xfrm>
            <a:off x="457200" y="1600201"/>
            <a:ext cx="8229600" cy="41148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None/>
            </a:pPr>
            <a:r>
              <a:rPr b="1" lang="en-US" sz="2400"/>
              <a:t>Key Insights</a:t>
            </a:r>
            <a:endParaRPr/>
          </a:p>
          <a:p>
            <a:pPr indent="-256032" lvl="0" marL="256032" rtl="0" algn="just">
              <a:spcBef>
                <a:spcPts val="1500"/>
              </a:spcBef>
              <a:spcAft>
                <a:spcPts val="0"/>
              </a:spcAft>
              <a:buSzPts val="2400"/>
              <a:buFont typeface="Arial"/>
              <a:buChar char="•"/>
            </a:pPr>
            <a:r>
              <a:rPr lang="en-US" sz="2400"/>
              <a:t>Most start-ups do not service their entire industry. Instead, they focus on servicing a specific (target) market within the industry.</a:t>
            </a:r>
            <a:endParaRPr/>
          </a:p>
          <a:p>
            <a:pPr indent="-256032" lvl="0" marL="256032" rtl="0" algn="just">
              <a:spcBef>
                <a:spcPts val="1500"/>
              </a:spcBef>
              <a:spcAft>
                <a:spcPts val="0"/>
              </a:spcAft>
              <a:buSzPts val="2400"/>
              <a:buFont typeface="Arial"/>
              <a:buChar char="•"/>
            </a:pPr>
            <a:r>
              <a:rPr lang="en-US" sz="2400"/>
              <a:t>It’s important to include a section in the market analysis that deals with the behavior of the consumers in the market. The more a start-up knows about the consumers in its target market, the more it can tailor its products or services appropriately.</a:t>
            </a:r>
            <a:endParaRPr sz="24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19"/>
          <p:cNvSpPr txBox="1"/>
          <p:nvPr>
            <p:ph type="title"/>
          </p:nvPr>
        </p:nvSpPr>
        <p:spPr>
          <a:xfrm>
            <a:off x="457200" y="215372"/>
            <a:ext cx="8229600" cy="927628"/>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Section 5: The Economics of the Business </a:t>
            </a:r>
            <a:r>
              <a:rPr b="0" lang="en-US" sz="2000"/>
              <a:t>(1 of 2)</a:t>
            </a:r>
            <a:endParaRPr b="0" sz="2000"/>
          </a:p>
        </p:txBody>
      </p:sp>
      <p:sp>
        <p:nvSpPr>
          <p:cNvPr id="350" name="Google Shape;350;p19"/>
          <p:cNvSpPr txBox="1"/>
          <p:nvPr>
            <p:ph idx="1" type="body"/>
          </p:nvPr>
        </p:nvSpPr>
        <p:spPr>
          <a:xfrm>
            <a:off x="457200" y="1600200"/>
            <a:ext cx="8229600" cy="46482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Char char="•"/>
            </a:pPr>
            <a:r>
              <a:rPr b="1" lang="en-US" sz="2400"/>
              <a:t>The Economics of the Business</a:t>
            </a:r>
            <a:endParaRPr/>
          </a:p>
          <a:p>
            <a:pPr indent="-285750" lvl="1" marL="740664" rtl="0" algn="just">
              <a:spcBef>
                <a:spcPts val="600"/>
              </a:spcBef>
              <a:spcAft>
                <a:spcPts val="0"/>
              </a:spcAft>
              <a:buSzPts val="2400"/>
              <a:buChar char="–"/>
            </a:pPr>
            <a:r>
              <a:rPr lang="en-US" sz="2400"/>
              <a:t>This section addresses the basic logic of how profits are earned in the business and how many units of a business’s profits must be sold for the business to “break even” and then start earning a profit.</a:t>
            </a:r>
            <a:endParaRPr/>
          </a:p>
          <a:p>
            <a:pPr indent="-285750" lvl="1" marL="740664" rtl="0" algn="l">
              <a:spcBef>
                <a:spcPts val="600"/>
              </a:spcBef>
              <a:spcAft>
                <a:spcPts val="0"/>
              </a:spcAft>
              <a:buSzPts val="2400"/>
              <a:buChar char="–"/>
            </a:pPr>
            <a:r>
              <a:rPr lang="en-US" sz="2400"/>
              <a:t>Items to include in this section:</a:t>
            </a:r>
            <a:endParaRPr/>
          </a:p>
          <a:p>
            <a:pPr indent="-228600" lvl="2" marL="1143000" rtl="0" algn="l">
              <a:spcBef>
                <a:spcPts val="600"/>
              </a:spcBef>
              <a:spcAft>
                <a:spcPts val="0"/>
              </a:spcAft>
              <a:buSzPts val="2200"/>
              <a:buChar char="▪"/>
            </a:pPr>
            <a:r>
              <a:rPr lang="en-US" sz="2200"/>
              <a:t>Revenue drivers and profit margins.</a:t>
            </a:r>
            <a:endParaRPr/>
          </a:p>
          <a:p>
            <a:pPr indent="-228600" lvl="2" marL="1143000" rtl="0" algn="l">
              <a:spcBef>
                <a:spcPts val="600"/>
              </a:spcBef>
              <a:spcAft>
                <a:spcPts val="0"/>
              </a:spcAft>
              <a:buSzPts val="2200"/>
              <a:buChar char="▪"/>
            </a:pPr>
            <a:r>
              <a:rPr lang="en-US" sz="2200"/>
              <a:t>Fixed and variable costs.</a:t>
            </a:r>
            <a:endParaRPr/>
          </a:p>
          <a:p>
            <a:pPr indent="-228600" lvl="2" marL="1143000" rtl="0" algn="l">
              <a:spcBef>
                <a:spcPts val="600"/>
              </a:spcBef>
              <a:spcAft>
                <a:spcPts val="0"/>
              </a:spcAft>
              <a:buSzPts val="2200"/>
              <a:buChar char="▪"/>
            </a:pPr>
            <a:r>
              <a:rPr lang="en-US" sz="2200"/>
              <a:t>Operating leverage and its implications.</a:t>
            </a:r>
            <a:endParaRPr/>
          </a:p>
          <a:p>
            <a:pPr indent="-228600" lvl="2" marL="1143000" rtl="0" algn="l">
              <a:spcBef>
                <a:spcPts val="600"/>
              </a:spcBef>
              <a:spcAft>
                <a:spcPts val="0"/>
              </a:spcAft>
              <a:buSzPts val="2200"/>
              <a:buChar char="▪"/>
            </a:pPr>
            <a:r>
              <a:rPr lang="en-US" sz="2200"/>
              <a:t>Start-up costs.</a:t>
            </a:r>
            <a:endParaRPr/>
          </a:p>
          <a:p>
            <a:pPr indent="-228600" lvl="2" marL="1143000" rtl="0" algn="l">
              <a:spcBef>
                <a:spcPts val="600"/>
              </a:spcBef>
              <a:spcAft>
                <a:spcPts val="0"/>
              </a:spcAft>
              <a:buSzPts val="2200"/>
              <a:buChar char="▪"/>
            </a:pPr>
            <a:r>
              <a:rPr lang="en-US" sz="2200"/>
              <a:t>Break-even chart and calculations.</a:t>
            </a:r>
            <a:endParaRPr sz="22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20"/>
          <p:cNvSpPr txBox="1"/>
          <p:nvPr>
            <p:ph type="title"/>
          </p:nvPr>
        </p:nvSpPr>
        <p:spPr>
          <a:xfrm>
            <a:off x="457200" y="215372"/>
            <a:ext cx="8229600" cy="851428"/>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Section 5: The Economics of the Business </a:t>
            </a:r>
            <a:r>
              <a:rPr b="0" lang="en-US" sz="2000"/>
              <a:t>(2 of 2)</a:t>
            </a:r>
            <a:endParaRPr b="0" sz="2000"/>
          </a:p>
        </p:txBody>
      </p:sp>
      <p:sp>
        <p:nvSpPr>
          <p:cNvPr id="356" name="Google Shape;356;p20"/>
          <p:cNvSpPr txBox="1"/>
          <p:nvPr>
            <p:ph idx="1" type="body"/>
          </p:nvPr>
        </p:nvSpPr>
        <p:spPr>
          <a:xfrm>
            <a:off x="457200" y="1600201"/>
            <a:ext cx="8229600" cy="37338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None/>
            </a:pPr>
            <a:r>
              <a:rPr b="1" lang="en-US" sz="2400"/>
              <a:t>Key Insights</a:t>
            </a:r>
            <a:endParaRPr/>
          </a:p>
          <a:p>
            <a:pPr indent="-256032" lvl="0" marL="256032" rtl="0" algn="just">
              <a:spcBef>
                <a:spcPts val="1500"/>
              </a:spcBef>
              <a:spcAft>
                <a:spcPts val="0"/>
              </a:spcAft>
              <a:buSzPts val="2400"/>
              <a:buFont typeface="Arial"/>
              <a:buChar char="•"/>
            </a:pPr>
            <a:r>
              <a:rPr lang="en-US" sz="2400"/>
              <a:t>Two companies in the same industry may make profits in different ways. One may be a high-margin, low-volume business, while the other may be a low-margin, high-volume business. It’s important to check to make sure the approach you select is sound.</a:t>
            </a:r>
            <a:endParaRPr/>
          </a:p>
          <a:p>
            <a:pPr indent="-256032" lvl="0" marL="256032" rtl="0" algn="just">
              <a:spcBef>
                <a:spcPts val="1500"/>
              </a:spcBef>
              <a:spcAft>
                <a:spcPts val="0"/>
              </a:spcAft>
              <a:buSzPts val="2400"/>
              <a:buFont typeface="Arial"/>
              <a:buChar char="•"/>
            </a:pPr>
            <a:r>
              <a:rPr lang="en-US" sz="2400"/>
              <a:t>Computing a break-even analysis is an extremely useful exercise for any proposed or existing business.</a:t>
            </a:r>
            <a:endParaRPr sz="24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1"/>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Section 6: Marketing Plan </a:t>
            </a:r>
            <a:r>
              <a:rPr b="0" lang="en-US" sz="2000">
                <a:solidFill>
                  <a:schemeClr val="dk1"/>
                </a:solidFill>
              </a:rPr>
              <a:t>(1 of 2)</a:t>
            </a:r>
            <a:endParaRPr b="0" sz="2000">
              <a:solidFill>
                <a:schemeClr val="dk1"/>
              </a:solidFill>
            </a:endParaRPr>
          </a:p>
        </p:txBody>
      </p:sp>
      <p:sp>
        <p:nvSpPr>
          <p:cNvPr id="362" name="Google Shape;362;p21"/>
          <p:cNvSpPr txBox="1"/>
          <p:nvPr>
            <p:ph idx="1" type="body"/>
          </p:nvPr>
        </p:nvSpPr>
        <p:spPr>
          <a:xfrm>
            <a:off x="457200" y="1600201"/>
            <a:ext cx="8229600" cy="38862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Char char="•"/>
            </a:pPr>
            <a:r>
              <a:rPr b="1" lang="en-US" sz="2400"/>
              <a:t>Marketing Plan</a:t>
            </a:r>
            <a:endParaRPr/>
          </a:p>
          <a:p>
            <a:pPr indent="-283464" lvl="1" marL="740664" rtl="0" algn="just">
              <a:spcBef>
                <a:spcPts val="600"/>
              </a:spcBef>
              <a:spcAft>
                <a:spcPts val="0"/>
              </a:spcAft>
              <a:buSzPts val="2400"/>
              <a:buFont typeface="Arial"/>
              <a:buChar char="‒"/>
            </a:pPr>
            <a:r>
              <a:rPr lang="en-US" sz="2400"/>
              <a:t>The marketing plan focuses on how the business will market and sell its product or service.</a:t>
            </a:r>
            <a:endParaRPr/>
          </a:p>
          <a:p>
            <a:pPr indent="-283464" lvl="1" marL="740664" rtl="0" algn="l">
              <a:spcBef>
                <a:spcPts val="600"/>
              </a:spcBef>
              <a:spcAft>
                <a:spcPts val="0"/>
              </a:spcAft>
              <a:buSzPts val="2400"/>
              <a:buFont typeface="Arial"/>
              <a:buChar char="‒"/>
            </a:pPr>
            <a:r>
              <a:rPr lang="en-US" sz="2400"/>
              <a:t>Items to include in this section:</a:t>
            </a:r>
            <a:endParaRPr/>
          </a:p>
          <a:p>
            <a:pPr indent="-228600" lvl="2" marL="1143000" rtl="0" algn="l">
              <a:spcBef>
                <a:spcPts val="600"/>
              </a:spcBef>
              <a:spcAft>
                <a:spcPts val="0"/>
              </a:spcAft>
              <a:buSzPts val="2200"/>
              <a:buChar char="▪"/>
            </a:pPr>
            <a:r>
              <a:rPr lang="en-US" sz="2200"/>
              <a:t>Overall marketing strategy.</a:t>
            </a:r>
            <a:endParaRPr/>
          </a:p>
          <a:p>
            <a:pPr indent="-228600" lvl="2" marL="1143000" rtl="0" algn="l">
              <a:spcBef>
                <a:spcPts val="600"/>
              </a:spcBef>
              <a:spcAft>
                <a:spcPts val="0"/>
              </a:spcAft>
              <a:buSzPts val="2200"/>
              <a:buChar char="▪"/>
            </a:pPr>
            <a:r>
              <a:rPr lang="en-US" sz="2200"/>
              <a:t>Product, price, promotions, and distribution.</a:t>
            </a:r>
            <a:endParaRPr/>
          </a:p>
          <a:p>
            <a:pPr indent="-228600" lvl="2" marL="1143000" rtl="0" algn="l">
              <a:spcBef>
                <a:spcPts val="600"/>
              </a:spcBef>
              <a:spcAft>
                <a:spcPts val="0"/>
              </a:spcAft>
              <a:buSzPts val="2200"/>
              <a:buChar char="▪"/>
            </a:pPr>
            <a:r>
              <a:rPr lang="en-US" sz="2200"/>
              <a:t>Sales process (or cycle).</a:t>
            </a:r>
            <a:endParaRPr/>
          </a:p>
          <a:p>
            <a:pPr indent="-228600" lvl="2" marL="1143000" rtl="0" algn="l">
              <a:spcBef>
                <a:spcPts val="600"/>
              </a:spcBef>
              <a:spcAft>
                <a:spcPts val="0"/>
              </a:spcAft>
              <a:buSzPts val="2200"/>
              <a:buChar char="▪"/>
            </a:pPr>
            <a:r>
              <a:rPr lang="en-US" sz="2200"/>
              <a:t>Sales tactics.</a:t>
            </a:r>
            <a:endParaRPr sz="22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2"/>
          <p:cNvSpPr txBox="1"/>
          <p:nvPr>
            <p:ph type="title"/>
          </p:nvPr>
        </p:nvSpPr>
        <p:spPr>
          <a:xfrm>
            <a:off x="457200" y="215372"/>
            <a:ext cx="8229600" cy="851428"/>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Section 6: Marketing Plan </a:t>
            </a:r>
            <a:r>
              <a:rPr b="0" lang="en-US" sz="2000"/>
              <a:t>(2 of 2)</a:t>
            </a:r>
            <a:endParaRPr b="0" sz="2000"/>
          </a:p>
        </p:txBody>
      </p:sp>
      <p:sp>
        <p:nvSpPr>
          <p:cNvPr id="368" name="Google Shape;368;p22"/>
          <p:cNvSpPr txBox="1"/>
          <p:nvPr>
            <p:ph idx="1" type="body"/>
          </p:nvPr>
        </p:nvSpPr>
        <p:spPr>
          <a:xfrm>
            <a:off x="457200" y="1600201"/>
            <a:ext cx="8229600" cy="40386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None/>
            </a:pPr>
            <a:r>
              <a:rPr b="1" lang="en-US" sz="2400"/>
              <a:t>Key Insights</a:t>
            </a:r>
            <a:endParaRPr/>
          </a:p>
          <a:p>
            <a:pPr indent="-256032" lvl="0" marL="256032" rtl="0" algn="just">
              <a:spcBef>
                <a:spcPts val="1500"/>
              </a:spcBef>
              <a:spcAft>
                <a:spcPts val="0"/>
              </a:spcAft>
              <a:buSzPts val="2400"/>
              <a:buFont typeface="Arial"/>
              <a:buChar char="•"/>
            </a:pPr>
            <a:r>
              <a:rPr lang="en-US" sz="2400"/>
              <a:t>The best way to describe a start-up’s marketing plan is to start by articulating its marketing strategy, positioning, and points of differentiation, and then talk about how these overall aspects of the plan will be supported by price, promotional mix, and distribution strategy.</a:t>
            </a:r>
            <a:endParaRPr/>
          </a:p>
          <a:p>
            <a:pPr indent="-256032" lvl="0" marL="256032" rtl="0" algn="just">
              <a:spcBef>
                <a:spcPts val="1500"/>
              </a:spcBef>
              <a:spcAft>
                <a:spcPts val="0"/>
              </a:spcAft>
              <a:buSzPts val="2400"/>
              <a:buFont typeface="Arial"/>
              <a:buChar char="•"/>
            </a:pPr>
            <a:r>
              <a:rPr lang="en-US" sz="2400"/>
              <a:t>It’s also important to discuss the company sales process.</a:t>
            </a:r>
            <a:endParaRPr sz="24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3"/>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Section 7: Product (or Service) Design and Development Plan </a:t>
            </a:r>
            <a:r>
              <a:rPr b="0" lang="en-US" sz="2000"/>
              <a:t>(1 of 2)</a:t>
            </a:r>
            <a:endParaRPr b="0" sz="2000"/>
          </a:p>
        </p:txBody>
      </p:sp>
      <p:sp>
        <p:nvSpPr>
          <p:cNvPr id="374" name="Google Shape;374;p23"/>
          <p:cNvSpPr txBox="1"/>
          <p:nvPr>
            <p:ph idx="1" type="body"/>
          </p:nvPr>
        </p:nvSpPr>
        <p:spPr>
          <a:xfrm>
            <a:off x="457200" y="1600200"/>
            <a:ext cx="8229600" cy="48006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Char char="•"/>
            </a:pPr>
            <a:r>
              <a:rPr b="1" lang="en-US" sz="2400"/>
              <a:t>Design and Development Plan</a:t>
            </a:r>
            <a:endParaRPr/>
          </a:p>
          <a:p>
            <a:pPr indent="-283464" lvl="1" marL="740664" rtl="0" algn="just">
              <a:spcBef>
                <a:spcPts val="600"/>
              </a:spcBef>
              <a:spcAft>
                <a:spcPts val="0"/>
              </a:spcAft>
              <a:buSzPts val="2400"/>
              <a:buFont typeface="Arial"/>
              <a:buChar char="‒"/>
            </a:pPr>
            <a:r>
              <a:rPr lang="en-US" sz="2400"/>
              <a:t>If you’re developing a completely new product or service, you need to include a section in your business plan that focuses on the status of your development efforts.</a:t>
            </a:r>
            <a:endParaRPr/>
          </a:p>
          <a:p>
            <a:pPr indent="-283464" lvl="1" marL="740664" rtl="0" algn="l">
              <a:spcBef>
                <a:spcPts val="600"/>
              </a:spcBef>
              <a:spcAft>
                <a:spcPts val="0"/>
              </a:spcAft>
              <a:buSzPts val="2400"/>
              <a:buFont typeface="Arial"/>
              <a:buChar char="‒"/>
            </a:pPr>
            <a:r>
              <a:rPr lang="en-US" sz="2400"/>
              <a:t>Items to include in this section:</a:t>
            </a:r>
            <a:endParaRPr/>
          </a:p>
          <a:p>
            <a:pPr indent="-228600" lvl="2" marL="1143000" rtl="0" algn="l">
              <a:spcBef>
                <a:spcPts val="600"/>
              </a:spcBef>
              <a:spcAft>
                <a:spcPts val="0"/>
              </a:spcAft>
              <a:buSzPts val="2200"/>
              <a:buChar char="▪"/>
            </a:pPr>
            <a:r>
              <a:rPr lang="en-US" sz="2200"/>
              <a:t>Development status and tasks.</a:t>
            </a:r>
            <a:endParaRPr/>
          </a:p>
          <a:p>
            <a:pPr indent="-228600" lvl="2" marL="1143000" rtl="0" algn="l">
              <a:spcBef>
                <a:spcPts val="600"/>
              </a:spcBef>
              <a:spcAft>
                <a:spcPts val="0"/>
              </a:spcAft>
              <a:buSzPts val="2200"/>
              <a:buChar char="▪"/>
            </a:pPr>
            <a:r>
              <a:rPr lang="en-US" sz="2200"/>
              <a:t>Challenges and risks.</a:t>
            </a:r>
            <a:endParaRPr/>
          </a:p>
          <a:p>
            <a:pPr indent="-228600" lvl="2" marL="1143000" rtl="0" algn="l">
              <a:spcBef>
                <a:spcPts val="600"/>
              </a:spcBef>
              <a:spcAft>
                <a:spcPts val="0"/>
              </a:spcAft>
              <a:buSzPts val="2200"/>
              <a:buChar char="▪"/>
            </a:pPr>
            <a:r>
              <a:rPr lang="en-US" sz="2200"/>
              <a:t>Projected development costs.</a:t>
            </a:r>
            <a:endParaRPr/>
          </a:p>
          <a:p>
            <a:pPr indent="-228600" lvl="2" marL="1143000" rtl="0" algn="l">
              <a:spcBef>
                <a:spcPts val="600"/>
              </a:spcBef>
              <a:spcAft>
                <a:spcPts val="0"/>
              </a:spcAft>
              <a:buSzPts val="2200"/>
              <a:buChar char="▪"/>
            </a:pPr>
            <a:r>
              <a:rPr lang="en-US" sz="2200"/>
              <a:t>Proprietary issues (patents, trademarks, copyrights, licenses, brand names).</a:t>
            </a:r>
            <a:endParaRPr sz="22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24"/>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Section 7: Product (or Service) Design and Development Plan </a:t>
            </a:r>
            <a:r>
              <a:rPr b="0" lang="en-US" sz="2000"/>
              <a:t>(2 of 2)</a:t>
            </a:r>
            <a:endParaRPr b="0" sz="2000"/>
          </a:p>
        </p:txBody>
      </p:sp>
      <p:sp>
        <p:nvSpPr>
          <p:cNvPr id="380" name="Google Shape;380;p24"/>
          <p:cNvSpPr txBox="1"/>
          <p:nvPr>
            <p:ph idx="1" type="body"/>
          </p:nvPr>
        </p:nvSpPr>
        <p:spPr>
          <a:xfrm>
            <a:off x="457200" y="1600201"/>
            <a:ext cx="8229600" cy="37338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None/>
            </a:pPr>
            <a:r>
              <a:rPr b="1" lang="en-US" sz="2400"/>
              <a:t>Key Insights</a:t>
            </a:r>
            <a:endParaRPr/>
          </a:p>
          <a:p>
            <a:pPr indent="-256032" lvl="0" marL="256032" rtl="0" algn="just">
              <a:spcBef>
                <a:spcPts val="1500"/>
              </a:spcBef>
              <a:spcAft>
                <a:spcPts val="0"/>
              </a:spcAft>
              <a:buSzPts val="2400"/>
              <a:buFont typeface="Arial"/>
              <a:buChar char="•"/>
            </a:pPr>
            <a:r>
              <a:rPr lang="en-US" sz="2400"/>
              <a:t>Many seemingly promising start-ups never get off the ground because their product development efforts stall or the actual development of the product or service turns out to be more difficult than thought.</a:t>
            </a:r>
            <a:endParaRPr/>
          </a:p>
          <a:p>
            <a:pPr indent="-256032" lvl="0" marL="256032" rtl="0" algn="just">
              <a:spcBef>
                <a:spcPts val="1500"/>
              </a:spcBef>
              <a:spcAft>
                <a:spcPts val="0"/>
              </a:spcAft>
              <a:buSzPts val="2400"/>
              <a:buFont typeface="Arial"/>
              <a:buChar char="•"/>
            </a:pPr>
            <a:r>
              <a:rPr lang="en-US" sz="2400"/>
              <a:t>As a result, this is a very important section for businesses developing a completely new product or service.</a:t>
            </a:r>
            <a:endParaRPr sz="24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25"/>
          <p:cNvSpPr txBox="1"/>
          <p:nvPr>
            <p:ph type="title"/>
          </p:nvPr>
        </p:nvSpPr>
        <p:spPr>
          <a:xfrm>
            <a:off x="457200" y="215372"/>
            <a:ext cx="8229600" cy="927628"/>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Section 8: Operations Plan </a:t>
            </a:r>
            <a:r>
              <a:rPr b="0" lang="en-US" sz="2000"/>
              <a:t>(1 of 2)</a:t>
            </a:r>
            <a:endParaRPr b="0" sz="2000"/>
          </a:p>
        </p:txBody>
      </p:sp>
      <p:sp>
        <p:nvSpPr>
          <p:cNvPr id="386" name="Google Shape;386;p25"/>
          <p:cNvSpPr txBox="1"/>
          <p:nvPr>
            <p:ph idx="1" type="body"/>
          </p:nvPr>
        </p:nvSpPr>
        <p:spPr>
          <a:xfrm>
            <a:off x="457200" y="1600200"/>
            <a:ext cx="8229600" cy="48006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Char char="•"/>
            </a:pPr>
            <a:r>
              <a:rPr b="1" lang="en-US" sz="2400"/>
              <a:t>Operations Plan</a:t>
            </a:r>
            <a:endParaRPr/>
          </a:p>
          <a:p>
            <a:pPr indent="-283464" lvl="1" marL="740664" rtl="0" algn="just">
              <a:spcBef>
                <a:spcPts val="600"/>
              </a:spcBef>
              <a:spcAft>
                <a:spcPts val="0"/>
              </a:spcAft>
              <a:buSzPts val="2400"/>
              <a:buFont typeface="Arial"/>
              <a:buChar char="‒"/>
            </a:pPr>
            <a:r>
              <a:rPr lang="en-US" sz="2400"/>
              <a:t>Outlines how your business will be run and how your product or service will be produced.</a:t>
            </a:r>
            <a:endParaRPr/>
          </a:p>
          <a:p>
            <a:pPr indent="-283464" lvl="1" marL="740664" rtl="0" algn="just">
              <a:spcBef>
                <a:spcPts val="600"/>
              </a:spcBef>
              <a:spcAft>
                <a:spcPts val="0"/>
              </a:spcAft>
              <a:buSzPts val="2400"/>
              <a:buFont typeface="Arial"/>
              <a:buChar char="‒"/>
            </a:pPr>
            <a:r>
              <a:rPr lang="en-US" sz="2400"/>
              <a:t>A useful way to illustrate how your business will be run is to describe it in terms of “back stage” (unseen to the customer) and “front stage” (seen by the customer) activities.</a:t>
            </a:r>
            <a:endParaRPr/>
          </a:p>
          <a:p>
            <a:pPr indent="-283464" lvl="1" marL="740664" rtl="0" algn="l">
              <a:spcBef>
                <a:spcPts val="600"/>
              </a:spcBef>
              <a:spcAft>
                <a:spcPts val="0"/>
              </a:spcAft>
              <a:buSzPts val="2400"/>
              <a:buFont typeface="Arial"/>
              <a:buChar char="‒"/>
            </a:pPr>
            <a:r>
              <a:rPr lang="en-US" sz="2400"/>
              <a:t>Items to include in this section:</a:t>
            </a:r>
            <a:endParaRPr/>
          </a:p>
          <a:p>
            <a:pPr indent="-228600" lvl="2" marL="1143000" rtl="0" algn="l">
              <a:spcBef>
                <a:spcPts val="600"/>
              </a:spcBef>
              <a:spcAft>
                <a:spcPts val="0"/>
              </a:spcAft>
              <a:buSzPts val="2400"/>
              <a:buChar char="▪"/>
            </a:pPr>
            <a:r>
              <a:rPr lang="en-US" sz="2400"/>
              <a:t>General approach to operations.</a:t>
            </a:r>
            <a:endParaRPr/>
          </a:p>
          <a:p>
            <a:pPr indent="-228600" lvl="2" marL="1143000" rtl="0" algn="l">
              <a:spcBef>
                <a:spcPts val="600"/>
              </a:spcBef>
              <a:spcAft>
                <a:spcPts val="0"/>
              </a:spcAft>
              <a:buSzPts val="2400"/>
              <a:buChar char="▪"/>
            </a:pPr>
            <a:r>
              <a:rPr lang="en-US" sz="2400"/>
              <a:t>Business location.</a:t>
            </a:r>
            <a:endParaRPr/>
          </a:p>
          <a:p>
            <a:pPr indent="-228600" lvl="2" marL="1143000" rtl="0" algn="l">
              <a:spcBef>
                <a:spcPts val="600"/>
              </a:spcBef>
              <a:spcAft>
                <a:spcPts val="0"/>
              </a:spcAft>
              <a:buSzPts val="2400"/>
              <a:buChar char="▪"/>
            </a:pPr>
            <a:r>
              <a:rPr lang="en-US" sz="2400"/>
              <a:t>Facilities and equipment.</a:t>
            </a:r>
            <a:endParaRPr sz="24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26"/>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Section 8: Operations Plan </a:t>
            </a:r>
            <a:r>
              <a:rPr b="0" lang="en-US" sz="2000"/>
              <a:t>(2 of 2)</a:t>
            </a:r>
            <a:endParaRPr b="0" sz="2000"/>
          </a:p>
        </p:txBody>
      </p:sp>
      <p:sp>
        <p:nvSpPr>
          <p:cNvPr id="392" name="Google Shape;392;p26"/>
          <p:cNvSpPr txBox="1"/>
          <p:nvPr>
            <p:ph idx="1" type="body"/>
          </p:nvPr>
        </p:nvSpPr>
        <p:spPr>
          <a:xfrm>
            <a:off x="457200" y="1600201"/>
            <a:ext cx="8229600" cy="30480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None/>
            </a:pPr>
            <a:r>
              <a:rPr b="1" lang="en-US" sz="2400"/>
              <a:t>Key Insights</a:t>
            </a:r>
            <a:endParaRPr/>
          </a:p>
          <a:p>
            <a:pPr indent="-256032" lvl="0" marL="256032" rtl="0" algn="just">
              <a:spcBef>
                <a:spcPts val="1500"/>
              </a:spcBef>
              <a:spcAft>
                <a:spcPts val="0"/>
              </a:spcAft>
              <a:buSzPts val="2400"/>
              <a:buFont typeface="Arial"/>
              <a:buChar char="•"/>
            </a:pPr>
            <a:r>
              <a:rPr lang="en-US" sz="2400"/>
              <a:t>Your have to strike a careful balance between adequately describing this topic and providing too much detail.</a:t>
            </a:r>
            <a:endParaRPr/>
          </a:p>
          <a:p>
            <a:pPr indent="-256032" lvl="0" marL="256032" rtl="0" algn="just">
              <a:spcBef>
                <a:spcPts val="1500"/>
              </a:spcBef>
              <a:spcAft>
                <a:spcPts val="0"/>
              </a:spcAft>
              <a:buSzPts val="2400"/>
              <a:buFont typeface="Arial"/>
              <a:buChar char="•"/>
            </a:pPr>
            <a:r>
              <a:rPr lang="en-US" sz="2400"/>
              <a:t>As a result, it is best to keep this section short and crisp.</a:t>
            </a:r>
            <a:endParaRPr sz="24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27"/>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Section 9: Management Team and Company Structure </a:t>
            </a:r>
            <a:r>
              <a:rPr b="0" lang="en-US" sz="2000"/>
              <a:t>(1 of 2)</a:t>
            </a:r>
            <a:endParaRPr b="0" sz="1200"/>
          </a:p>
        </p:txBody>
      </p:sp>
      <p:sp>
        <p:nvSpPr>
          <p:cNvPr id="398" name="Google Shape;398;p27"/>
          <p:cNvSpPr txBox="1"/>
          <p:nvPr>
            <p:ph idx="1" type="body"/>
          </p:nvPr>
        </p:nvSpPr>
        <p:spPr>
          <a:xfrm>
            <a:off x="457200" y="1600201"/>
            <a:ext cx="8229600" cy="41910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Char char="•"/>
            </a:pPr>
            <a:r>
              <a:rPr b="1" lang="en-US" sz="2400"/>
              <a:t>Management Team and Company Structure</a:t>
            </a:r>
            <a:endParaRPr/>
          </a:p>
          <a:p>
            <a:pPr indent="-283464" lvl="1" marL="740664" rtl="0" algn="just">
              <a:spcBef>
                <a:spcPts val="600"/>
              </a:spcBef>
              <a:spcAft>
                <a:spcPts val="0"/>
              </a:spcAft>
              <a:buSzPts val="2400"/>
              <a:buFont typeface="Arial"/>
              <a:buChar char="‒"/>
            </a:pPr>
            <a:r>
              <a:rPr lang="en-US" sz="2400"/>
              <a:t>The management team of a new venture typically consists of the founder or founders and a handful of key management personnel.</a:t>
            </a:r>
            <a:endParaRPr/>
          </a:p>
          <a:p>
            <a:pPr indent="-283464" lvl="1" marL="740664" rtl="0" algn="l">
              <a:spcBef>
                <a:spcPts val="600"/>
              </a:spcBef>
              <a:spcAft>
                <a:spcPts val="0"/>
              </a:spcAft>
              <a:buSzPts val="2400"/>
              <a:buFont typeface="Arial"/>
              <a:buChar char="‒"/>
            </a:pPr>
            <a:r>
              <a:rPr lang="en-US" sz="2400"/>
              <a:t>Items to include in this section:</a:t>
            </a:r>
            <a:endParaRPr/>
          </a:p>
          <a:p>
            <a:pPr indent="-228600" lvl="2" marL="1143000" rtl="0" algn="l">
              <a:spcBef>
                <a:spcPts val="600"/>
              </a:spcBef>
              <a:spcAft>
                <a:spcPts val="0"/>
              </a:spcAft>
              <a:buSzPts val="2200"/>
              <a:buChar char="▪"/>
            </a:pPr>
            <a:r>
              <a:rPr lang="en-US" sz="2200"/>
              <a:t>Management team.</a:t>
            </a:r>
            <a:endParaRPr/>
          </a:p>
          <a:p>
            <a:pPr indent="-228600" lvl="2" marL="1143000" rtl="0" algn="l">
              <a:spcBef>
                <a:spcPts val="600"/>
              </a:spcBef>
              <a:spcAft>
                <a:spcPts val="0"/>
              </a:spcAft>
              <a:buSzPts val="2200"/>
              <a:buChar char="▪"/>
            </a:pPr>
            <a:r>
              <a:rPr lang="en-US" sz="2200"/>
              <a:t>Board of directors (if you have one).</a:t>
            </a:r>
            <a:endParaRPr/>
          </a:p>
          <a:p>
            <a:pPr indent="-228600" lvl="2" marL="1143000" rtl="0" algn="l">
              <a:spcBef>
                <a:spcPts val="600"/>
              </a:spcBef>
              <a:spcAft>
                <a:spcPts val="0"/>
              </a:spcAft>
              <a:buSzPts val="2200"/>
              <a:buChar char="▪"/>
            </a:pPr>
            <a:r>
              <a:rPr lang="en-US" sz="2200"/>
              <a:t>Board of advisors (if you have one).</a:t>
            </a:r>
            <a:endParaRPr/>
          </a:p>
          <a:p>
            <a:pPr indent="-228600" lvl="2" marL="1143000" rtl="0" algn="l">
              <a:spcBef>
                <a:spcPts val="600"/>
              </a:spcBef>
              <a:spcAft>
                <a:spcPts val="0"/>
              </a:spcAft>
              <a:buSzPts val="2200"/>
              <a:buChar char="▪"/>
            </a:pPr>
            <a:r>
              <a:rPr lang="en-US" sz="2200"/>
              <a:t>Company structure.</a:t>
            </a:r>
            <a:endParaRPr sz="22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28"/>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Section 9: Management Team and Company Structure </a:t>
            </a:r>
            <a:r>
              <a:rPr b="0" lang="en-US" sz="2000"/>
              <a:t>(2 of 2)</a:t>
            </a:r>
            <a:endParaRPr b="0" sz="2000"/>
          </a:p>
        </p:txBody>
      </p:sp>
      <p:sp>
        <p:nvSpPr>
          <p:cNvPr id="404" name="Google Shape;404;p28"/>
          <p:cNvSpPr txBox="1"/>
          <p:nvPr>
            <p:ph idx="1" type="body"/>
          </p:nvPr>
        </p:nvSpPr>
        <p:spPr>
          <a:xfrm>
            <a:off x="457200" y="1600201"/>
            <a:ext cx="8229600" cy="29718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None/>
            </a:pPr>
            <a:r>
              <a:rPr b="1" lang="en-US" sz="2400"/>
              <a:t>Key Insights</a:t>
            </a:r>
            <a:endParaRPr/>
          </a:p>
          <a:p>
            <a:pPr indent="-256032" lvl="0" marL="256032" rtl="0" algn="just">
              <a:spcBef>
                <a:spcPts val="1500"/>
              </a:spcBef>
              <a:spcAft>
                <a:spcPts val="0"/>
              </a:spcAft>
              <a:buSzPts val="2400"/>
              <a:buFont typeface="Arial"/>
              <a:buChar char="•"/>
            </a:pPr>
            <a:r>
              <a:rPr lang="en-US" sz="2400"/>
              <a:t>This is a critical section of a business plan.</a:t>
            </a:r>
            <a:endParaRPr/>
          </a:p>
          <a:p>
            <a:pPr indent="-256032" lvl="0" marL="256032" rtl="0" algn="just">
              <a:spcBef>
                <a:spcPts val="1500"/>
              </a:spcBef>
              <a:spcAft>
                <a:spcPts val="0"/>
              </a:spcAft>
              <a:buSzPts val="2400"/>
              <a:buFont typeface="Arial"/>
              <a:buChar char="•"/>
            </a:pPr>
            <a:r>
              <a:rPr lang="en-US" sz="2400"/>
              <a:t>Many investors and others who read the business plan look first at the executive summary and then go directly to the management team section to assess the strength of the people starting the firm.</a:t>
            </a:r>
            <a:endParaRPr sz="24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29"/>
          <p:cNvSpPr txBox="1"/>
          <p:nvPr>
            <p:ph type="title"/>
          </p:nvPr>
        </p:nvSpPr>
        <p:spPr>
          <a:xfrm>
            <a:off x="457200" y="215372"/>
            <a:ext cx="8229600" cy="1003828"/>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Section 10: Overall Schedule </a:t>
            </a:r>
            <a:r>
              <a:rPr b="0" lang="en-US" sz="2000"/>
              <a:t>(1 of 2)</a:t>
            </a:r>
            <a:endParaRPr b="0" sz="2000"/>
          </a:p>
        </p:txBody>
      </p:sp>
      <p:sp>
        <p:nvSpPr>
          <p:cNvPr id="410" name="Google Shape;410;p29"/>
          <p:cNvSpPr txBox="1"/>
          <p:nvPr>
            <p:ph idx="1" type="body"/>
          </p:nvPr>
        </p:nvSpPr>
        <p:spPr>
          <a:xfrm>
            <a:off x="457200" y="1600200"/>
            <a:ext cx="8229600" cy="47244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200"/>
              <a:buChar char="•"/>
            </a:pPr>
            <a:r>
              <a:rPr b="1" lang="en-US" sz="2200"/>
              <a:t>Overall Schedule</a:t>
            </a:r>
            <a:endParaRPr/>
          </a:p>
          <a:p>
            <a:pPr indent="-283464" lvl="1" marL="740664" rtl="0" algn="just">
              <a:spcBef>
                <a:spcPts val="600"/>
              </a:spcBef>
              <a:spcAft>
                <a:spcPts val="0"/>
              </a:spcAft>
              <a:buSzPts val="2200"/>
              <a:buFont typeface="Arial"/>
              <a:buChar char="‒"/>
            </a:pPr>
            <a:r>
              <a:rPr lang="en-US" sz="2200"/>
              <a:t>A schedule should be prepared that shows the major events required to launch the business.</a:t>
            </a:r>
            <a:endParaRPr/>
          </a:p>
          <a:p>
            <a:pPr indent="-283464" lvl="1" marL="740664" rtl="0" algn="just">
              <a:spcBef>
                <a:spcPts val="600"/>
              </a:spcBef>
              <a:spcAft>
                <a:spcPts val="0"/>
              </a:spcAft>
              <a:buSzPts val="2200"/>
              <a:buFont typeface="Arial"/>
              <a:buChar char="‒"/>
            </a:pPr>
            <a:r>
              <a:rPr lang="en-US" sz="2200"/>
              <a:t>The schedule should be in the format of milestones critical to the business’s success.</a:t>
            </a:r>
            <a:endParaRPr/>
          </a:p>
          <a:p>
            <a:pPr indent="-283464" lvl="1" marL="740664" rtl="0" algn="l">
              <a:spcBef>
                <a:spcPts val="600"/>
              </a:spcBef>
              <a:spcAft>
                <a:spcPts val="0"/>
              </a:spcAft>
              <a:buSzPts val="2200"/>
              <a:buFont typeface="Arial"/>
              <a:buChar char="‒"/>
            </a:pPr>
            <a:r>
              <a:rPr lang="en-US" sz="2200"/>
              <a:t>Examples of milestones:</a:t>
            </a:r>
            <a:endParaRPr/>
          </a:p>
          <a:p>
            <a:pPr indent="-228600" lvl="2" marL="1143000" rtl="0" algn="l">
              <a:spcBef>
                <a:spcPts val="600"/>
              </a:spcBef>
              <a:spcAft>
                <a:spcPts val="0"/>
              </a:spcAft>
              <a:buSzPts val="2200"/>
              <a:buChar char="▪"/>
            </a:pPr>
            <a:r>
              <a:rPr lang="en-US" sz="2200"/>
              <a:t>Incorporating the venture.</a:t>
            </a:r>
            <a:endParaRPr/>
          </a:p>
          <a:p>
            <a:pPr indent="-228600" lvl="2" marL="1143000" rtl="0" algn="l">
              <a:spcBef>
                <a:spcPts val="600"/>
              </a:spcBef>
              <a:spcAft>
                <a:spcPts val="0"/>
              </a:spcAft>
              <a:buSzPts val="2200"/>
              <a:buChar char="▪"/>
            </a:pPr>
            <a:r>
              <a:rPr lang="en-US" sz="2200"/>
              <a:t>Completion of prototypes.</a:t>
            </a:r>
            <a:endParaRPr/>
          </a:p>
          <a:p>
            <a:pPr indent="-228600" lvl="2" marL="1143000" rtl="0" algn="l">
              <a:spcBef>
                <a:spcPts val="600"/>
              </a:spcBef>
              <a:spcAft>
                <a:spcPts val="0"/>
              </a:spcAft>
              <a:buSzPts val="2200"/>
              <a:buChar char="▪"/>
            </a:pPr>
            <a:r>
              <a:rPr lang="en-US" sz="2200"/>
              <a:t>Rental of facilities.</a:t>
            </a:r>
            <a:endParaRPr/>
          </a:p>
          <a:p>
            <a:pPr indent="-228600" lvl="2" marL="1143000" rtl="0" algn="l">
              <a:spcBef>
                <a:spcPts val="600"/>
              </a:spcBef>
              <a:spcAft>
                <a:spcPts val="0"/>
              </a:spcAft>
              <a:buSzPts val="2200"/>
              <a:buChar char="▪"/>
            </a:pPr>
            <a:r>
              <a:rPr lang="en-US" sz="2200"/>
              <a:t>Obtaining critical financing.</a:t>
            </a:r>
            <a:endParaRPr/>
          </a:p>
          <a:p>
            <a:pPr indent="-228600" lvl="2" marL="1143000" rtl="0" algn="l">
              <a:spcBef>
                <a:spcPts val="600"/>
              </a:spcBef>
              <a:spcAft>
                <a:spcPts val="0"/>
              </a:spcAft>
              <a:buSzPts val="2200"/>
              <a:buChar char="▪"/>
            </a:pPr>
            <a:r>
              <a:rPr lang="en-US" sz="2200"/>
              <a:t>Starting production.</a:t>
            </a:r>
            <a:endParaRPr/>
          </a:p>
          <a:p>
            <a:pPr indent="-228600" lvl="2" marL="1143000" rtl="0" algn="l">
              <a:spcBef>
                <a:spcPts val="600"/>
              </a:spcBef>
              <a:spcAft>
                <a:spcPts val="0"/>
              </a:spcAft>
              <a:buSzPts val="2200"/>
              <a:buChar char="▪"/>
            </a:pPr>
            <a:r>
              <a:rPr lang="en-US" sz="2200"/>
              <a:t>Obtaining the first sale.</a:t>
            </a:r>
            <a:endParaRPr sz="22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30"/>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Section 10: Overall Schedule </a:t>
            </a:r>
            <a:r>
              <a:rPr b="0" lang="en-US" sz="2000"/>
              <a:t>(2 of 2)</a:t>
            </a:r>
            <a:endParaRPr b="0" sz="2000"/>
          </a:p>
        </p:txBody>
      </p:sp>
      <p:sp>
        <p:nvSpPr>
          <p:cNvPr id="416" name="Google Shape;416;p30"/>
          <p:cNvSpPr txBox="1"/>
          <p:nvPr>
            <p:ph idx="1" type="body"/>
          </p:nvPr>
        </p:nvSpPr>
        <p:spPr>
          <a:xfrm>
            <a:off x="457200" y="1600201"/>
            <a:ext cx="8077200" cy="27432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None/>
            </a:pPr>
            <a:r>
              <a:rPr b="1" lang="en-US" sz="2400"/>
              <a:t>Key Insight</a:t>
            </a:r>
            <a:endParaRPr/>
          </a:p>
          <a:p>
            <a:pPr indent="-256032" lvl="0" marL="256032" rtl="0" algn="just">
              <a:spcBef>
                <a:spcPts val="1500"/>
              </a:spcBef>
              <a:spcAft>
                <a:spcPts val="0"/>
              </a:spcAft>
              <a:buSzPts val="2400"/>
              <a:buFont typeface="Arial"/>
              <a:buChar char="•"/>
            </a:pPr>
            <a:r>
              <a:rPr lang="en-US" sz="2400"/>
              <a:t>An effectively prepared and presented schedule can be extremely helpful in convincing potential investors that the management team is aware of what needs to take place to launch the venture and has a plan in place to get there.</a:t>
            </a:r>
            <a:endParaRPr sz="24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31"/>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Section 11: Financial Projections </a:t>
            </a:r>
            <a:r>
              <a:rPr b="0" lang="en-US" sz="2000"/>
              <a:t>(1 of 2)</a:t>
            </a:r>
            <a:endParaRPr b="0" sz="2000"/>
          </a:p>
        </p:txBody>
      </p:sp>
      <p:sp>
        <p:nvSpPr>
          <p:cNvPr id="422" name="Google Shape;422;p31"/>
          <p:cNvSpPr txBox="1"/>
          <p:nvPr>
            <p:ph idx="1" type="body"/>
          </p:nvPr>
        </p:nvSpPr>
        <p:spPr>
          <a:xfrm>
            <a:off x="457200" y="1600200"/>
            <a:ext cx="8229600" cy="46482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Char char="•"/>
            </a:pPr>
            <a:r>
              <a:rPr b="1" lang="en-US" sz="2400"/>
              <a:t>Financial Projections</a:t>
            </a:r>
            <a:endParaRPr/>
          </a:p>
          <a:p>
            <a:pPr indent="-285750" lvl="1" marL="740664" rtl="0" algn="just">
              <a:spcBef>
                <a:spcPts val="600"/>
              </a:spcBef>
              <a:spcAft>
                <a:spcPts val="0"/>
              </a:spcAft>
              <a:buSzPts val="2400"/>
              <a:buChar char="–"/>
            </a:pPr>
            <a:r>
              <a:rPr lang="en-US" sz="2400"/>
              <a:t>The final section of a business plan presents a firm’s pro forma (or projected) financial projections.</a:t>
            </a:r>
            <a:endParaRPr/>
          </a:p>
          <a:p>
            <a:pPr indent="-285750" lvl="1" marL="740664" rtl="0" algn="l">
              <a:spcBef>
                <a:spcPts val="600"/>
              </a:spcBef>
              <a:spcAft>
                <a:spcPts val="0"/>
              </a:spcAft>
              <a:buSzPts val="2400"/>
              <a:buChar char="–"/>
            </a:pPr>
            <a:r>
              <a:rPr lang="en-US" sz="2400"/>
              <a:t>Items to include in this section:</a:t>
            </a:r>
            <a:endParaRPr/>
          </a:p>
          <a:p>
            <a:pPr indent="-228600" lvl="2" marL="1143000" rtl="0" algn="l">
              <a:spcBef>
                <a:spcPts val="600"/>
              </a:spcBef>
              <a:spcAft>
                <a:spcPts val="0"/>
              </a:spcAft>
              <a:buSzPts val="2200"/>
              <a:buChar char="▪"/>
            </a:pPr>
            <a:r>
              <a:rPr lang="en-US" sz="2200"/>
              <a:t>Sources and uses of funds statement.</a:t>
            </a:r>
            <a:endParaRPr/>
          </a:p>
          <a:p>
            <a:pPr indent="-228600" lvl="2" marL="1143000" rtl="0" algn="l">
              <a:spcBef>
                <a:spcPts val="600"/>
              </a:spcBef>
              <a:spcAft>
                <a:spcPts val="0"/>
              </a:spcAft>
              <a:buSzPts val="2200"/>
              <a:buChar char="▪"/>
            </a:pPr>
            <a:r>
              <a:rPr lang="en-US" sz="2200"/>
              <a:t>Assumptions sheet.</a:t>
            </a:r>
            <a:endParaRPr/>
          </a:p>
          <a:p>
            <a:pPr indent="-228600" lvl="2" marL="1143000" rtl="0" algn="l">
              <a:spcBef>
                <a:spcPts val="600"/>
              </a:spcBef>
              <a:spcAft>
                <a:spcPts val="0"/>
              </a:spcAft>
              <a:buSzPts val="2200"/>
              <a:buChar char="▪"/>
            </a:pPr>
            <a:r>
              <a:rPr lang="en-US" sz="2200"/>
              <a:t>Pro forma income statements.</a:t>
            </a:r>
            <a:endParaRPr/>
          </a:p>
          <a:p>
            <a:pPr indent="-228600" lvl="2" marL="1143000" rtl="0" algn="l">
              <a:spcBef>
                <a:spcPts val="600"/>
              </a:spcBef>
              <a:spcAft>
                <a:spcPts val="0"/>
              </a:spcAft>
              <a:buSzPts val="2200"/>
              <a:buChar char="▪"/>
            </a:pPr>
            <a:r>
              <a:rPr lang="en-US" sz="2200"/>
              <a:t>Pro forma balance sheets.</a:t>
            </a:r>
            <a:endParaRPr/>
          </a:p>
          <a:p>
            <a:pPr indent="-228600" lvl="2" marL="1143000" rtl="0" algn="l">
              <a:spcBef>
                <a:spcPts val="600"/>
              </a:spcBef>
              <a:spcAft>
                <a:spcPts val="0"/>
              </a:spcAft>
              <a:buSzPts val="2200"/>
              <a:buChar char="▪"/>
            </a:pPr>
            <a:r>
              <a:rPr lang="en-US" sz="2200"/>
              <a:t>Pro forma cash flows.</a:t>
            </a:r>
            <a:endParaRPr/>
          </a:p>
          <a:p>
            <a:pPr indent="-228600" lvl="2" marL="1143000" rtl="0" algn="l">
              <a:spcBef>
                <a:spcPts val="600"/>
              </a:spcBef>
              <a:spcAft>
                <a:spcPts val="0"/>
              </a:spcAft>
              <a:buSzPts val="2200"/>
              <a:buChar char="▪"/>
            </a:pPr>
            <a:r>
              <a:rPr lang="en-US" sz="2200"/>
              <a:t>Ratio analysis.</a:t>
            </a:r>
            <a:endParaRPr sz="22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32"/>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Section 11: Financial Projections </a:t>
            </a:r>
            <a:r>
              <a:rPr b="0" lang="en-US" sz="2000"/>
              <a:t>(2 of 2)</a:t>
            </a:r>
            <a:endParaRPr b="0" sz="2000"/>
          </a:p>
        </p:txBody>
      </p:sp>
      <p:sp>
        <p:nvSpPr>
          <p:cNvPr id="428" name="Google Shape;428;p32"/>
          <p:cNvSpPr txBox="1"/>
          <p:nvPr>
            <p:ph idx="1" type="body"/>
          </p:nvPr>
        </p:nvSpPr>
        <p:spPr>
          <a:xfrm>
            <a:off x="457200" y="1600201"/>
            <a:ext cx="8153400" cy="2819400"/>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None/>
            </a:pPr>
            <a:r>
              <a:rPr b="1" lang="en-US" sz="2400"/>
              <a:t>Key Insights</a:t>
            </a:r>
            <a:endParaRPr/>
          </a:p>
          <a:p>
            <a:pPr indent="-256032" lvl="0" marL="256032" rtl="0" algn="just">
              <a:spcBef>
                <a:spcPts val="1500"/>
              </a:spcBef>
              <a:spcAft>
                <a:spcPts val="0"/>
              </a:spcAft>
              <a:buSzPts val="2400"/>
              <a:buFont typeface="Arial"/>
              <a:buChar char="•"/>
            </a:pPr>
            <a:r>
              <a:rPr lang="en-US" sz="2400"/>
              <a:t>Having completed the earlier sections of the plan, it’s easy to see why the financial projections come last.</a:t>
            </a:r>
            <a:endParaRPr/>
          </a:p>
          <a:p>
            <a:pPr indent="-256032" lvl="0" marL="256032" rtl="0" algn="just">
              <a:spcBef>
                <a:spcPts val="1500"/>
              </a:spcBef>
              <a:spcAft>
                <a:spcPts val="0"/>
              </a:spcAft>
              <a:buSzPts val="2400"/>
              <a:buFont typeface="Arial"/>
              <a:buChar char="•"/>
            </a:pPr>
            <a:r>
              <a:rPr lang="en-US" sz="2400"/>
              <a:t>They take the plans you’ve developed and express them in financial terms.</a:t>
            </a:r>
            <a:endParaRPr sz="24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33"/>
          <p:cNvSpPr txBox="1"/>
          <p:nvPr>
            <p:ph type="title"/>
          </p:nvPr>
        </p:nvSpPr>
        <p:spPr>
          <a:xfrm>
            <a:off x="457200" y="215372"/>
            <a:ext cx="8229600" cy="927628"/>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Presenting the Business Plan to Investors </a:t>
            </a:r>
            <a:r>
              <a:rPr b="0" lang="en-US" sz="2000"/>
              <a:t>(1 of 2)</a:t>
            </a:r>
            <a:endParaRPr b="0" sz="2000"/>
          </a:p>
        </p:txBody>
      </p:sp>
      <p:sp>
        <p:nvSpPr>
          <p:cNvPr id="434" name="Google Shape;434;p33"/>
          <p:cNvSpPr txBox="1"/>
          <p:nvPr>
            <p:ph idx="1" type="body"/>
          </p:nvPr>
        </p:nvSpPr>
        <p:spPr>
          <a:xfrm>
            <a:off x="457200" y="1600200"/>
            <a:ext cx="8382000" cy="4525963"/>
          </a:xfrm>
          <a:prstGeom prst="rect">
            <a:avLst/>
          </a:prstGeom>
          <a:noFill/>
          <a:ln>
            <a:noFill/>
          </a:ln>
        </p:spPr>
        <p:txBody>
          <a:bodyPr anchorCtr="0" anchor="t" bIns="0" lIns="0" spcFirstLastPara="1" rIns="0" wrap="square" tIns="0">
            <a:noAutofit/>
          </a:bodyPr>
          <a:lstStyle/>
          <a:p>
            <a:pPr indent="-256032" lvl="0" marL="256032" rtl="0" algn="l">
              <a:spcBef>
                <a:spcPts val="0"/>
              </a:spcBef>
              <a:spcAft>
                <a:spcPts val="0"/>
              </a:spcAft>
              <a:buSzPts val="2400"/>
              <a:buChar char="•"/>
            </a:pPr>
            <a:r>
              <a:rPr b="1" lang="en-US" sz="2400"/>
              <a:t>The Oral Presentation</a:t>
            </a:r>
            <a:endParaRPr/>
          </a:p>
          <a:p>
            <a:pPr indent="-283464" lvl="1" marL="740664" rtl="0" algn="just">
              <a:spcBef>
                <a:spcPts val="600"/>
              </a:spcBef>
              <a:spcAft>
                <a:spcPts val="0"/>
              </a:spcAft>
              <a:buSzPts val="2400"/>
              <a:buFont typeface="Arial"/>
              <a:buChar char="‒"/>
            </a:pPr>
            <a:r>
              <a:rPr lang="en-US" sz="2400"/>
              <a:t>The first rule in making an oral presentation is to follow directions. If you’re told you have 20 minutes, don’t talk for more than the allotted time.</a:t>
            </a:r>
            <a:endParaRPr/>
          </a:p>
          <a:p>
            <a:pPr indent="-283464" lvl="1" marL="740664" rtl="0" algn="just">
              <a:spcBef>
                <a:spcPts val="600"/>
              </a:spcBef>
              <a:spcAft>
                <a:spcPts val="0"/>
              </a:spcAft>
              <a:buSzPts val="2400"/>
              <a:buFont typeface="Arial"/>
              <a:buChar char="‒"/>
            </a:pPr>
            <a:r>
              <a:rPr lang="en-US" sz="2400"/>
              <a:t>The presentation should be smooth and well-rehearsed.</a:t>
            </a:r>
            <a:endParaRPr/>
          </a:p>
          <a:p>
            <a:pPr indent="-283464" lvl="1" marL="740664" rtl="0" algn="just">
              <a:spcBef>
                <a:spcPts val="600"/>
              </a:spcBef>
              <a:spcAft>
                <a:spcPts val="0"/>
              </a:spcAft>
              <a:buSzPts val="2400"/>
              <a:buFont typeface="Arial"/>
              <a:buChar char="‒"/>
            </a:pPr>
            <a:r>
              <a:rPr lang="en-US" sz="2400"/>
              <a:t>The slides should be sharp and not cluttered.</a:t>
            </a:r>
            <a:endParaRPr/>
          </a:p>
          <a:p>
            <a:pPr indent="-256032" lvl="0" marL="256032" rtl="0" algn="l">
              <a:spcBef>
                <a:spcPts val="1500"/>
              </a:spcBef>
              <a:spcAft>
                <a:spcPts val="0"/>
              </a:spcAft>
              <a:buSzPts val="2400"/>
              <a:buChar char="•"/>
            </a:pPr>
            <a:r>
              <a:rPr b="1" lang="en-US" sz="2400"/>
              <a:t>Questions and Feedback to Expect from Investors</a:t>
            </a:r>
            <a:endParaRPr/>
          </a:p>
          <a:p>
            <a:pPr indent="-285750" lvl="1" marL="740664" rtl="0" algn="just">
              <a:spcBef>
                <a:spcPts val="600"/>
              </a:spcBef>
              <a:spcAft>
                <a:spcPts val="0"/>
              </a:spcAft>
              <a:buSzPts val="2400"/>
              <a:buChar char="–"/>
            </a:pPr>
            <a:r>
              <a:rPr lang="en-US" sz="2400"/>
              <a:t>The smart entrepreneur has a good idea of the questions that will be asked, and will be prepared for those queries.</a:t>
            </a:r>
            <a:endParaRPr sz="24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34"/>
          <p:cNvSpPr txBox="1"/>
          <p:nvPr>
            <p:ph type="title"/>
          </p:nvPr>
        </p:nvSpPr>
        <p:spPr>
          <a:xfrm>
            <a:off x="457200" y="215372"/>
            <a:ext cx="8229600" cy="109728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rgbClr val="007FA3"/>
              </a:buClr>
              <a:buSzPts val="3200"/>
              <a:buFont typeface="Times New Roman"/>
              <a:buNone/>
            </a:pPr>
            <a:r>
              <a:rPr lang="en-US" sz="3200"/>
              <a:t>Presenting the Business Plan to Investors </a:t>
            </a:r>
            <a:r>
              <a:rPr b="0" lang="en-US" sz="2000"/>
              <a:t>(2 of 2)</a:t>
            </a:r>
            <a:endParaRPr b="0" sz="2000"/>
          </a:p>
        </p:txBody>
      </p:sp>
      <p:sp>
        <p:nvSpPr>
          <p:cNvPr id="440" name="Google Shape;440;p34"/>
          <p:cNvSpPr txBox="1"/>
          <p:nvPr>
            <p:ph idx="1" type="body"/>
          </p:nvPr>
        </p:nvSpPr>
        <p:spPr>
          <a:xfrm>
            <a:off x="457200" y="1600201"/>
            <a:ext cx="8382000" cy="380999"/>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200"/>
              <a:buNone/>
            </a:pPr>
            <a:r>
              <a:rPr lang="en-US" sz="2200"/>
              <a:t>Twelve PowerPoint Slides to Include in an Investor Presentation</a:t>
            </a:r>
            <a:endParaRPr/>
          </a:p>
        </p:txBody>
      </p:sp>
      <p:sp>
        <p:nvSpPr>
          <p:cNvPr id="441" name="Google Shape;441;p34"/>
          <p:cNvSpPr txBox="1"/>
          <p:nvPr>
            <p:ph idx="2" type="body"/>
          </p:nvPr>
        </p:nvSpPr>
        <p:spPr>
          <a:xfrm>
            <a:off x="457200" y="2268750"/>
            <a:ext cx="4343400" cy="3065250"/>
          </a:xfrm>
          <a:prstGeom prst="rect">
            <a:avLst/>
          </a:prstGeom>
          <a:noFill/>
          <a:ln>
            <a:noFill/>
          </a:ln>
        </p:spPr>
        <p:txBody>
          <a:bodyPr anchorCtr="0" anchor="t" bIns="0" lIns="0" spcFirstLastPara="1" rIns="0" wrap="square" tIns="0">
            <a:noAutofit/>
          </a:bodyPr>
          <a:lstStyle/>
          <a:p>
            <a:pPr indent="-429768" lvl="0" marL="429768" rtl="0" algn="l">
              <a:spcBef>
                <a:spcPts val="0"/>
              </a:spcBef>
              <a:spcAft>
                <a:spcPts val="0"/>
              </a:spcAft>
              <a:buSzPts val="2200"/>
              <a:buFont typeface="Arial"/>
              <a:buAutoNum type="arabicPeriod"/>
            </a:pPr>
            <a:r>
              <a:rPr lang="en-US" sz="2200"/>
              <a:t>Title Slide</a:t>
            </a:r>
            <a:endParaRPr/>
          </a:p>
          <a:p>
            <a:pPr indent="-429768" lvl="0" marL="429768" rtl="0" algn="l">
              <a:spcBef>
                <a:spcPts val="1500"/>
              </a:spcBef>
              <a:spcAft>
                <a:spcPts val="0"/>
              </a:spcAft>
              <a:buSzPts val="2200"/>
              <a:buFont typeface="Arial"/>
              <a:buAutoNum type="arabicPeriod"/>
            </a:pPr>
            <a:r>
              <a:rPr lang="en-US" sz="2200"/>
              <a:t>Problem</a:t>
            </a:r>
            <a:endParaRPr/>
          </a:p>
          <a:p>
            <a:pPr indent="-429768" lvl="0" marL="429768" rtl="0" algn="l">
              <a:spcBef>
                <a:spcPts val="1500"/>
              </a:spcBef>
              <a:spcAft>
                <a:spcPts val="0"/>
              </a:spcAft>
              <a:buSzPts val="2200"/>
              <a:buFont typeface="Arial"/>
              <a:buAutoNum type="arabicPeriod"/>
            </a:pPr>
            <a:r>
              <a:rPr lang="en-US" sz="2200"/>
              <a:t>Solution</a:t>
            </a:r>
            <a:endParaRPr/>
          </a:p>
          <a:p>
            <a:pPr indent="-429768" lvl="0" marL="429768" rtl="0" algn="l">
              <a:spcBef>
                <a:spcPts val="1500"/>
              </a:spcBef>
              <a:spcAft>
                <a:spcPts val="0"/>
              </a:spcAft>
              <a:buSzPts val="2200"/>
              <a:buFont typeface="Arial"/>
              <a:buAutoNum type="arabicPeriod"/>
            </a:pPr>
            <a:r>
              <a:rPr lang="en-US" sz="2200"/>
              <a:t>Opportunity and target market</a:t>
            </a:r>
            <a:endParaRPr/>
          </a:p>
          <a:p>
            <a:pPr indent="-429768" lvl="0" marL="429768" rtl="0" algn="l">
              <a:spcBef>
                <a:spcPts val="1500"/>
              </a:spcBef>
              <a:spcAft>
                <a:spcPts val="0"/>
              </a:spcAft>
              <a:buSzPts val="2200"/>
              <a:buFont typeface="Arial"/>
              <a:buAutoNum type="arabicPeriod"/>
            </a:pPr>
            <a:r>
              <a:rPr lang="en-US" sz="2200"/>
              <a:t>Technology</a:t>
            </a:r>
            <a:endParaRPr/>
          </a:p>
          <a:p>
            <a:pPr indent="-429768" lvl="0" marL="429768" rtl="0" algn="l">
              <a:spcBef>
                <a:spcPts val="1500"/>
              </a:spcBef>
              <a:spcAft>
                <a:spcPts val="0"/>
              </a:spcAft>
              <a:buSzPts val="2200"/>
              <a:buFont typeface="Arial"/>
              <a:buAutoNum type="arabicPeriod"/>
            </a:pPr>
            <a:r>
              <a:rPr lang="en-US" sz="2200"/>
              <a:t>Competition</a:t>
            </a:r>
            <a:endParaRPr/>
          </a:p>
        </p:txBody>
      </p:sp>
      <p:sp>
        <p:nvSpPr>
          <p:cNvPr id="442" name="Google Shape;442;p34"/>
          <p:cNvSpPr txBox="1"/>
          <p:nvPr>
            <p:ph idx="3" type="body"/>
          </p:nvPr>
        </p:nvSpPr>
        <p:spPr>
          <a:xfrm>
            <a:off x="5029200" y="2268749"/>
            <a:ext cx="3657600" cy="3065251"/>
          </a:xfrm>
          <a:prstGeom prst="rect">
            <a:avLst/>
          </a:prstGeom>
          <a:noFill/>
          <a:ln>
            <a:noFill/>
          </a:ln>
        </p:spPr>
        <p:txBody>
          <a:bodyPr anchorCtr="0" anchor="t" bIns="0" lIns="0" spcFirstLastPara="1" rIns="0" wrap="square" tIns="0">
            <a:noAutofit/>
          </a:bodyPr>
          <a:lstStyle/>
          <a:p>
            <a:pPr indent="-429768" lvl="0" marL="429768" rtl="0" algn="l">
              <a:spcBef>
                <a:spcPts val="0"/>
              </a:spcBef>
              <a:spcAft>
                <a:spcPts val="0"/>
              </a:spcAft>
              <a:buSzPts val="2200"/>
              <a:buFont typeface="Arial"/>
              <a:buAutoNum type="arabicPeriod" startAt="7"/>
            </a:pPr>
            <a:r>
              <a:rPr lang="en-US" sz="2200"/>
              <a:t>Marketing and sales</a:t>
            </a:r>
            <a:endParaRPr/>
          </a:p>
          <a:p>
            <a:pPr indent="-429768" lvl="0" marL="429768" rtl="0" algn="l">
              <a:spcBef>
                <a:spcPts val="1500"/>
              </a:spcBef>
              <a:spcAft>
                <a:spcPts val="0"/>
              </a:spcAft>
              <a:buSzPts val="2200"/>
              <a:buFont typeface="Arial"/>
              <a:buAutoNum type="arabicPeriod" startAt="7"/>
            </a:pPr>
            <a:r>
              <a:rPr lang="en-US" sz="2200"/>
              <a:t>Management team</a:t>
            </a:r>
            <a:endParaRPr/>
          </a:p>
          <a:p>
            <a:pPr indent="-429768" lvl="0" marL="429768" rtl="0" algn="l">
              <a:spcBef>
                <a:spcPts val="1500"/>
              </a:spcBef>
              <a:spcAft>
                <a:spcPts val="0"/>
              </a:spcAft>
              <a:buSzPts val="2200"/>
              <a:buFont typeface="Arial"/>
              <a:buAutoNum type="arabicPeriod" startAt="7"/>
            </a:pPr>
            <a:r>
              <a:rPr lang="en-US" sz="2200"/>
              <a:t>Financial projections</a:t>
            </a:r>
            <a:endParaRPr/>
          </a:p>
          <a:p>
            <a:pPr indent="-429768" lvl="0" marL="429768" rtl="0" algn="l">
              <a:spcBef>
                <a:spcPts val="1500"/>
              </a:spcBef>
              <a:spcAft>
                <a:spcPts val="0"/>
              </a:spcAft>
              <a:buSzPts val="2200"/>
              <a:buFont typeface="Arial"/>
              <a:buAutoNum type="arabicPeriod" startAt="7"/>
            </a:pPr>
            <a:r>
              <a:rPr lang="en-US" sz="2200"/>
              <a:t>Current status</a:t>
            </a:r>
            <a:endParaRPr/>
          </a:p>
          <a:p>
            <a:pPr indent="-429768" lvl="0" marL="429768" rtl="0" algn="l">
              <a:spcBef>
                <a:spcPts val="1500"/>
              </a:spcBef>
              <a:spcAft>
                <a:spcPts val="0"/>
              </a:spcAft>
              <a:buSzPts val="2200"/>
              <a:buFont typeface="Arial"/>
              <a:buAutoNum type="arabicPeriod" startAt="7"/>
            </a:pPr>
            <a:r>
              <a:rPr lang="en-US" sz="2200"/>
              <a:t>Financing sought</a:t>
            </a:r>
            <a:endParaRPr/>
          </a:p>
          <a:p>
            <a:pPr indent="-429768" lvl="0" marL="429768" rtl="0" algn="l">
              <a:spcBef>
                <a:spcPts val="1500"/>
              </a:spcBef>
              <a:spcAft>
                <a:spcPts val="0"/>
              </a:spcAft>
              <a:buSzPts val="2200"/>
              <a:buFont typeface="Arial"/>
              <a:buAutoNum type="arabicPeriod" startAt="7"/>
            </a:pPr>
            <a:r>
              <a:rPr lang="en-US" sz="2200"/>
              <a:t>Summary</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35"/>
          <p:cNvSpPr txBox="1"/>
          <p:nvPr>
            <p:ph type="title"/>
          </p:nvPr>
        </p:nvSpPr>
        <p:spPr>
          <a:xfrm>
            <a:off x="381000" y="2743200"/>
            <a:ext cx="8229600" cy="109728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Clr>
                <a:srgbClr val="007FA3"/>
              </a:buClr>
              <a:buSzPts val="3200"/>
              <a:buFont typeface="Times New Roman"/>
              <a:buNone/>
            </a:pPr>
            <a:r>
              <a:rPr lang="en-US" sz="3200"/>
              <a:t>The End</a:t>
            </a:r>
            <a:endParaRPr sz="3200"/>
          </a:p>
        </p:txBody>
      </p:sp>
    </p:spTree>
  </p:cSld>
  <p:clrMapOvr>
    <a:masterClrMapping/>
  </p:clrMapOvr>
</p:sld>
</file>

<file path=ppt/theme/theme1.xml><?xml version="1.0" encoding="utf-8"?>
<a:theme xmlns:a="http://schemas.openxmlformats.org/drawingml/2006/main" xmlns:r="http://schemas.openxmlformats.org/officeDocument/2006/relationships"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Pearson 508">
      <a:dk1>
        <a:srgbClr val="000000"/>
      </a:dk1>
      <a:lt1>
        <a:srgbClr val="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2014-07-14T20:04:21Z</dcterms:created>
  <dc:creator>Barringer/Ireland</dc:creator>
</cp:coreProperties>
</file>