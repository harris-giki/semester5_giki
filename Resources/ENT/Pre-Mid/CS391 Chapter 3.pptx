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custom-properties" Target="docProps/custom.xml"/><Relationship Id="rId2" Type="http://schemas.openxmlformats.org/officeDocument/2006/relationships/officeDocument" Target="ppt/presentation.xml"/><Relationship Id="rId1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6858000" cx="12192000"/>
  <p:notesSz cx="6858000" cy="9144000"/>
  <p:embeddedFontLst>
    <p:embeddedFont>
      <p:font typeface="Century Gothic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4" roundtripDataSignature="AMtx7miGhomZzB6eHj5+kEhiORiiRAuO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CenturyGothic-regular.fntdata"/><Relationship Id="rId55" Type="http://schemas.openxmlformats.org/officeDocument/2006/relationships/customXml" Target="../customXml/item1.xml"/><Relationship Id="rId7" Type="http://schemas.openxmlformats.org/officeDocument/2006/relationships/slide" Target="slides/slide2.xml"/><Relationship Id="rId2" Type="http://schemas.openxmlformats.org/officeDocument/2006/relationships/presProps" Target="pres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53" Type="http://schemas.openxmlformats.org/officeDocument/2006/relationships/font" Target="fonts/CenturyGothic-boldItalic.fntdata"/><Relationship Id="rId11" Type="http://schemas.openxmlformats.org/officeDocument/2006/relationships/slide" Target="slides/slide6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14" Type="http://schemas.openxmlformats.org/officeDocument/2006/relationships/slide" Target="slides/slide9.xml"/><Relationship Id="rId56" Type="http://schemas.openxmlformats.org/officeDocument/2006/relationships/customXml" Target="../customXml/item2.xml"/><Relationship Id="rId8" Type="http://schemas.openxmlformats.org/officeDocument/2006/relationships/slide" Target="slides/slide3.xml"/><Relationship Id="rId51" Type="http://schemas.openxmlformats.org/officeDocument/2006/relationships/font" Target="fonts/CenturyGothic-bold.fntdata"/><Relationship Id="rId3" Type="http://schemas.openxmlformats.org/officeDocument/2006/relationships/slideMaster" Target="slideMasters/slideMaster1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customschemas.google.com/relationships/presentationmetadata" Target="metadata"/><Relationship Id="rId1" Type="http://schemas.openxmlformats.org/officeDocument/2006/relationships/theme" Target="theme/theme1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5" Type="http://schemas.openxmlformats.org/officeDocument/2006/relationships/slide" Target="slides/slide10.xml"/><Relationship Id="rId57" Type="http://schemas.openxmlformats.org/officeDocument/2006/relationships/customXml" Target="../customXml/item3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52" Type="http://schemas.openxmlformats.org/officeDocument/2006/relationships/font" Target="fonts/CenturyGothic-italic.fntdata"/><Relationship Id="rId10" Type="http://schemas.openxmlformats.org/officeDocument/2006/relationships/slide" Target="slides/slide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7f24f626b2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7f24f626b2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3" name="Google Shape;2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3" name="Google Shape;2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802a74e2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g3802a74e2f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3" name="Google Shape;27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8" name="Google Shape;2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3" name="Google Shape;29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8" name="Google Shape;30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02a74e2f9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" name="Google Shape;313;g3802a74e2f9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8" name="Google Shape;318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8" name="Google Shape;32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02a74e2f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802a74e2f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8" name="Google Shape;34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3" name="Google Shape;36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8" name="Google Shape;36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3" name="Google Shape;373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8" name="Google Shape;37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3" name="Google Shape;383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8" name="Google Shape;388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3" name="Google Shape;39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802a74e2f9_2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802a74e2f9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3" name="Google Shape;413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7f24f626b2_0_6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" name="Google Shape;11;g37f24f626b2_0_67"/>
          <p:cNvSpPr txBox="1"/>
          <p:nvPr>
            <p:ph idx="1" type="body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" name="Google Shape;12;g37f24f626b2_0_67"/>
          <p:cNvSpPr txBox="1"/>
          <p:nvPr>
            <p:ph idx="10" type="dt"/>
          </p:nvPr>
        </p:nvSpPr>
        <p:spPr>
          <a:xfrm>
            <a:off x="1024129" y="6470704"/>
            <a:ext cx="215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7f24f626b2_0_67"/>
          <p:cNvSpPr txBox="1"/>
          <p:nvPr>
            <p:ph idx="11" type="ftr"/>
          </p:nvPr>
        </p:nvSpPr>
        <p:spPr>
          <a:xfrm>
            <a:off x="4842932" y="6470704"/>
            <a:ext cx="5901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7f24f626b2_0_67"/>
          <p:cNvSpPr txBox="1"/>
          <p:nvPr>
            <p:ph idx="12" type="sldNum"/>
          </p:nvPr>
        </p:nvSpPr>
        <p:spPr>
          <a:xfrm>
            <a:off x="10837333" y="6470704"/>
            <a:ext cx="97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7f24f626b2_0_7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7" name="Google Shape;17;g37f24f626b2_0_7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8" name="Google Shape;18;g37f24f626b2_0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7f24f626b2_0_77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1" name="Google Shape;21;g37f24f626b2_0_77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" name="Google Shape;22;g37f24f626b2_0_7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7f24f626b2_0_81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" name="Google Shape;25;g37f24f626b2_0_8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7f24f626b2_0_8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7f24f626b2_0_86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g37f24f626b2_0_8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7f24f626b2_0_8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3" name="Google Shape;33;g37f24f626b2_0_8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g37f24f626b2_0_8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5" name="Google Shape;35;g37f24f626b2_0_8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7f24f626b2_0_9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38" name="Google Shape;38;g37f24f626b2_0_9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7f24f626b2_0_9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41" name="Google Shape;41;g37f24f626b2_0_9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42" name="Google Shape;42;g37f24f626b2_0_9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f24f626b2_0_10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45" name="Google Shape;45;g37f24f626b2_0_10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7f24f626b2_0_104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7f24f626b2_0_104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9" name="Google Shape;49;g37f24f626b2_0_104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0" name="Google Shape;50;g37f24f626b2_0_104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1" name="Google Shape;51;g37f24f626b2_0_10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7f24f626b2_0_110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4" name="Google Shape;54;g37f24f626b2_0_110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5" name="Google Shape;55;g37f24f626b2_0_11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ctrTitle"/>
          </p:nvPr>
        </p:nvSpPr>
        <p:spPr>
          <a:xfrm>
            <a:off x="1154955" y="1447800"/>
            <a:ext cx="8825658" cy="332958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Century Gothic"/>
              <a:buNone/>
              <a:defRPr sz="7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cap="none">
                <a:solidFill>
                  <a:srgbClr val="86D1D8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4"/>
          <p:cNvSpPr txBox="1"/>
          <p:nvPr>
            <p:ph type="title"/>
          </p:nvPr>
        </p:nvSpPr>
        <p:spPr>
          <a:xfrm>
            <a:off x="1154956" y="2861733"/>
            <a:ext cx="8825657" cy="19156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4"/>
          <p:cNvSpPr txBox="1"/>
          <p:nvPr>
            <p:ph idx="1" type="body"/>
          </p:nvPr>
        </p:nvSpPr>
        <p:spPr>
          <a:xfrm>
            <a:off x="1154955" y="4777381"/>
            <a:ext cx="882565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4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4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4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5"/>
          <p:cNvSpPr txBox="1"/>
          <p:nvPr>
            <p:ph idx="1" type="body"/>
          </p:nvPr>
        </p:nvSpPr>
        <p:spPr>
          <a:xfrm>
            <a:off x="1103312" y="2060575"/>
            <a:ext cx="4396339" cy="4195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93" name="Google Shape;93;p45"/>
          <p:cNvSpPr txBox="1"/>
          <p:nvPr>
            <p:ph idx="2" type="body"/>
          </p:nvPr>
        </p:nvSpPr>
        <p:spPr>
          <a:xfrm>
            <a:off x="5654493" y="2056092"/>
            <a:ext cx="4396341" cy="420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94" name="Google Shape;94;p4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6"/>
          <p:cNvSpPr txBox="1"/>
          <p:nvPr>
            <p:ph idx="1" type="body"/>
          </p:nvPr>
        </p:nvSpPr>
        <p:spPr>
          <a:xfrm>
            <a:off x="1103313" y="1905000"/>
            <a:ext cx="439633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0" name="Google Shape;100;p46"/>
          <p:cNvSpPr txBox="1"/>
          <p:nvPr>
            <p:ph idx="2" type="body"/>
          </p:nvPr>
        </p:nvSpPr>
        <p:spPr>
          <a:xfrm>
            <a:off x="1103312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101" name="Google Shape;101;p46"/>
          <p:cNvSpPr txBox="1"/>
          <p:nvPr>
            <p:ph idx="3" type="body"/>
          </p:nvPr>
        </p:nvSpPr>
        <p:spPr>
          <a:xfrm>
            <a:off x="5654495" y="1905000"/>
            <a:ext cx="439633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02" name="Google Shape;102;p46"/>
          <p:cNvSpPr txBox="1"/>
          <p:nvPr>
            <p:ph idx="4" type="body"/>
          </p:nvPr>
        </p:nvSpPr>
        <p:spPr>
          <a:xfrm>
            <a:off x="5654495" y="2514600"/>
            <a:ext cx="4396339" cy="37417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indent="-30988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indent="-29971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indent="-28956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indent="-28956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indent="-28956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indent="-28956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indent="-289559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indent="-289559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/>
        </p:txBody>
      </p:sp>
      <p:sp>
        <p:nvSpPr>
          <p:cNvPr id="103" name="Google Shape;103;p4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4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4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7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4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4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4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8"/>
          <p:cNvSpPr txBox="1"/>
          <p:nvPr>
            <p:ph type="title"/>
          </p:nvPr>
        </p:nvSpPr>
        <p:spPr>
          <a:xfrm>
            <a:off x="1154953" y="1447800"/>
            <a:ext cx="3401064" cy="1447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48"/>
          <p:cNvSpPr txBox="1"/>
          <p:nvPr>
            <p:ph idx="1" type="body"/>
          </p:nvPr>
        </p:nvSpPr>
        <p:spPr>
          <a:xfrm>
            <a:off x="4784616" y="1447800"/>
            <a:ext cx="519599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►"/>
              <a:defRPr sz="2000"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2pPr>
            <a:lvl3pPr indent="-30988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3pPr>
            <a:lvl4pPr indent="-29971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4pPr>
            <a:lvl5pPr indent="-29972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5pPr>
            <a:lvl6pPr indent="-29972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6pPr>
            <a:lvl7pPr indent="-29972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7pPr>
            <a:lvl8pPr indent="-29972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8pPr>
            <a:lvl9pPr indent="-29972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9pPr>
          </a:lstStyle>
          <a:p/>
        </p:txBody>
      </p:sp>
      <p:sp>
        <p:nvSpPr>
          <p:cNvPr id="114" name="Google Shape;114;p48"/>
          <p:cNvSpPr txBox="1"/>
          <p:nvPr>
            <p:ph idx="2" type="body"/>
          </p:nvPr>
        </p:nvSpPr>
        <p:spPr>
          <a:xfrm>
            <a:off x="1154953" y="3129280"/>
            <a:ext cx="3401063" cy="2895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15" name="Google Shape;115;p48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48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48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9"/>
          <p:cNvSpPr txBox="1"/>
          <p:nvPr>
            <p:ph type="title"/>
          </p:nvPr>
        </p:nvSpPr>
        <p:spPr>
          <a:xfrm>
            <a:off x="1153907" y="1854192"/>
            <a:ext cx="5092906" cy="15748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49"/>
          <p:cNvSpPr/>
          <p:nvPr>
            <p:ph idx="2" type="pic"/>
          </p:nvPr>
        </p:nvSpPr>
        <p:spPr>
          <a:xfrm>
            <a:off x="6949546" y="1143000"/>
            <a:ext cx="3200400" cy="4572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1" name="Google Shape;121;p49"/>
          <p:cNvSpPr txBox="1"/>
          <p:nvPr>
            <p:ph idx="1" type="body"/>
          </p:nvPr>
        </p:nvSpPr>
        <p:spPr>
          <a:xfrm>
            <a:off x="1154954" y="3657600"/>
            <a:ext cx="5084979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2" name="Google Shape;122;p49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9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9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0"/>
          <p:cNvSpPr txBox="1"/>
          <p:nvPr>
            <p:ph type="title"/>
          </p:nvPr>
        </p:nvSpPr>
        <p:spPr>
          <a:xfrm>
            <a:off x="1154956" y="4800587"/>
            <a:ext cx="8825657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50"/>
          <p:cNvSpPr/>
          <p:nvPr>
            <p:ph idx="2" type="pic"/>
          </p:nvPr>
        </p:nvSpPr>
        <p:spPr>
          <a:xfrm>
            <a:off x="1154955" y="685800"/>
            <a:ext cx="8825658" cy="3640666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28" name="Google Shape;128;p50"/>
          <p:cNvSpPr txBox="1"/>
          <p:nvPr>
            <p:ph idx="1" type="body"/>
          </p:nvPr>
        </p:nvSpPr>
        <p:spPr>
          <a:xfrm>
            <a:off x="1154956" y="5367325"/>
            <a:ext cx="8825656" cy="49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29" name="Google Shape;129;p5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5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1"/>
          <p:cNvSpPr txBox="1"/>
          <p:nvPr>
            <p:ph type="title"/>
          </p:nvPr>
        </p:nvSpPr>
        <p:spPr>
          <a:xfrm>
            <a:off x="1154954" y="1447800"/>
            <a:ext cx="8825659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51"/>
          <p:cNvSpPr txBox="1"/>
          <p:nvPr>
            <p:ph idx="1" type="body"/>
          </p:nvPr>
        </p:nvSpPr>
        <p:spPr>
          <a:xfrm>
            <a:off x="1154954" y="3657600"/>
            <a:ext cx="8825659" cy="23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35" name="Google Shape;135;p51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51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51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2"/>
          <p:cNvSpPr txBox="1"/>
          <p:nvPr>
            <p:ph type="title"/>
          </p:nvPr>
        </p:nvSpPr>
        <p:spPr>
          <a:xfrm>
            <a:off x="1574801" y="1447800"/>
            <a:ext cx="7999315" cy="23233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entury Gothic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52"/>
          <p:cNvSpPr txBox="1"/>
          <p:nvPr>
            <p:ph idx="1" type="body"/>
          </p:nvPr>
        </p:nvSpPr>
        <p:spPr>
          <a:xfrm>
            <a:off x="1930400" y="3771174"/>
            <a:ext cx="7279649" cy="3421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b="0" i="0" sz="1400" cap="small">
                <a:solidFill>
                  <a:srgbClr val="86D1D8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41" name="Google Shape;141;p52"/>
          <p:cNvSpPr txBox="1"/>
          <p:nvPr>
            <p:ph idx="2" type="body"/>
          </p:nvPr>
        </p:nvSpPr>
        <p:spPr>
          <a:xfrm>
            <a:off x="1154954" y="4350657"/>
            <a:ext cx="8825659" cy="16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42" name="Google Shape;142;p52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52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52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52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5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0"/>
              <a:buFont typeface="Arial"/>
              <a:buNone/>
            </a:pPr>
            <a:r>
              <a:rPr b="0" i="0" lang="en-US" sz="12200" u="none" cap="none" strike="noStrike">
                <a:solidFill>
                  <a:srgbClr val="86D1D8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3"/>
          <p:cNvSpPr txBox="1"/>
          <p:nvPr>
            <p:ph type="title"/>
          </p:nvPr>
        </p:nvSpPr>
        <p:spPr>
          <a:xfrm>
            <a:off x="1154954" y="3124201"/>
            <a:ext cx="8825660" cy="16531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53"/>
          <p:cNvSpPr txBox="1"/>
          <p:nvPr>
            <p:ph idx="1" type="body"/>
          </p:nvPr>
        </p:nvSpPr>
        <p:spPr>
          <a:xfrm>
            <a:off x="1154954" y="4777381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0" name="Google Shape;150;p53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53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3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4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54"/>
          <p:cNvSpPr txBox="1"/>
          <p:nvPr>
            <p:ph idx="1" type="body"/>
          </p:nvPr>
        </p:nvSpPr>
        <p:spPr>
          <a:xfrm>
            <a:off x="632947" y="198120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56" name="Google Shape;156;p54"/>
          <p:cNvSpPr txBox="1"/>
          <p:nvPr>
            <p:ph idx="2" type="body"/>
          </p:nvPr>
        </p:nvSpPr>
        <p:spPr>
          <a:xfrm>
            <a:off x="652463" y="266700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7" name="Google Shape;157;p54"/>
          <p:cNvSpPr txBox="1"/>
          <p:nvPr>
            <p:ph idx="3" type="body"/>
          </p:nvPr>
        </p:nvSpPr>
        <p:spPr>
          <a:xfrm>
            <a:off x="3883659" y="198120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58" name="Google Shape;158;p54"/>
          <p:cNvSpPr txBox="1"/>
          <p:nvPr>
            <p:ph idx="4" type="body"/>
          </p:nvPr>
        </p:nvSpPr>
        <p:spPr>
          <a:xfrm>
            <a:off x="3873106" y="266700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59" name="Google Shape;159;p54"/>
          <p:cNvSpPr txBox="1"/>
          <p:nvPr>
            <p:ph idx="5" type="body"/>
          </p:nvPr>
        </p:nvSpPr>
        <p:spPr>
          <a:xfrm>
            <a:off x="7124700" y="198120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60" name="Google Shape;160;p54"/>
          <p:cNvSpPr txBox="1"/>
          <p:nvPr>
            <p:ph idx="6" type="body"/>
          </p:nvPr>
        </p:nvSpPr>
        <p:spPr>
          <a:xfrm>
            <a:off x="7124700" y="266700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61" name="Google Shape;161;p54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54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54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54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54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5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55"/>
          <p:cNvSpPr txBox="1"/>
          <p:nvPr>
            <p:ph idx="1" type="body"/>
          </p:nvPr>
        </p:nvSpPr>
        <p:spPr>
          <a:xfrm>
            <a:off x="652463" y="4250949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69" name="Google Shape;169;p55"/>
          <p:cNvSpPr/>
          <p:nvPr>
            <p:ph idx="2" type="pic"/>
          </p:nvPr>
        </p:nvSpPr>
        <p:spPr>
          <a:xfrm>
            <a:off x="652463" y="2209800"/>
            <a:ext cx="2940050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70" name="Google Shape;170;p55"/>
          <p:cNvSpPr txBox="1"/>
          <p:nvPr>
            <p:ph idx="3" type="body"/>
          </p:nvPr>
        </p:nvSpPr>
        <p:spPr>
          <a:xfrm>
            <a:off x="652463" y="4827211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1" name="Google Shape;171;p55"/>
          <p:cNvSpPr txBox="1"/>
          <p:nvPr>
            <p:ph idx="4" type="body"/>
          </p:nvPr>
        </p:nvSpPr>
        <p:spPr>
          <a:xfrm>
            <a:off x="3889375" y="4250949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72" name="Google Shape;172;p55"/>
          <p:cNvSpPr/>
          <p:nvPr>
            <p:ph idx="5" type="pic"/>
          </p:nvPr>
        </p:nvSpPr>
        <p:spPr>
          <a:xfrm>
            <a:off x="3889374" y="2209800"/>
            <a:ext cx="2930525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73" name="Google Shape;173;p55"/>
          <p:cNvSpPr txBox="1"/>
          <p:nvPr>
            <p:ph idx="6" type="body"/>
          </p:nvPr>
        </p:nvSpPr>
        <p:spPr>
          <a:xfrm>
            <a:off x="3888022" y="4827210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sp>
        <p:nvSpPr>
          <p:cNvPr id="174" name="Google Shape;174;p55"/>
          <p:cNvSpPr txBox="1"/>
          <p:nvPr>
            <p:ph idx="7" type="body"/>
          </p:nvPr>
        </p:nvSpPr>
        <p:spPr>
          <a:xfrm>
            <a:off x="7124700" y="4250949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20"/>
              <a:buNone/>
              <a:defRPr b="0" sz="2400">
                <a:solidFill>
                  <a:srgbClr val="86D1D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 b="1" sz="1600"/>
            </a:lvl9pPr>
          </a:lstStyle>
          <a:p/>
        </p:txBody>
      </p:sp>
      <p:sp>
        <p:nvSpPr>
          <p:cNvPr id="175" name="Google Shape;175;p55"/>
          <p:cNvSpPr/>
          <p:nvPr>
            <p:ph idx="8" type="pic"/>
          </p:nvPr>
        </p:nvSpPr>
        <p:spPr>
          <a:xfrm>
            <a:off x="7124699" y="2209800"/>
            <a:ext cx="2932113" cy="1524000"/>
          </a:xfrm>
          <a:prstGeom prst="roundRect">
            <a:avLst>
              <a:gd fmla="val 1858" name="adj"/>
            </a:avLst>
          </a:prstGeom>
          <a:noFill/>
          <a:ln>
            <a:noFill/>
          </a:ln>
          <a:effectLst>
            <a:outerShdw blurRad="50800" rotWithShape="0" algn="tl" dir="5400000" dist="50800">
              <a:srgbClr val="000000">
                <a:alpha val="42352"/>
              </a:srgbClr>
            </a:outerShdw>
          </a:effectLst>
        </p:spPr>
      </p:sp>
      <p:sp>
        <p:nvSpPr>
          <p:cNvPr id="176" name="Google Shape;176;p55"/>
          <p:cNvSpPr txBox="1"/>
          <p:nvPr>
            <p:ph idx="9" type="body"/>
          </p:nvPr>
        </p:nvSpPr>
        <p:spPr>
          <a:xfrm>
            <a:off x="7124575" y="4827208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/>
        </p:txBody>
      </p:sp>
      <p:cxnSp>
        <p:nvCxnSpPr>
          <p:cNvPr id="177" name="Google Shape;177;p55"/>
          <p:cNvCxnSpPr/>
          <p:nvPr/>
        </p:nvCxnSpPr>
        <p:spPr>
          <a:xfrm>
            <a:off x="3726142" y="2133600"/>
            <a:ext cx="0" cy="3962400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55"/>
          <p:cNvCxnSpPr/>
          <p:nvPr/>
        </p:nvCxnSpPr>
        <p:spPr>
          <a:xfrm>
            <a:off x="6962227" y="2133600"/>
            <a:ext cx="0" cy="3966882"/>
          </a:xfrm>
          <a:prstGeom prst="straightConnector1">
            <a:avLst/>
          </a:prstGeom>
          <a:noFill/>
          <a:ln cap="flat" cmpd="sng" w="12700">
            <a:solidFill>
              <a:srgbClr val="86D1D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55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55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55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6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56"/>
          <p:cNvSpPr txBox="1"/>
          <p:nvPr>
            <p:ph idx="1" type="body"/>
          </p:nvPr>
        </p:nvSpPr>
        <p:spPr>
          <a:xfrm rot="5400000">
            <a:off x="3478842" y="-322612"/>
            <a:ext cx="4195481" cy="89465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85" name="Google Shape;185;p56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56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56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57"/>
          <p:cNvSpPr txBox="1"/>
          <p:nvPr>
            <p:ph type="title"/>
          </p:nvPr>
        </p:nvSpPr>
        <p:spPr>
          <a:xfrm rot="5400000">
            <a:off x="6267450" y="2466975"/>
            <a:ext cx="5826125" cy="1752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57"/>
          <p:cNvSpPr txBox="1"/>
          <p:nvPr>
            <p:ph idx="1" type="body"/>
          </p:nvPr>
        </p:nvSpPr>
        <p:spPr>
          <a:xfrm rot="5400000">
            <a:off x="1679576" y="-139699"/>
            <a:ext cx="5368924" cy="74231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39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39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39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39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39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191" name="Google Shape;191;p57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57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57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18.xml"/><Relationship Id="rId22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7.xml"/><Relationship Id="rId21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19.xml"/><Relationship Id="rId23" Type="http://schemas.openxmlformats.org/officeDocument/2006/relationships/theme" Target="../theme/theme3.xml"/><Relationship Id="rId1" Type="http://schemas.openxmlformats.org/officeDocument/2006/relationships/image" Target="../media/image5.png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1.xml"/><Relationship Id="rId17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19" Type="http://schemas.openxmlformats.org/officeDocument/2006/relationships/slideLayout" Target="../slideLayouts/slideLayout26.xml"/><Relationship Id="rId6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25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7f24f626b2_0_63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7f24f626b2_0_63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7f24f626b2_0_6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40"/>
          <p:cNvPicPr preferRelativeResize="0"/>
          <p:nvPr/>
        </p:nvPicPr>
        <p:blipFill rotWithShape="1">
          <a:blip r:embed="rId2">
            <a:alphaModFix/>
          </a:blip>
          <a:srcRect b="0" l="3613" r="0" t="0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40"/>
          <p:cNvPicPr preferRelativeResize="0"/>
          <p:nvPr/>
        </p:nvPicPr>
        <p:blipFill rotWithShape="1">
          <a:blip r:embed="rId3">
            <a:alphaModFix/>
          </a:blip>
          <a:srcRect b="0" l="35640" r="0" t="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40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>
            <a:gsLst>
              <a:gs pos="0">
                <a:srgbClr val="4CB9C3">
                  <a:alpha val="6274"/>
                </a:srgbClr>
              </a:gs>
              <a:gs pos="36000">
                <a:srgbClr val="4CB9C3">
                  <a:alpha val="5490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0" name="Google Shape;60;p40"/>
          <p:cNvPicPr preferRelativeResize="0"/>
          <p:nvPr/>
        </p:nvPicPr>
        <p:blipFill rotWithShape="1">
          <a:blip r:embed="rId4">
            <a:alphaModFix/>
          </a:blip>
          <a:srcRect b="0" l="0" r="0" t="28812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40"/>
          <p:cNvPicPr preferRelativeResize="0"/>
          <p:nvPr/>
        </p:nvPicPr>
        <p:blipFill rotWithShape="1">
          <a:blip r:embed="rId5">
            <a:alphaModFix/>
          </a:blip>
          <a:srcRect b="23320" l="0" r="0" t="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4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rotWithShape="0" dir="5400000" dist="25400">
              <a:srgbClr val="000000">
                <a:alpha val="4431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0"/>
          <p:cNvSpPr txBox="1"/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Font typeface="Century Gothic"/>
              <a:buNone/>
              <a:defRPr b="0" i="0" sz="42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600"/>
              <a:buFont typeface="Noto Sans Symbols"/>
              <a:buChar char="►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004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0988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99719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9972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9972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9972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9972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9972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86D1D8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  <p:sldLayoutId id="2147483674" r:id="rId18"/>
    <p:sldLayoutId id="2147483675" r:id="rId19"/>
    <p:sldLayoutId id="2147483676" r:id="rId20"/>
    <p:sldLayoutId id="2147483677" r:id="rId21"/>
    <p:sldLayoutId id="2147483678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7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f24f626b2_0_5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wentieth Century"/>
              <a:buNone/>
            </a:pPr>
            <a:r>
              <a:rPr b="1" lang="en-US" sz="3600">
                <a:solidFill>
                  <a:schemeClr val="accent1"/>
                </a:solidFill>
              </a:rPr>
              <a:t>COURSE TITLE: ENTREPRENEURSHIP AND Technology Commercialization  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199" name="Google Shape;199;g37f24f626b2_0_57"/>
          <p:cNvSpPr txBox="1"/>
          <p:nvPr>
            <p:ph idx="1" type="body"/>
          </p:nvPr>
        </p:nvSpPr>
        <p:spPr>
          <a:xfrm>
            <a:off x="1024128" y="2286000"/>
            <a:ext cx="9720000" cy="4023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br>
              <a:rPr b="1" lang="en-US"/>
            </a:br>
            <a:r>
              <a:rPr b="1" lang="en-US"/>
              <a:t>Course Code: ES391</a:t>
            </a:r>
            <a:endParaRPr b="1"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br>
              <a:rPr b="1" lang="en-US"/>
            </a:br>
            <a:r>
              <a:rPr b="1" lang="en-US"/>
              <a:t>Course Instructor: Dr. Fahd S. Khan</a:t>
            </a:r>
            <a:br>
              <a:rPr b="1" lang="en-US"/>
            </a:br>
            <a:endParaRPr/>
          </a:p>
          <a:p>
            <a:pPr indent="0" lvl="0" marL="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None/>
            </a:pPr>
            <a:r>
              <a:rPr b="1" lang="en-US"/>
              <a:t>Ghulam Ishaq Khan Institute Of Engineering Sciences and Technology</a:t>
            </a:r>
            <a:endParaRPr/>
          </a:p>
        </p:txBody>
      </p:sp>
      <p:pic>
        <p:nvPicPr>
          <p:cNvPr id="200" name="Google Shape;200;g37f24f626b2_0_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02"/>
            <a:ext cx="1328738" cy="1168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9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8123" y="115533"/>
            <a:ext cx="8969448" cy="6742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547" y="0"/>
            <a:ext cx="9114905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5243" y="-6218"/>
            <a:ext cx="9173205" cy="6864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7374" y="1"/>
            <a:ext cx="9170003" cy="6852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50865" y="0"/>
            <a:ext cx="929027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7720" y="0"/>
            <a:ext cx="915656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903" y="14068"/>
            <a:ext cx="914819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1852" y="76310"/>
            <a:ext cx="9029901" cy="67816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7924" y="0"/>
            <a:ext cx="8475898" cy="6890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85072" y="-14732"/>
            <a:ext cx="8342140" cy="6822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525" y="516400"/>
            <a:ext cx="8080176" cy="603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/>
        </p:nvSpPr>
        <p:spPr>
          <a:xfrm>
            <a:off x="504000" y="967300"/>
            <a:ext cx="11184000" cy="49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Class Activity: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1: Team up with the person sitting next to you.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2: Conceive a business opportunity (2 min)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3: Write a Concept Note on it. (3 min)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4: Swap the proposal with the group sitting next to you and write feedback (3 min)</a:t>
            </a:r>
            <a:endParaRPr sz="24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Step </a:t>
            </a:r>
            <a:r>
              <a:rPr lang="en-US" sz="24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</a:t>
            </a:r>
            <a:r>
              <a:rPr b="0" i="0" lang="en-US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 Pass it along to the instructor below.</a:t>
            </a:r>
            <a:endParaRPr b="0" i="0" sz="2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g3802a74e2f9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126" y="833075"/>
            <a:ext cx="6963747" cy="51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9837" y="823327"/>
            <a:ext cx="6992326" cy="523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600" y="809259"/>
            <a:ext cx="6982799" cy="523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0" name="Google Shape;2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0311" y="828312"/>
            <a:ext cx="7011378" cy="52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653" y="804496"/>
            <a:ext cx="6944694" cy="524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5547" y="790206"/>
            <a:ext cx="7020905" cy="5277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7942" y="814022"/>
            <a:ext cx="6916115" cy="5229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7916" y="799733"/>
            <a:ext cx="7116168" cy="52585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179" y="818785"/>
            <a:ext cx="6925642" cy="5220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5074" y="837838"/>
            <a:ext cx="7001852" cy="518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g3802a74e2f9_2_0"/>
          <p:cNvPicPr preferRelativeResize="0"/>
          <p:nvPr/>
        </p:nvPicPr>
        <p:blipFill rotWithShape="1">
          <a:blip r:embed="rId3">
            <a:alphaModFix/>
          </a:blip>
          <a:srcRect b="21809" l="41261" r="13937" t="27715"/>
          <a:stretch/>
        </p:blipFill>
        <p:spPr>
          <a:xfrm>
            <a:off x="1318175" y="560875"/>
            <a:ext cx="9051802" cy="573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2705" y="828312"/>
            <a:ext cx="6906589" cy="52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8890" y="809259"/>
            <a:ext cx="6954220" cy="523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179" y="828312"/>
            <a:ext cx="6925642" cy="52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126" y="823549"/>
            <a:ext cx="6963747" cy="5210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653" y="837838"/>
            <a:ext cx="6944694" cy="518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02a74e2f9_0_5"/>
          <p:cNvSpPr txBox="1"/>
          <p:nvPr/>
        </p:nvSpPr>
        <p:spPr>
          <a:xfrm>
            <a:off x="1577950" y="2457950"/>
            <a:ext cx="7994100" cy="55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https://www.youtube.com/watch?v=NCw2Up8sZuQ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4600" y="828312"/>
            <a:ext cx="6982799" cy="52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0811" y="852128"/>
            <a:ext cx="6830378" cy="515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416" y="842601"/>
            <a:ext cx="6935168" cy="5172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179" y="804496"/>
            <a:ext cx="6925642" cy="52490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2232" y="847364"/>
            <a:ext cx="6887536" cy="51632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5" name="Google Shape;37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3179" y="794970"/>
            <a:ext cx="6925642" cy="52680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2232" y="828312"/>
            <a:ext cx="6887536" cy="520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8416" y="833075"/>
            <a:ext cx="6935168" cy="51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126" y="866417"/>
            <a:ext cx="6963747" cy="51251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oogle Shape;39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4126" y="837838"/>
            <a:ext cx="6963747" cy="5182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3653" y="833075"/>
            <a:ext cx="6944694" cy="519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18890" y="809259"/>
            <a:ext cx="6954220" cy="523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g3802a74e2f9_2_4"/>
          <p:cNvPicPr preferRelativeResize="0"/>
          <p:nvPr/>
        </p:nvPicPr>
        <p:blipFill rotWithShape="1">
          <a:blip r:embed="rId3">
            <a:alphaModFix/>
          </a:blip>
          <a:srcRect b="37091" l="30842" r="8466" t="15676"/>
          <a:stretch/>
        </p:blipFill>
        <p:spPr>
          <a:xfrm>
            <a:off x="561925" y="330050"/>
            <a:ext cx="10952227" cy="606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9837" y="809259"/>
            <a:ext cx="6992326" cy="523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6F013DBE9A0D4C970E999EDA675400" ma:contentTypeVersion="3" ma:contentTypeDescription="Create a new document." ma:contentTypeScope="" ma:versionID="41747472b4b6818510549bbbe5db7f49">
  <xsd:schema xmlns:xsd="http://www.w3.org/2001/XMLSchema" xmlns:xs="http://www.w3.org/2001/XMLSchema" xmlns:p="http://schemas.microsoft.com/office/2006/metadata/properties" xmlns:ns2="84e1ea4c-b2bb-46d2-8c87-fddf5169f1e9" targetNamespace="http://schemas.microsoft.com/office/2006/metadata/properties" ma:root="true" ma:fieldsID="4bbdc2be2f652bf335264ea3861174a1" ns2:_="">
    <xsd:import namespace="84e1ea4c-b2bb-46d2-8c87-fddf5169f1e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e1ea4c-b2bb-46d2-8c87-fddf5169f1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B9A7D8-0B8A-4F4E-B27F-5A329140FC8A}"/>
</file>

<file path=customXml/itemProps2.xml><?xml version="1.0" encoding="utf-8"?>
<ds:datastoreItem xmlns:ds="http://schemas.openxmlformats.org/officeDocument/2006/customXml" ds:itemID="{C839B1B7-D2D8-4706-AA36-5A6FF9A07323}"/>
</file>

<file path=customXml/itemProps3.xml><?xml version="1.0" encoding="utf-8"?>
<ds:datastoreItem xmlns:ds="http://schemas.openxmlformats.org/officeDocument/2006/customXml" ds:itemID="{04F7ACB2-5206-406C-8BDD-6D95E0C30142}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SAAD RUSTUM</dc:creator>
  <dcterms:created xsi:type="dcterms:W3CDTF">2023-03-28T18:18:35Z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0x010100206F013DBE9A0D4C970E999EDA675400</vt:lpwstr>
  </property>
</Properties>
</file>