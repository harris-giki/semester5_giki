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5"/>
  </p:notesMasterIdLst>
  <p:sldIdLst>
    <p:sldId id="256" r:id="rId5"/>
    <p:sldId id="257" r:id="rId6"/>
    <p:sldId id="304" r:id="rId7"/>
    <p:sldId id="260" r:id="rId8"/>
    <p:sldId id="306" r:id="rId9"/>
    <p:sldId id="308" r:id="rId10"/>
    <p:sldId id="261" r:id="rId11"/>
    <p:sldId id="262" r:id="rId12"/>
    <p:sldId id="266" r:id="rId13"/>
    <p:sldId id="267" r:id="rId14"/>
    <p:sldId id="309" r:id="rId15"/>
    <p:sldId id="264" r:id="rId16"/>
    <p:sldId id="268" r:id="rId17"/>
    <p:sldId id="270" r:id="rId18"/>
    <p:sldId id="271" r:id="rId19"/>
    <p:sldId id="272" r:id="rId20"/>
    <p:sldId id="273" r:id="rId21"/>
    <p:sldId id="275" r:id="rId22"/>
    <p:sldId id="276" r:id="rId23"/>
    <p:sldId id="316" r:id="rId24"/>
    <p:sldId id="277" r:id="rId25"/>
    <p:sldId id="307" r:id="rId26"/>
    <p:sldId id="279" r:id="rId27"/>
    <p:sldId id="310" r:id="rId28"/>
    <p:sldId id="280" r:id="rId29"/>
    <p:sldId id="315" r:id="rId30"/>
    <p:sldId id="278" r:id="rId31"/>
    <p:sldId id="282" r:id="rId32"/>
    <p:sldId id="311" r:id="rId33"/>
    <p:sldId id="312" r:id="rId34"/>
    <p:sldId id="313" r:id="rId35"/>
    <p:sldId id="314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3" r:id="rId54"/>
  </p:sldIdLst>
  <p:sldSz cx="13433425" cy="7556500"/>
  <p:notesSz cx="10693400" cy="7556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71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5E1645-3BA5-5F21-A8AB-D26F6C868752}" v="2" dt="2025-09-28T19:42:15.764"/>
    <p1510:client id="{A753DBEF-E26F-1BDB-D35D-42501D5CE2D4}" v="2" dt="2025-09-29T18:56:54.24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607" autoAdjust="0"/>
  </p:normalViewPr>
  <p:slideViewPr>
    <p:cSldViewPr>
      <p:cViewPr varScale="1">
        <p:scale>
          <a:sx n="63" d="100"/>
          <a:sy n="63" d="100"/>
        </p:scale>
        <p:origin x="1260" y="96"/>
      </p:cViewPr>
      <p:guideLst>
        <p:guide orient="horz" pos="2880"/>
        <p:guide pos="271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microsoft.com/office/2015/10/relationships/revisionInfo" Target="revisionInfo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Khurram Jadoon khan Asstt. Professor FCS" userId="684a1a15-bea5-4a17-9b67-1313be309245" providerId="ADAL" clId="{FA6A18CD-8C91-481B-AB6B-8B2BF6D0213A}"/>
    <pc:docChg chg="undo custSel addSld delSld modSld sldOrd">
      <pc:chgData name="Dr. Khurram Jadoon khan Asstt. Professor FCS" userId="684a1a15-bea5-4a17-9b67-1313be309245" providerId="ADAL" clId="{FA6A18CD-8C91-481B-AB6B-8B2BF6D0213A}" dt="2025-09-24T04:06:02.389" v="411" actId="1076"/>
      <pc:docMkLst>
        <pc:docMk/>
      </pc:docMkLst>
      <pc:sldChg chg="modSp mod">
        <pc:chgData name="Dr. Khurram Jadoon khan Asstt. Professor FCS" userId="684a1a15-bea5-4a17-9b67-1313be309245" providerId="ADAL" clId="{FA6A18CD-8C91-481B-AB6B-8B2BF6D0213A}" dt="2025-09-17T04:59:59.040" v="7" actId="1076"/>
        <pc:sldMkLst>
          <pc:docMk/>
          <pc:sldMk cId="0" sldId="266"/>
        </pc:sldMkLst>
        <pc:spChg chg="mod">
          <ac:chgData name="Dr. Khurram Jadoon khan Asstt. Professor FCS" userId="684a1a15-bea5-4a17-9b67-1313be309245" providerId="ADAL" clId="{FA6A18CD-8C91-481B-AB6B-8B2BF6D0213A}" dt="2025-09-17T04:59:56.735" v="6" actId="1076"/>
          <ac:spMkLst>
            <pc:docMk/>
            <pc:sldMk cId="0" sldId="266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17T04:59:59.040" v="7" actId="1076"/>
          <ac:spMkLst>
            <pc:docMk/>
            <pc:sldMk cId="0" sldId="266"/>
            <ac:spMk id="5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FA6A18CD-8C91-481B-AB6B-8B2BF6D0213A}" dt="2025-09-17T04:35:10.148" v="5" actId="1076"/>
        <pc:sldMkLst>
          <pc:docMk/>
          <pc:sldMk cId="0" sldId="267"/>
        </pc:sldMkLst>
        <pc:picChg chg="mod">
          <ac:chgData name="Dr. Khurram Jadoon khan Asstt. Professor FCS" userId="684a1a15-bea5-4a17-9b67-1313be309245" providerId="ADAL" clId="{FA6A18CD-8C91-481B-AB6B-8B2BF6D0213A}" dt="2025-09-17T04:35:00.225" v="0" actId="1076"/>
          <ac:picMkLst>
            <pc:docMk/>
            <pc:sldMk cId="0" sldId="267"/>
            <ac:picMk id="7" creationId="{3246D03F-D8F8-22EF-5A18-BE4CF139AA16}"/>
          </ac:picMkLst>
        </pc:picChg>
        <pc:picChg chg="mod">
          <ac:chgData name="Dr. Khurram Jadoon khan Asstt. Professor FCS" userId="684a1a15-bea5-4a17-9b67-1313be309245" providerId="ADAL" clId="{FA6A18CD-8C91-481B-AB6B-8B2BF6D0213A}" dt="2025-09-17T04:35:10.148" v="5" actId="1076"/>
          <ac:picMkLst>
            <pc:docMk/>
            <pc:sldMk cId="0" sldId="267"/>
            <ac:picMk id="14" creationId="{DB94DA3B-6EE5-FCB5-D335-89683B8F0CD1}"/>
          </ac:picMkLst>
        </pc:picChg>
        <pc:picChg chg="mod">
          <ac:chgData name="Dr. Khurram Jadoon khan Asstt. Professor FCS" userId="684a1a15-bea5-4a17-9b67-1313be309245" providerId="ADAL" clId="{FA6A18CD-8C91-481B-AB6B-8B2BF6D0213A}" dt="2025-09-17T04:35:03.327" v="2" actId="14100"/>
          <ac:picMkLst>
            <pc:docMk/>
            <pc:sldMk cId="0" sldId="267"/>
            <ac:picMk id="16" creationId="{F47D6499-94C8-DF31-0AA3-BB3B33AFD90A}"/>
          </ac:picMkLst>
        </pc:picChg>
      </pc:sldChg>
      <pc:sldChg chg="modSp mod">
        <pc:chgData name="Dr. Khurram Jadoon khan Asstt. Professor FCS" userId="684a1a15-bea5-4a17-9b67-1313be309245" providerId="ADAL" clId="{FA6A18CD-8C91-481B-AB6B-8B2BF6D0213A}" dt="2025-09-17T05:17:38.711" v="8" actId="20577"/>
        <pc:sldMkLst>
          <pc:docMk/>
          <pc:sldMk cId="0" sldId="275"/>
        </pc:sldMkLst>
        <pc:spChg chg="mod">
          <ac:chgData name="Dr. Khurram Jadoon khan Asstt. Professor FCS" userId="684a1a15-bea5-4a17-9b67-1313be309245" providerId="ADAL" clId="{FA6A18CD-8C91-481B-AB6B-8B2BF6D0213A}" dt="2025-09-17T05:17:38.711" v="8" actId="20577"/>
          <ac:spMkLst>
            <pc:docMk/>
            <pc:sldMk cId="0" sldId="275"/>
            <ac:spMk id="4" creationId="{00000000-0000-0000-0000-000000000000}"/>
          </ac:spMkLst>
        </pc:spChg>
      </pc:sldChg>
      <pc:sldChg chg="modSp mod ord">
        <pc:chgData name="Dr. Khurram Jadoon khan Asstt. Professor FCS" userId="684a1a15-bea5-4a17-9b67-1313be309245" providerId="ADAL" clId="{FA6A18CD-8C91-481B-AB6B-8B2BF6D0213A}" dt="2025-09-19T05:20:14.738" v="47"/>
        <pc:sldMkLst>
          <pc:docMk/>
          <pc:sldMk cId="0" sldId="278"/>
        </pc:sldMkLst>
        <pc:spChg chg="mod">
          <ac:chgData name="Dr. Khurram Jadoon khan Asstt. Professor FCS" userId="684a1a15-bea5-4a17-9b67-1313be309245" providerId="ADAL" clId="{FA6A18CD-8C91-481B-AB6B-8B2BF6D0213A}" dt="2025-09-19T05:02:43.213" v="14" actId="1076"/>
          <ac:spMkLst>
            <pc:docMk/>
            <pc:sldMk cId="0" sldId="278"/>
            <ac:spMk id="3" creationId="{00000000-0000-0000-0000-000000000000}"/>
          </ac:spMkLst>
        </pc:spChg>
      </pc:sldChg>
      <pc:sldChg chg="addSp delSp modSp mod">
        <pc:chgData name="Dr. Khurram Jadoon khan Asstt. Professor FCS" userId="684a1a15-bea5-4a17-9b67-1313be309245" providerId="ADAL" clId="{FA6A18CD-8C91-481B-AB6B-8B2BF6D0213A}" dt="2025-09-19T05:28:34.111" v="111" actId="14100"/>
        <pc:sldMkLst>
          <pc:docMk/>
          <pc:sldMk cId="0" sldId="279"/>
        </pc:sldMkLst>
        <pc:spChg chg="mod">
          <ac:chgData name="Dr. Khurram Jadoon khan Asstt. Professor FCS" userId="684a1a15-bea5-4a17-9b67-1313be309245" providerId="ADAL" clId="{FA6A18CD-8C91-481B-AB6B-8B2BF6D0213A}" dt="2025-09-19T05:15:36.146" v="31" actId="14100"/>
          <ac:spMkLst>
            <pc:docMk/>
            <pc:sldMk cId="0" sldId="279"/>
            <ac:spMk id="7" creationId="{00000000-0000-0000-0000-000000000000}"/>
          </ac:spMkLst>
        </pc:spChg>
        <pc:picChg chg="mod">
          <ac:chgData name="Dr. Khurram Jadoon khan Asstt. Professor FCS" userId="684a1a15-bea5-4a17-9b67-1313be309245" providerId="ADAL" clId="{FA6A18CD-8C91-481B-AB6B-8B2BF6D0213A}" dt="2025-09-19T05:25:02.429" v="68" actId="1076"/>
          <ac:picMkLst>
            <pc:docMk/>
            <pc:sldMk cId="0" sldId="279"/>
            <ac:picMk id="15" creationId="{8A63EDAD-6D4C-B704-80CD-F24BB8F54F03}"/>
          </ac:picMkLst>
        </pc:picChg>
        <pc:picChg chg="add mod">
          <ac:chgData name="Dr. Khurram Jadoon khan Asstt. Professor FCS" userId="684a1a15-bea5-4a17-9b67-1313be309245" providerId="ADAL" clId="{FA6A18CD-8C91-481B-AB6B-8B2BF6D0213A}" dt="2025-09-19T05:28:34.111" v="111" actId="14100"/>
          <ac:picMkLst>
            <pc:docMk/>
            <pc:sldMk cId="0" sldId="279"/>
            <ac:picMk id="16" creationId="{91F6ABB0-214C-0CD3-9428-ADC22D735EF3}"/>
          </ac:picMkLst>
        </pc:picChg>
      </pc:sldChg>
      <pc:sldChg chg="addSp delSp modSp add del mod ord">
        <pc:chgData name="Dr. Khurram Jadoon khan Asstt. Professor FCS" userId="684a1a15-bea5-4a17-9b67-1313be309245" providerId="ADAL" clId="{FA6A18CD-8C91-481B-AB6B-8B2BF6D0213A}" dt="2025-09-19T05:43:04.622" v="236" actId="20577"/>
        <pc:sldMkLst>
          <pc:docMk/>
          <pc:sldMk cId="0" sldId="280"/>
        </pc:sldMkLst>
        <pc:spChg chg="mod">
          <ac:chgData name="Dr. Khurram Jadoon khan Asstt. Professor FCS" userId="684a1a15-bea5-4a17-9b67-1313be309245" providerId="ADAL" clId="{FA6A18CD-8C91-481B-AB6B-8B2BF6D0213A}" dt="2025-09-19T05:42:04.914" v="210" actId="1076"/>
          <ac:spMkLst>
            <pc:docMk/>
            <pc:sldMk cId="0" sldId="280"/>
            <ac:spMk id="3" creationId="{00000000-0000-0000-0000-000000000000}"/>
          </ac:spMkLst>
        </pc:spChg>
        <pc:spChg chg="add mod">
          <ac:chgData name="Dr. Khurram Jadoon khan Asstt. Professor FCS" userId="684a1a15-bea5-4a17-9b67-1313be309245" providerId="ADAL" clId="{FA6A18CD-8C91-481B-AB6B-8B2BF6D0213A}" dt="2025-09-19T05:43:04.622" v="236" actId="20577"/>
          <ac:spMkLst>
            <pc:docMk/>
            <pc:sldMk cId="0" sldId="280"/>
            <ac:spMk id="12" creationId="{A193758A-3C86-80DA-D3C1-7F03DC9FA3A9}"/>
          </ac:spMkLst>
        </pc:spChg>
        <pc:grpChg chg="add mod">
          <ac:chgData name="Dr. Khurram Jadoon khan Asstt. Professor FCS" userId="684a1a15-bea5-4a17-9b67-1313be309245" providerId="ADAL" clId="{FA6A18CD-8C91-481B-AB6B-8B2BF6D0213A}" dt="2025-09-19T05:42:06.581" v="211" actId="1076"/>
          <ac:grpSpMkLst>
            <pc:docMk/>
            <pc:sldMk cId="0" sldId="280"/>
            <ac:grpSpMk id="10" creationId="{88F2400F-FC1D-5E55-D493-AEC36B3978BA}"/>
          </ac:grpSpMkLst>
        </pc:grpChg>
        <pc:picChg chg="add mod">
          <ac:chgData name="Dr. Khurram Jadoon khan Asstt. Professor FCS" userId="684a1a15-bea5-4a17-9b67-1313be309245" providerId="ADAL" clId="{FA6A18CD-8C91-481B-AB6B-8B2BF6D0213A}" dt="2025-09-19T05:16:15.571" v="33" actId="164"/>
          <ac:picMkLst>
            <pc:docMk/>
            <pc:sldMk cId="0" sldId="280"/>
            <ac:picMk id="7" creationId="{61EB7DCE-962A-9335-ADB4-7CFEE1FDD1C5}"/>
          </ac:picMkLst>
        </pc:picChg>
        <pc:picChg chg="add mod">
          <ac:chgData name="Dr. Khurram Jadoon khan Asstt. Professor FCS" userId="684a1a15-bea5-4a17-9b67-1313be309245" providerId="ADAL" clId="{FA6A18CD-8C91-481B-AB6B-8B2BF6D0213A}" dt="2025-09-19T05:16:15.571" v="33" actId="164"/>
          <ac:picMkLst>
            <pc:docMk/>
            <pc:sldMk cId="0" sldId="280"/>
            <ac:picMk id="9" creationId="{57B696B0-3323-6A4F-5A03-3C0EE20317D8}"/>
          </ac:picMkLst>
        </pc:picChg>
      </pc:sldChg>
      <pc:sldChg chg="addSp modSp mod">
        <pc:chgData name="Dr. Khurram Jadoon khan Asstt. Professor FCS" userId="684a1a15-bea5-4a17-9b67-1313be309245" providerId="ADAL" clId="{FA6A18CD-8C91-481B-AB6B-8B2BF6D0213A}" dt="2025-09-24T04:02:25.819" v="365" actId="14100"/>
        <pc:sldMkLst>
          <pc:docMk/>
          <pc:sldMk cId="0" sldId="284"/>
        </pc:sldMkLst>
        <pc:spChg chg="mod">
          <ac:chgData name="Dr. Khurram Jadoon khan Asstt. Professor FCS" userId="684a1a15-bea5-4a17-9b67-1313be309245" providerId="ADAL" clId="{FA6A18CD-8C91-481B-AB6B-8B2BF6D0213A}" dt="2025-09-24T04:02:25.819" v="365" actId="14100"/>
          <ac:spMkLst>
            <pc:docMk/>
            <pc:sldMk cId="0" sldId="284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2:15.863" v="361" actId="164"/>
          <ac:spMkLst>
            <pc:docMk/>
            <pc:sldMk cId="0" sldId="284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2:15.863" v="361" actId="164"/>
          <ac:spMkLst>
            <pc:docMk/>
            <pc:sldMk cId="0" sldId="284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2:19.729" v="363" actId="1076"/>
          <ac:spMkLst>
            <pc:docMk/>
            <pc:sldMk cId="0" sldId="284"/>
            <ac:spMk id="6" creationId="{00000000-0000-0000-0000-000000000000}"/>
          </ac:spMkLst>
        </pc:spChg>
        <pc:grpChg chg="add mod">
          <ac:chgData name="Dr. Khurram Jadoon khan Asstt. Professor FCS" userId="684a1a15-bea5-4a17-9b67-1313be309245" providerId="ADAL" clId="{FA6A18CD-8C91-481B-AB6B-8B2BF6D0213A}" dt="2025-09-24T04:02:22.153" v="364" actId="14100"/>
          <ac:grpSpMkLst>
            <pc:docMk/>
            <pc:sldMk cId="0" sldId="284"/>
            <ac:grpSpMk id="7" creationId="{44E2B567-CCEC-C54A-B0A5-E5EB4633220E}"/>
          </ac:grpSpMkLst>
        </pc:grpChg>
      </pc:sldChg>
      <pc:sldChg chg="addSp modSp mod">
        <pc:chgData name="Dr. Khurram Jadoon khan Asstt. Professor FCS" userId="684a1a15-bea5-4a17-9b67-1313be309245" providerId="ADAL" clId="{FA6A18CD-8C91-481B-AB6B-8B2BF6D0213A}" dt="2025-09-24T04:06:02.389" v="411" actId="1076"/>
        <pc:sldMkLst>
          <pc:docMk/>
          <pc:sldMk cId="0" sldId="285"/>
        </pc:sldMkLst>
        <pc:spChg chg="mod">
          <ac:chgData name="Dr. Khurram Jadoon khan Asstt. Professor FCS" userId="684a1a15-bea5-4a17-9b67-1313be309245" providerId="ADAL" clId="{FA6A18CD-8C91-481B-AB6B-8B2BF6D0213A}" dt="2025-09-24T04:06:02.389" v="411" actId="1076"/>
          <ac:spMkLst>
            <pc:docMk/>
            <pc:sldMk cId="0" sldId="285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1:45.670" v="355" actId="1076"/>
          <ac:spMkLst>
            <pc:docMk/>
            <pc:sldMk cId="0" sldId="285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1:52.138" v="356" actId="164"/>
          <ac:spMkLst>
            <pc:docMk/>
            <pc:sldMk cId="0" sldId="285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1:52.138" v="356" actId="164"/>
          <ac:spMkLst>
            <pc:docMk/>
            <pc:sldMk cId="0" sldId="285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1:52.138" v="356" actId="164"/>
          <ac:spMkLst>
            <pc:docMk/>
            <pc:sldMk cId="0" sldId="285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1:52.138" v="356" actId="164"/>
          <ac:spMkLst>
            <pc:docMk/>
            <pc:sldMk cId="0" sldId="285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1:52.138" v="356" actId="164"/>
          <ac:spMkLst>
            <pc:docMk/>
            <pc:sldMk cId="0" sldId="285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1:57.155" v="358" actId="1076"/>
          <ac:spMkLst>
            <pc:docMk/>
            <pc:sldMk cId="0" sldId="285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1:52.138" v="356" actId="164"/>
          <ac:spMkLst>
            <pc:docMk/>
            <pc:sldMk cId="0" sldId="285"/>
            <ac:spMk id="10" creationId="{00000000-0000-0000-0000-000000000000}"/>
          </ac:spMkLst>
        </pc:spChg>
        <pc:grpChg chg="add mod">
          <ac:chgData name="Dr. Khurram Jadoon khan Asstt. Professor FCS" userId="684a1a15-bea5-4a17-9b67-1313be309245" providerId="ADAL" clId="{FA6A18CD-8C91-481B-AB6B-8B2BF6D0213A}" dt="2025-09-24T04:02:54.074" v="367" actId="14100"/>
          <ac:grpSpMkLst>
            <pc:docMk/>
            <pc:sldMk cId="0" sldId="285"/>
            <ac:grpSpMk id="11" creationId="{D168F16D-9621-D923-F817-DAF2A0E4CD76}"/>
          </ac:grpSpMkLst>
        </pc:grpChg>
      </pc:sldChg>
      <pc:sldChg chg="addSp modSp mod">
        <pc:chgData name="Dr. Khurram Jadoon khan Asstt. Professor FCS" userId="684a1a15-bea5-4a17-9b67-1313be309245" providerId="ADAL" clId="{FA6A18CD-8C91-481B-AB6B-8B2BF6D0213A}" dt="2025-09-24T04:03:44.574" v="374" actId="1076"/>
        <pc:sldMkLst>
          <pc:docMk/>
          <pc:sldMk cId="0" sldId="286"/>
        </pc:sldMkLst>
        <pc:spChg chg="mod">
          <ac:chgData name="Dr. Khurram Jadoon khan Asstt. Professor FCS" userId="684a1a15-bea5-4a17-9b67-1313be309245" providerId="ADAL" clId="{FA6A18CD-8C91-481B-AB6B-8B2BF6D0213A}" dt="2025-09-24T04:03:28.695" v="368" actId="1076"/>
          <ac:spMkLst>
            <pc:docMk/>
            <pc:sldMk cId="0" sldId="286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3:31.420" v="369" actId="14100"/>
          <ac:spMkLst>
            <pc:docMk/>
            <pc:sldMk cId="0" sldId="286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3:40.121" v="372" actId="164"/>
          <ac:spMkLst>
            <pc:docMk/>
            <pc:sldMk cId="0" sldId="286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3:40.121" v="372" actId="164"/>
          <ac:spMkLst>
            <pc:docMk/>
            <pc:sldMk cId="0" sldId="286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3:40.121" v="372" actId="164"/>
          <ac:spMkLst>
            <pc:docMk/>
            <pc:sldMk cId="0" sldId="286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3:40.121" v="372" actId="164"/>
          <ac:spMkLst>
            <pc:docMk/>
            <pc:sldMk cId="0" sldId="286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3:40.121" v="372" actId="164"/>
          <ac:spMkLst>
            <pc:docMk/>
            <pc:sldMk cId="0" sldId="286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3:40.121" v="372" actId="164"/>
          <ac:spMkLst>
            <pc:docMk/>
            <pc:sldMk cId="0" sldId="286"/>
            <ac:spMk id="9" creationId="{00000000-0000-0000-0000-000000000000}"/>
          </ac:spMkLst>
        </pc:spChg>
        <pc:grpChg chg="add mod">
          <ac:chgData name="Dr. Khurram Jadoon khan Asstt. Professor FCS" userId="684a1a15-bea5-4a17-9b67-1313be309245" providerId="ADAL" clId="{FA6A18CD-8C91-481B-AB6B-8B2BF6D0213A}" dt="2025-09-24T04:03:44.574" v="374" actId="1076"/>
          <ac:grpSpMkLst>
            <pc:docMk/>
            <pc:sldMk cId="0" sldId="286"/>
            <ac:grpSpMk id="11" creationId="{65C42ADB-8A89-CADD-3FAE-5DA4104D4F6B}"/>
          </ac:grpSpMkLst>
        </pc:grpChg>
      </pc:sldChg>
      <pc:sldChg chg="addSp modSp mod">
        <pc:chgData name="Dr. Khurram Jadoon khan Asstt. Professor FCS" userId="684a1a15-bea5-4a17-9b67-1313be309245" providerId="ADAL" clId="{FA6A18CD-8C91-481B-AB6B-8B2BF6D0213A}" dt="2025-09-24T04:04:17.646" v="384" actId="1076"/>
        <pc:sldMkLst>
          <pc:docMk/>
          <pc:sldMk cId="0" sldId="287"/>
        </pc:sldMkLst>
        <pc:spChg chg="mod">
          <ac:chgData name="Dr. Khurram Jadoon khan Asstt. Professor FCS" userId="684a1a15-bea5-4a17-9b67-1313be309245" providerId="ADAL" clId="{FA6A18CD-8C91-481B-AB6B-8B2BF6D0213A}" dt="2025-09-24T04:03:58.035" v="375" actId="1076"/>
          <ac:spMkLst>
            <pc:docMk/>
            <pc:sldMk cId="0" sldId="287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4:05.760" v="379" actId="14100"/>
          <ac:spMkLst>
            <pc:docMk/>
            <pc:sldMk cId="0" sldId="287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4:13.586" v="382" actId="164"/>
          <ac:spMkLst>
            <pc:docMk/>
            <pc:sldMk cId="0" sldId="287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4:13.586" v="382" actId="164"/>
          <ac:spMkLst>
            <pc:docMk/>
            <pc:sldMk cId="0" sldId="287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4:13.586" v="382" actId="164"/>
          <ac:spMkLst>
            <pc:docMk/>
            <pc:sldMk cId="0" sldId="287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4:13.586" v="382" actId="164"/>
          <ac:spMkLst>
            <pc:docMk/>
            <pc:sldMk cId="0" sldId="287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4:13.586" v="382" actId="164"/>
          <ac:spMkLst>
            <pc:docMk/>
            <pc:sldMk cId="0" sldId="287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4:13.586" v="382" actId="164"/>
          <ac:spMkLst>
            <pc:docMk/>
            <pc:sldMk cId="0" sldId="287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4:13.586" v="382" actId="164"/>
          <ac:spMkLst>
            <pc:docMk/>
            <pc:sldMk cId="0" sldId="287"/>
            <ac:spMk id="11" creationId="{00000000-0000-0000-0000-000000000000}"/>
          </ac:spMkLst>
        </pc:spChg>
        <pc:grpChg chg="add mod">
          <ac:chgData name="Dr. Khurram Jadoon khan Asstt. Professor FCS" userId="684a1a15-bea5-4a17-9b67-1313be309245" providerId="ADAL" clId="{FA6A18CD-8C91-481B-AB6B-8B2BF6D0213A}" dt="2025-09-24T04:04:17.646" v="384" actId="1076"/>
          <ac:grpSpMkLst>
            <pc:docMk/>
            <pc:sldMk cId="0" sldId="287"/>
            <ac:grpSpMk id="12" creationId="{DF7FC68E-38DA-FCA4-E34C-4116AF2A0C79}"/>
          </ac:grpSpMkLst>
        </pc:grpChg>
      </pc:sldChg>
      <pc:sldChg chg="addSp modSp mod">
        <pc:chgData name="Dr. Khurram Jadoon khan Asstt. Professor FCS" userId="684a1a15-bea5-4a17-9b67-1313be309245" providerId="ADAL" clId="{FA6A18CD-8C91-481B-AB6B-8B2BF6D0213A}" dt="2025-09-24T04:04:40.050" v="392" actId="1076"/>
        <pc:sldMkLst>
          <pc:docMk/>
          <pc:sldMk cId="0" sldId="288"/>
        </pc:sldMkLst>
        <pc:spChg chg="mod">
          <ac:chgData name="Dr. Khurram Jadoon khan Asstt. Professor FCS" userId="684a1a15-bea5-4a17-9b67-1313be309245" providerId="ADAL" clId="{FA6A18CD-8C91-481B-AB6B-8B2BF6D0213A}" dt="2025-09-24T04:04:24.287" v="385" actId="1076"/>
          <ac:spMkLst>
            <pc:docMk/>
            <pc:sldMk cId="0" sldId="288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4:28.884" v="387" actId="14100"/>
          <ac:spMkLst>
            <pc:docMk/>
            <pc:sldMk cId="0" sldId="288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4:36.561" v="390" actId="164"/>
          <ac:spMkLst>
            <pc:docMk/>
            <pc:sldMk cId="0" sldId="288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4:36.561" v="390" actId="164"/>
          <ac:spMkLst>
            <pc:docMk/>
            <pc:sldMk cId="0" sldId="288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4:36.561" v="390" actId="164"/>
          <ac:spMkLst>
            <pc:docMk/>
            <pc:sldMk cId="0" sldId="288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4:36.561" v="390" actId="164"/>
          <ac:spMkLst>
            <pc:docMk/>
            <pc:sldMk cId="0" sldId="288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4:36.561" v="390" actId="164"/>
          <ac:spMkLst>
            <pc:docMk/>
            <pc:sldMk cId="0" sldId="288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4:36.561" v="390" actId="164"/>
          <ac:spMkLst>
            <pc:docMk/>
            <pc:sldMk cId="0" sldId="288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4:36.561" v="390" actId="164"/>
          <ac:spMkLst>
            <pc:docMk/>
            <pc:sldMk cId="0" sldId="288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4:36.561" v="390" actId="164"/>
          <ac:spMkLst>
            <pc:docMk/>
            <pc:sldMk cId="0" sldId="288"/>
            <ac:spMk id="11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4:36.561" v="390" actId="164"/>
          <ac:spMkLst>
            <pc:docMk/>
            <pc:sldMk cId="0" sldId="288"/>
            <ac:spMk id="12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4:36.561" v="390" actId="164"/>
          <ac:spMkLst>
            <pc:docMk/>
            <pc:sldMk cId="0" sldId="288"/>
            <ac:spMk id="13" creationId="{00000000-0000-0000-0000-000000000000}"/>
          </ac:spMkLst>
        </pc:spChg>
        <pc:grpChg chg="mod">
          <ac:chgData name="Dr. Khurram Jadoon khan Asstt. Professor FCS" userId="684a1a15-bea5-4a17-9b67-1313be309245" providerId="ADAL" clId="{FA6A18CD-8C91-481B-AB6B-8B2BF6D0213A}" dt="2025-09-24T04:04:40.050" v="392" actId="1076"/>
          <ac:grpSpMkLst>
            <pc:docMk/>
            <pc:sldMk cId="0" sldId="288"/>
            <ac:grpSpMk id="16" creationId="{B72F7AB3-D4BE-52E8-0D8E-051FAB0F0C13}"/>
          </ac:grpSpMkLst>
        </pc:grpChg>
      </pc:sldChg>
      <pc:sldChg chg="addSp modSp mod">
        <pc:chgData name="Dr. Khurram Jadoon khan Asstt. Professor FCS" userId="684a1a15-bea5-4a17-9b67-1313be309245" providerId="ADAL" clId="{FA6A18CD-8C91-481B-AB6B-8B2BF6D0213A}" dt="2025-09-24T04:04:58.782" v="398" actId="1076"/>
        <pc:sldMkLst>
          <pc:docMk/>
          <pc:sldMk cId="0" sldId="289"/>
        </pc:sldMkLst>
        <pc:spChg chg="mod">
          <ac:chgData name="Dr. Khurram Jadoon khan Asstt. Professor FCS" userId="684a1a15-bea5-4a17-9b67-1313be309245" providerId="ADAL" clId="{FA6A18CD-8C91-481B-AB6B-8B2BF6D0213A}" dt="2025-09-24T04:04:44.804" v="393" actId="1076"/>
          <ac:spMkLst>
            <pc:docMk/>
            <pc:sldMk cId="0" sldId="289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4:50.004" v="395" actId="14100"/>
          <ac:spMkLst>
            <pc:docMk/>
            <pc:sldMk cId="0" sldId="289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4:55.354" v="396" actId="164"/>
          <ac:spMkLst>
            <pc:docMk/>
            <pc:sldMk cId="0" sldId="289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4:55.354" v="396" actId="164"/>
          <ac:spMkLst>
            <pc:docMk/>
            <pc:sldMk cId="0" sldId="289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4:55.354" v="396" actId="164"/>
          <ac:spMkLst>
            <pc:docMk/>
            <pc:sldMk cId="0" sldId="289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4:55.354" v="396" actId="164"/>
          <ac:spMkLst>
            <pc:docMk/>
            <pc:sldMk cId="0" sldId="289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4:55.354" v="396" actId="164"/>
          <ac:spMkLst>
            <pc:docMk/>
            <pc:sldMk cId="0" sldId="289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4:55.354" v="396" actId="164"/>
          <ac:spMkLst>
            <pc:docMk/>
            <pc:sldMk cId="0" sldId="289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4:55.354" v="396" actId="164"/>
          <ac:spMkLst>
            <pc:docMk/>
            <pc:sldMk cId="0" sldId="289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4:55.354" v="396" actId="164"/>
          <ac:spMkLst>
            <pc:docMk/>
            <pc:sldMk cId="0" sldId="289"/>
            <ac:spMk id="11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4:55.354" v="396" actId="164"/>
          <ac:spMkLst>
            <pc:docMk/>
            <pc:sldMk cId="0" sldId="289"/>
            <ac:spMk id="12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4:55.354" v="396" actId="164"/>
          <ac:spMkLst>
            <pc:docMk/>
            <pc:sldMk cId="0" sldId="289"/>
            <ac:spMk id="14" creationId="{00000000-0000-0000-0000-000000000000}"/>
          </ac:spMkLst>
        </pc:spChg>
        <pc:grpChg chg="mod">
          <ac:chgData name="Dr. Khurram Jadoon khan Asstt. Professor FCS" userId="684a1a15-bea5-4a17-9b67-1313be309245" providerId="ADAL" clId="{FA6A18CD-8C91-481B-AB6B-8B2BF6D0213A}" dt="2025-09-24T04:04:58.782" v="398" actId="1076"/>
          <ac:grpSpMkLst>
            <pc:docMk/>
            <pc:sldMk cId="0" sldId="289"/>
            <ac:grpSpMk id="15" creationId="{411D6268-3F02-62F1-E5FE-A10DE6738A5D}"/>
          </ac:grpSpMkLst>
        </pc:grpChg>
      </pc:sldChg>
      <pc:sldChg chg="addSp modSp mod">
        <pc:chgData name="Dr. Khurram Jadoon khan Asstt. Professor FCS" userId="684a1a15-bea5-4a17-9b67-1313be309245" providerId="ADAL" clId="{FA6A18CD-8C91-481B-AB6B-8B2BF6D0213A}" dt="2025-09-24T04:05:21.837" v="405" actId="1076"/>
        <pc:sldMkLst>
          <pc:docMk/>
          <pc:sldMk cId="0" sldId="290"/>
        </pc:sldMkLst>
        <pc:spChg chg="mod">
          <ac:chgData name="Dr. Khurram Jadoon khan Asstt. Professor FCS" userId="684a1a15-bea5-4a17-9b67-1313be309245" providerId="ADAL" clId="{FA6A18CD-8C91-481B-AB6B-8B2BF6D0213A}" dt="2025-09-24T04:05:04.857" v="399" actId="1076"/>
          <ac:spMkLst>
            <pc:docMk/>
            <pc:sldMk cId="0" sldId="290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5:09.246" v="401" actId="14100"/>
          <ac:spMkLst>
            <pc:docMk/>
            <pc:sldMk cId="0" sldId="290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5:17.226" v="403" actId="164"/>
          <ac:spMkLst>
            <pc:docMk/>
            <pc:sldMk cId="0" sldId="290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5:17.226" v="403" actId="164"/>
          <ac:spMkLst>
            <pc:docMk/>
            <pc:sldMk cId="0" sldId="290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5:17.226" v="403" actId="164"/>
          <ac:spMkLst>
            <pc:docMk/>
            <pc:sldMk cId="0" sldId="290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5:17.226" v="403" actId="164"/>
          <ac:spMkLst>
            <pc:docMk/>
            <pc:sldMk cId="0" sldId="290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5:17.226" v="403" actId="164"/>
          <ac:spMkLst>
            <pc:docMk/>
            <pc:sldMk cId="0" sldId="290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5:17.226" v="403" actId="164"/>
          <ac:spMkLst>
            <pc:docMk/>
            <pc:sldMk cId="0" sldId="290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5:17.226" v="403" actId="164"/>
          <ac:spMkLst>
            <pc:docMk/>
            <pc:sldMk cId="0" sldId="290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5:17.226" v="403" actId="164"/>
          <ac:spMkLst>
            <pc:docMk/>
            <pc:sldMk cId="0" sldId="290"/>
            <ac:spMk id="11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5:17.226" v="403" actId="164"/>
          <ac:spMkLst>
            <pc:docMk/>
            <pc:sldMk cId="0" sldId="290"/>
            <ac:spMk id="12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5:17.226" v="403" actId="164"/>
          <ac:spMkLst>
            <pc:docMk/>
            <pc:sldMk cId="0" sldId="290"/>
            <ac:spMk id="14" creationId="{00000000-0000-0000-0000-000000000000}"/>
          </ac:spMkLst>
        </pc:spChg>
        <pc:grpChg chg="mod">
          <ac:chgData name="Dr. Khurram Jadoon khan Asstt. Professor FCS" userId="684a1a15-bea5-4a17-9b67-1313be309245" providerId="ADAL" clId="{FA6A18CD-8C91-481B-AB6B-8B2BF6D0213A}" dt="2025-09-24T04:05:21.837" v="405" actId="1076"/>
          <ac:grpSpMkLst>
            <pc:docMk/>
            <pc:sldMk cId="0" sldId="290"/>
            <ac:grpSpMk id="15" creationId="{B5EF4AF9-7AC1-3059-9116-FE927C6C7E88}"/>
          </ac:grpSpMkLst>
        </pc:grpChg>
      </pc:sldChg>
      <pc:sldChg chg="modSp mod">
        <pc:chgData name="Dr. Khurram Jadoon khan Asstt. Professor FCS" userId="684a1a15-bea5-4a17-9b67-1313be309245" providerId="ADAL" clId="{FA6A18CD-8C91-481B-AB6B-8B2BF6D0213A}" dt="2025-09-24T04:05:30.163" v="407" actId="14100"/>
        <pc:sldMkLst>
          <pc:docMk/>
          <pc:sldMk cId="0" sldId="291"/>
        </pc:sldMkLst>
        <pc:spChg chg="mod">
          <ac:chgData name="Dr. Khurram Jadoon khan Asstt. Professor FCS" userId="684a1a15-bea5-4a17-9b67-1313be309245" providerId="ADAL" clId="{FA6A18CD-8C91-481B-AB6B-8B2BF6D0213A}" dt="2025-09-24T03:59:30.520" v="331" actId="14100"/>
          <ac:spMkLst>
            <pc:docMk/>
            <pc:sldMk cId="0" sldId="291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5:30.163" v="407" actId="14100"/>
          <ac:spMkLst>
            <pc:docMk/>
            <pc:sldMk cId="0" sldId="291"/>
            <ac:spMk id="3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FA6A18CD-8C91-481B-AB6B-8B2BF6D0213A}" dt="2025-09-24T04:05:43.493" v="408" actId="1076"/>
        <pc:sldMkLst>
          <pc:docMk/>
          <pc:sldMk cId="0" sldId="297"/>
        </pc:sldMkLst>
        <pc:spChg chg="mod">
          <ac:chgData name="Dr. Khurram Jadoon khan Asstt. Professor FCS" userId="684a1a15-bea5-4a17-9b67-1313be309245" providerId="ADAL" clId="{FA6A18CD-8C91-481B-AB6B-8B2BF6D0213A}" dt="2025-09-24T04:05:43.493" v="408" actId="1076"/>
          <ac:spMkLst>
            <pc:docMk/>
            <pc:sldMk cId="0" sldId="297"/>
            <ac:spMk id="2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FA6A18CD-8C91-481B-AB6B-8B2BF6D0213A}" dt="2025-09-24T04:05:47.752" v="409" actId="1076"/>
        <pc:sldMkLst>
          <pc:docMk/>
          <pc:sldMk cId="0" sldId="298"/>
        </pc:sldMkLst>
        <pc:spChg chg="mod">
          <ac:chgData name="Dr. Khurram Jadoon khan Asstt. Professor FCS" userId="684a1a15-bea5-4a17-9b67-1313be309245" providerId="ADAL" clId="{FA6A18CD-8C91-481B-AB6B-8B2BF6D0213A}" dt="2025-09-24T04:05:47.752" v="409" actId="1076"/>
          <ac:spMkLst>
            <pc:docMk/>
            <pc:sldMk cId="0" sldId="298"/>
            <ac:spMk id="2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FA6A18CD-8C91-481B-AB6B-8B2BF6D0213A}" dt="2025-09-24T04:05:51.401" v="410" actId="1076"/>
        <pc:sldMkLst>
          <pc:docMk/>
          <pc:sldMk cId="0" sldId="299"/>
        </pc:sldMkLst>
        <pc:spChg chg="mod">
          <ac:chgData name="Dr. Khurram Jadoon khan Asstt. Professor FCS" userId="684a1a15-bea5-4a17-9b67-1313be309245" providerId="ADAL" clId="{FA6A18CD-8C91-481B-AB6B-8B2BF6D0213A}" dt="2025-09-24T04:05:51.401" v="410" actId="1076"/>
          <ac:spMkLst>
            <pc:docMk/>
            <pc:sldMk cId="0" sldId="299"/>
            <ac:spMk id="3" creationId="{00000000-0000-0000-0000-000000000000}"/>
          </ac:spMkLst>
        </pc:spChg>
      </pc:sldChg>
      <pc:sldChg chg="addSp delSp modSp mod">
        <pc:chgData name="Dr. Khurram Jadoon khan Asstt. Professor FCS" userId="684a1a15-bea5-4a17-9b67-1313be309245" providerId="ADAL" clId="{FA6A18CD-8C91-481B-AB6B-8B2BF6D0213A}" dt="2025-09-19T05:35:14.513" v="183" actId="403"/>
        <pc:sldMkLst>
          <pc:docMk/>
          <pc:sldMk cId="3814310000" sldId="307"/>
        </pc:sldMkLst>
        <pc:spChg chg="mod">
          <ac:chgData name="Dr. Khurram Jadoon khan Asstt. Professor FCS" userId="684a1a15-bea5-4a17-9b67-1313be309245" providerId="ADAL" clId="{FA6A18CD-8C91-481B-AB6B-8B2BF6D0213A}" dt="2025-09-19T05:23:14.451" v="49" actId="14100"/>
          <ac:spMkLst>
            <pc:docMk/>
            <pc:sldMk cId="3814310000" sldId="307"/>
            <ac:spMk id="2" creationId="{A215D4AA-4110-F515-A343-217DD86577B6}"/>
          </ac:spMkLst>
        </pc:spChg>
        <pc:spChg chg="mod">
          <ac:chgData name="Dr. Khurram Jadoon khan Asstt. Professor FCS" userId="684a1a15-bea5-4a17-9b67-1313be309245" providerId="ADAL" clId="{FA6A18CD-8C91-481B-AB6B-8B2BF6D0213A}" dt="2025-09-19T05:23:21.027" v="52" actId="14100"/>
          <ac:spMkLst>
            <pc:docMk/>
            <pc:sldMk cId="3814310000" sldId="307"/>
            <ac:spMk id="3" creationId="{358B5097-4B27-5DC1-8DB6-0B71A67BCFC5}"/>
          </ac:spMkLst>
        </pc:spChg>
        <pc:spChg chg="add mod">
          <ac:chgData name="Dr. Khurram Jadoon khan Asstt. Professor FCS" userId="684a1a15-bea5-4a17-9b67-1313be309245" providerId="ADAL" clId="{FA6A18CD-8C91-481B-AB6B-8B2BF6D0213A}" dt="2025-09-19T05:35:14.513" v="183" actId="403"/>
          <ac:spMkLst>
            <pc:docMk/>
            <pc:sldMk cId="3814310000" sldId="307"/>
            <ac:spMk id="7" creationId="{7FCEF491-6080-4667-B86D-EC130D1188D1}"/>
          </ac:spMkLst>
        </pc:spChg>
        <pc:picChg chg="add mod">
          <ac:chgData name="Dr. Khurram Jadoon khan Asstt. Professor FCS" userId="684a1a15-bea5-4a17-9b67-1313be309245" providerId="ADAL" clId="{FA6A18CD-8C91-481B-AB6B-8B2BF6D0213A}" dt="2025-09-19T05:23:54.018" v="58" actId="1076"/>
          <ac:picMkLst>
            <pc:docMk/>
            <pc:sldMk cId="3814310000" sldId="307"/>
            <ac:picMk id="5" creationId="{994B7527-C2B8-25C6-F860-E7F8A5A5F9B1}"/>
          </ac:picMkLst>
        </pc:picChg>
      </pc:sldChg>
      <pc:sldChg chg="addSp delSp modSp mod">
        <pc:chgData name="Dr. Khurram Jadoon khan Asstt. Professor FCS" userId="684a1a15-bea5-4a17-9b67-1313be309245" providerId="ADAL" clId="{FA6A18CD-8C91-481B-AB6B-8B2BF6D0213A}" dt="2025-09-19T05:31:50.383" v="161" actId="478"/>
        <pc:sldMkLst>
          <pc:docMk/>
          <pc:sldMk cId="4184484795" sldId="310"/>
        </pc:sldMkLst>
        <pc:picChg chg="mod">
          <ac:chgData name="Dr. Khurram Jadoon khan Asstt. Professor FCS" userId="684a1a15-bea5-4a17-9b67-1313be309245" providerId="ADAL" clId="{FA6A18CD-8C91-481B-AB6B-8B2BF6D0213A}" dt="2025-09-19T05:18:03.307" v="36" actId="1076"/>
          <ac:picMkLst>
            <pc:docMk/>
            <pc:sldMk cId="4184484795" sldId="310"/>
            <ac:picMk id="5" creationId="{697CBD29-32B7-B034-6925-E1E7E1FE9F6A}"/>
          </ac:picMkLst>
        </pc:picChg>
      </pc:sldChg>
      <pc:sldChg chg="addSp delSp modSp mod">
        <pc:chgData name="Dr. Khurram Jadoon khan Asstt. Professor FCS" userId="684a1a15-bea5-4a17-9b67-1313be309245" providerId="ADAL" clId="{FA6A18CD-8C91-481B-AB6B-8B2BF6D0213A}" dt="2025-09-24T04:00:45.967" v="341" actId="108"/>
        <pc:sldMkLst>
          <pc:docMk/>
          <pc:sldMk cId="2991814883" sldId="312"/>
        </pc:sldMkLst>
        <pc:spChg chg="add mod">
          <ac:chgData name="Dr. Khurram Jadoon khan Asstt. Professor FCS" userId="684a1a15-bea5-4a17-9b67-1313be309245" providerId="ADAL" clId="{FA6A18CD-8C91-481B-AB6B-8B2BF6D0213A}" dt="2025-09-19T05:46:47.336" v="295" actId="403"/>
          <ac:spMkLst>
            <pc:docMk/>
            <pc:sldMk cId="2991814883" sldId="312"/>
            <ac:spMk id="5" creationId="{04DA68C5-F4CE-296E-34E9-5862CDED970B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0:45.967" v="341" actId="108"/>
          <ac:spMkLst>
            <pc:docMk/>
            <pc:sldMk cId="2991814883" sldId="312"/>
            <ac:spMk id="6" creationId="{7D502CFE-42A6-8C99-7D0B-7875C5C2FF47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0:31.691" v="336" actId="21"/>
          <ac:spMkLst>
            <pc:docMk/>
            <pc:sldMk cId="2991814883" sldId="312"/>
            <ac:spMk id="8" creationId="{FA189231-2CEA-7772-EC4E-9E1D8D041889}"/>
          </ac:spMkLst>
        </pc:spChg>
        <pc:spChg chg="mod">
          <ac:chgData name="Dr. Khurram Jadoon khan Asstt. Professor FCS" userId="684a1a15-bea5-4a17-9b67-1313be309245" providerId="ADAL" clId="{FA6A18CD-8C91-481B-AB6B-8B2BF6D0213A}" dt="2025-09-24T04:00:05.528" v="335" actId="14100"/>
          <ac:spMkLst>
            <pc:docMk/>
            <pc:sldMk cId="2991814883" sldId="312"/>
            <ac:spMk id="10" creationId="{A1B3B6EF-008F-3462-C44D-27E678750BF2}"/>
          </ac:spMkLst>
        </pc:spChg>
      </pc:sldChg>
      <pc:sldChg chg="modSp mod">
        <pc:chgData name="Dr. Khurram Jadoon khan Asstt. Professor FCS" userId="684a1a15-bea5-4a17-9b67-1313be309245" providerId="ADAL" clId="{FA6A18CD-8C91-481B-AB6B-8B2BF6D0213A}" dt="2025-09-19T05:46:58.041" v="297" actId="14100"/>
        <pc:sldMkLst>
          <pc:docMk/>
          <pc:sldMk cId="3841839522" sldId="314"/>
        </pc:sldMkLst>
        <pc:picChg chg="mod">
          <ac:chgData name="Dr. Khurram Jadoon khan Asstt. Professor FCS" userId="684a1a15-bea5-4a17-9b67-1313be309245" providerId="ADAL" clId="{FA6A18CD-8C91-481B-AB6B-8B2BF6D0213A}" dt="2025-09-19T05:46:58.041" v="297" actId="14100"/>
          <ac:picMkLst>
            <pc:docMk/>
            <pc:sldMk cId="3841839522" sldId="314"/>
            <ac:picMk id="5" creationId="{A30650A5-1A3A-A7D3-BD90-126FA10F13D8}"/>
          </ac:picMkLst>
        </pc:picChg>
      </pc:sldChg>
      <pc:sldChg chg="addSp delSp modSp new mod">
        <pc:chgData name="Dr. Khurram Jadoon khan Asstt. Professor FCS" userId="684a1a15-bea5-4a17-9b67-1313be309245" providerId="ADAL" clId="{FA6A18CD-8C91-481B-AB6B-8B2BF6D0213A}" dt="2025-09-19T05:32:19.409" v="179" actId="20577"/>
        <pc:sldMkLst>
          <pc:docMk/>
          <pc:sldMk cId="3319646007" sldId="315"/>
        </pc:sldMkLst>
        <pc:spChg chg="add mod">
          <ac:chgData name="Dr. Khurram Jadoon khan Asstt. Professor FCS" userId="684a1a15-bea5-4a17-9b67-1313be309245" providerId="ADAL" clId="{FA6A18CD-8C91-481B-AB6B-8B2BF6D0213A}" dt="2025-09-19T05:32:19.409" v="179" actId="20577"/>
          <ac:spMkLst>
            <pc:docMk/>
            <pc:sldMk cId="3319646007" sldId="315"/>
            <ac:spMk id="6" creationId="{96025926-1167-D3EE-658E-52EAE95340C7}"/>
          </ac:spMkLst>
        </pc:spChg>
        <pc:picChg chg="add mod">
          <ac:chgData name="Dr. Khurram Jadoon khan Asstt. Professor FCS" userId="684a1a15-bea5-4a17-9b67-1313be309245" providerId="ADAL" clId="{FA6A18CD-8C91-481B-AB6B-8B2BF6D0213A}" dt="2025-09-19T05:19:37.437" v="45" actId="14100"/>
          <ac:picMkLst>
            <pc:docMk/>
            <pc:sldMk cId="3319646007" sldId="315"/>
            <ac:picMk id="5" creationId="{C08E9513-239E-1D6A-E97C-EED4DCDA21BF}"/>
          </ac:picMkLst>
        </pc:picChg>
      </pc:sldChg>
      <pc:sldChg chg="delSp modSp new mod">
        <pc:chgData name="Dr. Khurram Jadoon khan Asstt. Professor FCS" userId="684a1a15-bea5-4a17-9b67-1313be309245" providerId="ADAL" clId="{FA6A18CD-8C91-481B-AB6B-8B2BF6D0213A}" dt="2025-09-19T05:28:02.734" v="107" actId="1076"/>
        <pc:sldMkLst>
          <pc:docMk/>
          <pc:sldMk cId="2886131133" sldId="316"/>
        </pc:sldMkLst>
        <pc:spChg chg="mod">
          <ac:chgData name="Dr. Khurram Jadoon khan Asstt. Professor FCS" userId="684a1a15-bea5-4a17-9b67-1313be309245" providerId="ADAL" clId="{FA6A18CD-8C91-481B-AB6B-8B2BF6D0213A}" dt="2025-09-19T05:28:02.734" v="107" actId="1076"/>
          <ac:spMkLst>
            <pc:docMk/>
            <pc:sldMk cId="2886131133" sldId="316"/>
            <ac:spMk id="2" creationId="{5E017BEE-CFC4-D054-E799-621131B51784}"/>
          </ac:spMkLst>
        </pc:spChg>
      </pc:sldChg>
    </pc:docChg>
  </pc:docChgLst>
  <pc:docChgLst>
    <pc:chgData name="Dr. Khurram Jadoon khan Asstt. Professor FCS" userId="684a1a15-bea5-4a17-9b67-1313be309245" providerId="ADAL" clId="{23B6D20C-6764-44D9-9B7B-98EEF745D19B}"/>
    <pc:docChg chg="undo custSel delSld modSld modMainMaster modNotesMaster">
      <pc:chgData name="Dr. Khurram Jadoon khan Asstt. Professor FCS" userId="684a1a15-bea5-4a17-9b67-1313be309245" providerId="ADAL" clId="{23B6D20C-6764-44D9-9B7B-98EEF745D19B}" dt="2025-09-17T02:25:50.876" v="290" actId="14100"/>
      <pc:docMkLst>
        <pc:docMk/>
      </pc:docMkLst>
      <pc:sldChg chg="modSp mod">
        <pc:chgData name="Dr. Khurram Jadoon khan Asstt. Professor FCS" userId="684a1a15-bea5-4a17-9b67-1313be309245" providerId="ADAL" clId="{23B6D20C-6764-44D9-9B7B-98EEF745D19B}" dt="2025-09-17T02:08:38.294" v="204" actId="20577"/>
        <pc:sldMkLst>
          <pc:docMk/>
          <pc:sldMk cId="0" sldId="256"/>
        </pc:sldMkLst>
        <pc:spChg chg="mod">
          <ac:chgData name="Dr. Khurram Jadoon khan Asstt. Professor FCS" userId="684a1a15-bea5-4a17-9b67-1313be309245" providerId="ADAL" clId="{23B6D20C-6764-44D9-9B7B-98EEF745D19B}" dt="2025-09-17T02:08:38.294" v="204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23B6D20C-6764-44D9-9B7B-98EEF745D19B}" dt="2025-09-17T02:08:48.802" v="207" actId="1076"/>
        <pc:sldMkLst>
          <pc:docMk/>
          <pc:sldMk cId="0" sldId="257"/>
        </pc:sldMkLst>
        <pc:spChg chg="mod">
          <ac:chgData name="Dr. Khurram Jadoon khan Asstt. Professor FCS" userId="684a1a15-bea5-4a17-9b67-1313be309245" providerId="ADAL" clId="{23B6D20C-6764-44D9-9B7B-98EEF745D19B}" dt="2025-09-17T02:08:44.213" v="205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57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2:08:48.802" v="207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57"/>
            <ac:spMk id="5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23B6D20C-6764-44D9-9B7B-98EEF745D19B}" dt="2025-09-17T02:09:46.860" v="215" actId="122"/>
        <pc:sldMkLst>
          <pc:docMk/>
          <pc:sldMk cId="0" sldId="260"/>
        </pc:sldMkLst>
        <pc:spChg chg="mod">
          <ac:chgData name="Dr. Khurram Jadoon khan Asstt. Professor FCS" userId="684a1a15-bea5-4a17-9b67-1313be309245" providerId="ADAL" clId="{23B6D20C-6764-44D9-9B7B-98EEF745D19B}" dt="2025-09-17T01:50:26.305" v="21" actId="14100"/>
          <ac:spMkLst>
            <pc:docMk/>
            <pc:sldMk cId="0" sldId="260"/>
            <ac:spMk id="14" creationId="{43381827-3E0F-EF6F-941B-74A1030DDFD1}"/>
          </ac:spMkLst>
        </pc:spChg>
        <pc:spChg chg="mod">
          <ac:chgData name="Dr. Khurram Jadoon khan Asstt. Professor FCS" userId="684a1a15-bea5-4a17-9b67-1313be309245" providerId="ADAL" clId="{23B6D20C-6764-44D9-9B7B-98EEF745D19B}" dt="2025-09-17T02:09:46.860" v="215" actId="122"/>
          <ac:spMkLst>
            <pc:docMk/>
            <pc:sldMk cId="0" sldId="260"/>
            <ac:spMk id="16" creationId="{781D6A23-2320-19DB-71B2-BAE15FE015F6}"/>
          </ac:spMkLst>
        </pc:spChg>
      </pc:sldChg>
      <pc:sldChg chg="delSp modSp mod">
        <pc:chgData name="Dr. Khurram Jadoon khan Asstt. Professor FCS" userId="684a1a15-bea5-4a17-9b67-1313be309245" providerId="ADAL" clId="{23B6D20C-6764-44D9-9B7B-98EEF745D19B}" dt="2025-09-17T02:11:37.529" v="239" actId="1076"/>
        <pc:sldMkLst>
          <pc:docMk/>
          <pc:sldMk cId="0" sldId="261"/>
        </pc:sldMkLst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61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2:11:37.529" v="239" actId="1076"/>
          <ac:spMkLst>
            <pc:docMk/>
            <pc:sldMk cId="0" sldId="261"/>
            <ac:spMk id="3" creationId="{00000000-0000-0000-0000-000000000000}"/>
          </ac:spMkLst>
        </pc:spChg>
      </pc:sldChg>
      <pc:sldChg chg="delSp modSp mod">
        <pc:chgData name="Dr. Khurram Jadoon khan Asstt. Professor FCS" userId="684a1a15-bea5-4a17-9b67-1313be309245" providerId="ADAL" clId="{23B6D20C-6764-44D9-9B7B-98EEF745D19B}" dt="2025-09-17T01:58:08.913" v="123" actId="403"/>
        <pc:sldMkLst>
          <pc:docMk/>
          <pc:sldMk cId="0" sldId="262"/>
        </pc:sldMkLst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62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7:57.595" v="121" actId="1076"/>
          <ac:spMkLst>
            <pc:docMk/>
            <pc:sldMk cId="0" sldId="262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7:57.595" v="121" actId="1076"/>
          <ac:spMkLst>
            <pc:docMk/>
            <pc:sldMk cId="0" sldId="262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7:57.595" v="121" actId="1076"/>
          <ac:spMkLst>
            <pc:docMk/>
            <pc:sldMk cId="0" sldId="262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8:08.913" v="123" actId="403"/>
          <ac:spMkLst>
            <pc:docMk/>
            <pc:sldMk cId="0" sldId="262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7:57.595" v="121" actId="1076"/>
          <ac:spMkLst>
            <pc:docMk/>
            <pc:sldMk cId="0" sldId="262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7:57.595" v="121" actId="1076"/>
          <ac:spMkLst>
            <pc:docMk/>
            <pc:sldMk cId="0" sldId="262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7:57.595" v="121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7:57.595" v="121" actId="1076"/>
          <ac:spMkLst>
            <pc:docMk/>
            <pc:sldMk cId="0" sldId="262"/>
            <ac:spMk id="11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23B6D20C-6764-44D9-9B7B-98EEF745D19B}" dt="2025-09-17T02:23:46.274" v="271" actId="14100"/>
        <pc:sldMkLst>
          <pc:docMk/>
          <pc:sldMk cId="0" sldId="264"/>
        </pc:sldMkLst>
        <pc:spChg chg="mod">
          <ac:chgData name="Dr. Khurram Jadoon khan Asstt. Professor FCS" userId="684a1a15-bea5-4a17-9b67-1313be309245" providerId="ADAL" clId="{23B6D20C-6764-44D9-9B7B-98EEF745D19B}" dt="2025-09-17T02:23:38.512" v="269" actId="1076"/>
          <ac:spMkLst>
            <pc:docMk/>
            <pc:sldMk cId="0" sldId="264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2:23:46.274" v="271" actId="14100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23B6D20C-6764-44D9-9B7B-98EEF745D19B}" dt="2025-09-17T02:02:10.775" v="147" actId="14100"/>
        <pc:sldMkLst>
          <pc:docMk/>
          <pc:sldMk cId="0" sldId="266"/>
        </pc:sldMkLst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66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66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66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2:02:06.860" v="146" actId="1076"/>
          <ac:spMkLst>
            <pc:docMk/>
            <pc:sldMk cId="0" sldId="266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2:02:10.775" v="147" actId="14100"/>
          <ac:spMkLst>
            <pc:docMk/>
            <pc:sldMk cId="0" sldId="266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66"/>
            <ac:spMk id="7" creationId="{2FF303F4-B47D-350C-F430-BC9D96A64D54}"/>
          </ac:spMkLst>
        </pc:spChg>
      </pc:sldChg>
      <pc:sldChg chg="modSp mod modNotes">
        <pc:chgData name="Dr. Khurram Jadoon khan Asstt. Professor FCS" userId="684a1a15-bea5-4a17-9b67-1313be309245" providerId="ADAL" clId="{23B6D20C-6764-44D9-9B7B-98EEF745D19B}" dt="2025-09-17T02:01:40.934" v="141" actId="14100"/>
        <pc:sldMkLst>
          <pc:docMk/>
          <pc:sldMk cId="0" sldId="267"/>
        </pc:sldMkLst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67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2:01:40.934" v="141" actId="14100"/>
          <ac:spMkLst>
            <pc:docMk/>
            <pc:sldMk cId="0" sldId="267"/>
            <ac:spMk id="3" creationId="{00000000-0000-0000-0000-000000000000}"/>
          </ac:spMkLst>
        </pc:spChg>
        <pc:picChg chg="mod">
          <ac:chgData name="Dr. Khurram Jadoon khan Asstt. Professor FCS" userId="684a1a15-bea5-4a17-9b67-1313be309245" providerId="ADAL" clId="{23B6D20C-6764-44D9-9B7B-98EEF745D19B}" dt="2025-09-17T01:50:04.094" v="16"/>
          <ac:picMkLst>
            <pc:docMk/>
            <pc:sldMk cId="0" sldId="267"/>
            <ac:picMk id="7" creationId="{3246D03F-D8F8-22EF-5A18-BE4CF139AA16}"/>
          </ac:picMkLst>
        </pc:picChg>
        <pc:picChg chg="mod">
          <ac:chgData name="Dr. Khurram Jadoon khan Asstt. Professor FCS" userId="684a1a15-bea5-4a17-9b67-1313be309245" providerId="ADAL" clId="{23B6D20C-6764-44D9-9B7B-98EEF745D19B}" dt="2025-09-17T01:50:04.094" v="16"/>
          <ac:picMkLst>
            <pc:docMk/>
            <pc:sldMk cId="0" sldId="267"/>
            <ac:picMk id="14" creationId="{DB94DA3B-6EE5-FCB5-D335-89683B8F0CD1}"/>
          </ac:picMkLst>
        </pc:picChg>
        <pc:picChg chg="mod">
          <ac:chgData name="Dr. Khurram Jadoon khan Asstt. Professor FCS" userId="684a1a15-bea5-4a17-9b67-1313be309245" providerId="ADAL" clId="{23B6D20C-6764-44D9-9B7B-98EEF745D19B}" dt="2025-09-17T01:50:04.094" v="16"/>
          <ac:picMkLst>
            <pc:docMk/>
            <pc:sldMk cId="0" sldId="267"/>
            <ac:picMk id="16" creationId="{F47D6499-94C8-DF31-0AA3-BB3B33AFD90A}"/>
          </ac:picMkLst>
        </pc:picChg>
      </pc:sldChg>
      <pc:sldChg chg="modSp mod">
        <pc:chgData name="Dr. Khurram Jadoon khan Asstt. Professor FCS" userId="684a1a15-bea5-4a17-9b67-1313be309245" providerId="ADAL" clId="{23B6D20C-6764-44D9-9B7B-98EEF745D19B}" dt="2025-09-17T02:24:29.667" v="281" actId="20577"/>
        <pc:sldMkLst>
          <pc:docMk/>
          <pc:sldMk cId="0" sldId="268"/>
        </pc:sldMkLst>
        <pc:spChg chg="mod">
          <ac:chgData name="Dr. Khurram Jadoon khan Asstt. Professor FCS" userId="684a1a15-bea5-4a17-9b67-1313be309245" providerId="ADAL" clId="{23B6D20C-6764-44D9-9B7B-98EEF745D19B}" dt="2025-09-17T02:05:12.841" v="172" actId="1076"/>
          <ac:spMkLst>
            <pc:docMk/>
            <pc:sldMk cId="0" sldId="268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2:24:29.667" v="281" actId="20577"/>
          <ac:spMkLst>
            <pc:docMk/>
            <pc:sldMk cId="0" sldId="268"/>
            <ac:spMk id="4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23B6D20C-6764-44D9-9B7B-98EEF745D19B}" dt="2025-09-17T02:24:44.252" v="287" actId="404"/>
        <pc:sldMkLst>
          <pc:docMk/>
          <pc:sldMk cId="0" sldId="270"/>
        </pc:sldMkLst>
        <pc:spChg chg="mod">
          <ac:chgData name="Dr. Khurram Jadoon khan Asstt. Professor FCS" userId="684a1a15-bea5-4a17-9b67-1313be309245" providerId="ADAL" clId="{23B6D20C-6764-44D9-9B7B-98EEF745D19B}" dt="2025-09-17T02:05:43.059" v="178" actId="20577"/>
          <ac:spMkLst>
            <pc:docMk/>
            <pc:sldMk cId="0" sldId="270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2:24:44.252" v="287" actId="404"/>
          <ac:spMkLst>
            <pc:docMk/>
            <pc:sldMk cId="0" sldId="270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2:05:32.382" v="177" actId="1076"/>
          <ac:spMkLst>
            <pc:docMk/>
            <pc:sldMk cId="0" sldId="270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70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70"/>
            <ac:spMk id="11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70"/>
            <ac:spMk id="14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70"/>
            <ac:spMk id="15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70"/>
            <ac:spMk id="19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70"/>
            <ac:spMk id="21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70"/>
            <ac:spMk id="24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70"/>
            <ac:spMk id="26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70"/>
            <ac:spMk id="31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23B6D20C-6764-44D9-9B7B-98EEF745D19B}" dt="2025-09-17T02:25:06.623" v="288" actId="1076"/>
        <pc:sldMkLst>
          <pc:docMk/>
          <pc:sldMk cId="0" sldId="271"/>
        </pc:sldMkLst>
        <pc:spChg chg="mod">
          <ac:chgData name="Dr. Khurram Jadoon khan Asstt. Professor FCS" userId="684a1a15-bea5-4a17-9b67-1313be309245" providerId="ADAL" clId="{23B6D20C-6764-44D9-9B7B-98EEF745D19B}" dt="2025-09-17T02:05:54.481" v="179" actId="1076"/>
          <ac:spMkLst>
            <pc:docMk/>
            <pc:sldMk cId="0" sldId="271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2:05:58.309" v="183" actId="1035"/>
          <ac:spMkLst>
            <pc:docMk/>
            <pc:sldMk cId="0" sldId="271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2:25:06.623" v="288" actId="1076"/>
          <ac:spMkLst>
            <pc:docMk/>
            <pc:sldMk cId="0" sldId="271"/>
            <ac:spMk id="4" creationId="{00000000-0000-0000-0000-000000000000}"/>
          </ac:spMkLst>
        </pc:spChg>
      </pc:sldChg>
      <pc:sldChg chg="modSp">
        <pc:chgData name="Dr. Khurram Jadoon khan Asstt. Professor FCS" userId="684a1a15-bea5-4a17-9b67-1313be309245" providerId="ADAL" clId="{23B6D20C-6764-44D9-9B7B-98EEF745D19B}" dt="2025-09-17T01:50:04.094" v="16"/>
        <pc:sldMkLst>
          <pc:docMk/>
          <pc:sldMk cId="0" sldId="272"/>
        </pc:sldMkLst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72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72"/>
            <ac:spMk id="3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23B6D20C-6764-44D9-9B7B-98EEF745D19B}" dt="2025-09-17T02:07:16.406" v="190" actId="14100"/>
        <pc:sldMkLst>
          <pc:docMk/>
          <pc:sldMk cId="0" sldId="273"/>
        </pc:sldMkLst>
        <pc:spChg chg="mod">
          <ac:chgData name="Dr. Khurram Jadoon khan Asstt. Professor FCS" userId="684a1a15-bea5-4a17-9b67-1313be309245" providerId="ADAL" clId="{23B6D20C-6764-44D9-9B7B-98EEF745D19B}" dt="2025-09-17T02:07:09.810" v="188" actId="1076"/>
          <ac:spMkLst>
            <pc:docMk/>
            <pc:sldMk cId="0" sldId="273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2:07:16.406" v="190" actId="14100"/>
          <ac:spMkLst>
            <pc:docMk/>
            <pc:sldMk cId="0" sldId="273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73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73"/>
            <ac:spMk id="5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23B6D20C-6764-44D9-9B7B-98EEF745D19B}" dt="2025-09-17T02:07:40.410" v="192" actId="1076"/>
        <pc:sldMkLst>
          <pc:docMk/>
          <pc:sldMk cId="0" sldId="275"/>
        </pc:sldMkLst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75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75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2:07:40.410" v="192" actId="1076"/>
          <ac:spMkLst>
            <pc:docMk/>
            <pc:sldMk cId="0" sldId="275"/>
            <ac:spMk id="4" creationId="{00000000-0000-0000-0000-000000000000}"/>
          </ac:spMkLst>
        </pc:spChg>
        <pc:picChg chg="mod">
          <ac:chgData name="Dr. Khurram Jadoon khan Asstt. Professor FCS" userId="684a1a15-bea5-4a17-9b67-1313be309245" providerId="ADAL" clId="{23B6D20C-6764-44D9-9B7B-98EEF745D19B}" dt="2025-09-17T01:50:04.094" v="16"/>
          <ac:picMkLst>
            <pc:docMk/>
            <pc:sldMk cId="0" sldId="275"/>
            <ac:picMk id="6" creationId="{766BC140-EB55-5C40-CFEA-ED1371EB511C}"/>
          </ac:picMkLst>
        </pc:picChg>
      </pc:sldChg>
      <pc:sldChg chg="modSp mod">
        <pc:chgData name="Dr. Khurram Jadoon khan Asstt. Professor FCS" userId="684a1a15-bea5-4a17-9b67-1313be309245" providerId="ADAL" clId="{23B6D20C-6764-44D9-9B7B-98EEF745D19B}" dt="2025-09-17T02:25:50.876" v="290" actId="14100"/>
        <pc:sldMkLst>
          <pc:docMk/>
          <pc:sldMk cId="0" sldId="276"/>
        </pc:sldMkLst>
        <pc:spChg chg="mod">
          <ac:chgData name="Dr. Khurram Jadoon khan Asstt. Professor FCS" userId="684a1a15-bea5-4a17-9b67-1313be309245" providerId="ADAL" clId="{23B6D20C-6764-44D9-9B7B-98EEF745D19B}" dt="2025-09-17T02:25:47.490" v="289" actId="1076"/>
          <ac:spMkLst>
            <pc:docMk/>
            <pc:sldMk cId="0" sldId="276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2:25:50.876" v="290" actId="14100"/>
          <ac:spMkLst>
            <pc:docMk/>
            <pc:sldMk cId="0" sldId="276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76"/>
            <ac:spMk id="4" creationId="{00000000-0000-0000-0000-000000000000}"/>
          </ac:spMkLst>
        </pc:spChg>
      </pc:sldChg>
      <pc:sldChg chg="modSp">
        <pc:chgData name="Dr. Khurram Jadoon khan Asstt. Professor FCS" userId="684a1a15-bea5-4a17-9b67-1313be309245" providerId="ADAL" clId="{23B6D20C-6764-44D9-9B7B-98EEF745D19B}" dt="2025-09-17T01:50:04.094" v="16"/>
        <pc:sldMkLst>
          <pc:docMk/>
          <pc:sldMk cId="0" sldId="277"/>
        </pc:sldMkLst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77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77"/>
            <ac:spMk id="7" creationId="{CA466F1B-4AD3-761D-C592-F67574F4C04E}"/>
          </ac:spMkLst>
        </pc:spChg>
        <pc:picChg chg="mod">
          <ac:chgData name="Dr. Khurram Jadoon khan Asstt. Professor FCS" userId="684a1a15-bea5-4a17-9b67-1313be309245" providerId="ADAL" clId="{23B6D20C-6764-44D9-9B7B-98EEF745D19B}" dt="2025-09-17T01:50:04.094" v="16"/>
          <ac:picMkLst>
            <pc:docMk/>
            <pc:sldMk cId="0" sldId="277"/>
            <ac:picMk id="5" creationId="{BA62F351-2D47-10F9-DA25-DD0509445BFC}"/>
          </ac:picMkLst>
        </pc:picChg>
      </pc:sldChg>
      <pc:sldChg chg="modSp mod">
        <pc:chgData name="Dr. Khurram Jadoon khan Asstt. Professor FCS" userId="684a1a15-bea5-4a17-9b67-1313be309245" providerId="ADAL" clId="{23B6D20C-6764-44D9-9B7B-98EEF745D19B}" dt="2025-09-17T02:08:10.953" v="200" actId="14100"/>
        <pc:sldMkLst>
          <pc:docMk/>
          <pc:sldMk cId="0" sldId="278"/>
        </pc:sldMkLst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78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2:08:10.953" v="200" actId="14100"/>
          <ac:spMkLst>
            <pc:docMk/>
            <pc:sldMk cId="0" sldId="278"/>
            <ac:spMk id="3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23B6D20C-6764-44D9-9B7B-98EEF745D19B}" dt="2025-09-17T02:08:21.268" v="202" actId="1076"/>
        <pc:sldMkLst>
          <pc:docMk/>
          <pc:sldMk cId="0" sldId="279"/>
        </pc:sldMkLst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79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2:08:21.268" v="202" actId="1076"/>
          <ac:spMkLst>
            <pc:docMk/>
            <pc:sldMk cId="0" sldId="279"/>
            <ac:spMk id="7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23B6D20C-6764-44D9-9B7B-98EEF745D19B}" dt="2025-09-17T02:08:28.810" v="203" actId="14100"/>
        <pc:sldMkLst>
          <pc:docMk/>
          <pc:sldMk cId="0" sldId="280"/>
        </pc:sldMkLst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0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2:08:28.810" v="203" actId="14100"/>
          <ac:spMkLst>
            <pc:docMk/>
            <pc:sldMk cId="0" sldId="280"/>
            <ac:spMk id="3" creationId="{00000000-0000-0000-0000-000000000000}"/>
          </ac:spMkLst>
        </pc:spChg>
      </pc:sldChg>
      <pc:sldChg chg="modSp">
        <pc:chgData name="Dr. Khurram Jadoon khan Asstt. Professor FCS" userId="684a1a15-bea5-4a17-9b67-1313be309245" providerId="ADAL" clId="{23B6D20C-6764-44D9-9B7B-98EEF745D19B}" dt="2025-09-17T01:50:04.094" v="16"/>
        <pc:sldMkLst>
          <pc:docMk/>
          <pc:sldMk cId="0" sldId="282"/>
        </pc:sldMkLst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2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2"/>
            <ac:spMk id="3" creationId="{00000000-0000-0000-0000-000000000000}"/>
          </ac:spMkLst>
        </pc:spChg>
      </pc:sldChg>
      <pc:sldChg chg="modSp">
        <pc:chgData name="Dr. Khurram Jadoon khan Asstt. Professor FCS" userId="684a1a15-bea5-4a17-9b67-1313be309245" providerId="ADAL" clId="{23B6D20C-6764-44D9-9B7B-98EEF745D19B}" dt="2025-09-17T01:50:04.094" v="16"/>
        <pc:sldMkLst>
          <pc:docMk/>
          <pc:sldMk cId="0" sldId="284"/>
        </pc:sldMkLst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4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4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4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4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4"/>
            <ac:spMk id="6" creationId="{00000000-0000-0000-0000-000000000000}"/>
          </ac:spMkLst>
        </pc:spChg>
      </pc:sldChg>
      <pc:sldChg chg="modSp">
        <pc:chgData name="Dr. Khurram Jadoon khan Asstt. Professor FCS" userId="684a1a15-bea5-4a17-9b67-1313be309245" providerId="ADAL" clId="{23B6D20C-6764-44D9-9B7B-98EEF745D19B}" dt="2025-09-17T01:50:04.094" v="16"/>
        <pc:sldMkLst>
          <pc:docMk/>
          <pc:sldMk cId="0" sldId="285"/>
        </pc:sldMkLst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5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5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5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5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5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5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5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5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5"/>
            <ac:spMk id="10" creationId="{00000000-0000-0000-0000-000000000000}"/>
          </ac:spMkLst>
        </pc:spChg>
      </pc:sldChg>
      <pc:sldChg chg="modSp">
        <pc:chgData name="Dr. Khurram Jadoon khan Asstt. Professor FCS" userId="684a1a15-bea5-4a17-9b67-1313be309245" providerId="ADAL" clId="{23B6D20C-6764-44D9-9B7B-98EEF745D19B}" dt="2025-09-17T01:50:04.094" v="16"/>
        <pc:sldMkLst>
          <pc:docMk/>
          <pc:sldMk cId="0" sldId="286"/>
        </pc:sldMkLst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6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6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6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6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6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6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6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6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6"/>
            <ac:spMk id="10" creationId="{00000000-0000-0000-0000-000000000000}"/>
          </ac:spMkLst>
        </pc:spChg>
      </pc:sldChg>
      <pc:sldChg chg="modSp">
        <pc:chgData name="Dr. Khurram Jadoon khan Asstt. Professor FCS" userId="684a1a15-bea5-4a17-9b67-1313be309245" providerId="ADAL" clId="{23B6D20C-6764-44D9-9B7B-98EEF745D19B}" dt="2025-09-17T01:50:04.094" v="16"/>
        <pc:sldMkLst>
          <pc:docMk/>
          <pc:sldMk cId="0" sldId="287"/>
        </pc:sldMkLst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7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7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7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7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7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7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7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7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7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7"/>
            <ac:spMk id="11" creationId="{00000000-0000-0000-0000-000000000000}"/>
          </ac:spMkLst>
        </pc:spChg>
      </pc:sldChg>
      <pc:sldChg chg="modSp">
        <pc:chgData name="Dr. Khurram Jadoon khan Asstt. Professor FCS" userId="684a1a15-bea5-4a17-9b67-1313be309245" providerId="ADAL" clId="{23B6D20C-6764-44D9-9B7B-98EEF745D19B}" dt="2025-09-17T01:50:04.094" v="16"/>
        <pc:sldMkLst>
          <pc:docMk/>
          <pc:sldMk cId="0" sldId="288"/>
        </pc:sldMkLst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8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8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8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8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8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8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8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8"/>
            <ac:spMk id="11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8"/>
            <ac:spMk id="12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8"/>
            <ac:spMk id="14" creationId="{00000000-0000-0000-0000-000000000000}"/>
          </ac:spMkLst>
        </pc:spChg>
      </pc:sldChg>
      <pc:sldChg chg="modSp">
        <pc:chgData name="Dr. Khurram Jadoon khan Asstt. Professor FCS" userId="684a1a15-bea5-4a17-9b67-1313be309245" providerId="ADAL" clId="{23B6D20C-6764-44D9-9B7B-98EEF745D19B}" dt="2025-09-17T01:50:04.094" v="16"/>
        <pc:sldMkLst>
          <pc:docMk/>
          <pc:sldMk cId="0" sldId="289"/>
        </pc:sldMkLst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9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9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9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9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9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9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9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9"/>
            <ac:spMk id="11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9"/>
            <ac:spMk id="12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89"/>
            <ac:spMk id="13" creationId="{00000000-0000-0000-0000-000000000000}"/>
          </ac:spMkLst>
        </pc:spChg>
      </pc:sldChg>
      <pc:sldChg chg="modSp">
        <pc:chgData name="Dr. Khurram Jadoon khan Asstt. Professor FCS" userId="684a1a15-bea5-4a17-9b67-1313be309245" providerId="ADAL" clId="{23B6D20C-6764-44D9-9B7B-98EEF745D19B}" dt="2025-09-17T01:50:04.094" v="16"/>
        <pc:sldMkLst>
          <pc:docMk/>
          <pc:sldMk cId="0" sldId="290"/>
        </pc:sldMkLst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0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0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0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0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0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0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0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0"/>
            <ac:spMk id="11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0"/>
            <ac:spMk id="12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0"/>
            <ac:spMk id="13" creationId="{00000000-0000-0000-0000-000000000000}"/>
          </ac:spMkLst>
        </pc:spChg>
      </pc:sldChg>
      <pc:sldChg chg="modSp">
        <pc:chgData name="Dr. Khurram Jadoon khan Asstt. Professor FCS" userId="684a1a15-bea5-4a17-9b67-1313be309245" providerId="ADAL" clId="{23B6D20C-6764-44D9-9B7B-98EEF745D19B}" dt="2025-09-17T01:50:04.094" v="16"/>
        <pc:sldMkLst>
          <pc:docMk/>
          <pc:sldMk cId="0" sldId="291"/>
        </pc:sldMkLst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1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1"/>
            <ac:spMk id="3" creationId="{00000000-0000-0000-0000-000000000000}"/>
          </ac:spMkLst>
        </pc:spChg>
      </pc:sldChg>
      <pc:sldChg chg="modSp">
        <pc:chgData name="Dr. Khurram Jadoon khan Asstt. Professor FCS" userId="684a1a15-bea5-4a17-9b67-1313be309245" providerId="ADAL" clId="{23B6D20C-6764-44D9-9B7B-98EEF745D19B}" dt="2025-09-17T01:50:04.094" v="16"/>
        <pc:sldMkLst>
          <pc:docMk/>
          <pc:sldMk cId="0" sldId="292"/>
        </pc:sldMkLst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2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2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2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2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2"/>
            <ac:spMk id="6" creationId="{00000000-0000-0000-0000-000000000000}"/>
          </ac:spMkLst>
        </pc:spChg>
      </pc:sldChg>
      <pc:sldChg chg="modSp">
        <pc:chgData name="Dr. Khurram Jadoon khan Asstt. Professor FCS" userId="684a1a15-bea5-4a17-9b67-1313be309245" providerId="ADAL" clId="{23B6D20C-6764-44D9-9B7B-98EEF745D19B}" dt="2025-09-17T01:50:04.094" v="16"/>
        <pc:sldMkLst>
          <pc:docMk/>
          <pc:sldMk cId="0" sldId="293"/>
        </pc:sldMkLst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3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3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3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3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3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3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3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3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3"/>
            <ac:spMk id="11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3"/>
            <ac:spMk id="12" creationId="{00000000-0000-0000-0000-000000000000}"/>
          </ac:spMkLst>
        </pc:spChg>
      </pc:sldChg>
      <pc:sldChg chg="modSp">
        <pc:chgData name="Dr. Khurram Jadoon khan Asstt. Professor FCS" userId="684a1a15-bea5-4a17-9b67-1313be309245" providerId="ADAL" clId="{23B6D20C-6764-44D9-9B7B-98EEF745D19B}" dt="2025-09-17T01:50:04.094" v="16"/>
        <pc:sldMkLst>
          <pc:docMk/>
          <pc:sldMk cId="0" sldId="294"/>
        </pc:sldMkLst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4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4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4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4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4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4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4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4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4"/>
            <ac:spMk id="10" creationId="{00000000-0000-0000-0000-000000000000}"/>
          </ac:spMkLst>
        </pc:spChg>
      </pc:sldChg>
      <pc:sldChg chg="modSp">
        <pc:chgData name="Dr. Khurram Jadoon khan Asstt. Professor FCS" userId="684a1a15-bea5-4a17-9b67-1313be309245" providerId="ADAL" clId="{23B6D20C-6764-44D9-9B7B-98EEF745D19B}" dt="2025-09-17T01:50:04.094" v="16"/>
        <pc:sldMkLst>
          <pc:docMk/>
          <pc:sldMk cId="0" sldId="295"/>
        </pc:sldMkLst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5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5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5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5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5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5"/>
            <ac:spMk id="11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5"/>
            <ac:spMk id="12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5"/>
            <ac:spMk id="14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5"/>
            <ac:spMk id="15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5"/>
            <ac:spMk id="16" creationId="{00000000-0000-0000-0000-000000000000}"/>
          </ac:spMkLst>
        </pc:spChg>
      </pc:sldChg>
      <pc:sldChg chg="modSp">
        <pc:chgData name="Dr. Khurram Jadoon khan Asstt. Professor FCS" userId="684a1a15-bea5-4a17-9b67-1313be309245" providerId="ADAL" clId="{23B6D20C-6764-44D9-9B7B-98EEF745D19B}" dt="2025-09-17T01:50:04.094" v="16"/>
        <pc:sldMkLst>
          <pc:docMk/>
          <pc:sldMk cId="0" sldId="296"/>
        </pc:sldMkLst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6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6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6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6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6"/>
            <ac:spMk id="11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6"/>
            <ac:spMk id="12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6"/>
            <ac:spMk id="18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6"/>
            <ac:spMk id="19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6"/>
            <ac:spMk id="21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6"/>
            <ac:spMk id="23" creationId="{00000000-0000-0000-0000-000000000000}"/>
          </ac:spMkLst>
        </pc:spChg>
      </pc:sldChg>
      <pc:sldChg chg="modSp">
        <pc:chgData name="Dr. Khurram Jadoon khan Asstt. Professor FCS" userId="684a1a15-bea5-4a17-9b67-1313be309245" providerId="ADAL" clId="{23B6D20C-6764-44D9-9B7B-98EEF745D19B}" dt="2025-09-17T01:50:04.094" v="16"/>
        <pc:sldMkLst>
          <pc:docMk/>
          <pc:sldMk cId="0" sldId="297"/>
        </pc:sldMkLst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7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7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7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7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7"/>
            <ac:spMk id="15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7"/>
            <ac:spMk id="17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7"/>
            <ac:spMk id="28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7"/>
            <ac:spMk id="30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7"/>
            <ac:spMk id="31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7"/>
            <ac:spMk id="34" creationId="{00000000-0000-0000-0000-000000000000}"/>
          </ac:spMkLst>
        </pc:spChg>
      </pc:sldChg>
      <pc:sldChg chg="modSp">
        <pc:chgData name="Dr. Khurram Jadoon khan Asstt. Professor FCS" userId="684a1a15-bea5-4a17-9b67-1313be309245" providerId="ADAL" clId="{23B6D20C-6764-44D9-9B7B-98EEF745D19B}" dt="2025-09-17T01:50:04.094" v="16"/>
        <pc:sldMkLst>
          <pc:docMk/>
          <pc:sldMk cId="0" sldId="298"/>
        </pc:sldMkLst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8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8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8"/>
            <ac:spMk id="11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8"/>
            <ac:spMk id="12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8"/>
            <ac:spMk id="16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8"/>
            <ac:spMk id="20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8"/>
            <ac:spMk id="22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8"/>
            <ac:spMk id="29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8"/>
            <ac:spMk id="32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8"/>
            <ac:spMk id="34" creationId="{00000000-0000-0000-0000-000000000000}"/>
          </ac:spMkLst>
        </pc:spChg>
      </pc:sldChg>
      <pc:sldChg chg="modSp">
        <pc:chgData name="Dr. Khurram Jadoon khan Asstt. Professor FCS" userId="684a1a15-bea5-4a17-9b67-1313be309245" providerId="ADAL" clId="{23B6D20C-6764-44D9-9B7B-98EEF745D19B}" dt="2025-09-17T01:50:04.094" v="16"/>
        <pc:sldMkLst>
          <pc:docMk/>
          <pc:sldMk cId="0" sldId="299"/>
        </pc:sldMkLst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9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9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9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299"/>
            <ac:spMk id="5" creationId="{00000000-0000-0000-0000-000000000000}"/>
          </ac:spMkLst>
        </pc:spChg>
      </pc:sldChg>
      <pc:sldChg chg="modSp">
        <pc:chgData name="Dr. Khurram Jadoon khan Asstt. Professor FCS" userId="684a1a15-bea5-4a17-9b67-1313be309245" providerId="ADAL" clId="{23B6D20C-6764-44D9-9B7B-98EEF745D19B}" dt="2025-09-17T01:50:04.094" v="16"/>
        <pc:sldMkLst>
          <pc:docMk/>
          <pc:sldMk cId="0" sldId="300"/>
        </pc:sldMkLst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300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300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300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300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300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300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300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300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300"/>
            <ac:spMk id="10" creationId="{00000000-0000-0000-0000-000000000000}"/>
          </ac:spMkLst>
        </pc:spChg>
      </pc:sldChg>
      <pc:sldChg chg="modSp">
        <pc:chgData name="Dr. Khurram Jadoon khan Asstt. Professor FCS" userId="684a1a15-bea5-4a17-9b67-1313be309245" providerId="ADAL" clId="{23B6D20C-6764-44D9-9B7B-98EEF745D19B}" dt="2025-09-17T01:50:04.094" v="16"/>
        <pc:sldMkLst>
          <pc:docMk/>
          <pc:sldMk cId="0" sldId="303"/>
        </pc:sldMkLst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303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303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0" sldId="303"/>
            <ac:spMk id="4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23B6D20C-6764-44D9-9B7B-98EEF745D19B}" dt="2025-09-17T02:09:08.151" v="211" actId="14100"/>
        <pc:sldMkLst>
          <pc:docMk/>
          <pc:sldMk cId="1996034703" sldId="304"/>
        </pc:sldMkLst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1996034703" sldId="304"/>
            <ac:spMk id="2" creationId="{3A16B983-5B4A-DCF4-A768-B115F9B344AA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1996034703" sldId="304"/>
            <ac:spMk id="3" creationId="{0C4A6A31-B275-C985-1788-5E80E6938ADB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1996034703" sldId="304"/>
            <ac:spMk id="4" creationId="{70EFC80D-68A0-6AB1-E008-7E459F3491F7}"/>
          </ac:spMkLst>
        </pc:spChg>
        <pc:spChg chg="mod">
          <ac:chgData name="Dr. Khurram Jadoon khan Asstt. Professor FCS" userId="684a1a15-bea5-4a17-9b67-1313be309245" providerId="ADAL" clId="{23B6D20C-6764-44D9-9B7B-98EEF745D19B}" dt="2025-09-17T02:09:08.151" v="211" actId="14100"/>
          <ac:spMkLst>
            <pc:docMk/>
            <pc:sldMk cId="1996034703" sldId="304"/>
            <ac:spMk id="5" creationId="{442822C0-D04A-F4A7-F938-32C2B365F301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1996034703" sldId="304"/>
            <ac:spMk id="6" creationId="{19C4D2EE-81DC-3E67-AAE7-B16BB31F75B3}"/>
          </ac:spMkLst>
        </pc:spChg>
        <pc:spChg chg="mod">
          <ac:chgData name="Dr. Khurram Jadoon khan Asstt. Professor FCS" userId="684a1a15-bea5-4a17-9b67-1313be309245" providerId="ADAL" clId="{23B6D20C-6764-44D9-9B7B-98EEF745D19B}" dt="2025-09-17T02:09:00.405" v="209" actId="1076"/>
          <ac:spMkLst>
            <pc:docMk/>
            <pc:sldMk cId="1996034703" sldId="304"/>
            <ac:spMk id="7" creationId="{6BA84B73-6985-C589-3839-8A236ABD88AC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1996034703" sldId="304"/>
            <ac:spMk id="8" creationId="{AE4E3B63-B5F0-F4FC-AB1B-EC2D61174758}"/>
          </ac:spMkLst>
        </pc:spChg>
      </pc:sldChg>
      <pc:sldChg chg="addSp modSp mod">
        <pc:chgData name="Dr. Khurram Jadoon khan Asstt. Professor FCS" userId="684a1a15-bea5-4a17-9b67-1313be309245" providerId="ADAL" clId="{23B6D20C-6764-44D9-9B7B-98EEF745D19B}" dt="2025-09-17T02:09:41.218" v="214" actId="122"/>
        <pc:sldMkLst>
          <pc:docMk/>
          <pc:sldMk cId="2267253607" sldId="306"/>
        </pc:sldMkLst>
        <pc:spChg chg="mod">
          <ac:chgData name="Dr. Khurram Jadoon khan Asstt. Professor FCS" userId="684a1a15-bea5-4a17-9b67-1313be309245" providerId="ADAL" clId="{23B6D20C-6764-44D9-9B7B-98EEF745D19B}" dt="2025-09-17T02:09:35.305" v="213" actId="403"/>
          <ac:spMkLst>
            <pc:docMk/>
            <pc:sldMk cId="2267253607" sldId="306"/>
            <ac:spMk id="3" creationId="{119A6F51-B63B-8A3D-2CB5-02A7A1874158}"/>
          </ac:spMkLst>
        </pc:spChg>
        <pc:spChg chg="add mod">
          <ac:chgData name="Dr. Khurram Jadoon khan Asstt. Professor FCS" userId="684a1a15-bea5-4a17-9b67-1313be309245" providerId="ADAL" clId="{23B6D20C-6764-44D9-9B7B-98EEF745D19B}" dt="2025-09-17T02:09:41.218" v="214" actId="122"/>
          <ac:spMkLst>
            <pc:docMk/>
            <pc:sldMk cId="2267253607" sldId="306"/>
            <ac:spMk id="4" creationId="{8CE59EC2-757F-1F81-283D-ECF6B4D8D6D5}"/>
          </ac:spMkLst>
        </pc:spChg>
      </pc:sldChg>
      <pc:sldChg chg="modSp mod">
        <pc:chgData name="Dr. Khurram Jadoon khan Asstt. Professor FCS" userId="684a1a15-bea5-4a17-9b67-1313be309245" providerId="ADAL" clId="{23B6D20C-6764-44D9-9B7B-98EEF745D19B}" dt="2025-09-17T02:08:01.695" v="198" actId="1076"/>
        <pc:sldMkLst>
          <pc:docMk/>
          <pc:sldMk cId="3814310000" sldId="307"/>
        </pc:sldMkLst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3814310000" sldId="307"/>
            <ac:spMk id="2" creationId="{A215D4AA-4110-F515-A343-217DD86577B6}"/>
          </ac:spMkLst>
        </pc:spChg>
        <pc:spChg chg="mod">
          <ac:chgData name="Dr. Khurram Jadoon khan Asstt. Professor FCS" userId="684a1a15-bea5-4a17-9b67-1313be309245" providerId="ADAL" clId="{23B6D20C-6764-44D9-9B7B-98EEF745D19B}" dt="2025-09-17T02:08:00.003" v="197" actId="1076"/>
          <ac:spMkLst>
            <pc:docMk/>
            <pc:sldMk cId="3814310000" sldId="307"/>
            <ac:spMk id="3" creationId="{358B5097-4B27-5DC1-8DB6-0B71A67BCFC5}"/>
          </ac:spMkLst>
        </pc:spChg>
        <pc:picChg chg="mod">
          <ac:chgData name="Dr. Khurram Jadoon khan Asstt. Professor FCS" userId="684a1a15-bea5-4a17-9b67-1313be309245" providerId="ADAL" clId="{23B6D20C-6764-44D9-9B7B-98EEF745D19B}" dt="2025-09-17T01:50:04.094" v="16"/>
          <ac:picMkLst>
            <pc:docMk/>
            <pc:sldMk cId="3814310000" sldId="307"/>
            <ac:picMk id="12" creationId="{0D0BF9BE-2139-5049-612D-4BF1BA8DEBCC}"/>
          </ac:picMkLst>
        </pc:picChg>
        <pc:picChg chg="mod">
          <ac:chgData name="Dr. Khurram Jadoon khan Asstt. Professor FCS" userId="684a1a15-bea5-4a17-9b67-1313be309245" providerId="ADAL" clId="{23B6D20C-6764-44D9-9B7B-98EEF745D19B}" dt="2025-09-17T01:50:04.094" v="16"/>
          <ac:picMkLst>
            <pc:docMk/>
            <pc:sldMk cId="3814310000" sldId="307"/>
            <ac:picMk id="14" creationId="{84F811E0-8173-BA5A-BFD3-C7D1457331BE}"/>
          </ac:picMkLst>
        </pc:picChg>
      </pc:sldChg>
      <pc:sldChg chg="modSp mod">
        <pc:chgData name="Dr. Khurram Jadoon khan Asstt. Professor FCS" userId="684a1a15-bea5-4a17-9b67-1313be309245" providerId="ADAL" clId="{23B6D20C-6764-44D9-9B7B-98EEF745D19B}" dt="2025-09-17T02:10:47.325" v="223" actId="1076"/>
        <pc:sldMkLst>
          <pc:docMk/>
          <pc:sldMk cId="1759063611" sldId="308"/>
        </pc:sldMkLst>
        <pc:spChg chg="mod">
          <ac:chgData name="Dr. Khurram Jadoon khan Asstt. Professor FCS" userId="684a1a15-bea5-4a17-9b67-1313be309245" providerId="ADAL" clId="{23B6D20C-6764-44D9-9B7B-98EEF745D19B}" dt="2025-09-17T01:53:08.003" v="77" actId="313"/>
          <ac:spMkLst>
            <pc:docMk/>
            <pc:sldMk cId="1759063611" sldId="308"/>
            <ac:spMk id="16" creationId="{ABD1A024-8168-B723-A745-B2DB14B0ACD9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2:51.404" v="56" actId="14100"/>
          <ac:spMkLst>
            <pc:docMk/>
            <pc:sldMk cId="1759063611" sldId="308"/>
            <ac:spMk id="18" creationId="{73196422-4458-71AA-057B-B55E8FC69CBD}"/>
          </ac:spMkLst>
        </pc:spChg>
        <pc:spChg chg="mod">
          <ac:chgData name="Dr. Khurram Jadoon khan Asstt. Professor FCS" userId="684a1a15-bea5-4a17-9b67-1313be309245" providerId="ADAL" clId="{23B6D20C-6764-44D9-9B7B-98EEF745D19B}" dt="2025-09-17T02:10:42.668" v="222" actId="207"/>
          <ac:spMkLst>
            <pc:docMk/>
            <pc:sldMk cId="1759063611" sldId="308"/>
            <ac:spMk id="20" creationId="{878FECEB-B548-0CCF-6CC5-E08C6F1E4076}"/>
          </ac:spMkLst>
        </pc:spChg>
        <pc:spChg chg="mod">
          <ac:chgData name="Dr. Khurram Jadoon khan Asstt. Professor FCS" userId="684a1a15-bea5-4a17-9b67-1313be309245" providerId="ADAL" clId="{23B6D20C-6764-44D9-9B7B-98EEF745D19B}" dt="2025-09-17T02:10:47.325" v="223" actId="1076"/>
          <ac:spMkLst>
            <pc:docMk/>
            <pc:sldMk cId="1759063611" sldId="308"/>
            <ac:spMk id="22" creationId="{8EE49B44-E3E5-B989-1F85-7BFAFEB4058B}"/>
          </ac:spMkLst>
        </pc:spChg>
      </pc:sldChg>
      <pc:sldChg chg="modSp mod modNotes">
        <pc:chgData name="Dr. Khurram Jadoon khan Asstt. Professor FCS" userId="684a1a15-bea5-4a17-9b67-1313be309245" providerId="ADAL" clId="{23B6D20C-6764-44D9-9B7B-98EEF745D19B}" dt="2025-09-17T02:23:16.188" v="265" actId="14100"/>
        <pc:sldMkLst>
          <pc:docMk/>
          <pc:sldMk cId="1426193298" sldId="309"/>
        </pc:sldMkLst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1426193298" sldId="309"/>
            <ac:spMk id="2" creationId="{973FF33E-E67F-4532-6CD9-CB56FDDFDEF7}"/>
          </ac:spMkLst>
        </pc:spChg>
        <pc:spChg chg="mod">
          <ac:chgData name="Dr. Khurram Jadoon khan Asstt. Professor FCS" userId="684a1a15-bea5-4a17-9b67-1313be309245" providerId="ADAL" clId="{23B6D20C-6764-44D9-9B7B-98EEF745D19B}" dt="2025-09-17T02:23:07.244" v="262" actId="14100"/>
          <ac:spMkLst>
            <pc:docMk/>
            <pc:sldMk cId="1426193298" sldId="309"/>
            <ac:spMk id="5" creationId="{CE750F75-E7A3-529A-9EAC-5A53D4866ED7}"/>
          </ac:spMkLst>
        </pc:spChg>
        <pc:spChg chg="mod">
          <ac:chgData name="Dr. Khurram Jadoon khan Asstt. Professor FCS" userId="684a1a15-bea5-4a17-9b67-1313be309245" providerId="ADAL" clId="{23B6D20C-6764-44D9-9B7B-98EEF745D19B}" dt="2025-09-17T02:22:54.785" v="260" actId="14100"/>
          <ac:spMkLst>
            <pc:docMk/>
            <pc:sldMk cId="1426193298" sldId="309"/>
            <ac:spMk id="7" creationId="{728ECD47-EC4E-F347-330C-A1CF8855C3B0}"/>
          </ac:spMkLst>
        </pc:spChg>
        <pc:picChg chg="mod">
          <ac:chgData name="Dr. Khurram Jadoon khan Asstt. Professor FCS" userId="684a1a15-bea5-4a17-9b67-1313be309245" providerId="ADAL" clId="{23B6D20C-6764-44D9-9B7B-98EEF745D19B}" dt="2025-09-17T02:23:16.188" v="265" actId="14100"/>
          <ac:picMkLst>
            <pc:docMk/>
            <pc:sldMk cId="1426193298" sldId="309"/>
            <ac:picMk id="8" creationId="{0A030BAE-1E87-6AC8-4562-1C932F84B191}"/>
          </ac:picMkLst>
        </pc:picChg>
        <pc:picChg chg="mod">
          <ac:chgData name="Dr. Khurram Jadoon khan Asstt. Professor FCS" userId="684a1a15-bea5-4a17-9b67-1313be309245" providerId="ADAL" clId="{23B6D20C-6764-44D9-9B7B-98EEF745D19B}" dt="2025-09-17T02:23:12.870" v="264" actId="14100"/>
          <ac:picMkLst>
            <pc:docMk/>
            <pc:sldMk cId="1426193298" sldId="309"/>
            <ac:picMk id="10" creationId="{E73B707E-F675-66BC-A8D8-617B79DA2ECB}"/>
          </ac:picMkLst>
        </pc:picChg>
      </pc:sldChg>
      <pc:sldChg chg="modSp">
        <pc:chgData name="Dr. Khurram Jadoon khan Asstt. Professor FCS" userId="684a1a15-bea5-4a17-9b67-1313be309245" providerId="ADAL" clId="{23B6D20C-6764-44D9-9B7B-98EEF745D19B}" dt="2025-09-17T01:50:04.094" v="16"/>
        <pc:sldMkLst>
          <pc:docMk/>
          <pc:sldMk cId="4184484795" sldId="310"/>
        </pc:sldMkLst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4184484795" sldId="310"/>
            <ac:spMk id="2" creationId="{E94DC6B6-F4B2-912D-B3C2-24C372A14CA2}"/>
          </ac:spMkLst>
        </pc:spChg>
        <pc:picChg chg="mod">
          <ac:chgData name="Dr. Khurram Jadoon khan Asstt. Professor FCS" userId="684a1a15-bea5-4a17-9b67-1313be309245" providerId="ADAL" clId="{23B6D20C-6764-44D9-9B7B-98EEF745D19B}" dt="2025-09-17T01:50:04.094" v="16"/>
          <ac:picMkLst>
            <pc:docMk/>
            <pc:sldMk cId="4184484795" sldId="310"/>
            <ac:picMk id="5" creationId="{697CBD29-32B7-B034-6925-E1E7E1FE9F6A}"/>
          </ac:picMkLst>
        </pc:picChg>
      </pc:sldChg>
      <pc:sldChg chg="modSp">
        <pc:chgData name="Dr. Khurram Jadoon khan Asstt. Professor FCS" userId="684a1a15-bea5-4a17-9b67-1313be309245" providerId="ADAL" clId="{23B6D20C-6764-44D9-9B7B-98EEF745D19B}" dt="2025-09-17T01:50:04.094" v="16"/>
        <pc:sldMkLst>
          <pc:docMk/>
          <pc:sldMk cId="4194749495" sldId="311"/>
        </pc:sldMkLst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4194749495" sldId="311"/>
            <ac:spMk id="2" creationId="{7DD80938-1624-5C15-B196-985BDB616124}"/>
          </ac:spMkLst>
        </pc:spChg>
        <pc:picChg chg="mod">
          <ac:chgData name="Dr. Khurram Jadoon khan Asstt. Professor FCS" userId="684a1a15-bea5-4a17-9b67-1313be309245" providerId="ADAL" clId="{23B6D20C-6764-44D9-9B7B-98EEF745D19B}" dt="2025-09-17T01:50:04.094" v="16"/>
          <ac:picMkLst>
            <pc:docMk/>
            <pc:sldMk cId="4194749495" sldId="311"/>
            <ac:picMk id="4" creationId="{45CB1CF2-4606-C201-0CA9-57C723063A02}"/>
          </ac:picMkLst>
        </pc:picChg>
        <pc:picChg chg="mod">
          <ac:chgData name="Dr. Khurram Jadoon khan Asstt. Professor FCS" userId="684a1a15-bea5-4a17-9b67-1313be309245" providerId="ADAL" clId="{23B6D20C-6764-44D9-9B7B-98EEF745D19B}" dt="2025-09-17T01:50:04.094" v="16"/>
          <ac:picMkLst>
            <pc:docMk/>
            <pc:sldMk cId="4194749495" sldId="311"/>
            <ac:picMk id="5" creationId="{62BB911C-B5FE-E489-C2BC-275D0903B20E}"/>
          </ac:picMkLst>
        </pc:picChg>
      </pc:sldChg>
      <pc:sldChg chg="modSp">
        <pc:chgData name="Dr. Khurram Jadoon khan Asstt. Professor FCS" userId="684a1a15-bea5-4a17-9b67-1313be309245" providerId="ADAL" clId="{23B6D20C-6764-44D9-9B7B-98EEF745D19B}" dt="2025-09-17T01:50:04.094" v="16"/>
        <pc:sldMkLst>
          <pc:docMk/>
          <pc:sldMk cId="2991814883" sldId="312"/>
        </pc:sldMkLst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2991814883" sldId="312"/>
            <ac:spMk id="6" creationId="{7D502CFE-42A6-8C99-7D0B-7875C5C2FF47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2991814883" sldId="312"/>
            <ac:spMk id="8" creationId="{FA189231-2CEA-7772-EC4E-9E1D8D041889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k cId="2991814883" sldId="312"/>
            <ac:spMk id="10" creationId="{A1B3B6EF-008F-3462-C44D-27E678750BF2}"/>
          </ac:spMkLst>
        </pc:spChg>
      </pc:sldChg>
      <pc:sldChg chg="modSp">
        <pc:chgData name="Dr. Khurram Jadoon khan Asstt. Professor FCS" userId="684a1a15-bea5-4a17-9b67-1313be309245" providerId="ADAL" clId="{23B6D20C-6764-44D9-9B7B-98EEF745D19B}" dt="2025-09-17T01:50:04.094" v="16"/>
        <pc:sldMkLst>
          <pc:docMk/>
          <pc:sldMk cId="3269845630" sldId="313"/>
        </pc:sldMkLst>
        <pc:picChg chg="mod">
          <ac:chgData name="Dr. Khurram Jadoon khan Asstt. Professor FCS" userId="684a1a15-bea5-4a17-9b67-1313be309245" providerId="ADAL" clId="{23B6D20C-6764-44D9-9B7B-98EEF745D19B}" dt="2025-09-17T01:50:04.094" v="16"/>
          <ac:picMkLst>
            <pc:docMk/>
            <pc:sldMk cId="3269845630" sldId="313"/>
            <ac:picMk id="7" creationId="{0748708D-199D-B4B7-E910-F43E77393E52}"/>
          </ac:picMkLst>
        </pc:picChg>
      </pc:sldChg>
      <pc:sldChg chg="modSp">
        <pc:chgData name="Dr. Khurram Jadoon khan Asstt. Professor FCS" userId="684a1a15-bea5-4a17-9b67-1313be309245" providerId="ADAL" clId="{23B6D20C-6764-44D9-9B7B-98EEF745D19B}" dt="2025-09-17T01:50:04.094" v="16"/>
        <pc:sldMkLst>
          <pc:docMk/>
          <pc:sldMk cId="3841839522" sldId="314"/>
        </pc:sldMkLst>
        <pc:picChg chg="mod">
          <ac:chgData name="Dr. Khurram Jadoon khan Asstt. Professor FCS" userId="684a1a15-bea5-4a17-9b67-1313be309245" providerId="ADAL" clId="{23B6D20C-6764-44D9-9B7B-98EEF745D19B}" dt="2025-09-17T01:50:04.094" v="16"/>
          <ac:picMkLst>
            <pc:docMk/>
            <pc:sldMk cId="3841839522" sldId="314"/>
            <ac:picMk id="5" creationId="{A30650A5-1A3A-A7D3-BD90-126FA10F13D8}"/>
          </ac:picMkLst>
        </pc:picChg>
      </pc:sldChg>
      <pc:sldMasterChg chg="modSp modSldLayout">
        <pc:chgData name="Dr. Khurram Jadoon khan Asstt. Professor FCS" userId="684a1a15-bea5-4a17-9b67-1313be309245" providerId="ADAL" clId="{23B6D20C-6764-44D9-9B7B-98EEF745D19B}" dt="2025-09-17T01:50:04.094" v="16"/>
        <pc:sldMasterMkLst>
          <pc:docMk/>
          <pc:sldMasterMk cId="0" sldId="2147483648"/>
        </pc:sldMasterMkLst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asterMk cId="0" sldId="2147483648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asterMk cId="0" sldId="2147483648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asterMk cId="0" sldId="2147483648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asterMk cId="0" sldId="2147483648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23B6D20C-6764-44D9-9B7B-98EEF745D19B}" dt="2025-09-17T01:50:04.094" v="16"/>
          <ac:spMkLst>
            <pc:docMk/>
            <pc:sldMasterMk cId="0" sldId="2147483648"/>
            <ac:spMk id="6" creationId="{00000000-0000-0000-0000-000000000000}"/>
          </ac:spMkLst>
        </pc:spChg>
        <pc:sldLayoutChg chg="modSp">
          <pc:chgData name="Dr. Khurram Jadoon khan Asstt. Professor FCS" userId="684a1a15-bea5-4a17-9b67-1313be309245" providerId="ADAL" clId="{23B6D20C-6764-44D9-9B7B-98EEF745D19B}" dt="2025-09-17T01:50:04.094" v="16"/>
          <pc:sldLayoutMkLst>
            <pc:docMk/>
            <pc:sldMasterMk cId="0" sldId="2147483648"/>
            <pc:sldLayoutMk cId="0" sldId="2147483661"/>
          </pc:sldLayoutMkLst>
          <pc:spChg chg="mod">
            <ac:chgData name="Dr. Khurram Jadoon khan Asstt. Professor FCS" userId="684a1a15-bea5-4a17-9b67-1313be309245" providerId="ADAL" clId="{23B6D20C-6764-44D9-9B7B-98EEF745D19B}" dt="2025-09-17T01:50:04.094" v="16"/>
            <ac:spMkLst>
              <pc:docMk/>
              <pc:sldMasterMk cId="0" sldId="2147483648"/>
              <pc:sldLayoutMk cId="0" sldId="2147483661"/>
              <ac:spMk id="2" creationId="{00000000-0000-0000-0000-000000000000}"/>
            </ac:spMkLst>
          </pc:spChg>
          <pc:spChg chg="mod">
            <ac:chgData name="Dr. Khurram Jadoon khan Asstt. Professor FCS" userId="684a1a15-bea5-4a17-9b67-1313be309245" providerId="ADAL" clId="{23B6D20C-6764-44D9-9B7B-98EEF745D19B}" dt="2025-09-17T01:50:04.094" v="16"/>
            <ac:spMkLst>
              <pc:docMk/>
              <pc:sldMasterMk cId="0" sldId="2147483648"/>
              <pc:sldLayoutMk cId="0" sldId="2147483661"/>
              <ac:spMk id="3" creationId="{00000000-0000-0000-0000-000000000000}"/>
            </ac:spMkLst>
          </pc:spChg>
        </pc:sldLayoutChg>
        <pc:sldLayoutChg chg="modSp">
          <pc:chgData name="Dr. Khurram Jadoon khan Asstt. Professor FCS" userId="684a1a15-bea5-4a17-9b67-1313be309245" providerId="ADAL" clId="{23B6D20C-6764-44D9-9B7B-98EEF745D19B}" dt="2025-09-17T01:50:04.094" v="16"/>
          <pc:sldLayoutMkLst>
            <pc:docMk/>
            <pc:sldMasterMk cId="0" sldId="2147483648"/>
            <pc:sldLayoutMk cId="0" sldId="2147483663"/>
          </pc:sldLayoutMkLst>
          <pc:spChg chg="mod">
            <ac:chgData name="Dr. Khurram Jadoon khan Asstt. Professor FCS" userId="684a1a15-bea5-4a17-9b67-1313be309245" providerId="ADAL" clId="{23B6D20C-6764-44D9-9B7B-98EEF745D19B}" dt="2025-09-17T01:50:04.094" v="16"/>
            <ac:spMkLst>
              <pc:docMk/>
              <pc:sldMasterMk cId="0" sldId="2147483648"/>
              <pc:sldLayoutMk cId="0" sldId="2147483663"/>
              <ac:spMk id="3" creationId="{00000000-0000-0000-0000-000000000000}"/>
            </ac:spMkLst>
          </pc:spChg>
          <pc:spChg chg="mod">
            <ac:chgData name="Dr. Khurram Jadoon khan Asstt. Professor FCS" userId="684a1a15-bea5-4a17-9b67-1313be309245" providerId="ADAL" clId="{23B6D20C-6764-44D9-9B7B-98EEF745D19B}" dt="2025-09-17T01:50:04.094" v="16"/>
            <ac:spMkLst>
              <pc:docMk/>
              <pc:sldMasterMk cId="0" sldId="2147483648"/>
              <pc:sldLayoutMk cId="0" sldId="2147483663"/>
              <ac:spMk id="4" creationId="{00000000-0000-0000-0000-000000000000}"/>
            </ac:spMkLst>
          </pc:spChg>
        </pc:sldLayoutChg>
      </pc:sldMasterChg>
    </pc:docChg>
  </pc:docChgLst>
  <pc:docChgLst>
    <pc:chgData name="u2023506" userId="S::u2023506@giki.edu.pk::1f9cc700-4921-4ba6-9d46-7dc44cb555fe" providerId="AD" clId="Web-{555E1645-3BA5-5F21-A8AB-D26F6C868752}"/>
    <pc:docChg chg="addSld delSld">
      <pc:chgData name="u2023506" userId="S::u2023506@giki.edu.pk::1f9cc700-4921-4ba6-9d46-7dc44cb555fe" providerId="AD" clId="Web-{555E1645-3BA5-5F21-A8AB-D26F6C868752}" dt="2025-09-28T19:42:15.764" v="1"/>
      <pc:docMkLst>
        <pc:docMk/>
      </pc:docMkLst>
      <pc:sldChg chg="new del">
        <pc:chgData name="u2023506" userId="S::u2023506@giki.edu.pk::1f9cc700-4921-4ba6-9d46-7dc44cb555fe" providerId="AD" clId="Web-{555E1645-3BA5-5F21-A8AB-D26F6C868752}" dt="2025-09-28T19:42:15.764" v="1"/>
        <pc:sldMkLst>
          <pc:docMk/>
          <pc:sldMk cId="145811816" sldId="317"/>
        </pc:sldMkLst>
      </pc:sldChg>
    </pc:docChg>
  </pc:docChgLst>
  <pc:docChgLst>
    <pc:chgData name="u2023143" userId="S::u2023143@giki.edu.pk::55260a25-5612-4f1d-b0f0-4983bc597b0e" providerId="AD" clId="Web-{A753DBEF-E26F-1BDB-D35D-42501D5CE2D4}"/>
    <pc:docChg chg="modSld">
      <pc:chgData name="u2023143" userId="S::u2023143@giki.edu.pk::55260a25-5612-4f1d-b0f0-4983bc597b0e" providerId="AD" clId="Web-{A753DBEF-E26F-1BDB-D35D-42501D5CE2D4}" dt="2025-09-29T18:56:54.249" v="1" actId="14100"/>
      <pc:docMkLst>
        <pc:docMk/>
      </pc:docMkLst>
      <pc:sldChg chg="modSp">
        <pc:chgData name="u2023143" userId="S::u2023143@giki.edu.pk::55260a25-5612-4f1d-b0f0-4983bc597b0e" providerId="AD" clId="Web-{A753DBEF-E26F-1BDB-D35D-42501D5CE2D4}" dt="2025-09-29T18:56:54.249" v="1" actId="14100"/>
        <pc:sldMkLst>
          <pc:docMk/>
          <pc:sldMk cId="3814310000" sldId="307"/>
        </pc:sldMkLst>
        <pc:picChg chg="mod">
          <ac:chgData name="u2023143" userId="S::u2023143@giki.edu.pk::55260a25-5612-4f1d-b0f0-4983bc597b0e" providerId="AD" clId="Web-{A753DBEF-E26F-1BDB-D35D-42501D5CE2D4}" dt="2025-09-29T18:56:54.249" v="1" actId="14100"/>
          <ac:picMkLst>
            <pc:docMk/>
            <pc:sldMk cId="3814310000" sldId="307"/>
            <ac:picMk id="5" creationId="{994B7527-C2B8-25C6-F860-E7F8A5A5F9B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1D1283-19BD-4D4A-B3FE-13A97584C1BF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79750" y="944563"/>
            <a:ext cx="4533900" cy="2551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36963"/>
            <a:ext cx="8553450" cy="29749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7708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91F41B-682F-42D0-B909-022F97F75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91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079750" y="944563"/>
            <a:ext cx="4533900" cy="2551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So, the total number of possible world states is:</a:t>
            </a:r>
          </a:p>
          <a:p>
            <a:pPr algn="l"/>
            <a:r>
              <a:rPr lang="en-US" b="0" i="0" dirty="0">
                <a:solidFill>
                  <a:srgbClr val="0D0D0D"/>
                </a:solidFill>
                <a:effectLst/>
                <a:latin typeface="KaTeX_Main"/>
              </a:rPr>
              <a:t>2^4=2×2×2×2=16</a:t>
            </a:r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pPr algn="l"/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This means there are 16 different possible configurations or states that the game world can be in when considering 4 locations. Each configuration represents a unique combination of which locations are occupied and which are not.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1F41B-682F-42D0-B909-022F97F752E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6352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2D06B-51F9-AE0D-8C94-FF4342AB7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51C3F4-94BA-6E76-5845-1AC1158AB3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079750" y="944563"/>
            <a:ext cx="4533900" cy="255111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7A7691-D538-EED9-E364-B1AFB2A008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So, the total number of possible world states is:</a:t>
            </a:r>
          </a:p>
          <a:p>
            <a:pPr algn="l"/>
            <a:r>
              <a:rPr lang="en-US" b="0" i="0" dirty="0">
                <a:solidFill>
                  <a:srgbClr val="0D0D0D"/>
                </a:solidFill>
                <a:effectLst/>
                <a:latin typeface="KaTeX_Main"/>
              </a:rPr>
              <a:t>2^4=2×2×2×2=16</a:t>
            </a:r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pPr algn="l"/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This means there are 16 different possible configurations or states that the game world can be in when considering 4 locations. Each configuration represents a unique combination of which locations are occupied and which are not.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149F5F-BD8E-B3D9-BF21-9A56B8D0E9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1F41B-682F-42D0-B909-022F97F752E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80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7507" y="2342516"/>
            <a:ext cx="11418411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5014" y="4231641"/>
            <a:ext cx="9403398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1672" y="1737995"/>
            <a:ext cx="584354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18214" y="1737995"/>
            <a:ext cx="584354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75690" y="506983"/>
            <a:ext cx="8082042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50404" y="1729232"/>
            <a:ext cx="9469606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67365" y="7027546"/>
            <a:ext cx="42986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1671" y="7027546"/>
            <a:ext cx="308968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72066" y="7027546"/>
            <a:ext cx="308968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3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3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363912" y="2178051"/>
            <a:ext cx="6426200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Bef>
                <a:spcPts val="885"/>
              </a:spcBef>
            </a:pPr>
            <a:r>
              <a:rPr sz="4000" spc="50" dirty="0">
                <a:solidFill>
                  <a:srgbClr val="001F5F"/>
                </a:solidFill>
                <a:latin typeface="Calibri"/>
                <a:cs typeface="Calibri"/>
              </a:rPr>
              <a:t>Solving </a:t>
            </a:r>
            <a:r>
              <a:rPr sz="4000" spc="35" dirty="0">
                <a:solidFill>
                  <a:srgbClr val="001F5F"/>
                </a:solidFill>
                <a:latin typeface="Calibri"/>
                <a:cs typeface="Calibri"/>
              </a:rPr>
              <a:t>Problems </a:t>
            </a:r>
            <a:r>
              <a:rPr sz="4000" spc="50" dirty="0">
                <a:solidFill>
                  <a:srgbClr val="001F5F"/>
                </a:solidFill>
                <a:latin typeface="Calibri"/>
                <a:cs typeface="Calibri"/>
              </a:rPr>
              <a:t>by</a:t>
            </a:r>
            <a:r>
              <a:rPr sz="4000" spc="-114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4000" spc="20" dirty="0">
                <a:solidFill>
                  <a:srgbClr val="001F5F"/>
                </a:solidFill>
                <a:latin typeface="Calibri"/>
                <a:cs typeface="Calibri"/>
              </a:rPr>
              <a:t>Searching</a:t>
            </a:r>
            <a:endParaRPr sz="4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02112" y="120650"/>
            <a:ext cx="4881245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4800" spc="-25" dirty="0"/>
              <a:t>Chapter’s</a:t>
            </a:r>
            <a:r>
              <a:rPr sz="4800" spc="-40" dirty="0"/>
              <a:t> </a:t>
            </a:r>
            <a:r>
              <a:rPr sz="4800" spc="-10" dirty="0"/>
              <a:t>Outline</a:t>
            </a:r>
            <a:endParaRPr sz="4800" dirty="0"/>
          </a:p>
        </p:txBody>
      </p:sp>
      <p:sp>
        <p:nvSpPr>
          <p:cNvPr id="3" name="object 3"/>
          <p:cNvSpPr/>
          <p:nvPr/>
        </p:nvSpPr>
        <p:spPr>
          <a:xfrm>
            <a:off x="2144085" y="3777996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0" y="0"/>
                </a:moveTo>
                <a:lnTo>
                  <a:pt x="0" y="3428999"/>
                </a:lnTo>
                <a:lnTo>
                  <a:pt x="9143999" y="3428999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61591" y="1313218"/>
            <a:ext cx="9676772" cy="4929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84200" indent="-571500">
              <a:buFont typeface="Arial" panose="020B0604020202020204" pitchFamily="34" charset="0"/>
              <a:buChar char="•"/>
              <a:tabLst>
                <a:tab pos="697865" algn="l"/>
              </a:tabLst>
            </a:pPr>
            <a:r>
              <a:rPr sz="3600" spc="-10" dirty="0">
                <a:latin typeface="Calibri"/>
                <a:cs typeface="Calibri"/>
              </a:rPr>
              <a:t>Problem </a:t>
            </a:r>
            <a:r>
              <a:rPr sz="3600" dirty="0">
                <a:latin typeface="Calibri"/>
                <a:cs typeface="Calibri"/>
              </a:rPr>
              <a:t>Solving</a:t>
            </a:r>
            <a:r>
              <a:rPr sz="3600" spc="-125" dirty="0">
                <a:latin typeface="Calibri"/>
                <a:cs typeface="Calibri"/>
              </a:rPr>
              <a:t> </a:t>
            </a:r>
            <a:r>
              <a:rPr sz="3600" spc="-15" dirty="0">
                <a:latin typeface="Calibri"/>
                <a:cs typeface="Calibri"/>
              </a:rPr>
              <a:t>Agents</a:t>
            </a:r>
            <a:endParaRPr sz="3600" dirty="0">
              <a:latin typeface="Calibri"/>
              <a:cs typeface="Calibri"/>
            </a:endParaRPr>
          </a:p>
          <a:p>
            <a:pPr marL="584200" indent="-571500">
              <a:spcBef>
                <a:spcPts val="860"/>
              </a:spcBef>
              <a:buFont typeface="Arial" panose="020B0604020202020204" pitchFamily="34" charset="0"/>
              <a:buChar char="•"/>
              <a:tabLst>
                <a:tab pos="697865" algn="l"/>
              </a:tabLst>
            </a:pPr>
            <a:r>
              <a:rPr sz="3600" spc="-35" dirty="0">
                <a:latin typeface="Calibri"/>
                <a:cs typeface="Calibri"/>
              </a:rPr>
              <a:t>Well </a:t>
            </a:r>
            <a:r>
              <a:rPr sz="3600" spc="-5" dirty="0">
                <a:latin typeface="Calibri"/>
                <a:cs typeface="Calibri"/>
              </a:rPr>
              <a:t>Defined </a:t>
            </a:r>
            <a:r>
              <a:rPr sz="3600" spc="-10" dirty="0">
                <a:latin typeface="Calibri"/>
                <a:cs typeface="Calibri"/>
              </a:rPr>
              <a:t>Problems </a:t>
            </a:r>
            <a:r>
              <a:rPr sz="3600" dirty="0">
                <a:latin typeface="Calibri"/>
                <a:cs typeface="Calibri"/>
              </a:rPr>
              <a:t>and</a:t>
            </a:r>
            <a:r>
              <a:rPr sz="3600" spc="-85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Solutions</a:t>
            </a:r>
            <a:endParaRPr sz="3600" dirty="0">
              <a:latin typeface="Calibri"/>
              <a:cs typeface="Calibri"/>
            </a:endParaRPr>
          </a:p>
          <a:p>
            <a:pPr marL="584200" indent="-571500">
              <a:spcBef>
                <a:spcPts val="860"/>
              </a:spcBef>
              <a:buFont typeface="Arial" panose="020B0604020202020204" pitchFamily="34" charset="0"/>
              <a:buChar char="•"/>
              <a:tabLst>
                <a:tab pos="697865" algn="l"/>
              </a:tabLst>
            </a:pPr>
            <a:r>
              <a:rPr sz="3600" spc="-10" dirty="0">
                <a:latin typeface="Calibri"/>
                <a:cs typeface="Calibri"/>
              </a:rPr>
              <a:t>Example</a:t>
            </a:r>
            <a:r>
              <a:rPr sz="3600" spc="-10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Problems</a:t>
            </a:r>
            <a:endParaRPr sz="3600" dirty="0">
              <a:latin typeface="Calibri"/>
              <a:cs typeface="Calibri"/>
            </a:endParaRPr>
          </a:p>
          <a:p>
            <a:pPr marL="584200" indent="-571500">
              <a:spcBef>
                <a:spcPts val="860"/>
              </a:spcBef>
              <a:buFont typeface="Arial" panose="020B0604020202020204" pitchFamily="34" charset="0"/>
              <a:buChar char="•"/>
              <a:tabLst>
                <a:tab pos="697865" algn="l"/>
              </a:tabLst>
            </a:pPr>
            <a:r>
              <a:rPr sz="3600" spc="-10" dirty="0">
                <a:latin typeface="Calibri"/>
                <a:cs typeface="Calibri"/>
              </a:rPr>
              <a:t>Searching </a:t>
            </a:r>
            <a:r>
              <a:rPr sz="3600" spc="-25" dirty="0">
                <a:latin typeface="Calibri"/>
                <a:cs typeface="Calibri"/>
              </a:rPr>
              <a:t>for</a:t>
            </a:r>
            <a:r>
              <a:rPr sz="3600" spc="-90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Solutions</a:t>
            </a:r>
            <a:endParaRPr sz="3600" dirty="0">
              <a:latin typeface="Calibri"/>
              <a:cs typeface="Calibri"/>
            </a:endParaRPr>
          </a:p>
          <a:p>
            <a:pPr marL="1099185" indent="-400685">
              <a:spcBef>
                <a:spcPts val="710"/>
              </a:spcBef>
              <a:buFont typeface="Courier New"/>
              <a:buChar char="o"/>
              <a:tabLst>
                <a:tab pos="1099820" algn="l"/>
              </a:tabLst>
            </a:pPr>
            <a:r>
              <a:rPr sz="2800" spc="-20" dirty="0">
                <a:latin typeface="Calibri"/>
                <a:cs typeface="Calibri"/>
              </a:rPr>
              <a:t>Infrastructure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spc="-10" dirty="0">
                <a:latin typeface="Calibri"/>
                <a:cs typeface="Calibri"/>
              </a:rPr>
              <a:t>Search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Algorithms</a:t>
            </a:r>
            <a:endParaRPr sz="2800" dirty="0">
              <a:latin typeface="Calibri"/>
              <a:cs typeface="Calibri"/>
            </a:endParaRPr>
          </a:p>
          <a:p>
            <a:pPr marL="1099185" indent="-400685">
              <a:spcBef>
                <a:spcPts val="670"/>
              </a:spcBef>
              <a:buFont typeface="Courier New"/>
              <a:buChar char="o"/>
              <a:tabLst>
                <a:tab pos="1099820" algn="l"/>
              </a:tabLst>
            </a:pPr>
            <a:r>
              <a:rPr sz="2800" spc="-20" dirty="0">
                <a:latin typeface="Calibri"/>
                <a:cs typeface="Calibri"/>
              </a:rPr>
              <a:t>Performance</a:t>
            </a:r>
            <a:r>
              <a:rPr sz="2800" spc="-10" dirty="0">
                <a:latin typeface="Calibri"/>
                <a:cs typeface="Calibri"/>
              </a:rPr>
              <a:t> Metric</a:t>
            </a:r>
            <a:endParaRPr sz="2800" dirty="0">
              <a:latin typeface="Calibri"/>
              <a:cs typeface="Calibri"/>
            </a:endParaRPr>
          </a:p>
          <a:p>
            <a:pPr marL="584200" indent="-571500">
              <a:spcBef>
                <a:spcPts val="819"/>
              </a:spcBef>
              <a:buFont typeface="Arial" panose="020B0604020202020204" pitchFamily="34" charset="0"/>
              <a:buChar char="•"/>
              <a:tabLst>
                <a:tab pos="697865" algn="l"/>
              </a:tabLst>
            </a:pPr>
            <a:r>
              <a:rPr sz="3600" spc="-10" dirty="0">
                <a:latin typeface="Calibri"/>
                <a:cs typeface="Calibri"/>
              </a:rPr>
              <a:t>Uninformed Search</a:t>
            </a:r>
            <a:r>
              <a:rPr sz="3600" spc="-130" dirty="0">
                <a:latin typeface="Calibri"/>
                <a:cs typeface="Calibri"/>
              </a:rPr>
              <a:t> </a:t>
            </a:r>
            <a:r>
              <a:rPr sz="3600" spc="-20" dirty="0">
                <a:latin typeface="Calibri"/>
                <a:cs typeface="Calibri"/>
              </a:rPr>
              <a:t>Strategies</a:t>
            </a:r>
            <a:endParaRPr sz="3600" dirty="0">
              <a:latin typeface="Calibri"/>
              <a:cs typeface="Calibri"/>
            </a:endParaRPr>
          </a:p>
          <a:p>
            <a:pPr marL="584200" indent="-571500">
              <a:spcBef>
                <a:spcPts val="860"/>
              </a:spcBef>
              <a:buFont typeface="Arial" panose="020B0604020202020204" pitchFamily="34" charset="0"/>
              <a:buChar char="•"/>
              <a:tabLst>
                <a:tab pos="697865" algn="l"/>
              </a:tabLst>
            </a:pPr>
            <a:r>
              <a:rPr sz="3600" spc="-15" dirty="0">
                <a:latin typeface="Calibri"/>
                <a:cs typeface="Calibri"/>
              </a:rPr>
              <a:t>Informed </a:t>
            </a:r>
            <a:r>
              <a:rPr sz="3600" spc="-10" dirty="0">
                <a:latin typeface="Calibri"/>
                <a:cs typeface="Calibri"/>
              </a:rPr>
              <a:t>(Heuristic) Search</a:t>
            </a:r>
            <a:r>
              <a:rPr sz="3600" spc="-70" dirty="0">
                <a:latin typeface="Calibri"/>
                <a:cs typeface="Calibri"/>
              </a:rPr>
              <a:t> </a:t>
            </a:r>
            <a:r>
              <a:rPr sz="3600" spc="-20" dirty="0">
                <a:latin typeface="Calibri"/>
                <a:cs typeface="Calibri"/>
              </a:rPr>
              <a:t>Strategies</a:t>
            </a:r>
            <a:endParaRPr sz="36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49022" y="6792465"/>
            <a:ext cx="101600" cy="167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5"/>
              </a:lnSpc>
            </a:pPr>
            <a:r>
              <a:rPr sz="1200" dirty="0">
                <a:solidFill>
                  <a:srgbClr val="898989"/>
                </a:solidFill>
                <a:latin typeface="Gill Sans MT"/>
                <a:cs typeface="Gill Sans MT"/>
              </a:rPr>
              <a:t>2</a:t>
            </a:r>
            <a:endParaRPr sz="12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A351D0C-9440-660E-7E42-369B176D2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A16B983-5B4A-DCF4-A768-B115F9B344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47920" y="112459"/>
            <a:ext cx="3537585" cy="670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4400" spc="-40" dirty="0"/>
              <a:t>Types </a:t>
            </a:r>
            <a:r>
              <a:rPr sz="4400" dirty="0"/>
              <a:t>of</a:t>
            </a:r>
            <a:r>
              <a:rPr sz="4400" spc="-55" dirty="0"/>
              <a:t> </a:t>
            </a:r>
            <a:r>
              <a:rPr sz="4400" spc="-10" dirty="0"/>
              <a:t>agents</a:t>
            </a:r>
            <a:endParaRPr sz="440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C4A6A31-B275-C985-1788-5E80E6938ADB}"/>
              </a:ext>
            </a:extLst>
          </p:cNvPr>
          <p:cNvSpPr txBox="1"/>
          <p:nvPr/>
        </p:nvSpPr>
        <p:spPr>
          <a:xfrm>
            <a:off x="2754313" y="871761"/>
            <a:ext cx="1583055" cy="380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15" dirty="0">
                <a:latin typeface="Calibri"/>
                <a:cs typeface="Calibri"/>
              </a:rPr>
              <a:t>Reflex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agent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0EFC80D-68A0-6AB1-E008-7E459F3491F7}"/>
              </a:ext>
            </a:extLst>
          </p:cNvPr>
          <p:cNvSpPr txBox="1"/>
          <p:nvPr/>
        </p:nvSpPr>
        <p:spPr>
          <a:xfrm>
            <a:off x="7189326" y="836678"/>
            <a:ext cx="1901189" cy="365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20" dirty="0">
                <a:latin typeface="Calibri"/>
                <a:cs typeface="Calibri"/>
              </a:rPr>
              <a:t>Planning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10" dirty="0">
                <a:latin typeface="Calibri"/>
                <a:cs typeface="Calibri"/>
              </a:rPr>
              <a:t>agent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442822C0-D04A-F4A7-F938-32C2B365F301}"/>
              </a:ext>
            </a:extLst>
          </p:cNvPr>
          <p:cNvSpPr txBox="1"/>
          <p:nvPr/>
        </p:nvSpPr>
        <p:spPr>
          <a:xfrm>
            <a:off x="442986" y="3968659"/>
            <a:ext cx="4673526" cy="1988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buFont typeface="Courier New"/>
              <a:buChar char="•"/>
              <a:tabLst>
                <a:tab pos="355600" algn="l"/>
              </a:tabLst>
            </a:pPr>
            <a:r>
              <a:rPr sz="2400" spc="-5" dirty="0">
                <a:solidFill>
                  <a:srgbClr val="CC0099"/>
                </a:solidFill>
                <a:latin typeface="Calibri"/>
                <a:cs typeface="Calibri"/>
              </a:rPr>
              <a:t>Consider </a:t>
            </a:r>
            <a:r>
              <a:rPr sz="2400" spc="-10" dirty="0">
                <a:solidFill>
                  <a:srgbClr val="CC0099"/>
                </a:solidFill>
                <a:latin typeface="Calibri"/>
                <a:cs typeface="Calibri"/>
              </a:rPr>
              <a:t>how </a:t>
            </a:r>
            <a:r>
              <a:rPr sz="2400" dirty="0">
                <a:solidFill>
                  <a:srgbClr val="CC0099"/>
                </a:solidFill>
                <a:latin typeface="Calibri"/>
                <a:cs typeface="Calibri"/>
              </a:rPr>
              <a:t>the </a:t>
            </a:r>
            <a:r>
              <a:rPr sz="2400" spc="-10" dirty="0">
                <a:solidFill>
                  <a:srgbClr val="CC0099"/>
                </a:solidFill>
                <a:latin typeface="Calibri"/>
                <a:cs typeface="Calibri"/>
              </a:rPr>
              <a:t>world</a:t>
            </a:r>
            <a:r>
              <a:rPr sz="2400" spc="-55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CC0099"/>
                </a:solidFill>
                <a:latin typeface="Calibri"/>
                <a:cs typeface="Calibri"/>
              </a:rPr>
              <a:t>IS</a:t>
            </a:r>
            <a:endParaRPr sz="2400" dirty="0">
              <a:latin typeface="Calibri"/>
              <a:cs typeface="Calibri"/>
            </a:endParaRPr>
          </a:p>
          <a:p>
            <a:pPr marL="355600" marR="341630" indent="-342900">
              <a:spcBef>
                <a:spcPts val="575"/>
              </a:spcBef>
              <a:buFont typeface="Courier New"/>
              <a:buChar char="•"/>
              <a:tabLst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Choose </a:t>
            </a:r>
            <a:r>
              <a:rPr sz="2400" dirty="0">
                <a:latin typeface="Calibri"/>
                <a:cs typeface="Calibri"/>
              </a:rPr>
              <a:t>action </a:t>
            </a:r>
            <a:r>
              <a:rPr sz="2400" spc="-5" dirty="0">
                <a:latin typeface="Calibri"/>
                <a:cs typeface="Calibri"/>
              </a:rPr>
              <a:t>based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  </a:t>
            </a:r>
            <a:r>
              <a:rPr sz="2400" spc="-10" dirty="0">
                <a:latin typeface="Calibri"/>
                <a:cs typeface="Calibri"/>
              </a:rPr>
              <a:t>current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percept</a:t>
            </a:r>
            <a:endParaRPr sz="2400" dirty="0">
              <a:latin typeface="Calibri"/>
              <a:cs typeface="Calibri"/>
            </a:endParaRPr>
          </a:p>
          <a:p>
            <a:pPr marL="355600" marR="5080" indent="-342900">
              <a:spcBef>
                <a:spcPts val="575"/>
              </a:spcBef>
              <a:buFont typeface="Courier New"/>
              <a:buChar char="•"/>
              <a:tabLst>
                <a:tab pos="355600" algn="l"/>
              </a:tabLst>
            </a:pPr>
            <a:r>
              <a:rPr sz="2400" spc="-10" dirty="0">
                <a:latin typeface="Calibri"/>
                <a:cs typeface="Calibri"/>
              </a:rPr>
              <a:t>Do </a:t>
            </a:r>
            <a:r>
              <a:rPr sz="2400" spc="-5" dirty="0">
                <a:latin typeface="Calibri"/>
                <a:cs typeface="Calibri"/>
              </a:rPr>
              <a:t>not consider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future  </a:t>
            </a:r>
            <a:r>
              <a:rPr sz="2400" spc="-5" dirty="0">
                <a:latin typeface="Calibri"/>
                <a:cs typeface="Calibri"/>
              </a:rPr>
              <a:t>consequences 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actions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9C4D2EE-81DC-3E67-AAE7-B16BB31F75B3}"/>
              </a:ext>
            </a:extLst>
          </p:cNvPr>
          <p:cNvSpPr txBox="1"/>
          <p:nvPr/>
        </p:nvSpPr>
        <p:spPr>
          <a:xfrm>
            <a:off x="6635057" y="3968658"/>
            <a:ext cx="4542790" cy="2227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buFont typeface="Courier New"/>
              <a:buChar char="•"/>
              <a:tabLst>
                <a:tab pos="355600" algn="l"/>
              </a:tabLst>
            </a:pPr>
            <a:r>
              <a:rPr sz="2200" spc="-5" dirty="0">
                <a:solidFill>
                  <a:srgbClr val="CC0099"/>
                </a:solidFill>
                <a:latin typeface="Calibri"/>
                <a:cs typeface="Calibri"/>
              </a:rPr>
              <a:t>Consider </a:t>
            </a:r>
            <a:r>
              <a:rPr sz="2200" spc="-10" dirty="0">
                <a:solidFill>
                  <a:srgbClr val="CC0099"/>
                </a:solidFill>
                <a:latin typeface="Calibri"/>
                <a:cs typeface="Calibri"/>
              </a:rPr>
              <a:t>how the world WOULD</a:t>
            </a:r>
            <a:r>
              <a:rPr sz="2200" spc="5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CC0099"/>
                </a:solidFill>
                <a:latin typeface="Calibri"/>
                <a:cs typeface="Calibri"/>
              </a:rPr>
              <a:t>BE</a:t>
            </a:r>
            <a:endParaRPr sz="2200" dirty="0">
              <a:latin typeface="Calibri"/>
              <a:cs typeface="Calibri"/>
            </a:endParaRPr>
          </a:p>
          <a:p>
            <a:pPr marL="355600" marR="284480" indent="-342900">
              <a:spcBef>
                <a:spcPts val="525"/>
              </a:spcBef>
              <a:buFont typeface="Courier New"/>
              <a:buChar char="•"/>
              <a:tabLst>
                <a:tab pos="355600" algn="l"/>
              </a:tabLst>
            </a:pPr>
            <a:r>
              <a:rPr sz="2200" spc="-5" dirty="0">
                <a:latin typeface="Calibri"/>
                <a:cs typeface="Calibri"/>
              </a:rPr>
              <a:t>Decisions based on </a:t>
            </a:r>
            <a:r>
              <a:rPr sz="2200" spc="-15" dirty="0">
                <a:latin typeface="Calibri"/>
                <a:cs typeface="Calibri"/>
              </a:rPr>
              <a:t>(hypothesized)  </a:t>
            </a:r>
            <a:r>
              <a:rPr sz="2200" spc="-10" dirty="0">
                <a:latin typeface="Calibri"/>
                <a:cs typeface="Calibri"/>
              </a:rPr>
              <a:t>consequences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actions</a:t>
            </a:r>
            <a:endParaRPr sz="2200" dirty="0">
              <a:latin typeface="Calibri"/>
              <a:cs typeface="Calibri"/>
            </a:endParaRPr>
          </a:p>
          <a:p>
            <a:pPr marL="355600" marR="5080" indent="-342900">
              <a:spcBef>
                <a:spcPts val="525"/>
              </a:spcBef>
              <a:buFont typeface="Courier New"/>
              <a:buChar char="•"/>
              <a:tabLst>
                <a:tab pos="355600" algn="l"/>
              </a:tabLst>
            </a:pPr>
            <a:r>
              <a:rPr sz="2200" spc="-15" dirty="0">
                <a:latin typeface="Calibri"/>
                <a:cs typeface="Calibri"/>
              </a:rPr>
              <a:t>Must </a:t>
            </a:r>
            <a:r>
              <a:rPr sz="2200" spc="-20" dirty="0">
                <a:latin typeface="Calibri"/>
                <a:cs typeface="Calibri"/>
              </a:rPr>
              <a:t>have </a:t>
            </a:r>
            <a:r>
              <a:rPr sz="2200" dirty="0">
                <a:latin typeface="Calibri"/>
                <a:cs typeface="Calibri"/>
              </a:rPr>
              <a:t>a </a:t>
            </a:r>
            <a:r>
              <a:rPr sz="2200" spc="-5" dirty="0">
                <a:latin typeface="Calibri"/>
                <a:cs typeface="Calibri"/>
              </a:rPr>
              <a:t>model </a:t>
            </a:r>
            <a:r>
              <a:rPr sz="2200" dirty="0">
                <a:latin typeface="Calibri"/>
                <a:cs typeface="Calibri"/>
              </a:rPr>
              <a:t>of </a:t>
            </a:r>
            <a:r>
              <a:rPr sz="2200" spc="-10" dirty="0">
                <a:latin typeface="Calibri"/>
                <a:cs typeface="Calibri"/>
              </a:rPr>
              <a:t>how the world  evolves </a:t>
            </a:r>
            <a:r>
              <a:rPr sz="2200" spc="-5" dirty="0">
                <a:latin typeface="Calibri"/>
                <a:cs typeface="Calibri"/>
              </a:rPr>
              <a:t>in </a:t>
            </a:r>
            <a:r>
              <a:rPr sz="2200" spc="-10" dirty="0">
                <a:latin typeface="Calibri"/>
                <a:cs typeface="Calibri"/>
              </a:rPr>
              <a:t>response </a:t>
            </a:r>
            <a:r>
              <a:rPr sz="2200" spc="-20" dirty="0">
                <a:latin typeface="Calibri"/>
                <a:cs typeface="Calibri"/>
              </a:rPr>
              <a:t>to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actions</a:t>
            </a:r>
            <a:endParaRPr sz="2200" dirty="0">
              <a:latin typeface="Calibri"/>
              <a:cs typeface="Calibri"/>
            </a:endParaRPr>
          </a:p>
          <a:p>
            <a:pPr marL="355600" indent="-342900">
              <a:spcBef>
                <a:spcPts val="525"/>
              </a:spcBef>
              <a:buFont typeface="Courier New"/>
              <a:buChar char="•"/>
              <a:tabLst>
                <a:tab pos="355600" algn="l"/>
              </a:tabLst>
            </a:pPr>
            <a:r>
              <a:rPr sz="2200" spc="-15" dirty="0">
                <a:latin typeface="Calibri"/>
                <a:cs typeface="Calibri"/>
              </a:rPr>
              <a:t>Must formulate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goal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BA84B73-6985-C589-3839-8A236ABD88AC}"/>
              </a:ext>
            </a:extLst>
          </p:cNvPr>
          <p:cNvSpPr/>
          <p:nvPr/>
        </p:nvSpPr>
        <p:spPr>
          <a:xfrm>
            <a:off x="442985" y="1555784"/>
            <a:ext cx="3137916" cy="21092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E4E3B63-B5F0-F4FC-AB1B-EC2D61174758}"/>
              </a:ext>
            </a:extLst>
          </p:cNvPr>
          <p:cNvSpPr/>
          <p:nvPr/>
        </p:nvSpPr>
        <p:spPr>
          <a:xfrm>
            <a:off x="6885305" y="1530635"/>
            <a:ext cx="3200399" cy="21153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96034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43381827-3E0F-EF6F-941B-74A1030DDFD1}"/>
              </a:ext>
            </a:extLst>
          </p:cNvPr>
          <p:cNvSpPr txBox="1"/>
          <p:nvPr/>
        </p:nvSpPr>
        <p:spPr>
          <a:xfrm>
            <a:off x="392112" y="1263651"/>
            <a:ext cx="120396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A </a:t>
            </a:r>
            <a:r>
              <a:rPr lang="en-US" sz="3200" b="1" dirty="0"/>
              <a:t>farmer</a:t>
            </a:r>
            <a:r>
              <a:rPr lang="en-US" sz="3200" dirty="0"/>
              <a:t> wants to get his </a:t>
            </a:r>
            <a:r>
              <a:rPr lang="en-US" sz="3200" b="1" dirty="0"/>
              <a:t>cabbage</a:t>
            </a:r>
            <a:r>
              <a:rPr lang="en-US" sz="3200" dirty="0"/>
              <a:t>, </a:t>
            </a:r>
            <a:r>
              <a:rPr lang="en-US" sz="3200" b="1" dirty="0"/>
              <a:t>goat</a:t>
            </a:r>
            <a:r>
              <a:rPr lang="en-US" sz="3200" dirty="0"/>
              <a:t>, and </a:t>
            </a:r>
            <a:r>
              <a:rPr lang="en-US" sz="3200" b="1" dirty="0"/>
              <a:t>wolf</a:t>
            </a:r>
            <a:r>
              <a:rPr lang="en-US" sz="3200" dirty="0"/>
              <a:t> across a river. He has a boat that only holds two. He cannot leave the cabbage and goat alone or the goat and wolf alone. How many river crossings does he need? </a:t>
            </a:r>
          </a:p>
          <a:p>
            <a:r>
              <a:rPr lang="en-US" sz="3200" dirty="0"/>
              <a:t>- 4 </a:t>
            </a:r>
          </a:p>
          <a:p>
            <a:r>
              <a:rPr lang="en-US" sz="3200" dirty="0"/>
              <a:t>- 5</a:t>
            </a:r>
          </a:p>
          <a:p>
            <a:r>
              <a:rPr lang="en-US" sz="3200" dirty="0"/>
              <a:t> - 6</a:t>
            </a:r>
          </a:p>
          <a:p>
            <a:r>
              <a:rPr lang="en-US" sz="3200" dirty="0"/>
              <a:t> - 7 </a:t>
            </a:r>
          </a:p>
          <a:p>
            <a:r>
              <a:rPr lang="en-US" sz="3200" dirty="0"/>
              <a:t>- no solution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81D6A23-2320-19DB-71B2-BAE15FE01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3512" y="273050"/>
            <a:ext cx="6433542" cy="738664"/>
          </a:xfrm>
        </p:spPr>
        <p:txBody>
          <a:bodyPr/>
          <a:lstStyle/>
          <a:p>
            <a:pPr algn="ctr"/>
            <a:r>
              <a:rPr lang="en-US" sz="4800" dirty="0"/>
              <a:t>Problem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9A6F51-B63B-8A3D-2CB5-02A7A1874158}"/>
              </a:ext>
            </a:extLst>
          </p:cNvPr>
          <p:cNvSpPr txBox="1"/>
          <p:nvPr/>
        </p:nvSpPr>
        <p:spPr>
          <a:xfrm>
            <a:off x="315912" y="1416050"/>
            <a:ext cx="128016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444444"/>
                </a:solidFill>
              </a:rPr>
              <a:t>The wolf does not eat cabbage, so the crossing can start with the goat. 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444444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444444"/>
                </a:solidFill>
              </a:rPr>
              <a:t>The man leaves the goat and returns, puts the cabbage in the boat and takes it across. On the other bank, he leaves the cabbage but takes the goat. 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444444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444444"/>
                </a:solidFill>
              </a:rPr>
              <a:t>He leaves the goat on the first bank and takes the wolf across. He leaves the cabbage with the wolf and rows back alone. 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444444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444444"/>
                </a:solidFill>
              </a:rPr>
              <a:t>He takes the goat across. </a:t>
            </a:r>
            <a:r>
              <a:rPr lang="en-US" sz="2800" dirty="0">
                <a:solidFill>
                  <a:srgbClr val="444444"/>
                </a:solidFill>
              </a:rPr>
              <a:t>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E59EC2-757F-1F81-283D-ECF6B4D8D6D5}"/>
              </a:ext>
            </a:extLst>
          </p:cNvPr>
          <p:cNvSpPr txBox="1"/>
          <p:nvPr/>
        </p:nvSpPr>
        <p:spPr>
          <a:xfrm>
            <a:off x="3359558" y="273050"/>
            <a:ext cx="67143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/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2267253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272B0F6-42F5-B433-0E12-6FA94D075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ABD1A024-8168-B723-A745-B2DB14B0A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3512" y="-38719"/>
            <a:ext cx="6433542" cy="615553"/>
          </a:xfrm>
        </p:spPr>
        <p:txBody>
          <a:bodyPr/>
          <a:lstStyle/>
          <a:p>
            <a:r>
              <a:rPr lang="en-US" dirty="0"/>
              <a:t>Intuition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196422-4458-71AA-057B-B55E8FC69CBD}"/>
              </a:ext>
            </a:extLst>
          </p:cNvPr>
          <p:cNvSpPr txBox="1"/>
          <p:nvPr/>
        </p:nvSpPr>
        <p:spPr>
          <a:xfrm>
            <a:off x="163512" y="718580"/>
            <a:ext cx="128778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285750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515938" algn="l"/>
              </a:tabLst>
            </a:pPr>
            <a:r>
              <a:rPr lang="en-US" sz="2800" dirty="0"/>
              <a:t>When you solve this problem, try to think about how you did it.</a:t>
            </a:r>
          </a:p>
          <a:p>
            <a:pPr lvl="1" indent="-285750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515938" algn="l"/>
              </a:tabLst>
            </a:pPr>
            <a:r>
              <a:rPr lang="en-US" sz="2800" dirty="0"/>
              <a:t>Simulated the scenario mentally. Considered sending the farmer over with the goat.</a:t>
            </a:r>
          </a:p>
          <a:p>
            <a:pPr lvl="1" indent="-285750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515938" algn="l"/>
              </a:tabLst>
            </a:pPr>
            <a:r>
              <a:rPr lang="en-US" sz="2800" dirty="0"/>
              <a:t>Observed the consequences. Checked if anything got eaten</a:t>
            </a:r>
          </a:p>
          <a:p>
            <a:pPr lvl="1" indent="-285750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515938" algn="l"/>
              </a:tabLst>
            </a:pPr>
            <a:r>
              <a:rPr lang="en-US" sz="2800" dirty="0"/>
              <a:t>If nothing was eaten, proceeded with the next action</a:t>
            </a:r>
          </a:p>
          <a:p>
            <a:pPr lvl="1" indent="-285750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515938" algn="l"/>
              </a:tabLst>
            </a:pPr>
            <a:r>
              <a:rPr lang="en-US" sz="2800" dirty="0"/>
              <a:t>If something got eaten, undid that move .Tried an alternative action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8FECEB-B548-0CCF-6CC5-E08C6F1E4076}"/>
              </a:ext>
            </a:extLst>
          </p:cNvPr>
          <p:cNvSpPr txBox="1"/>
          <p:nvPr/>
        </p:nvSpPr>
        <p:spPr>
          <a:xfrm>
            <a:off x="163512" y="5378450"/>
            <a:ext cx="12877800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To enable machines to </a:t>
            </a:r>
            <a:r>
              <a:rPr lang="en-US" sz="2800" dirty="0">
                <a:solidFill>
                  <a:srgbClr val="C00000"/>
                </a:solidFill>
              </a:rPr>
              <a:t>solve problems systematically, a structured/systematic approach </a:t>
            </a:r>
            <a:r>
              <a:rPr lang="en-US" sz="2800" dirty="0"/>
              <a:t>is required that </a:t>
            </a:r>
            <a:r>
              <a:rPr lang="en-US" sz="2800" dirty="0">
                <a:solidFill>
                  <a:srgbClr val="C00000"/>
                </a:solidFill>
              </a:rPr>
              <a:t>considers all possibilities</a:t>
            </a:r>
            <a:r>
              <a:rPr lang="en-US" sz="2800" dirty="0"/>
              <a:t>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Search problems </a:t>
            </a:r>
            <a:r>
              <a:rPr lang="en-US" sz="2800" dirty="0">
                <a:solidFill>
                  <a:srgbClr val="C00000"/>
                </a:solidFill>
              </a:rPr>
              <a:t>define these possibilities</a:t>
            </a:r>
            <a:r>
              <a:rPr lang="en-US" sz="2800" dirty="0"/>
              <a:t>, and </a:t>
            </a:r>
            <a:r>
              <a:rPr lang="en-US" sz="2800" dirty="0">
                <a:solidFill>
                  <a:srgbClr val="C00000"/>
                </a:solidFill>
              </a:rPr>
              <a:t>search algorithms are designed to systematically explore them to find solutions.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EE49B44-E3E5-B989-1F85-7BFAFEB4058B}"/>
              </a:ext>
            </a:extLst>
          </p:cNvPr>
          <p:cNvSpPr txBox="1"/>
          <p:nvPr/>
        </p:nvSpPr>
        <p:spPr>
          <a:xfrm>
            <a:off x="3516312" y="3744767"/>
            <a:ext cx="8382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002060"/>
                </a:solidFill>
              </a:rPr>
              <a:t>But the point is not for you to be able to solve this one problem manually.</a:t>
            </a:r>
          </a:p>
        </p:txBody>
      </p:sp>
    </p:spTree>
    <p:extLst>
      <p:ext uri="{BB962C8B-B14F-4D97-AF65-F5344CB8AC3E}">
        <p14:creationId xmlns:p14="http://schemas.microsoft.com/office/powerpoint/2010/main" val="1759063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65189" y="196850"/>
            <a:ext cx="1548130" cy="670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4400" dirty="0"/>
              <a:t>S</a:t>
            </a:r>
            <a:r>
              <a:rPr sz="4400" spc="5" dirty="0"/>
              <a:t>e</a:t>
            </a:r>
            <a:r>
              <a:rPr sz="4400" spc="-5" dirty="0"/>
              <a:t>a</a:t>
            </a:r>
            <a:r>
              <a:rPr sz="4400" spc="-60" dirty="0"/>
              <a:t>r</a:t>
            </a:r>
            <a:r>
              <a:rPr sz="4400" spc="-10" dirty="0"/>
              <a:t>c</a:t>
            </a:r>
            <a:r>
              <a:rPr sz="4400" dirty="0"/>
              <a:t>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3512" y="903151"/>
            <a:ext cx="12725400" cy="65941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411480" indent="-342900" algn="just">
              <a:buFont typeface="Courier New"/>
              <a:buChar char="•"/>
              <a:tabLst>
                <a:tab pos="355600" algn="l"/>
              </a:tabLst>
            </a:pPr>
            <a:r>
              <a:rPr sz="3600" spc="-55" dirty="0">
                <a:latin typeface="Calibri"/>
                <a:cs typeface="Calibri"/>
              </a:rPr>
              <a:t>We </a:t>
            </a:r>
            <a:r>
              <a:rPr sz="3600" spc="-5" dirty="0">
                <a:latin typeface="Calibri"/>
                <a:cs typeface="Calibri"/>
              </a:rPr>
              <a:t>will consider the </a:t>
            </a:r>
            <a:r>
              <a:rPr sz="3600" spc="-10" dirty="0">
                <a:latin typeface="Calibri"/>
                <a:cs typeface="Calibri"/>
              </a:rPr>
              <a:t>problem </a:t>
            </a:r>
            <a:r>
              <a:rPr sz="3600" spc="-5" dirty="0">
                <a:latin typeface="Calibri"/>
                <a:cs typeface="Calibri"/>
              </a:rPr>
              <a:t>of designing</a:t>
            </a:r>
            <a:r>
              <a:rPr sz="3600" spc="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600" spc="20" dirty="0">
                <a:solidFill>
                  <a:srgbClr val="FF0000"/>
                </a:solidFill>
                <a:latin typeface="Calibri"/>
                <a:cs typeface="Calibri"/>
              </a:rPr>
              <a:t>agents </a:t>
            </a:r>
            <a:r>
              <a:rPr sz="3600" spc="-5" dirty="0">
                <a:latin typeface="Calibri"/>
                <a:cs typeface="Calibri"/>
              </a:rPr>
              <a:t>in </a:t>
            </a:r>
            <a:r>
              <a:rPr sz="3600" spc="45" dirty="0">
                <a:solidFill>
                  <a:srgbClr val="00B04F"/>
                </a:solidFill>
                <a:latin typeface="Calibri"/>
                <a:cs typeface="Calibri"/>
              </a:rPr>
              <a:t>fully </a:t>
            </a:r>
            <a:r>
              <a:rPr sz="3600" spc="25" dirty="0">
                <a:solidFill>
                  <a:srgbClr val="00B04F"/>
                </a:solidFill>
                <a:latin typeface="Calibri"/>
                <a:cs typeface="Calibri"/>
              </a:rPr>
              <a:t>observable,</a:t>
            </a:r>
            <a:r>
              <a:rPr sz="3600" spc="-140" dirty="0">
                <a:solidFill>
                  <a:srgbClr val="00B04F"/>
                </a:solidFill>
                <a:latin typeface="Calibri"/>
                <a:cs typeface="Calibri"/>
              </a:rPr>
              <a:t> </a:t>
            </a:r>
            <a:r>
              <a:rPr sz="3600" spc="20" dirty="0">
                <a:solidFill>
                  <a:srgbClr val="00B04F"/>
                </a:solidFill>
                <a:latin typeface="Calibri"/>
                <a:cs typeface="Calibri"/>
              </a:rPr>
              <a:t>deterministic,  </a:t>
            </a:r>
            <a:r>
              <a:rPr sz="3600" spc="10" dirty="0">
                <a:solidFill>
                  <a:srgbClr val="00B04F"/>
                </a:solidFill>
                <a:latin typeface="Calibri"/>
                <a:cs typeface="Calibri"/>
              </a:rPr>
              <a:t>discrete, </a:t>
            </a:r>
            <a:r>
              <a:rPr sz="3600" spc="50" dirty="0">
                <a:solidFill>
                  <a:srgbClr val="00B04F"/>
                </a:solidFill>
                <a:latin typeface="Calibri"/>
                <a:cs typeface="Calibri"/>
              </a:rPr>
              <a:t>known</a:t>
            </a:r>
            <a:r>
              <a:rPr sz="3600" spc="-75" dirty="0">
                <a:solidFill>
                  <a:srgbClr val="00B04F"/>
                </a:solidFill>
                <a:latin typeface="Calibri"/>
                <a:cs typeface="Calibri"/>
              </a:rPr>
              <a:t> </a:t>
            </a:r>
            <a:r>
              <a:rPr sz="3600" spc="-15" dirty="0">
                <a:latin typeface="Calibri"/>
                <a:cs typeface="Calibri"/>
              </a:rPr>
              <a:t>environments</a:t>
            </a:r>
            <a:endParaRPr sz="3600" dirty="0">
              <a:latin typeface="Calibri"/>
              <a:cs typeface="Calibri"/>
            </a:endParaRPr>
          </a:p>
          <a:p>
            <a:pPr marL="756285" marR="5080" lvl="1" indent="-286385">
              <a:spcBef>
                <a:spcPts val="685"/>
              </a:spcBef>
              <a:buFont typeface="Courier New"/>
              <a:buChar char="–"/>
              <a:tabLst>
                <a:tab pos="756920" algn="l"/>
              </a:tabLst>
            </a:pPr>
            <a:r>
              <a:rPr sz="3600" spc="-5" dirty="0">
                <a:latin typeface="Calibri"/>
                <a:cs typeface="Calibri"/>
              </a:rPr>
              <a:t>The </a:t>
            </a:r>
            <a:r>
              <a:rPr sz="3600" spc="-15" dirty="0">
                <a:latin typeface="Calibri"/>
                <a:cs typeface="Calibri"/>
              </a:rPr>
              <a:t>agent </a:t>
            </a:r>
            <a:r>
              <a:rPr sz="3600" spc="-20" dirty="0">
                <a:latin typeface="Calibri"/>
                <a:cs typeface="Calibri"/>
              </a:rPr>
              <a:t>must </a:t>
            </a:r>
            <a:r>
              <a:rPr sz="3600" spc="-10" dirty="0">
                <a:latin typeface="Calibri"/>
                <a:cs typeface="Calibri"/>
              </a:rPr>
              <a:t>find </a:t>
            </a:r>
            <a:r>
              <a:rPr sz="3600" dirty="0">
                <a:latin typeface="Calibri"/>
                <a:cs typeface="Calibri"/>
              </a:rPr>
              <a:t>a </a:t>
            </a:r>
            <a:r>
              <a:rPr sz="3600" i="1" spc="-5" dirty="0">
                <a:latin typeface="Calibri"/>
                <a:cs typeface="Calibri"/>
              </a:rPr>
              <a:t>sequence of actions </a:t>
            </a:r>
            <a:r>
              <a:rPr sz="3600" spc="-15" dirty="0">
                <a:latin typeface="Calibri"/>
                <a:cs typeface="Calibri"/>
              </a:rPr>
              <a:t>that </a:t>
            </a:r>
            <a:r>
              <a:rPr sz="3600" spc="-10" dirty="0">
                <a:latin typeface="Calibri"/>
                <a:cs typeface="Calibri"/>
              </a:rPr>
              <a:t>reaches  the</a:t>
            </a:r>
            <a:r>
              <a:rPr sz="3600" spc="-8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goal</a:t>
            </a:r>
            <a:r>
              <a:rPr lang="en-US" sz="3600" spc="-10" dirty="0">
                <a:latin typeface="Calibri"/>
                <a:cs typeface="Calibri"/>
              </a:rPr>
              <a:t>.</a:t>
            </a:r>
            <a:endParaRPr sz="3600" dirty="0">
              <a:latin typeface="Calibri"/>
              <a:cs typeface="Calibri"/>
            </a:endParaRPr>
          </a:p>
          <a:p>
            <a:pPr marL="756285" lvl="1" indent="-286385">
              <a:spcBef>
                <a:spcPts val="670"/>
              </a:spcBef>
              <a:buFont typeface="Courier New"/>
              <a:buChar char="–"/>
              <a:tabLst>
                <a:tab pos="756920" algn="l"/>
              </a:tabLst>
            </a:pPr>
            <a:r>
              <a:rPr sz="3600" spc="-5" dirty="0">
                <a:latin typeface="Calibri"/>
                <a:cs typeface="Calibri"/>
              </a:rPr>
              <a:t>The </a:t>
            </a:r>
            <a:r>
              <a:rPr sz="3600" spc="15" dirty="0">
                <a:latin typeface="Calibri"/>
                <a:cs typeface="Calibri"/>
              </a:rPr>
              <a:t>performance measure </a:t>
            </a:r>
            <a:r>
              <a:rPr sz="3600" spc="-5" dirty="0">
                <a:latin typeface="Calibri"/>
                <a:cs typeface="Calibri"/>
              </a:rPr>
              <a:t>is </a:t>
            </a:r>
            <a:r>
              <a:rPr sz="3600" spc="-15" dirty="0">
                <a:latin typeface="Calibri"/>
                <a:cs typeface="Calibri"/>
              </a:rPr>
              <a:t>defined</a:t>
            </a:r>
            <a:r>
              <a:rPr sz="3600" spc="45" dirty="0">
                <a:latin typeface="Calibri"/>
                <a:cs typeface="Calibri"/>
              </a:rPr>
              <a:t> </a:t>
            </a:r>
            <a:r>
              <a:rPr sz="3600" spc="-15" dirty="0">
                <a:latin typeface="Calibri"/>
                <a:cs typeface="Calibri"/>
              </a:rPr>
              <a:t>by</a:t>
            </a:r>
            <a:endParaRPr lang="en-US" sz="3600" spc="-15" dirty="0">
              <a:latin typeface="Calibri"/>
              <a:cs typeface="Calibri"/>
            </a:endParaRPr>
          </a:p>
          <a:p>
            <a:pPr marL="1840865" lvl="2" indent="-513080">
              <a:buAutoNum type="alphaUcPeriod"/>
              <a:tabLst>
                <a:tab pos="926465" algn="l"/>
                <a:tab pos="927100" algn="l"/>
              </a:tabLst>
            </a:pPr>
            <a:r>
              <a:rPr lang="en-US" sz="3600" spc="-5" dirty="0">
                <a:cs typeface="Calibri"/>
              </a:rPr>
              <a:t>Reaching </a:t>
            </a:r>
            <a:r>
              <a:rPr lang="en-US" sz="3600" dirty="0">
                <a:cs typeface="Calibri"/>
              </a:rPr>
              <a:t>the </a:t>
            </a:r>
            <a:r>
              <a:rPr lang="en-US" sz="3600" spc="-5" dirty="0">
                <a:cs typeface="Calibri"/>
              </a:rPr>
              <a:t>goal</a:t>
            </a:r>
            <a:r>
              <a:rPr lang="en-US" sz="3600" spc="-135" dirty="0">
                <a:cs typeface="Calibri"/>
              </a:rPr>
              <a:t> </a:t>
            </a:r>
            <a:r>
              <a:rPr lang="en-US" sz="3600" dirty="0">
                <a:cs typeface="Calibri"/>
              </a:rPr>
              <a:t>and</a:t>
            </a:r>
          </a:p>
          <a:p>
            <a:pPr marL="1841500" lvl="2" indent="-513715">
              <a:spcBef>
                <a:spcPts val="575"/>
              </a:spcBef>
              <a:buAutoNum type="alphaUcPeriod"/>
              <a:tabLst>
                <a:tab pos="926465" algn="l"/>
                <a:tab pos="927735" algn="l"/>
              </a:tabLst>
            </a:pPr>
            <a:r>
              <a:rPr lang="en-US" sz="3600" spc="-10" dirty="0">
                <a:cs typeface="Calibri"/>
              </a:rPr>
              <a:t>How </a:t>
            </a:r>
            <a:r>
              <a:rPr lang="en-US" sz="3600" spc="15" dirty="0">
                <a:cs typeface="Calibri"/>
              </a:rPr>
              <a:t>“</a:t>
            </a:r>
            <a:r>
              <a:rPr lang="en-US" sz="3600" spc="15" dirty="0">
                <a:solidFill>
                  <a:srgbClr val="FF0000"/>
                </a:solidFill>
                <a:cs typeface="Calibri"/>
              </a:rPr>
              <a:t>expensive</a:t>
            </a:r>
            <a:r>
              <a:rPr lang="en-US" sz="3600" spc="15" dirty="0">
                <a:cs typeface="Calibri"/>
              </a:rPr>
              <a:t>” </a:t>
            </a:r>
            <a:r>
              <a:rPr lang="en-US" sz="3600" dirty="0">
                <a:cs typeface="Calibri"/>
              </a:rPr>
              <a:t>the </a:t>
            </a:r>
            <a:r>
              <a:rPr lang="en-US" sz="3600" spc="-10" dirty="0">
                <a:cs typeface="Calibri"/>
              </a:rPr>
              <a:t>path </a:t>
            </a:r>
            <a:r>
              <a:rPr lang="en-US" sz="3600" spc="-20" dirty="0">
                <a:cs typeface="Calibri"/>
              </a:rPr>
              <a:t>to </a:t>
            </a:r>
            <a:r>
              <a:rPr lang="en-US" sz="3600" dirty="0">
                <a:cs typeface="Calibri"/>
              </a:rPr>
              <a:t>the </a:t>
            </a:r>
            <a:r>
              <a:rPr lang="en-US" sz="3600" spc="-5" dirty="0">
                <a:cs typeface="Calibri"/>
              </a:rPr>
              <a:t>goal</a:t>
            </a:r>
            <a:r>
              <a:rPr lang="en-US" sz="3600" spc="-60" dirty="0">
                <a:cs typeface="Calibri"/>
              </a:rPr>
              <a:t> </a:t>
            </a:r>
            <a:r>
              <a:rPr lang="en-US" sz="3600" spc="-5" dirty="0">
                <a:cs typeface="Calibri"/>
              </a:rPr>
              <a:t>is</a:t>
            </a:r>
          </a:p>
          <a:p>
            <a:pPr marL="1327785" lvl="2">
              <a:spcBef>
                <a:spcPts val="575"/>
              </a:spcBef>
              <a:tabLst>
                <a:tab pos="926465" algn="l"/>
                <a:tab pos="927735" algn="l"/>
              </a:tabLst>
            </a:pPr>
            <a:endParaRPr lang="en-US" sz="3600" dirty="0">
              <a:cs typeface="Calibri"/>
            </a:endParaRPr>
          </a:p>
          <a:p>
            <a:pPr marL="299085" marR="5080" indent="-287020">
              <a:spcBef>
                <a:spcPts val="640"/>
              </a:spcBef>
            </a:pPr>
            <a:r>
              <a:rPr lang="en-US" sz="3600" spc="-120" dirty="0">
                <a:latin typeface="Courier New"/>
                <a:cs typeface="Courier New"/>
              </a:rPr>
              <a:t>– </a:t>
            </a:r>
            <a:r>
              <a:rPr lang="en-US" sz="3600" spc="-60" dirty="0">
                <a:cs typeface="Calibri"/>
              </a:rPr>
              <a:t>We </a:t>
            </a:r>
            <a:r>
              <a:rPr lang="en-US" sz="3600" spc="-15" dirty="0">
                <a:cs typeface="Calibri"/>
              </a:rPr>
              <a:t>are focused </a:t>
            </a:r>
            <a:r>
              <a:rPr lang="en-US" sz="3600" spc="-5" dirty="0">
                <a:cs typeface="Calibri"/>
              </a:rPr>
              <a:t>on </a:t>
            </a:r>
            <a:r>
              <a:rPr lang="en-US" sz="3600" spc="-10" dirty="0">
                <a:cs typeface="Calibri"/>
              </a:rPr>
              <a:t>the </a:t>
            </a:r>
            <a:r>
              <a:rPr lang="en-US" sz="3600" spc="-15" dirty="0">
                <a:cs typeface="Calibri"/>
              </a:rPr>
              <a:t>process </a:t>
            </a:r>
            <a:r>
              <a:rPr lang="en-US" sz="3600" spc="-5" dirty="0">
                <a:cs typeface="Calibri"/>
              </a:rPr>
              <a:t>of </a:t>
            </a:r>
            <a:r>
              <a:rPr lang="en-US" sz="3600" spc="-10" dirty="0">
                <a:cs typeface="Calibri"/>
              </a:rPr>
              <a:t>finding the solution;  </a:t>
            </a:r>
            <a:r>
              <a:rPr lang="en-US" sz="3600" spc="-5" dirty="0">
                <a:cs typeface="Calibri"/>
              </a:rPr>
              <a:t>while </a:t>
            </a:r>
            <a:r>
              <a:rPr lang="en-US" sz="3600" spc="-20" dirty="0">
                <a:cs typeface="Calibri"/>
              </a:rPr>
              <a:t>executing </a:t>
            </a:r>
            <a:r>
              <a:rPr lang="en-US" sz="3600" spc="-10" dirty="0">
                <a:cs typeface="Calibri"/>
              </a:rPr>
              <a:t>the solution, </a:t>
            </a:r>
            <a:r>
              <a:rPr lang="en-US" sz="3600" spc="-15" dirty="0">
                <a:cs typeface="Calibri"/>
              </a:rPr>
              <a:t>we </a:t>
            </a:r>
            <a:r>
              <a:rPr lang="en-US" sz="3600" spc="-10" dirty="0">
                <a:cs typeface="Calibri"/>
              </a:rPr>
              <a:t>assume </a:t>
            </a:r>
            <a:r>
              <a:rPr lang="en-US" sz="3600" spc="-15" dirty="0">
                <a:cs typeface="Calibri"/>
              </a:rPr>
              <a:t>that </a:t>
            </a:r>
            <a:r>
              <a:rPr lang="en-US" sz="3600" spc="-10" dirty="0">
                <a:cs typeface="Calibri"/>
              </a:rPr>
              <a:t>the </a:t>
            </a:r>
            <a:r>
              <a:rPr lang="en-US" sz="3600" spc="-15" dirty="0">
                <a:cs typeface="Calibri"/>
              </a:rPr>
              <a:t>agent  can </a:t>
            </a:r>
            <a:r>
              <a:rPr lang="en-US" sz="3600" spc="-20" dirty="0">
                <a:cs typeface="Calibri"/>
              </a:rPr>
              <a:t>safely </a:t>
            </a:r>
            <a:r>
              <a:rPr lang="en-US" sz="3600" spc="-15" dirty="0">
                <a:cs typeface="Calibri"/>
              </a:rPr>
              <a:t>ignore </a:t>
            </a:r>
            <a:r>
              <a:rPr lang="en-US" sz="3600" spc="-10" dirty="0">
                <a:cs typeface="Calibri"/>
              </a:rPr>
              <a:t>its </a:t>
            </a:r>
            <a:r>
              <a:rPr lang="en-US" sz="3600" spc="-15" dirty="0">
                <a:cs typeface="Calibri"/>
              </a:rPr>
              <a:t>percepts.</a:t>
            </a:r>
            <a:endParaRPr lang="en-US" sz="3600" dirty="0">
              <a:cs typeface="Calibri"/>
            </a:endParaRPr>
          </a:p>
          <a:p>
            <a:pPr marL="756285" lvl="1" indent="-286385">
              <a:spcBef>
                <a:spcPts val="670"/>
              </a:spcBef>
              <a:buFont typeface="Courier New"/>
              <a:buChar char="–"/>
              <a:tabLst>
                <a:tab pos="756920" algn="l"/>
              </a:tabLst>
            </a:pPr>
            <a:endParaRPr sz="3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39795" y="-45052"/>
            <a:ext cx="6553834" cy="687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4400" spc="-10" dirty="0"/>
              <a:t>Search problem</a:t>
            </a:r>
            <a:r>
              <a:rPr sz="4400" spc="-95" dirty="0"/>
              <a:t> </a:t>
            </a:r>
            <a:r>
              <a:rPr sz="4400" spc="-5" dirty="0"/>
              <a:t>components</a:t>
            </a:r>
            <a:endParaRPr sz="4400" dirty="0"/>
          </a:p>
        </p:txBody>
      </p:sp>
      <p:sp>
        <p:nvSpPr>
          <p:cNvPr id="3" name="object 3"/>
          <p:cNvSpPr/>
          <p:nvPr/>
        </p:nvSpPr>
        <p:spPr>
          <a:xfrm>
            <a:off x="9826194" y="233045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228599" y="190499"/>
                </a:moveTo>
                <a:lnTo>
                  <a:pt x="170687" y="190499"/>
                </a:lnTo>
                <a:lnTo>
                  <a:pt x="170687" y="0"/>
                </a:lnTo>
                <a:lnTo>
                  <a:pt x="56387" y="0"/>
                </a:lnTo>
                <a:lnTo>
                  <a:pt x="56387" y="190499"/>
                </a:lnTo>
                <a:lnTo>
                  <a:pt x="0" y="190499"/>
                </a:lnTo>
                <a:lnTo>
                  <a:pt x="114299" y="304799"/>
                </a:lnTo>
                <a:lnTo>
                  <a:pt x="228599" y="190499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95713" y="2318258"/>
            <a:ext cx="289560" cy="335280"/>
          </a:xfrm>
          <a:custGeom>
            <a:avLst/>
            <a:gdLst/>
            <a:ahLst/>
            <a:cxnLst/>
            <a:rect l="l" t="t" r="r" b="b"/>
            <a:pathLst>
              <a:path w="289560" h="335280">
                <a:moveTo>
                  <a:pt x="86867" y="190499"/>
                </a:moveTo>
                <a:lnTo>
                  <a:pt x="0" y="190499"/>
                </a:lnTo>
                <a:lnTo>
                  <a:pt x="30479" y="220979"/>
                </a:lnTo>
                <a:lnTo>
                  <a:pt x="30479" y="216407"/>
                </a:lnTo>
                <a:lnTo>
                  <a:pt x="39623" y="195071"/>
                </a:lnTo>
                <a:lnTo>
                  <a:pt x="60959" y="216407"/>
                </a:lnTo>
                <a:lnTo>
                  <a:pt x="74675" y="216407"/>
                </a:lnTo>
                <a:lnTo>
                  <a:pt x="74675" y="202691"/>
                </a:lnTo>
                <a:lnTo>
                  <a:pt x="86867" y="190499"/>
                </a:lnTo>
                <a:close/>
              </a:path>
              <a:path w="289560" h="335280">
                <a:moveTo>
                  <a:pt x="60959" y="216407"/>
                </a:moveTo>
                <a:lnTo>
                  <a:pt x="39623" y="195071"/>
                </a:lnTo>
                <a:lnTo>
                  <a:pt x="30479" y="216407"/>
                </a:lnTo>
                <a:lnTo>
                  <a:pt x="60959" y="216407"/>
                </a:lnTo>
                <a:close/>
              </a:path>
              <a:path w="289560" h="335280">
                <a:moveTo>
                  <a:pt x="144779" y="300227"/>
                </a:moveTo>
                <a:lnTo>
                  <a:pt x="60959" y="216407"/>
                </a:lnTo>
                <a:lnTo>
                  <a:pt x="30479" y="216407"/>
                </a:lnTo>
                <a:lnTo>
                  <a:pt x="30479" y="220979"/>
                </a:lnTo>
                <a:lnTo>
                  <a:pt x="135635" y="326135"/>
                </a:lnTo>
                <a:lnTo>
                  <a:pt x="135635" y="309371"/>
                </a:lnTo>
                <a:lnTo>
                  <a:pt x="144779" y="300227"/>
                </a:lnTo>
                <a:close/>
              </a:path>
              <a:path w="289560" h="335280">
                <a:moveTo>
                  <a:pt x="214883" y="190499"/>
                </a:moveTo>
                <a:lnTo>
                  <a:pt x="214883" y="0"/>
                </a:lnTo>
                <a:lnTo>
                  <a:pt x="74675" y="0"/>
                </a:lnTo>
                <a:lnTo>
                  <a:pt x="74675" y="190499"/>
                </a:lnTo>
                <a:lnTo>
                  <a:pt x="86867" y="190499"/>
                </a:lnTo>
                <a:lnTo>
                  <a:pt x="86867" y="25907"/>
                </a:lnTo>
                <a:lnTo>
                  <a:pt x="100583" y="12191"/>
                </a:lnTo>
                <a:lnTo>
                  <a:pt x="100583" y="25907"/>
                </a:lnTo>
                <a:lnTo>
                  <a:pt x="188975" y="25907"/>
                </a:lnTo>
                <a:lnTo>
                  <a:pt x="188975" y="12191"/>
                </a:lnTo>
                <a:lnTo>
                  <a:pt x="201167" y="25907"/>
                </a:lnTo>
                <a:lnTo>
                  <a:pt x="201167" y="190499"/>
                </a:lnTo>
                <a:lnTo>
                  <a:pt x="214883" y="190499"/>
                </a:lnTo>
                <a:close/>
              </a:path>
              <a:path w="289560" h="335280">
                <a:moveTo>
                  <a:pt x="100583" y="216407"/>
                </a:moveTo>
                <a:lnTo>
                  <a:pt x="100583" y="25907"/>
                </a:lnTo>
                <a:lnTo>
                  <a:pt x="86867" y="25907"/>
                </a:lnTo>
                <a:lnTo>
                  <a:pt x="86867" y="190499"/>
                </a:lnTo>
                <a:lnTo>
                  <a:pt x="74675" y="202691"/>
                </a:lnTo>
                <a:lnTo>
                  <a:pt x="74675" y="216407"/>
                </a:lnTo>
                <a:lnTo>
                  <a:pt x="100583" y="216407"/>
                </a:lnTo>
                <a:close/>
              </a:path>
              <a:path w="289560" h="335280">
                <a:moveTo>
                  <a:pt x="100583" y="25907"/>
                </a:moveTo>
                <a:lnTo>
                  <a:pt x="100583" y="12191"/>
                </a:lnTo>
                <a:lnTo>
                  <a:pt x="86867" y="25907"/>
                </a:lnTo>
                <a:lnTo>
                  <a:pt x="100583" y="25907"/>
                </a:lnTo>
                <a:close/>
              </a:path>
              <a:path w="289560" h="335280">
                <a:moveTo>
                  <a:pt x="153923" y="309371"/>
                </a:moveTo>
                <a:lnTo>
                  <a:pt x="144779" y="300227"/>
                </a:lnTo>
                <a:lnTo>
                  <a:pt x="135635" y="309371"/>
                </a:lnTo>
                <a:lnTo>
                  <a:pt x="153923" y="309371"/>
                </a:lnTo>
                <a:close/>
              </a:path>
              <a:path w="289560" h="335280">
                <a:moveTo>
                  <a:pt x="153923" y="326135"/>
                </a:moveTo>
                <a:lnTo>
                  <a:pt x="153923" y="309371"/>
                </a:lnTo>
                <a:lnTo>
                  <a:pt x="135635" y="309371"/>
                </a:lnTo>
                <a:lnTo>
                  <a:pt x="135635" y="326135"/>
                </a:lnTo>
                <a:lnTo>
                  <a:pt x="144779" y="335279"/>
                </a:lnTo>
                <a:lnTo>
                  <a:pt x="153923" y="326135"/>
                </a:lnTo>
                <a:close/>
              </a:path>
              <a:path w="289560" h="335280">
                <a:moveTo>
                  <a:pt x="259079" y="220979"/>
                </a:moveTo>
                <a:lnTo>
                  <a:pt x="259079" y="216407"/>
                </a:lnTo>
                <a:lnTo>
                  <a:pt x="228599" y="216407"/>
                </a:lnTo>
                <a:lnTo>
                  <a:pt x="144779" y="300227"/>
                </a:lnTo>
                <a:lnTo>
                  <a:pt x="153923" y="309371"/>
                </a:lnTo>
                <a:lnTo>
                  <a:pt x="153923" y="326135"/>
                </a:lnTo>
                <a:lnTo>
                  <a:pt x="259079" y="220979"/>
                </a:lnTo>
                <a:close/>
              </a:path>
              <a:path w="289560" h="335280">
                <a:moveTo>
                  <a:pt x="201167" y="25907"/>
                </a:moveTo>
                <a:lnTo>
                  <a:pt x="188975" y="12191"/>
                </a:lnTo>
                <a:lnTo>
                  <a:pt x="188975" y="25907"/>
                </a:lnTo>
                <a:lnTo>
                  <a:pt x="201167" y="25907"/>
                </a:lnTo>
                <a:close/>
              </a:path>
              <a:path w="289560" h="335280">
                <a:moveTo>
                  <a:pt x="214883" y="216407"/>
                </a:moveTo>
                <a:lnTo>
                  <a:pt x="214883" y="202691"/>
                </a:lnTo>
                <a:lnTo>
                  <a:pt x="201167" y="190499"/>
                </a:lnTo>
                <a:lnTo>
                  <a:pt x="201167" y="25907"/>
                </a:lnTo>
                <a:lnTo>
                  <a:pt x="188975" y="25907"/>
                </a:lnTo>
                <a:lnTo>
                  <a:pt x="188975" y="216407"/>
                </a:lnTo>
                <a:lnTo>
                  <a:pt x="214883" y="216407"/>
                </a:lnTo>
                <a:close/>
              </a:path>
              <a:path w="289560" h="335280">
                <a:moveTo>
                  <a:pt x="289559" y="190499"/>
                </a:moveTo>
                <a:lnTo>
                  <a:pt x="201167" y="190499"/>
                </a:lnTo>
                <a:lnTo>
                  <a:pt x="214883" y="202691"/>
                </a:lnTo>
                <a:lnTo>
                  <a:pt x="214883" y="216407"/>
                </a:lnTo>
                <a:lnTo>
                  <a:pt x="228599" y="216407"/>
                </a:lnTo>
                <a:lnTo>
                  <a:pt x="249935" y="195071"/>
                </a:lnTo>
                <a:lnTo>
                  <a:pt x="259079" y="216407"/>
                </a:lnTo>
                <a:lnTo>
                  <a:pt x="259079" y="220979"/>
                </a:lnTo>
                <a:lnTo>
                  <a:pt x="289559" y="190499"/>
                </a:lnTo>
                <a:close/>
              </a:path>
              <a:path w="289560" h="335280">
                <a:moveTo>
                  <a:pt x="259079" y="216407"/>
                </a:moveTo>
                <a:lnTo>
                  <a:pt x="249935" y="195071"/>
                </a:lnTo>
                <a:lnTo>
                  <a:pt x="228599" y="216407"/>
                </a:lnTo>
                <a:lnTo>
                  <a:pt x="259079" y="216407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664148" y="1688847"/>
            <a:ext cx="589915" cy="564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7310" marR="5080" indent="-55244"/>
            <a:r>
              <a:rPr spc="-15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spc="-5" dirty="0">
                <a:solidFill>
                  <a:srgbClr val="006FC0"/>
                </a:solidFill>
                <a:latin typeface="Tahoma"/>
                <a:cs typeface="Tahoma"/>
              </a:rPr>
              <a:t>ni</a:t>
            </a:r>
            <a:r>
              <a:rPr spc="-10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spc="-5" dirty="0">
                <a:solidFill>
                  <a:srgbClr val="006FC0"/>
                </a:solidFill>
                <a:latin typeface="Tahoma"/>
                <a:cs typeface="Tahoma"/>
              </a:rPr>
              <a:t>i</a:t>
            </a:r>
            <a:r>
              <a:rPr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pc="-5" dirty="0">
                <a:solidFill>
                  <a:srgbClr val="006FC0"/>
                </a:solidFill>
                <a:latin typeface="Tahoma"/>
                <a:cs typeface="Tahoma"/>
              </a:rPr>
              <a:t>l  state</a:t>
            </a:r>
            <a:endParaRPr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0" y="1004095"/>
            <a:ext cx="9574735" cy="63991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buFont typeface="Courier New"/>
              <a:buChar char="•"/>
              <a:tabLst>
                <a:tab pos="355600" algn="l"/>
              </a:tabLst>
            </a:pPr>
            <a:r>
              <a:rPr sz="3200" spc="25" dirty="0">
                <a:solidFill>
                  <a:srgbClr val="CC0099"/>
                </a:solidFill>
                <a:latin typeface="Calibri"/>
                <a:cs typeface="Calibri"/>
              </a:rPr>
              <a:t>Initial</a:t>
            </a:r>
            <a:r>
              <a:rPr sz="3200" spc="-80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3200" spc="5" dirty="0">
                <a:solidFill>
                  <a:srgbClr val="CC0099"/>
                </a:solidFill>
                <a:latin typeface="Calibri"/>
                <a:cs typeface="Calibri"/>
              </a:rPr>
              <a:t>state</a:t>
            </a:r>
            <a:endParaRPr sz="3200" dirty="0">
              <a:latin typeface="Calibri"/>
              <a:cs typeface="Calibri"/>
            </a:endParaRPr>
          </a:p>
          <a:p>
            <a:pPr marL="355600" indent="-342900">
              <a:spcBef>
                <a:spcPts val="575"/>
              </a:spcBef>
              <a:buFont typeface="Courier New"/>
              <a:buChar char="•"/>
              <a:tabLst>
                <a:tab pos="355600" algn="l"/>
              </a:tabLst>
            </a:pPr>
            <a:r>
              <a:rPr sz="3200" spc="20" dirty="0">
                <a:solidFill>
                  <a:srgbClr val="CC0099"/>
                </a:solidFill>
                <a:latin typeface="Calibri"/>
                <a:cs typeface="Calibri"/>
              </a:rPr>
              <a:t>Actions</a:t>
            </a:r>
            <a:endParaRPr sz="3200" dirty="0">
              <a:latin typeface="Calibri"/>
              <a:cs typeface="Calibri"/>
            </a:endParaRPr>
          </a:p>
          <a:p>
            <a:pPr marL="355600" indent="-342900">
              <a:spcBef>
                <a:spcPts val="575"/>
              </a:spcBef>
              <a:buFont typeface="Courier New"/>
              <a:buChar char="•"/>
              <a:tabLst>
                <a:tab pos="355600" algn="l"/>
              </a:tabLst>
            </a:pPr>
            <a:r>
              <a:rPr sz="3200" spc="5" dirty="0">
                <a:solidFill>
                  <a:srgbClr val="CC0099"/>
                </a:solidFill>
                <a:latin typeface="Calibri"/>
                <a:cs typeface="Calibri"/>
              </a:rPr>
              <a:t>Transition</a:t>
            </a:r>
            <a:r>
              <a:rPr sz="3200" spc="-95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3200" spc="25" dirty="0">
                <a:solidFill>
                  <a:srgbClr val="CC0099"/>
                </a:solidFill>
                <a:latin typeface="Calibri"/>
                <a:cs typeface="Calibri"/>
              </a:rPr>
              <a:t>model</a:t>
            </a:r>
            <a:endParaRPr sz="3200" dirty="0">
              <a:latin typeface="Calibri"/>
              <a:cs typeface="Calibri"/>
            </a:endParaRPr>
          </a:p>
          <a:p>
            <a:pPr marL="756285" marR="13970" lvl="1" indent="-286385">
              <a:spcBef>
                <a:spcPts val="505"/>
              </a:spcBef>
              <a:buFont typeface="Courier New"/>
              <a:buChar char="–"/>
              <a:tabLst>
                <a:tab pos="756920" algn="l"/>
              </a:tabLst>
            </a:pPr>
            <a:r>
              <a:rPr sz="2800" spc="-5" dirty="0">
                <a:latin typeface="Calibri"/>
                <a:cs typeface="Calibri"/>
              </a:rPr>
              <a:t>What </a:t>
            </a:r>
            <a:r>
              <a:rPr sz="2800" spc="-25" dirty="0">
                <a:latin typeface="Calibri"/>
                <a:cs typeface="Calibri"/>
              </a:rPr>
              <a:t>state </a:t>
            </a:r>
            <a:r>
              <a:rPr sz="2800" spc="-10" dirty="0">
                <a:latin typeface="Calibri"/>
                <a:cs typeface="Calibri"/>
              </a:rPr>
              <a:t>results </a:t>
            </a:r>
            <a:r>
              <a:rPr sz="2800" spc="-15" dirty="0">
                <a:latin typeface="Calibri"/>
                <a:cs typeface="Calibri"/>
              </a:rPr>
              <a:t>from  </a:t>
            </a:r>
            <a:r>
              <a:rPr sz="2800" spc="-5" dirty="0">
                <a:latin typeface="Calibri"/>
                <a:cs typeface="Calibri"/>
              </a:rPr>
              <a:t>performing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given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action  in a </a:t>
            </a:r>
            <a:r>
              <a:rPr sz="2800" spc="-10" dirty="0">
                <a:latin typeface="Calibri"/>
                <a:cs typeface="Calibri"/>
              </a:rPr>
              <a:t>given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state?</a:t>
            </a:r>
            <a:endParaRPr sz="2800" dirty="0">
              <a:latin typeface="Calibri"/>
              <a:cs typeface="Calibri"/>
            </a:endParaRPr>
          </a:p>
          <a:p>
            <a:pPr marL="355600" indent="-342900">
              <a:spcBef>
                <a:spcPts val="545"/>
              </a:spcBef>
              <a:buFont typeface="Courier New"/>
              <a:buChar char="•"/>
              <a:tabLst>
                <a:tab pos="355600" algn="l"/>
              </a:tabLst>
            </a:pPr>
            <a:r>
              <a:rPr sz="3200" spc="25" dirty="0">
                <a:solidFill>
                  <a:srgbClr val="CC0099"/>
                </a:solidFill>
                <a:latin typeface="Calibri"/>
                <a:cs typeface="Calibri"/>
              </a:rPr>
              <a:t>Goal</a:t>
            </a:r>
            <a:r>
              <a:rPr sz="3200" spc="-130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3200" spc="5" dirty="0">
                <a:solidFill>
                  <a:srgbClr val="CC0099"/>
                </a:solidFill>
                <a:latin typeface="Calibri"/>
                <a:cs typeface="Calibri"/>
              </a:rPr>
              <a:t>state</a:t>
            </a:r>
            <a:endParaRPr sz="3200" dirty="0">
              <a:latin typeface="Calibri"/>
              <a:cs typeface="Calibri"/>
            </a:endParaRPr>
          </a:p>
          <a:p>
            <a:pPr marL="355600" indent="-342900">
              <a:spcBef>
                <a:spcPts val="575"/>
              </a:spcBef>
              <a:buFont typeface="Courier New"/>
              <a:buChar char="•"/>
              <a:tabLst>
                <a:tab pos="355600" algn="l"/>
              </a:tabLst>
            </a:pPr>
            <a:r>
              <a:rPr sz="3200" spc="5" dirty="0">
                <a:solidFill>
                  <a:srgbClr val="CC0099"/>
                </a:solidFill>
                <a:latin typeface="Calibri"/>
                <a:cs typeface="Calibri"/>
              </a:rPr>
              <a:t>Path</a:t>
            </a:r>
            <a:r>
              <a:rPr sz="3200" spc="-85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3200" spc="5" dirty="0">
                <a:solidFill>
                  <a:srgbClr val="CC0099"/>
                </a:solidFill>
                <a:latin typeface="Calibri"/>
                <a:cs typeface="Calibri"/>
              </a:rPr>
              <a:t>cost</a:t>
            </a:r>
            <a:endParaRPr sz="3200" dirty="0">
              <a:latin typeface="Calibri"/>
              <a:cs typeface="Calibri"/>
            </a:endParaRPr>
          </a:p>
          <a:p>
            <a:pPr marL="756285" marR="5080" lvl="1" indent="-286385">
              <a:spcBef>
                <a:spcPts val="505"/>
              </a:spcBef>
              <a:buFont typeface="Courier New"/>
              <a:buChar char="–"/>
              <a:tabLst>
                <a:tab pos="756920" algn="l"/>
              </a:tabLst>
            </a:pPr>
            <a:r>
              <a:rPr lang="en-US" sz="2800" dirty="0"/>
              <a:t>Incurred when moving from one state to another after applying an action</a:t>
            </a:r>
          </a:p>
          <a:p>
            <a:pPr marL="756285" marR="5080" lvl="1" indent="-286385">
              <a:spcBef>
                <a:spcPts val="505"/>
              </a:spcBef>
              <a:buFont typeface="Courier New"/>
              <a:buChar char="–"/>
              <a:tabLst>
                <a:tab pos="756920" algn="l"/>
              </a:tabLst>
            </a:pPr>
            <a:endParaRPr lang="en-US" sz="2800" dirty="0">
              <a:latin typeface="Calibri"/>
              <a:cs typeface="Calibri"/>
            </a:endParaRPr>
          </a:p>
          <a:p>
            <a:pPr marL="355600" indent="-342900">
              <a:buFont typeface="Courier New"/>
              <a:buChar char="•"/>
              <a:tabLst>
                <a:tab pos="355600" algn="l"/>
              </a:tabLst>
            </a:pPr>
            <a:r>
              <a:rPr lang="en-US" sz="2800" spc="-5" dirty="0">
                <a:cs typeface="Calibri"/>
              </a:rPr>
              <a:t>The </a:t>
            </a:r>
            <a:r>
              <a:rPr lang="en-US" sz="2800" spc="25" dirty="0">
                <a:solidFill>
                  <a:srgbClr val="CC0099"/>
                </a:solidFill>
                <a:cs typeface="Calibri"/>
              </a:rPr>
              <a:t>optimal </a:t>
            </a:r>
            <a:r>
              <a:rPr lang="en-US" sz="2800" spc="20" dirty="0">
                <a:solidFill>
                  <a:srgbClr val="CC0099"/>
                </a:solidFill>
                <a:cs typeface="Calibri"/>
              </a:rPr>
              <a:t>solution </a:t>
            </a:r>
            <a:r>
              <a:rPr lang="en-US" sz="2800" spc="-5" dirty="0">
                <a:cs typeface="Calibri"/>
              </a:rPr>
              <a:t>is </a:t>
            </a:r>
            <a:r>
              <a:rPr lang="en-US" sz="2800" dirty="0">
                <a:cs typeface="Calibri"/>
              </a:rPr>
              <a:t>the sequence </a:t>
            </a:r>
            <a:r>
              <a:rPr lang="en-US" sz="2800" spc="-5" dirty="0">
                <a:cs typeface="Calibri"/>
              </a:rPr>
              <a:t>of actions </a:t>
            </a:r>
            <a:r>
              <a:rPr lang="en-US" sz="2800" spc="-10" dirty="0">
                <a:cs typeface="Calibri"/>
              </a:rPr>
              <a:t>that gives</a:t>
            </a:r>
            <a:r>
              <a:rPr lang="en-US" sz="2800" spc="-15" dirty="0">
                <a:cs typeface="Calibri"/>
              </a:rPr>
              <a:t> </a:t>
            </a:r>
            <a:r>
              <a:rPr lang="en-US" sz="2800" dirty="0">
                <a:cs typeface="Calibri"/>
              </a:rPr>
              <a:t>the </a:t>
            </a:r>
            <a:r>
              <a:rPr lang="en-US" sz="2800" i="1" spc="-5" dirty="0">
                <a:cs typeface="Calibri"/>
              </a:rPr>
              <a:t>lowest </a:t>
            </a:r>
            <a:r>
              <a:rPr lang="en-US" sz="2800" spc="-10" dirty="0">
                <a:cs typeface="Calibri"/>
              </a:rPr>
              <a:t>path </a:t>
            </a:r>
            <a:r>
              <a:rPr lang="en-US" sz="2800" spc="-15" dirty="0">
                <a:cs typeface="Calibri"/>
              </a:rPr>
              <a:t>cost </a:t>
            </a:r>
            <a:r>
              <a:rPr lang="en-US" sz="2800" spc="-20" dirty="0">
                <a:cs typeface="Calibri"/>
              </a:rPr>
              <a:t>for </a:t>
            </a:r>
            <a:r>
              <a:rPr lang="en-US" sz="2800" spc="-5" dirty="0">
                <a:cs typeface="Calibri"/>
              </a:rPr>
              <a:t>reaching </a:t>
            </a:r>
            <a:r>
              <a:rPr lang="en-US" sz="2800" dirty="0">
                <a:cs typeface="Calibri"/>
              </a:rPr>
              <a:t>the</a:t>
            </a:r>
            <a:r>
              <a:rPr lang="en-US" sz="2800" spc="-75" dirty="0">
                <a:cs typeface="Calibri"/>
              </a:rPr>
              <a:t> </a:t>
            </a:r>
            <a:r>
              <a:rPr lang="en-US" sz="2800" spc="-5" dirty="0">
                <a:cs typeface="Calibri"/>
              </a:rPr>
              <a:t>goal</a:t>
            </a:r>
            <a:endParaRPr lang="en-US" sz="2800" dirty="0">
              <a:cs typeface="Calibri"/>
            </a:endParaRPr>
          </a:p>
          <a:p>
            <a:pPr marL="756285" marR="5080" lvl="1" indent="-286385">
              <a:spcBef>
                <a:spcPts val="505"/>
              </a:spcBef>
              <a:buFont typeface="Courier New"/>
              <a:buChar char="–"/>
              <a:tabLst>
                <a:tab pos="756920" algn="l"/>
              </a:tabLst>
            </a:pPr>
            <a:endParaRPr sz="2400" dirty="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476429" y="5073650"/>
            <a:ext cx="304800" cy="228600"/>
          </a:xfrm>
          <a:custGeom>
            <a:avLst/>
            <a:gdLst/>
            <a:ahLst/>
            <a:cxnLst/>
            <a:rect l="l" t="t" r="r" b="b"/>
            <a:pathLst>
              <a:path w="304800" h="228600">
                <a:moveTo>
                  <a:pt x="114299" y="228599"/>
                </a:moveTo>
                <a:lnTo>
                  <a:pt x="114299" y="0"/>
                </a:lnTo>
                <a:lnTo>
                  <a:pt x="0" y="114299"/>
                </a:lnTo>
                <a:lnTo>
                  <a:pt x="114299" y="228599"/>
                </a:lnTo>
                <a:close/>
              </a:path>
              <a:path w="304800" h="228600">
                <a:moveTo>
                  <a:pt x="304799" y="172211"/>
                </a:moveTo>
                <a:lnTo>
                  <a:pt x="304799" y="57911"/>
                </a:lnTo>
                <a:lnTo>
                  <a:pt x="114299" y="57911"/>
                </a:lnTo>
                <a:lnTo>
                  <a:pt x="114299" y="172211"/>
                </a:lnTo>
                <a:lnTo>
                  <a:pt x="304799" y="17221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458141" y="5043171"/>
            <a:ext cx="335280" cy="291465"/>
          </a:xfrm>
          <a:custGeom>
            <a:avLst/>
            <a:gdLst/>
            <a:ahLst/>
            <a:cxnLst/>
            <a:rect l="l" t="t" r="r" b="b"/>
            <a:pathLst>
              <a:path w="335279" h="291464">
                <a:moveTo>
                  <a:pt x="144779" y="76199"/>
                </a:moveTo>
                <a:lnTo>
                  <a:pt x="144779" y="0"/>
                </a:lnTo>
                <a:lnTo>
                  <a:pt x="0" y="144779"/>
                </a:lnTo>
                <a:lnTo>
                  <a:pt x="27431" y="172500"/>
                </a:lnTo>
                <a:lnTo>
                  <a:pt x="27431" y="137159"/>
                </a:lnTo>
                <a:lnTo>
                  <a:pt x="35813" y="145541"/>
                </a:lnTo>
                <a:lnTo>
                  <a:pt x="118871" y="62483"/>
                </a:lnTo>
                <a:lnTo>
                  <a:pt x="118871" y="30479"/>
                </a:lnTo>
                <a:lnTo>
                  <a:pt x="141731" y="39623"/>
                </a:lnTo>
                <a:lnTo>
                  <a:pt x="141731" y="76199"/>
                </a:lnTo>
                <a:lnTo>
                  <a:pt x="144779" y="76199"/>
                </a:lnTo>
                <a:close/>
              </a:path>
              <a:path w="335279" h="291464">
                <a:moveTo>
                  <a:pt x="35813" y="145541"/>
                </a:moveTo>
                <a:lnTo>
                  <a:pt x="27431" y="137159"/>
                </a:lnTo>
                <a:lnTo>
                  <a:pt x="27431" y="153923"/>
                </a:lnTo>
                <a:lnTo>
                  <a:pt x="35813" y="145541"/>
                </a:lnTo>
                <a:close/>
              </a:path>
              <a:path w="335279" h="291464">
                <a:moveTo>
                  <a:pt x="141731" y="251459"/>
                </a:moveTo>
                <a:lnTo>
                  <a:pt x="35813" y="145541"/>
                </a:lnTo>
                <a:lnTo>
                  <a:pt x="27431" y="153923"/>
                </a:lnTo>
                <a:lnTo>
                  <a:pt x="27431" y="172500"/>
                </a:lnTo>
                <a:lnTo>
                  <a:pt x="118871" y="264903"/>
                </a:lnTo>
                <a:lnTo>
                  <a:pt x="118871" y="259079"/>
                </a:lnTo>
                <a:lnTo>
                  <a:pt x="141731" y="251459"/>
                </a:lnTo>
                <a:close/>
              </a:path>
              <a:path w="335279" h="291464">
                <a:moveTo>
                  <a:pt x="141731" y="39623"/>
                </a:moveTo>
                <a:lnTo>
                  <a:pt x="118871" y="30479"/>
                </a:lnTo>
                <a:lnTo>
                  <a:pt x="118871" y="62483"/>
                </a:lnTo>
                <a:lnTo>
                  <a:pt x="141731" y="39623"/>
                </a:lnTo>
                <a:close/>
              </a:path>
              <a:path w="335279" h="291464">
                <a:moveTo>
                  <a:pt x="141731" y="76199"/>
                </a:moveTo>
                <a:lnTo>
                  <a:pt x="141731" y="39623"/>
                </a:lnTo>
                <a:lnTo>
                  <a:pt x="118871" y="62483"/>
                </a:lnTo>
                <a:lnTo>
                  <a:pt x="118871" y="100583"/>
                </a:lnTo>
                <a:lnTo>
                  <a:pt x="132587" y="100583"/>
                </a:lnTo>
                <a:lnTo>
                  <a:pt x="132587" y="76199"/>
                </a:lnTo>
                <a:lnTo>
                  <a:pt x="141731" y="76199"/>
                </a:lnTo>
                <a:close/>
              </a:path>
              <a:path w="335279" h="291464">
                <a:moveTo>
                  <a:pt x="323087" y="190499"/>
                </a:moveTo>
                <a:lnTo>
                  <a:pt x="118871" y="190499"/>
                </a:lnTo>
                <a:lnTo>
                  <a:pt x="118871" y="228599"/>
                </a:lnTo>
                <a:lnTo>
                  <a:pt x="132587" y="242315"/>
                </a:lnTo>
                <a:lnTo>
                  <a:pt x="132587" y="214883"/>
                </a:lnTo>
                <a:lnTo>
                  <a:pt x="144779" y="202691"/>
                </a:lnTo>
                <a:lnTo>
                  <a:pt x="144779" y="214883"/>
                </a:lnTo>
                <a:lnTo>
                  <a:pt x="309371" y="214883"/>
                </a:lnTo>
                <a:lnTo>
                  <a:pt x="309371" y="202691"/>
                </a:lnTo>
                <a:lnTo>
                  <a:pt x="323087" y="190499"/>
                </a:lnTo>
                <a:close/>
              </a:path>
              <a:path w="335279" h="291464">
                <a:moveTo>
                  <a:pt x="141731" y="288003"/>
                </a:moveTo>
                <a:lnTo>
                  <a:pt x="141731" y="251459"/>
                </a:lnTo>
                <a:lnTo>
                  <a:pt x="118871" y="259079"/>
                </a:lnTo>
                <a:lnTo>
                  <a:pt x="118871" y="264903"/>
                </a:lnTo>
                <a:lnTo>
                  <a:pt x="141731" y="288003"/>
                </a:lnTo>
                <a:close/>
              </a:path>
              <a:path w="335279" h="291464">
                <a:moveTo>
                  <a:pt x="335279" y="214883"/>
                </a:moveTo>
                <a:lnTo>
                  <a:pt x="335279" y="76199"/>
                </a:lnTo>
                <a:lnTo>
                  <a:pt x="132587" y="76199"/>
                </a:lnTo>
                <a:lnTo>
                  <a:pt x="144779" y="88391"/>
                </a:lnTo>
                <a:lnTo>
                  <a:pt x="144779" y="100583"/>
                </a:lnTo>
                <a:lnTo>
                  <a:pt x="309371" y="100583"/>
                </a:lnTo>
                <a:lnTo>
                  <a:pt x="309371" y="88391"/>
                </a:lnTo>
                <a:lnTo>
                  <a:pt x="323087" y="100583"/>
                </a:lnTo>
                <a:lnTo>
                  <a:pt x="323087" y="214883"/>
                </a:lnTo>
                <a:lnTo>
                  <a:pt x="335279" y="214883"/>
                </a:lnTo>
                <a:close/>
              </a:path>
              <a:path w="335279" h="291464">
                <a:moveTo>
                  <a:pt x="144779" y="100583"/>
                </a:moveTo>
                <a:lnTo>
                  <a:pt x="144779" y="88391"/>
                </a:lnTo>
                <a:lnTo>
                  <a:pt x="132587" y="76199"/>
                </a:lnTo>
                <a:lnTo>
                  <a:pt x="132587" y="100583"/>
                </a:lnTo>
                <a:lnTo>
                  <a:pt x="144779" y="100583"/>
                </a:lnTo>
                <a:close/>
              </a:path>
              <a:path w="335279" h="291464">
                <a:moveTo>
                  <a:pt x="144779" y="214883"/>
                </a:moveTo>
                <a:lnTo>
                  <a:pt x="144779" y="202691"/>
                </a:lnTo>
                <a:lnTo>
                  <a:pt x="132587" y="214883"/>
                </a:lnTo>
                <a:lnTo>
                  <a:pt x="144779" y="214883"/>
                </a:lnTo>
                <a:close/>
              </a:path>
              <a:path w="335279" h="291464">
                <a:moveTo>
                  <a:pt x="144779" y="291083"/>
                </a:moveTo>
                <a:lnTo>
                  <a:pt x="144779" y="214883"/>
                </a:lnTo>
                <a:lnTo>
                  <a:pt x="132587" y="214883"/>
                </a:lnTo>
                <a:lnTo>
                  <a:pt x="132587" y="242315"/>
                </a:lnTo>
                <a:lnTo>
                  <a:pt x="141731" y="251459"/>
                </a:lnTo>
                <a:lnTo>
                  <a:pt x="141731" y="288003"/>
                </a:lnTo>
                <a:lnTo>
                  <a:pt x="144779" y="291083"/>
                </a:lnTo>
                <a:close/>
              </a:path>
              <a:path w="335279" h="291464">
                <a:moveTo>
                  <a:pt x="323087" y="100583"/>
                </a:moveTo>
                <a:lnTo>
                  <a:pt x="309371" y="88391"/>
                </a:lnTo>
                <a:lnTo>
                  <a:pt x="309371" y="100583"/>
                </a:lnTo>
                <a:lnTo>
                  <a:pt x="323087" y="100583"/>
                </a:lnTo>
                <a:close/>
              </a:path>
              <a:path w="335279" h="291464">
                <a:moveTo>
                  <a:pt x="323087" y="190499"/>
                </a:moveTo>
                <a:lnTo>
                  <a:pt x="323087" y="100583"/>
                </a:lnTo>
                <a:lnTo>
                  <a:pt x="309371" y="100583"/>
                </a:lnTo>
                <a:lnTo>
                  <a:pt x="309371" y="190499"/>
                </a:lnTo>
                <a:lnTo>
                  <a:pt x="323087" y="190499"/>
                </a:lnTo>
                <a:close/>
              </a:path>
              <a:path w="335279" h="291464">
                <a:moveTo>
                  <a:pt x="323087" y="214883"/>
                </a:moveTo>
                <a:lnTo>
                  <a:pt x="323087" y="190499"/>
                </a:lnTo>
                <a:lnTo>
                  <a:pt x="309371" y="202691"/>
                </a:lnTo>
                <a:lnTo>
                  <a:pt x="309371" y="214883"/>
                </a:lnTo>
                <a:lnTo>
                  <a:pt x="323087" y="21488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2882833" y="4889245"/>
            <a:ext cx="533400" cy="564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5" marR="5080" indent="-12700"/>
            <a:r>
              <a:rPr spc="-5" dirty="0">
                <a:solidFill>
                  <a:srgbClr val="006FC0"/>
                </a:solidFill>
                <a:latin typeface="Tahoma"/>
                <a:cs typeface="Tahoma"/>
              </a:rPr>
              <a:t>Goal  </a:t>
            </a:r>
            <a:r>
              <a:rPr dirty="0">
                <a:solidFill>
                  <a:srgbClr val="006FC0"/>
                </a:solidFill>
                <a:latin typeface="Tahoma"/>
                <a:cs typeface="Tahoma"/>
              </a:rPr>
              <a:t>s</a:t>
            </a:r>
            <a:r>
              <a:rPr spc="-10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dirty="0">
                <a:solidFill>
                  <a:srgbClr val="006FC0"/>
                </a:solidFill>
                <a:latin typeface="Tahoma"/>
                <a:cs typeface="Tahoma"/>
              </a:rPr>
              <a:t>a</a:t>
            </a:r>
            <a:r>
              <a:rPr spc="-10" dirty="0">
                <a:solidFill>
                  <a:srgbClr val="006FC0"/>
                </a:solidFill>
                <a:latin typeface="Tahoma"/>
                <a:cs typeface="Tahoma"/>
              </a:rPr>
              <a:t>t</a:t>
            </a:r>
            <a:r>
              <a:rPr dirty="0">
                <a:solidFill>
                  <a:srgbClr val="006FC0"/>
                </a:solidFill>
                <a:latin typeface="Tahoma"/>
                <a:cs typeface="Tahoma"/>
              </a:rPr>
              <a:t>e</a:t>
            </a:r>
            <a:endParaRPr dirty="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33229" y="2711450"/>
            <a:ext cx="2667000" cy="27066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10425" y="59944"/>
            <a:ext cx="4211320" cy="670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4400" spc="-15" dirty="0"/>
              <a:t>Example:</a:t>
            </a:r>
            <a:r>
              <a:rPr sz="4400" spc="-70" dirty="0"/>
              <a:t> </a:t>
            </a:r>
            <a:r>
              <a:rPr sz="4400" spc="-15" dirty="0"/>
              <a:t>Romania</a:t>
            </a:r>
            <a:endParaRPr sz="4400" dirty="0"/>
          </a:p>
        </p:txBody>
      </p:sp>
      <p:sp>
        <p:nvSpPr>
          <p:cNvPr id="3" name="object 3"/>
          <p:cNvSpPr/>
          <p:nvPr/>
        </p:nvSpPr>
        <p:spPr>
          <a:xfrm>
            <a:off x="8622331" y="730504"/>
            <a:ext cx="2665754" cy="21210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144085" y="3777996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0" y="0"/>
                </a:moveTo>
                <a:lnTo>
                  <a:pt x="0" y="3428999"/>
                </a:lnTo>
                <a:lnTo>
                  <a:pt x="9143999" y="3428999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556030" y="3168650"/>
            <a:ext cx="5609917" cy="3429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15912" y="754562"/>
            <a:ext cx="7620000" cy="6456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buFont typeface="Courier New"/>
              <a:buChar char="•"/>
              <a:tabLst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On </a:t>
            </a:r>
            <a:r>
              <a:rPr sz="3200" spc="-15" dirty="0">
                <a:latin typeface="Calibri"/>
                <a:cs typeface="Calibri"/>
              </a:rPr>
              <a:t>vacation </a:t>
            </a:r>
            <a:r>
              <a:rPr sz="3200" dirty="0">
                <a:latin typeface="Calibri"/>
                <a:cs typeface="Calibri"/>
              </a:rPr>
              <a:t>in </a:t>
            </a:r>
            <a:r>
              <a:rPr sz="3200" spc="-5" dirty="0">
                <a:latin typeface="Calibri"/>
                <a:cs typeface="Calibri"/>
              </a:rPr>
              <a:t>Romania; </a:t>
            </a:r>
            <a:r>
              <a:rPr sz="3200" spc="-10" dirty="0">
                <a:latin typeface="Calibri"/>
                <a:cs typeface="Calibri"/>
              </a:rPr>
              <a:t>currently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Arad</a:t>
            </a:r>
            <a:endParaRPr sz="3200" dirty="0">
              <a:latin typeface="Calibri"/>
              <a:cs typeface="Calibri"/>
            </a:endParaRPr>
          </a:p>
          <a:p>
            <a:pPr marL="355600" indent="-342900">
              <a:spcBef>
                <a:spcPts val="285"/>
              </a:spcBef>
              <a:buFont typeface="Courier New"/>
              <a:buChar char="•"/>
              <a:tabLst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Flight </a:t>
            </a:r>
            <a:r>
              <a:rPr sz="3200" spc="-10" dirty="0">
                <a:latin typeface="Calibri"/>
                <a:cs typeface="Calibri"/>
              </a:rPr>
              <a:t>leaves </a:t>
            </a:r>
            <a:r>
              <a:rPr sz="3200" spc="-15" dirty="0">
                <a:latin typeface="Calibri"/>
                <a:cs typeface="Calibri"/>
              </a:rPr>
              <a:t>tomorrow from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Bucharest</a:t>
            </a:r>
            <a:endParaRPr sz="3200" dirty="0">
              <a:latin typeface="Calibri"/>
              <a:cs typeface="Calibri"/>
            </a:endParaRPr>
          </a:p>
          <a:p>
            <a:pPr marL="355600" indent="-342900">
              <a:spcBef>
                <a:spcPts val="1145"/>
              </a:spcBef>
              <a:buFont typeface="Courier New"/>
              <a:buChar char="•"/>
              <a:tabLst>
                <a:tab pos="355600" algn="l"/>
              </a:tabLst>
            </a:pPr>
            <a:r>
              <a:rPr sz="3200" spc="25" dirty="0">
                <a:solidFill>
                  <a:srgbClr val="CC0099"/>
                </a:solidFill>
                <a:latin typeface="Calibri"/>
                <a:cs typeface="Calibri"/>
              </a:rPr>
              <a:t>Initial</a:t>
            </a:r>
            <a:r>
              <a:rPr sz="3200" spc="-80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3200" spc="5" dirty="0">
                <a:solidFill>
                  <a:srgbClr val="CC0099"/>
                </a:solidFill>
                <a:latin typeface="Calibri"/>
                <a:cs typeface="Calibri"/>
              </a:rPr>
              <a:t>state</a:t>
            </a:r>
            <a:endParaRPr sz="3200" dirty="0">
              <a:latin typeface="Calibri"/>
              <a:cs typeface="Calibri"/>
            </a:endParaRPr>
          </a:p>
          <a:p>
            <a:pPr marL="756285" lvl="1" indent="-286385">
              <a:spcBef>
                <a:spcPts val="260"/>
              </a:spcBef>
              <a:buFont typeface="Courier New"/>
              <a:buChar char="–"/>
              <a:tabLst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Arad</a:t>
            </a:r>
            <a:endParaRPr sz="2800" dirty="0">
              <a:latin typeface="Calibri"/>
              <a:cs typeface="Calibri"/>
            </a:endParaRPr>
          </a:p>
          <a:p>
            <a:pPr marL="355600" indent="-342900">
              <a:spcBef>
                <a:spcPts val="254"/>
              </a:spcBef>
              <a:buFont typeface="Courier New"/>
              <a:buChar char="•"/>
              <a:tabLst>
                <a:tab pos="355600" algn="l"/>
              </a:tabLst>
            </a:pPr>
            <a:r>
              <a:rPr sz="3200" spc="20" dirty="0">
                <a:solidFill>
                  <a:srgbClr val="CC0099"/>
                </a:solidFill>
                <a:latin typeface="Calibri"/>
                <a:cs typeface="Calibri"/>
              </a:rPr>
              <a:t>Actions</a:t>
            </a:r>
            <a:endParaRPr sz="3200" dirty="0">
              <a:latin typeface="Calibri"/>
              <a:cs typeface="Calibri"/>
            </a:endParaRPr>
          </a:p>
          <a:p>
            <a:pPr marL="756285" lvl="1" indent="-286385">
              <a:spcBef>
                <a:spcPts val="265"/>
              </a:spcBef>
              <a:buFont typeface="Courier New"/>
              <a:buChar char="–"/>
              <a:tabLst>
                <a:tab pos="756920" algn="l"/>
              </a:tabLst>
            </a:pPr>
            <a:r>
              <a:rPr sz="2800" spc="-5" dirty="0">
                <a:latin typeface="Calibri"/>
                <a:cs typeface="Calibri"/>
              </a:rPr>
              <a:t>Go </a:t>
            </a:r>
            <a:r>
              <a:rPr sz="2800" spc="-15" dirty="0">
                <a:latin typeface="Calibri"/>
                <a:cs typeface="Calibri"/>
              </a:rPr>
              <a:t>from </a:t>
            </a:r>
            <a:r>
              <a:rPr sz="2800" dirty="0">
                <a:latin typeface="Calibri"/>
                <a:cs typeface="Calibri"/>
              </a:rPr>
              <a:t>one city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another</a:t>
            </a:r>
          </a:p>
          <a:p>
            <a:pPr marL="355600" indent="-342900">
              <a:spcBef>
                <a:spcPts val="254"/>
              </a:spcBef>
              <a:buFont typeface="Courier New"/>
              <a:buChar char="•"/>
              <a:tabLst>
                <a:tab pos="355600" algn="l"/>
              </a:tabLst>
            </a:pPr>
            <a:r>
              <a:rPr sz="3200" spc="5" dirty="0">
                <a:solidFill>
                  <a:srgbClr val="CC0099"/>
                </a:solidFill>
                <a:latin typeface="Calibri"/>
                <a:cs typeface="Calibri"/>
              </a:rPr>
              <a:t>Transition</a:t>
            </a:r>
            <a:r>
              <a:rPr sz="3200" spc="-95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3200" spc="25" dirty="0">
                <a:solidFill>
                  <a:srgbClr val="CC0099"/>
                </a:solidFill>
                <a:latin typeface="Calibri"/>
                <a:cs typeface="Calibri"/>
              </a:rPr>
              <a:t>model</a:t>
            </a:r>
            <a:endParaRPr sz="3200" dirty="0">
              <a:latin typeface="Calibri"/>
              <a:cs typeface="Calibri"/>
            </a:endParaRPr>
          </a:p>
          <a:p>
            <a:pPr marL="756285" marR="2041525" lvl="1" indent="-286385">
              <a:lnSpc>
                <a:spcPts val="2160"/>
              </a:lnSpc>
              <a:spcBef>
                <a:spcPts val="535"/>
              </a:spcBef>
              <a:buFont typeface="Courier New"/>
              <a:buChar char="–"/>
              <a:tabLst>
                <a:tab pos="756920" algn="l"/>
              </a:tabLst>
            </a:pPr>
            <a:r>
              <a:rPr sz="2800" spc="-5" dirty="0">
                <a:latin typeface="Calibri"/>
                <a:cs typeface="Calibri"/>
              </a:rPr>
              <a:t>If you go </a:t>
            </a:r>
            <a:r>
              <a:rPr sz="2800" spc="-15" dirty="0">
                <a:latin typeface="Calibri"/>
                <a:cs typeface="Calibri"/>
              </a:rPr>
              <a:t>from </a:t>
            </a:r>
            <a:r>
              <a:rPr sz="2800" dirty="0">
                <a:latin typeface="Calibri"/>
                <a:cs typeface="Calibri"/>
              </a:rPr>
              <a:t>city </a:t>
            </a:r>
            <a:r>
              <a:rPr sz="2800" spc="5" dirty="0">
                <a:latin typeface="Calibri"/>
                <a:cs typeface="Calibri"/>
              </a:rPr>
              <a:t>A </a:t>
            </a:r>
            <a:r>
              <a:rPr sz="2800" spc="-15" dirty="0">
                <a:latin typeface="Calibri"/>
                <a:cs typeface="Calibri"/>
              </a:rPr>
              <a:t>to  </a:t>
            </a:r>
            <a:r>
              <a:rPr sz="2800" dirty="0">
                <a:latin typeface="Calibri"/>
                <a:cs typeface="Calibri"/>
              </a:rPr>
              <a:t>city </a:t>
            </a:r>
            <a:r>
              <a:rPr sz="2800" spc="-10" dirty="0">
                <a:latin typeface="Calibri"/>
                <a:cs typeface="Calibri"/>
              </a:rPr>
              <a:t>B, </a:t>
            </a:r>
            <a:r>
              <a:rPr sz="2800" spc="-5" dirty="0">
                <a:latin typeface="Calibri"/>
                <a:cs typeface="Calibri"/>
              </a:rPr>
              <a:t>you </a:t>
            </a:r>
            <a:r>
              <a:rPr sz="2800" dirty="0">
                <a:latin typeface="Calibri"/>
                <a:cs typeface="Calibri"/>
              </a:rPr>
              <a:t>end </a:t>
            </a:r>
            <a:r>
              <a:rPr sz="2800" spc="5" dirty="0">
                <a:latin typeface="Calibri"/>
                <a:cs typeface="Calibri"/>
              </a:rPr>
              <a:t>up </a:t>
            </a:r>
            <a:r>
              <a:rPr sz="2800" dirty="0">
                <a:latin typeface="Calibri"/>
                <a:cs typeface="Calibri"/>
              </a:rPr>
              <a:t>in city</a:t>
            </a:r>
            <a:r>
              <a:rPr sz="2800" spc="-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</a:t>
            </a:r>
          </a:p>
          <a:p>
            <a:pPr marL="355600" indent="-342900">
              <a:spcBef>
                <a:spcPts val="225"/>
              </a:spcBef>
              <a:buFont typeface="Courier New"/>
              <a:buChar char="•"/>
              <a:tabLst>
                <a:tab pos="355600" algn="l"/>
              </a:tabLst>
            </a:pPr>
            <a:r>
              <a:rPr sz="3200" spc="25" dirty="0">
                <a:solidFill>
                  <a:srgbClr val="CC0099"/>
                </a:solidFill>
                <a:latin typeface="Calibri"/>
                <a:cs typeface="Calibri"/>
              </a:rPr>
              <a:t>Goal</a:t>
            </a:r>
            <a:r>
              <a:rPr sz="3200" spc="-130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lang="en-US" sz="3200" spc="5" dirty="0">
                <a:solidFill>
                  <a:srgbClr val="CC0099"/>
                </a:solidFill>
                <a:latin typeface="Calibri"/>
                <a:cs typeface="Calibri"/>
              </a:rPr>
              <a:t>test</a:t>
            </a:r>
            <a:endParaRPr sz="3200" dirty="0">
              <a:latin typeface="Calibri"/>
              <a:cs typeface="Calibri"/>
            </a:endParaRPr>
          </a:p>
          <a:p>
            <a:pPr marL="756285" lvl="1" indent="-286385">
              <a:spcBef>
                <a:spcPts val="265"/>
              </a:spcBef>
              <a:buFont typeface="Courier New"/>
              <a:buChar char="–"/>
              <a:tabLst>
                <a:tab pos="756920" algn="l"/>
              </a:tabLst>
            </a:pPr>
            <a:r>
              <a:rPr lang="en-US" sz="2800" spc="-5" dirty="0">
                <a:latin typeface="Calibri"/>
                <a:cs typeface="Calibri"/>
              </a:rPr>
              <a:t>Is state == </a:t>
            </a:r>
            <a:r>
              <a:rPr sz="2800" spc="-5" dirty="0">
                <a:latin typeface="Calibri"/>
                <a:cs typeface="Calibri"/>
              </a:rPr>
              <a:t>Bucharest</a:t>
            </a:r>
            <a:endParaRPr sz="2800" dirty="0">
              <a:latin typeface="Calibri"/>
              <a:cs typeface="Calibri"/>
            </a:endParaRPr>
          </a:p>
          <a:p>
            <a:pPr marL="355600" indent="-342900">
              <a:spcBef>
                <a:spcPts val="254"/>
              </a:spcBef>
              <a:buFont typeface="Courier New"/>
              <a:buChar char="•"/>
              <a:tabLst>
                <a:tab pos="355600" algn="l"/>
              </a:tabLst>
            </a:pPr>
            <a:r>
              <a:rPr sz="3200" spc="5" dirty="0">
                <a:solidFill>
                  <a:srgbClr val="CC0099"/>
                </a:solidFill>
                <a:latin typeface="Calibri"/>
                <a:cs typeface="Calibri"/>
              </a:rPr>
              <a:t>Path</a:t>
            </a:r>
            <a:r>
              <a:rPr sz="3200" spc="-85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3200" spc="5" dirty="0">
                <a:solidFill>
                  <a:srgbClr val="CC0099"/>
                </a:solidFill>
                <a:latin typeface="Calibri"/>
                <a:cs typeface="Calibri"/>
              </a:rPr>
              <a:t>cost</a:t>
            </a:r>
            <a:endParaRPr sz="3200" dirty="0">
              <a:latin typeface="Calibri"/>
              <a:cs typeface="Calibri"/>
            </a:endParaRPr>
          </a:p>
          <a:p>
            <a:pPr marL="756285" marR="1345565" lvl="1" indent="-286385">
              <a:lnSpc>
                <a:spcPts val="2160"/>
              </a:lnSpc>
              <a:spcBef>
                <a:spcPts val="535"/>
              </a:spcBef>
              <a:buFont typeface="Courier New"/>
              <a:buChar char="–"/>
              <a:tabLst>
                <a:tab pos="756920" algn="l"/>
              </a:tabLst>
            </a:pPr>
            <a:r>
              <a:rPr sz="2800" dirty="0">
                <a:latin typeface="Calibri"/>
                <a:cs typeface="Calibri"/>
              </a:rPr>
              <a:t>Sum of </a:t>
            </a:r>
            <a:r>
              <a:rPr sz="2800" spc="-5" dirty="0">
                <a:latin typeface="Calibri"/>
                <a:cs typeface="Calibri"/>
              </a:rPr>
              <a:t>edge </a:t>
            </a:r>
            <a:r>
              <a:rPr sz="2800" spc="-10" dirty="0">
                <a:latin typeface="Calibri"/>
                <a:cs typeface="Calibri"/>
              </a:rPr>
              <a:t>costs (total distance  </a:t>
            </a:r>
            <a:r>
              <a:rPr sz="2800" spc="-15" dirty="0">
                <a:latin typeface="Calibri"/>
                <a:cs typeface="Calibri"/>
              </a:rPr>
              <a:t>traveled)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FF303F4-B47D-350C-F430-BC9D96A64D54}"/>
              </a:ext>
            </a:extLst>
          </p:cNvPr>
          <p:cNvSpPr/>
          <p:nvPr/>
        </p:nvSpPr>
        <p:spPr>
          <a:xfrm>
            <a:off x="9612312" y="5835651"/>
            <a:ext cx="581968" cy="611141"/>
          </a:xfrm>
          <a:prstGeom prst="ellipse">
            <a:avLst/>
          </a:prstGeom>
          <a:noFill/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54920" y="14225"/>
            <a:ext cx="2780993" cy="670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4400" spc="-30" dirty="0"/>
              <a:t>State</a:t>
            </a:r>
            <a:r>
              <a:rPr sz="4400" spc="-100" dirty="0"/>
              <a:t> </a:t>
            </a:r>
            <a:r>
              <a:rPr sz="4400" dirty="0"/>
              <a:t>space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8312" y="684785"/>
            <a:ext cx="12039600" cy="2423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715010" indent="-342900">
              <a:buFont typeface="Courier New"/>
              <a:buChar char="•"/>
              <a:tabLst>
                <a:tab pos="355600" algn="l"/>
              </a:tabLst>
            </a:pPr>
            <a:r>
              <a:rPr sz="2800" spc="-5" dirty="0">
                <a:latin typeface="Calibri"/>
                <a:cs typeface="Calibri"/>
              </a:rPr>
              <a:t>The initial </a:t>
            </a:r>
            <a:r>
              <a:rPr sz="2800" spc="-25" dirty="0">
                <a:latin typeface="Calibri"/>
                <a:cs typeface="Calibri"/>
              </a:rPr>
              <a:t>state, </a:t>
            </a:r>
            <a:r>
              <a:rPr sz="2800" spc="-5" dirty="0">
                <a:latin typeface="Calibri"/>
                <a:cs typeface="Calibri"/>
              </a:rPr>
              <a:t>actions, and </a:t>
            </a:r>
            <a:r>
              <a:rPr sz="2800" spc="-10" dirty="0">
                <a:latin typeface="Calibri"/>
                <a:cs typeface="Calibri"/>
              </a:rPr>
              <a:t>transition </a:t>
            </a:r>
            <a:r>
              <a:rPr sz="2800" spc="-5" dirty="0">
                <a:latin typeface="Calibri"/>
                <a:cs typeface="Calibri"/>
              </a:rPr>
              <a:t>model  </a:t>
            </a:r>
            <a:r>
              <a:rPr sz="2800" spc="-10" dirty="0">
                <a:latin typeface="Calibri"/>
                <a:cs typeface="Calibri"/>
              </a:rPr>
              <a:t>define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5" dirty="0">
                <a:solidFill>
                  <a:srgbClr val="CC0099"/>
                </a:solidFill>
                <a:latin typeface="Calibri"/>
                <a:cs typeface="Calibri"/>
              </a:rPr>
              <a:t>state </a:t>
            </a:r>
            <a:r>
              <a:rPr sz="2800" spc="20" dirty="0">
                <a:solidFill>
                  <a:srgbClr val="CC0099"/>
                </a:solidFill>
                <a:latin typeface="Calibri"/>
                <a:cs typeface="Calibri"/>
              </a:rPr>
              <a:t>space </a:t>
            </a:r>
            <a:r>
              <a:rPr sz="2800" spc="-5" dirty="0">
                <a:latin typeface="Calibri"/>
                <a:cs typeface="Calibri"/>
              </a:rPr>
              <a:t>of 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problem</a:t>
            </a:r>
            <a:endParaRPr sz="2800" dirty="0">
              <a:latin typeface="Calibri"/>
              <a:cs typeface="Calibri"/>
            </a:endParaRPr>
          </a:p>
          <a:p>
            <a:pPr marL="756285" marR="127000" lvl="1" indent="-286385">
              <a:spcBef>
                <a:spcPts val="685"/>
              </a:spcBef>
              <a:buFont typeface="Courier New"/>
              <a:buChar char="–"/>
              <a:tabLst>
                <a:tab pos="756920" algn="l"/>
              </a:tabLst>
            </a:pP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set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spc="-10" dirty="0">
                <a:latin typeface="Calibri"/>
                <a:cs typeface="Calibri"/>
              </a:rPr>
              <a:t>all </a:t>
            </a:r>
            <a:r>
              <a:rPr sz="2800" spc="-25" dirty="0">
                <a:latin typeface="Calibri"/>
                <a:cs typeface="Calibri"/>
              </a:rPr>
              <a:t>states </a:t>
            </a:r>
            <a:r>
              <a:rPr sz="2800" spc="-10" dirty="0">
                <a:latin typeface="Calibri"/>
                <a:cs typeface="Calibri"/>
              </a:rPr>
              <a:t>reachable </a:t>
            </a:r>
            <a:r>
              <a:rPr sz="2800" spc="-20" dirty="0">
                <a:latin typeface="Calibri"/>
                <a:cs typeface="Calibri"/>
              </a:rPr>
              <a:t>from </a:t>
            </a:r>
            <a:r>
              <a:rPr sz="2800" spc="-10" dirty="0">
                <a:latin typeface="Calibri"/>
                <a:cs typeface="Calibri"/>
              </a:rPr>
              <a:t>initial </a:t>
            </a:r>
            <a:r>
              <a:rPr sz="2800" spc="-30" dirty="0">
                <a:latin typeface="Calibri"/>
                <a:cs typeface="Calibri"/>
              </a:rPr>
              <a:t>state </a:t>
            </a:r>
            <a:r>
              <a:rPr sz="2800" spc="-25" dirty="0">
                <a:latin typeface="Calibri"/>
                <a:cs typeface="Calibri"/>
              </a:rPr>
              <a:t>by any  </a:t>
            </a:r>
            <a:r>
              <a:rPr sz="2800" spc="-10" dirty="0">
                <a:latin typeface="Calibri"/>
                <a:cs typeface="Calibri"/>
              </a:rPr>
              <a:t>sequence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actions</a:t>
            </a:r>
            <a:r>
              <a:rPr lang="en-US" sz="2800" spc="-5" dirty="0">
                <a:latin typeface="Calibri"/>
                <a:cs typeface="Calibri"/>
              </a:rPr>
              <a:t>.</a:t>
            </a:r>
          </a:p>
          <a:p>
            <a:pPr marL="756285" marR="127000" lvl="1" indent="-286385">
              <a:spcBef>
                <a:spcPts val="685"/>
              </a:spcBef>
              <a:buFont typeface="Courier New"/>
              <a:buChar char="–"/>
              <a:tabLst>
                <a:tab pos="756920" algn="l"/>
              </a:tabLst>
            </a:pPr>
            <a:r>
              <a:rPr lang="en-US" sz="2800" spc="-5" dirty="0">
                <a:latin typeface="Calibri"/>
                <a:cs typeface="Calibri"/>
              </a:rPr>
              <a:t>Distinguish between </a:t>
            </a:r>
            <a:r>
              <a:rPr lang="en-US" sz="2800" spc="-5" dirty="0">
                <a:solidFill>
                  <a:srgbClr val="FF0000"/>
                </a:solidFill>
                <a:latin typeface="Calibri"/>
                <a:cs typeface="Calibri"/>
              </a:rPr>
              <a:t>world state </a:t>
            </a:r>
            <a:r>
              <a:rPr lang="en-US" sz="2800" spc="-5" dirty="0">
                <a:latin typeface="Calibri"/>
                <a:cs typeface="Calibri"/>
              </a:rPr>
              <a:t>and </a:t>
            </a:r>
            <a:r>
              <a:rPr lang="en-US" sz="2800" spc="-5" dirty="0">
                <a:solidFill>
                  <a:srgbClr val="FF0000"/>
                </a:solidFill>
                <a:latin typeface="Calibri"/>
                <a:cs typeface="Calibri"/>
              </a:rPr>
              <a:t>Search state </a:t>
            </a:r>
          </a:p>
          <a:p>
            <a:pPr marL="756285" marR="127000" lvl="1" indent="-286385">
              <a:spcBef>
                <a:spcPts val="685"/>
              </a:spcBef>
              <a:buFont typeface="Courier New"/>
              <a:buChar char="–"/>
              <a:tabLst>
                <a:tab pos="756920" algn="l"/>
              </a:tabLst>
            </a:pPr>
            <a:r>
              <a:rPr lang="en-US" sz="2800" dirty="0"/>
              <a:t>The </a:t>
            </a:r>
            <a:r>
              <a:rPr lang="en-US" sz="2800" dirty="0">
                <a:solidFill>
                  <a:srgbClr val="FF0000"/>
                </a:solidFill>
              </a:rPr>
              <a:t>world state </a:t>
            </a:r>
            <a:r>
              <a:rPr lang="en-US" sz="2800" dirty="0"/>
              <a:t>includes every last detail of the environment.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B94DA3B-6EE5-FCB5-D335-89683B8F0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8712" y="5454650"/>
            <a:ext cx="3298656" cy="170086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47D6499-94C8-DF31-0AA3-BB3B33AFD9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5912" y="5328677"/>
            <a:ext cx="2666999" cy="21431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46D03F-D8F8-22EF-5A18-BE4CF139AA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9121" y="3114875"/>
            <a:ext cx="7335182" cy="220745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47CA0F4-0DCB-53CD-23FD-79A5C85E8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73FF33E-E67F-4532-6CD9-CB56FDDFDE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54920" y="14225"/>
            <a:ext cx="2780993" cy="670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4400" spc="-30" dirty="0"/>
              <a:t>State</a:t>
            </a:r>
            <a:r>
              <a:rPr sz="4400" spc="-100" dirty="0"/>
              <a:t> </a:t>
            </a:r>
            <a:r>
              <a:rPr sz="4400" dirty="0"/>
              <a:t>space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030BAE-1E87-6AC8-4562-1C932F84B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395" y="2489432"/>
            <a:ext cx="9507858" cy="30414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73B707E-F675-66BC-A8D8-617B79DA2E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6710" y="2489432"/>
            <a:ext cx="3119802" cy="31286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750F75-E7A3-529A-9EAC-5A53D4866ED7}"/>
              </a:ext>
            </a:extLst>
          </p:cNvPr>
          <p:cNvSpPr txBox="1"/>
          <p:nvPr/>
        </p:nvSpPr>
        <p:spPr>
          <a:xfrm>
            <a:off x="392112" y="694822"/>
            <a:ext cx="1272540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Consider a variation of the game in which the maze contains only Pacman and food pellets.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We can pose two distinct search problems in this scenario: pathing and eat-all-dots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8ECD47-EC4E-F347-330C-A1CF8855C3B0}"/>
              </a:ext>
            </a:extLst>
          </p:cNvPr>
          <p:cNvSpPr txBox="1"/>
          <p:nvPr/>
        </p:nvSpPr>
        <p:spPr>
          <a:xfrm>
            <a:off x="163512" y="5683250"/>
            <a:ext cx="1211580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For pathing, states contain less information than states for eat-all-dots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For eat-all-dots we must maintain an array of </a:t>
            </a:r>
            <a:r>
              <a:rPr lang="en-US" sz="2800" dirty="0" err="1"/>
              <a:t>booleans</a:t>
            </a:r>
            <a:r>
              <a:rPr lang="en-US" sz="2800" dirty="0"/>
              <a:t> corresponding to each food pellet and whether or not it’s been eaten in the given state</a:t>
            </a:r>
          </a:p>
        </p:txBody>
      </p:sp>
    </p:spTree>
    <p:extLst>
      <p:ext uri="{BB962C8B-B14F-4D97-AF65-F5344CB8AC3E}">
        <p14:creationId xmlns:p14="http://schemas.microsoft.com/office/powerpoint/2010/main" val="1426193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68912" y="0"/>
            <a:ext cx="2635250" cy="687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4400" spc="-15" dirty="0"/>
              <a:t>Abstraction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277811" y="806450"/>
            <a:ext cx="13155613" cy="6288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buFont typeface="Courier New"/>
              <a:buChar char="•"/>
              <a:tabLst>
                <a:tab pos="355600" algn="l"/>
              </a:tabLst>
            </a:pPr>
            <a:r>
              <a:rPr sz="3200" spc="20" dirty="0">
                <a:latin typeface="Calibri"/>
                <a:cs typeface="Calibri"/>
              </a:rPr>
              <a:t>Definition:</a:t>
            </a:r>
            <a:endParaRPr sz="3200" dirty="0">
              <a:latin typeface="Calibri"/>
              <a:cs typeface="Calibri"/>
            </a:endParaRPr>
          </a:p>
          <a:p>
            <a:pPr marL="354965" marR="593090"/>
            <a:r>
              <a:rPr sz="3200" spc="-10" dirty="0">
                <a:solidFill>
                  <a:srgbClr val="0000FF"/>
                </a:solidFill>
                <a:latin typeface="Calibri"/>
                <a:cs typeface="Calibri"/>
              </a:rPr>
              <a:t>Process </a:t>
            </a:r>
            <a:r>
              <a:rPr sz="3200" spc="-5" dirty="0">
                <a:solidFill>
                  <a:srgbClr val="0000FF"/>
                </a:solidFill>
                <a:latin typeface="Calibri"/>
                <a:cs typeface="Calibri"/>
              </a:rPr>
              <a:t>of </a:t>
            </a:r>
            <a:r>
              <a:rPr sz="3200" spc="-10" dirty="0">
                <a:solidFill>
                  <a:srgbClr val="0000FF"/>
                </a:solidFill>
                <a:latin typeface="Calibri"/>
                <a:cs typeface="Calibri"/>
              </a:rPr>
              <a:t>removing </a:t>
            </a:r>
            <a:r>
              <a:rPr sz="3200" spc="-15" dirty="0">
                <a:solidFill>
                  <a:srgbClr val="0000FF"/>
                </a:solidFill>
                <a:latin typeface="Calibri"/>
                <a:cs typeface="Calibri"/>
              </a:rPr>
              <a:t>irrelevant </a:t>
            </a:r>
            <a:r>
              <a:rPr sz="3200" spc="-10" dirty="0">
                <a:solidFill>
                  <a:srgbClr val="0000FF"/>
                </a:solidFill>
                <a:latin typeface="Calibri"/>
                <a:cs typeface="Calibri"/>
              </a:rPr>
              <a:t>detail </a:t>
            </a:r>
            <a:r>
              <a:rPr sz="3200" spc="-20" dirty="0">
                <a:solidFill>
                  <a:srgbClr val="0000FF"/>
                </a:solidFill>
                <a:latin typeface="Calibri"/>
                <a:cs typeface="Calibri"/>
              </a:rPr>
              <a:t>to </a:t>
            </a:r>
            <a:r>
              <a:rPr sz="3200" spc="-15" dirty="0">
                <a:solidFill>
                  <a:srgbClr val="0000FF"/>
                </a:solidFill>
                <a:latin typeface="Calibri"/>
                <a:cs typeface="Calibri"/>
              </a:rPr>
              <a:t>create </a:t>
            </a:r>
            <a:r>
              <a:rPr sz="3200" dirty="0">
                <a:solidFill>
                  <a:srgbClr val="0000FF"/>
                </a:solidFill>
                <a:latin typeface="Calibri"/>
                <a:cs typeface="Calibri"/>
              </a:rPr>
              <a:t>an </a:t>
            </a:r>
            <a:r>
              <a:rPr sz="3200" spc="-10" dirty="0">
                <a:solidFill>
                  <a:srgbClr val="0000FF"/>
                </a:solidFill>
                <a:latin typeface="Calibri"/>
                <a:cs typeface="Calibri"/>
              </a:rPr>
              <a:t>abstract  representation: </a:t>
            </a:r>
            <a:r>
              <a:rPr sz="3200" spc="-25" dirty="0">
                <a:solidFill>
                  <a:srgbClr val="0000FF"/>
                </a:solidFill>
                <a:latin typeface="Calibri"/>
                <a:cs typeface="Calibri"/>
              </a:rPr>
              <a:t>``high-level”, </a:t>
            </a:r>
            <a:r>
              <a:rPr sz="3200" spc="-10" dirty="0">
                <a:solidFill>
                  <a:srgbClr val="0000FF"/>
                </a:solidFill>
                <a:latin typeface="Calibri"/>
                <a:cs typeface="Calibri"/>
              </a:rPr>
              <a:t>ignores </a:t>
            </a:r>
            <a:r>
              <a:rPr sz="3200" spc="-15" dirty="0">
                <a:solidFill>
                  <a:srgbClr val="0000FF"/>
                </a:solidFill>
                <a:latin typeface="Calibri"/>
                <a:cs typeface="Calibri"/>
              </a:rPr>
              <a:t>irrelevant</a:t>
            </a:r>
            <a:r>
              <a:rPr sz="3200" spc="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0000FF"/>
                </a:solidFill>
                <a:latin typeface="Calibri"/>
                <a:cs typeface="Calibri"/>
              </a:rPr>
              <a:t>details</a:t>
            </a:r>
            <a:endParaRPr sz="3200" dirty="0">
              <a:latin typeface="Calibri"/>
              <a:cs typeface="Calibri"/>
            </a:endParaRPr>
          </a:p>
          <a:p>
            <a:pPr marL="355600" indent="-342900">
              <a:spcBef>
                <a:spcPts val="575"/>
              </a:spcBef>
              <a:buFont typeface="Courier New"/>
              <a:buChar char="•"/>
              <a:tabLst>
                <a:tab pos="355600" algn="l"/>
              </a:tabLst>
            </a:pPr>
            <a:r>
              <a:rPr sz="3200" spc="15" dirty="0">
                <a:latin typeface="Calibri"/>
                <a:cs typeface="Calibri"/>
              </a:rPr>
              <a:t>Navigation </a:t>
            </a:r>
            <a:r>
              <a:rPr sz="3200" spc="20" dirty="0">
                <a:latin typeface="Calibri"/>
                <a:cs typeface="Calibri"/>
              </a:rPr>
              <a:t>Example: </a:t>
            </a:r>
            <a:r>
              <a:rPr sz="3200" spc="35" dirty="0">
                <a:latin typeface="Calibri"/>
                <a:cs typeface="Calibri"/>
              </a:rPr>
              <a:t>how </a:t>
            </a:r>
            <a:r>
              <a:rPr sz="3200" spc="20" dirty="0">
                <a:latin typeface="Calibri"/>
                <a:cs typeface="Calibri"/>
              </a:rPr>
              <a:t>do </a:t>
            </a:r>
            <a:r>
              <a:rPr sz="3200" spc="30" dirty="0">
                <a:latin typeface="Calibri"/>
                <a:cs typeface="Calibri"/>
              </a:rPr>
              <a:t>we </a:t>
            </a:r>
            <a:r>
              <a:rPr sz="3200" spc="15" dirty="0">
                <a:latin typeface="Calibri"/>
                <a:cs typeface="Calibri"/>
              </a:rPr>
              <a:t>define </a:t>
            </a:r>
            <a:r>
              <a:rPr sz="3200" spc="5" dirty="0">
                <a:latin typeface="Calibri"/>
                <a:cs typeface="Calibri"/>
              </a:rPr>
              <a:t>states </a:t>
            </a:r>
            <a:r>
              <a:rPr sz="3200" spc="25" dirty="0">
                <a:latin typeface="Calibri"/>
                <a:cs typeface="Calibri"/>
              </a:rPr>
              <a:t>and</a:t>
            </a:r>
            <a:r>
              <a:rPr sz="3200" spc="-140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operators?</a:t>
            </a:r>
            <a:endParaRPr sz="3200" dirty="0">
              <a:latin typeface="Calibri"/>
              <a:cs typeface="Calibri"/>
            </a:endParaRPr>
          </a:p>
          <a:p>
            <a:pPr marL="756285" lvl="1" indent="-286385">
              <a:spcBef>
                <a:spcPts val="545"/>
              </a:spcBef>
              <a:buFont typeface="Courier New"/>
              <a:buChar char="–"/>
              <a:tabLst>
                <a:tab pos="756920" algn="l"/>
              </a:tabLst>
            </a:pPr>
            <a:r>
              <a:rPr sz="2800" spc="-15" dirty="0">
                <a:latin typeface="Calibri"/>
                <a:cs typeface="Calibri"/>
              </a:rPr>
              <a:t>First </a:t>
            </a:r>
            <a:r>
              <a:rPr sz="2800" spc="-20" dirty="0">
                <a:latin typeface="Calibri"/>
                <a:cs typeface="Calibri"/>
              </a:rPr>
              <a:t>step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800" spc="-15" dirty="0">
                <a:latin typeface="Calibri"/>
                <a:cs typeface="Calibri"/>
              </a:rPr>
              <a:t>abstract </a:t>
            </a:r>
            <a:r>
              <a:rPr sz="2800" spc="-5" dirty="0">
                <a:latin typeface="Calibri"/>
                <a:cs typeface="Calibri"/>
              </a:rPr>
              <a:t>“the </a:t>
            </a:r>
            <a:r>
              <a:rPr sz="2800" spc="-10" dirty="0">
                <a:latin typeface="Calibri"/>
                <a:cs typeface="Calibri"/>
              </a:rPr>
              <a:t>big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picture”</a:t>
            </a:r>
            <a:endParaRPr sz="2800" dirty="0">
              <a:latin typeface="Calibri"/>
              <a:cs typeface="Calibri"/>
            </a:endParaRPr>
          </a:p>
          <a:p>
            <a:pPr marL="1155700" lvl="2" indent="-228600">
              <a:spcBef>
                <a:spcPts val="445"/>
              </a:spcBef>
              <a:buFont typeface="Courier New"/>
              <a:buChar char="•"/>
              <a:tabLst>
                <a:tab pos="1155700" algn="l"/>
              </a:tabLst>
            </a:pPr>
            <a:r>
              <a:rPr sz="2400" spc="-5" dirty="0">
                <a:latin typeface="Calibri"/>
                <a:cs typeface="Calibri"/>
              </a:rPr>
              <a:t>i.e., solve </a:t>
            </a:r>
            <a:r>
              <a:rPr sz="2400" dirty="0">
                <a:latin typeface="Calibri"/>
                <a:cs typeface="Calibri"/>
              </a:rPr>
              <a:t>a map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problem</a:t>
            </a:r>
            <a:endParaRPr sz="2400" dirty="0">
              <a:latin typeface="Calibri"/>
              <a:cs typeface="Calibri"/>
            </a:endParaRPr>
          </a:p>
          <a:p>
            <a:pPr marL="1155700" lvl="2" indent="-228600">
              <a:spcBef>
                <a:spcPts val="430"/>
              </a:spcBef>
              <a:buFont typeface="Courier New"/>
              <a:buChar char="•"/>
              <a:tabLst>
                <a:tab pos="1155700" algn="l"/>
              </a:tabLst>
            </a:pPr>
            <a:r>
              <a:rPr sz="2400" dirty="0">
                <a:latin typeface="Calibri"/>
                <a:cs typeface="Calibri"/>
              </a:rPr>
              <a:t>nodes = </a:t>
            </a:r>
            <a:r>
              <a:rPr sz="2400" spc="-5" dirty="0">
                <a:latin typeface="Calibri"/>
                <a:cs typeface="Calibri"/>
              </a:rPr>
              <a:t>cities, links </a:t>
            </a:r>
            <a:r>
              <a:rPr sz="2400" dirty="0">
                <a:latin typeface="Calibri"/>
                <a:cs typeface="Calibri"/>
              </a:rPr>
              <a:t>= </a:t>
            </a:r>
            <a:r>
              <a:rPr sz="2400" spc="-10" dirty="0">
                <a:latin typeface="Calibri"/>
                <a:cs typeface="Calibri"/>
              </a:rPr>
              <a:t>freeways/roads </a:t>
            </a:r>
            <a:r>
              <a:rPr sz="2400" spc="-5" dirty="0">
                <a:latin typeface="Calibri"/>
                <a:cs typeface="Calibri"/>
              </a:rPr>
              <a:t>(a high-level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description)</a:t>
            </a:r>
            <a:endParaRPr sz="2400" dirty="0">
              <a:latin typeface="Calibri"/>
              <a:cs typeface="Calibri"/>
            </a:endParaRPr>
          </a:p>
          <a:p>
            <a:pPr marL="1155700" lvl="2" indent="-228600">
              <a:spcBef>
                <a:spcPts val="430"/>
              </a:spcBef>
              <a:buFont typeface="Courier New"/>
              <a:buChar char="•"/>
              <a:tabLst>
                <a:tab pos="1155700" algn="l"/>
              </a:tabLst>
            </a:pPr>
            <a:r>
              <a:rPr sz="2400" spc="-5" dirty="0">
                <a:latin typeface="Calibri"/>
                <a:cs typeface="Calibri"/>
              </a:rPr>
              <a:t>this description is </a:t>
            </a:r>
            <a:r>
              <a:rPr sz="2400" dirty="0">
                <a:latin typeface="Calibri"/>
                <a:cs typeface="Calibri"/>
              </a:rPr>
              <a:t>an </a:t>
            </a:r>
            <a:r>
              <a:rPr sz="2400" spc="-10" dirty="0">
                <a:latin typeface="Calibri"/>
                <a:cs typeface="Calibri"/>
              </a:rPr>
              <a:t>abstraction </a:t>
            </a:r>
            <a:r>
              <a:rPr sz="2400" dirty="0">
                <a:latin typeface="Calibri"/>
                <a:cs typeface="Calibri"/>
              </a:rPr>
              <a:t>of </a:t>
            </a: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real</a:t>
            </a:r>
            <a:r>
              <a:rPr sz="2400" spc="9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problem</a:t>
            </a:r>
            <a:endParaRPr sz="2400" dirty="0">
              <a:latin typeface="Calibri"/>
              <a:cs typeface="Calibri"/>
            </a:endParaRPr>
          </a:p>
          <a:p>
            <a:pPr marL="756285" lvl="1" indent="-286385">
              <a:spcBef>
                <a:spcPts val="509"/>
              </a:spcBef>
              <a:buFont typeface="Courier New"/>
              <a:buChar char="–"/>
              <a:tabLst>
                <a:tab pos="756920" algn="l"/>
              </a:tabLst>
            </a:pPr>
            <a:r>
              <a:rPr sz="2800" dirty="0">
                <a:latin typeface="Calibri"/>
                <a:cs typeface="Calibri"/>
              </a:rPr>
              <a:t>Can </a:t>
            </a:r>
            <a:r>
              <a:rPr sz="2800" spc="-15" dirty="0">
                <a:latin typeface="Calibri"/>
                <a:cs typeface="Calibri"/>
              </a:rPr>
              <a:t>later </a:t>
            </a:r>
            <a:r>
              <a:rPr sz="2800" spc="-5" dirty="0">
                <a:latin typeface="Calibri"/>
                <a:cs typeface="Calibri"/>
              </a:rPr>
              <a:t>worry about </a:t>
            </a:r>
            <a:r>
              <a:rPr sz="2800" spc="-10" dirty="0">
                <a:latin typeface="Calibri"/>
                <a:cs typeface="Calibri"/>
              </a:rPr>
              <a:t>details </a:t>
            </a:r>
            <a:r>
              <a:rPr sz="2800" spc="-25" dirty="0">
                <a:latin typeface="Calibri"/>
                <a:cs typeface="Calibri"/>
              </a:rPr>
              <a:t>like scenery, </a:t>
            </a:r>
            <a:r>
              <a:rPr sz="2800" spc="-10" dirty="0">
                <a:latin typeface="Calibri"/>
                <a:cs typeface="Calibri"/>
              </a:rPr>
              <a:t>refueling,</a:t>
            </a:r>
            <a:r>
              <a:rPr sz="2800" spc="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etc</a:t>
            </a:r>
            <a:endParaRPr sz="2800" dirty="0">
              <a:latin typeface="Calibri"/>
              <a:cs typeface="Calibri"/>
            </a:endParaRPr>
          </a:p>
          <a:p>
            <a:pPr marL="355600" indent="-342900">
              <a:spcBef>
                <a:spcPts val="555"/>
              </a:spcBef>
              <a:buFont typeface="Courier New"/>
              <a:buChar char="•"/>
              <a:tabLst>
                <a:tab pos="355600" algn="l"/>
              </a:tabLst>
            </a:pPr>
            <a:r>
              <a:rPr sz="3200" spc="15" dirty="0">
                <a:latin typeface="Calibri"/>
                <a:cs typeface="Calibri"/>
              </a:rPr>
              <a:t>Abstraction </a:t>
            </a:r>
            <a:r>
              <a:rPr sz="3200" spc="25" dirty="0">
                <a:latin typeface="Calibri"/>
                <a:cs typeface="Calibri"/>
              </a:rPr>
              <a:t>is </a:t>
            </a:r>
            <a:r>
              <a:rPr sz="3200" spc="15" dirty="0">
                <a:latin typeface="Calibri"/>
                <a:cs typeface="Calibri"/>
              </a:rPr>
              <a:t>critical </a:t>
            </a:r>
            <a:r>
              <a:rPr sz="3200" spc="5" dirty="0">
                <a:latin typeface="Calibri"/>
                <a:cs typeface="Calibri"/>
              </a:rPr>
              <a:t>for </a:t>
            </a:r>
            <a:r>
              <a:rPr sz="3200" spc="15" dirty="0">
                <a:latin typeface="Calibri"/>
                <a:cs typeface="Calibri"/>
              </a:rPr>
              <a:t>automated </a:t>
            </a:r>
            <a:r>
              <a:rPr sz="3200" spc="20" dirty="0">
                <a:latin typeface="Calibri"/>
                <a:cs typeface="Calibri"/>
              </a:rPr>
              <a:t>problem</a:t>
            </a:r>
            <a:r>
              <a:rPr sz="3200" spc="-155" dirty="0">
                <a:latin typeface="Calibri"/>
                <a:cs typeface="Calibri"/>
              </a:rPr>
              <a:t> </a:t>
            </a:r>
            <a:r>
              <a:rPr sz="3200" spc="25" dirty="0">
                <a:latin typeface="Calibri"/>
                <a:cs typeface="Calibri"/>
              </a:rPr>
              <a:t>solving</a:t>
            </a:r>
            <a:endParaRPr sz="3200" dirty="0">
              <a:latin typeface="Calibri"/>
              <a:cs typeface="Calibri"/>
            </a:endParaRPr>
          </a:p>
          <a:p>
            <a:pPr marL="756285" marR="104139" lvl="1" indent="-286385">
              <a:spcBef>
                <a:spcPts val="525"/>
              </a:spcBef>
              <a:buFont typeface="Courier New"/>
              <a:buChar char="–"/>
              <a:tabLst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must </a:t>
            </a:r>
            <a:r>
              <a:rPr sz="2800" spc="-15" dirty="0">
                <a:latin typeface="Calibri"/>
                <a:cs typeface="Calibri"/>
              </a:rPr>
              <a:t>create </a:t>
            </a:r>
            <a:r>
              <a:rPr sz="2800" dirty="0">
                <a:latin typeface="Calibri"/>
                <a:cs typeface="Calibri"/>
              </a:rPr>
              <a:t>an </a:t>
            </a:r>
            <a:r>
              <a:rPr sz="2800" spc="-10" dirty="0">
                <a:latin typeface="Calibri"/>
                <a:cs typeface="Calibri"/>
              </a:rPr>
              <a:t>approximate, </a:t>
            </a:r>
            <a:r>
              <a:rPr sz="2800" spc="-5" dirty="0">
                <a:latin typeface="Calibri"/>
                <a:cs typeface="Calibri"/>
              </a:rPr>
              <a:t>simplified, model of </a:t>
            </a:r>
            <a:r>
              <a:rPr sz="2800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world </a:t>
            </a:r>
            <a:r>
              <a:rPr sz="2800" spc="-20" dirty="0">
                <a:latin typeface="Calibri"/>
                <a:cs typeface="Calibri"/>
              </a:rPr>
              <a:t>for </a:t>
            </a:r>
            <a:r>
              <a:rPr sz="2800" dirty="0">
                <a:latin typeface="Calibri"/>
                <a:cs typeface="Calibri"/>
              </a:rPr>
              <a:t>the  </a:t>
            </a:r>
            <a:r>
              <a:rPr sz="2800" spc="-5" dirty="0">
                <a:latin typeface="Calibri"/>
                <a:cs typeface="Calibri"/>
              </a:rPr>
              <a:t>computer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dirty="0">
                <a:latin typeface="Calibri"/>
                <a:cs typeface="Calibri"/>
              </a:rPr>
              <a:t>deal </a:t>
            </a:r>
            <a:r>
              <a:rPr sz="2800" spc="-5" dirty="0">
                <a:latin typeface="Calibri"/>
                <a:cs typeface="Calibri"/>
              </a:rPr>
              <a:t>with: </a:t>
            </a:r>
            <a:r>
              <a:rPr sz="2800" spc="-10" dirty="0">
                <a:latin typeface="Calibri"/>
                <a:cs typeface="Calibri"/>
              </a:rPr>
              <a:t>real-world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spc="-10" dirty="0">
                <a:latin typeface="Calibri"/>
                <a:cs typeface="Calibri"/>
              </a:rPr>
              <a:t>too </a:t>
            </a:r>
            <a:r>
              <a:rPr sz="2800" spc="-5" dirty="0">
                <a:latin typeface="Calibri"/>
                <a:cs typeface="Calibri"/>
              </a:rPr>
              <a:t>detailed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10" dirty="0">
                <a:latin typeface="Calibri"/>
                <a:cs typeface="Calibri"/>
              </a:rPr>
              <a:t>model</a:t>
            </a:r>
            <a:r>
              <a:rPr sz="2800" spc="15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exactly</a:t>
            </a:r>
            <a:endParaRPr sz="2800" dirty="0">
              <a:latin typeface="Calibri"/>
              <a:cs typeface="Calibri"/>
            </a:endParaRPr>
          </a:p>
          <a:p>
            <a:pPr marL="756285" lvl="1" indent="-286385">
              <a:spcBef>
                <a:spcPts val="500"/>
              </a:spcBef>
              <a:buFont typeface="Courier New"/>
              <a:buChar char="–"/>
              <a:tabLst>
                <a:tab pos="756920" algn="l"/>
              </a:tabLst>
            </a:pPr>
            <a:r>
              <a:rPr sz="2800" spc="5" dirty="0">
                <a:latin typeface="Calibri"/>
                <a:cs typeface="Calibri"/>
              </a:rPr>
              <a:t>good </a:t>
            </a:r>
            <a:r>
              <a:rPr sz="2800" spc="10" dirty="0">
                <a:latin typeface="Calibri"/>
                <a:cs typeface="Calibri"/>
              </a:rPr>
              <a:t>abstractions retain </a:t>
            </a:r>
            <a:r>
              <a:rPr sz="2800" spc="30" dirty="0">
                <a:latin typeface="Calibri"/>
                <a:cs typeface="Calibri"/>
              </a:rPr>
              <a:t>all </a:t>
            </a:r>
            <a:r>
              <a:rPr sz="2800" spc="15" dirty="0">
                <a:latin typeface="Calibri"/>
                <a:cs typeface="Calibri"/>
              </a:rPr>
              <a:t>important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15" dirty="0">
                <a:latin typeface="Calibri"/>
                <a:cs typeface="Calibri"/>
              </a:rPr>
              <a:t>details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0912" y="120650"/>
            <a:ext cx="7637780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15" dirty="0"/>
              <a:t>State-Space </a:t>
            </a:r>
            <a:r>
              <a:rPr spc="-10" dirty="0"/>
              <a:t>Problem</a:t>
            </a:r>
            <a:r>
              <a:rPr spc="-50" dirty="0"/>
              <a:t> </a:t>
            </a:r>
            <a:r>
              <a:rPr spc="-10" dirty="0"/>
              <a:t>Formulation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44512" y="882650"/>
            <a:ext cx="12039600" cy="63607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00" dirty="0">
                <a:latin typeface="Calibri"/>
                <a:cs typeface="Calibri"/>
              </a:rPr>
              <a:t>A </a:t>
            </a:r>
            <a:r>
              <a:rPr sz="2800" spc="20" dirty="0">
                <a:solidFill>
                  <a:srgbClr val="FF0000"/>
                </a:solidFill>
                <a:latin typeface="Calibri"/>
                <a:cs typeface="Calibri"/>
              </a:rPr>
              <a:t>problem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spc="-15" dirty="0">
                <a:latin typeface="Calibri"/>
                <a:cs typeface="Calibri"/>
              </a:rPr>
              <a:t>defined by </a:t>
            </a:r>
            <a:r>
              <a:rPr sz="2800" spc="-20" dirty="0">
                <a:latin typeface="Calibri"/>
                <a:cs typeface="Calibri"/>
              </a:rPr>
              <a:t>f</a:t>
            </a:r>
            <a:r>
              <a:rPr lang="en-US" sz="2800" spc="-20" dirty="0">
                <a:latin typeface="Calibri"/>
                <a:cs typeface="Calibri"/>
              </a:rPr>
              <a:t>ollowing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items:</a:t>
            </a:r>
            <a:endParaRPr sz="2800" dirty="0">
              <a:latin typeface="Calibri"/>
              <a:cs typeface="Calibri"/>
            </a:endParaRPr>
          </a:p>
          <a:p>
            <a:pPr marL="879475" lvl="1" indent="-409575">
              <a:spcBef>
                <a:spcPts val="605"/>
              </a:spcBef>
              <a:buClr>
                <a:srgbClr val="000000"/>
              </a:buClr>
              <a:buAutoNum type="arabicPeriod"/>
              <a:tabLst>
                <a:tab pos="422275" algn="l"/>
                <a:tab pos="422909" algn="l"/>
              </a:tabLst>
            </a:pPr>
            <a:r>
              <a:rPr sz="2400" spc="25" dirty="0">
                <a:solidFill>
                  <a:srgbClr val="FF0000"/>
                </a:solidFill>
                <a:latin typeface="Calibri"/>
                <a:cs typeface="Calibri"/>
              </a:rPr>
              <a:t>Initial </a:t>
            </a:r>
            <a:r>
              <a:rPr sz="2400" spc="5" dirty="0">
                <a:solidFill>
                  <a:srgbClr val="FF0000"/>
                </a:solidFill>
                <a:latin typeface="Calibri"/>
                <a:cs typeface="Calibri"/>
              </a:rPr>
              <a:t>state </a:t>
            </a:r>
            <a:r>
              <a:rPr sz="2400" dirty="0">
                <a:latin typeface="Calibri"/>
                <a:cs typeface="Calibri"/>
              </a:rPr>
              <a:t>e.g., </a:t>
            </a:r>
            <a:r>
              <a:rPr sz="2400" spc="-10" dirty="0">
                <a:latin typeface="Calibri"/>
                <a:cs typeface="Calibri"/>
              </a:rPr>
              <a:t>"at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Arad“</a:t>
            </a:r>
            <a:endParaRPr sz="2400" dirty="0">
              <a:latin typeface="Calibri"/>
              <a:cs typeface="Calibri"/>
            </a:endParaRPr>
          </a:p>
          <a:p>
            <a:pPr marL="879475" lvl="1" indent="-409575">
              <a:spcBef>
                <a:spcPts val="575"/>
              </a:spcBef>
              <a:buClr>
                <a:srgbClr val="000000"/>
              </a:buClr>
              <a:buAutoNum type="arabicPeriod"/>
              <a:tabLst>
                <a:tab pos="422275" algn="l"/>
                <a:tab pos="422909" algn="l"/>
              </a:tabLst>
            </a:pPr>
            <a:r>
              <a:rPr sz="2400" spc="20" dirty="0">
                <a:solidFill>
                  <a:srgbClr val="FF0000"/>
                </a:solidFill>
                <a:latin typeface="Calibri"/>
                <a:cs typeface="Calibri"/>
              </a:rPr>
              <a:t>Actions </a:t>
            </a:r>
            <a:r>
              <a:rPr sz="2400" spc="-5" dirty="0">
                <a:latin typeface="Calibri"/>
                <a:cs typeface="Calibri"/>
              </a:rPr>
              <a:t>or 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successor</a:t>
            </a:r>
            <a:r>
              <a:rPr sz="24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function</a:t>
            </a:r>
            <a:endParaRPr sz="2400" dirty="0">
              <a:latin typeface="Calibri"/>
              <a:cs typeface="Calibri"/>
            </a:endParaRPr>
          </a:p>
          <a:p>
            <a:pPr marL="878205" lvl="1">
              <a:spcBef>
                <a:spcPts val="575"/>
              </a:spcBef>
            </a:pPr>
            <a:r>
              <a:rPr sz="2400" i="1" spc="-5" dirty="0">
                <a:latin typeface="Calibri"/>
                <a:cs typeface="Calibri"/>
              </a:rPr>
              <a:t>S(x) </a:t>
            </a:r>
            <a:r>
              <a:rPr sz="2400" dirty="0">
                <a:latin typeface="Calibri"/>
                <a:cs typeface="Calibri"/>
              </a:rPr>
              <a:t>= </a:t>
            </a:r>
            <a:r>
              <a:rPr sz="2400" spc="-10" dirty="0">
                <a:latin typeface="Calibri"/>
                <a:cs typeface="Calibri"/>
              </a:rPr>
              <a:t>set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spc="-10" dirty="0">
                <a:latin typeface="Calibri"/>
                <a:cs typeface="Calibri"/>
              </a:rPr>
              <a:t>action–state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pairs</a:t>
            </a:r>
            <a:endParaRPr sz="2400" dirty="0">
              <a:latin typeface="Calibri"/>
              <a:cs typeface="Calibri"/>
            </a:endParaRPr>
          </a:p>
          <a:p>
            <a:pPr marL="948055" lvl="1">
              <a:spcBef>
                <a:spcPts val="25"/>
              </a:spcBef>
            </a:pPr>
            <a:r>
              <a:rPr sz="2400" dirty="0">
                <a:latin typeface="Calibri"/>
                <a:cs typeface="Calibri"/>
              </a:rPr>
              <a:t>e.g., </a:t>
            </a:r>
            <a:r>
              <a:rPr sz="2400" i="1" spc="-5" dirty="0">
                <a:latin typeface="Calibri"/>
                <a:cs typeface="Calibri"/>
              </a:rPr>
              <a:t>S(Arad) </a:t>
            </a:r>
            <a:r>
              <a:rPr sz="2400" i="1" dirty="0">
                <a:latin typeface="Calibri"/>
                <a:cs typeface="Calibri"/>
              </a:rPr>
              <a:t>= </a:t>
            </a:r>
            <a:r>
              <a:rPr sz="2400" dirty="0">
                <a:latin typeface="Calibri"/>
                <a:cs typeface="Calibri"/>
              </a:rPr>
              <a:t>{</a:t>
            </a:r>
            <a:r>
              <a:rPr sz="2400" i="1" dirty="0">
                <a:latin typeface="Calibri"/>
                <a:cs typeface="Calibri"/>
              </a:rPr>
              <a:t>&lt;Arad </a:t>
            </a:r>
            <a:r>
              <a:rPr lang="en-US" sz="2400" i="1" spc="1515" dirty="0">
                <a:latin typeface="Courier New"/>
                <a:cs typeface="Courier New"/>
              </a:rPr>
              <a:t>,</a:t>
            </a:r>
            <a:r>
              <a:rPr sz="2400" spc="-990" dirty="0">
                <a:latin typeface="Courier New"/>
                <a:cs typeface="Courier New"/>
              </a:rPr>
              <a:t> </a:t>
            </a:r>
            <a:r>
              <a:rPr sz="2400" i="1" spc="-5" dirty="0" err="1">
                <a:latin typeface="Calibri"/>
                <a:cs typeface="Calibri"/>
              </a:rPr>
              <a:t>Zerind</a:t>
            </a:r>
            <a:r>
              <a:rPr lang="en-US" sz="2400" i="1" spc="-5" dirty="0">
                <a:latin typeface="Calibri"/>
                <a:cs typeface="Calibri"/>
              </a:rPr>
              <a:t>&gt;</a:t>
            </a:r>
            <a:r>
              <a:rPr sz="2400" i="1" spc="-5" dirty="0">
                <a:latin typeface="Calibri"/>
                <a:cs typeface="Calibri"/>
              </a:rPr>
              <a:t>,</a:t>
            </a:r>
            <a:r>
              <a:rPr lang="en-US" sz="2400" i="1" spc="-5" dirty="0">
                <a:latin typeface="Calibri"/>
                <a:cs typeface="Calibri"/>
              </a:rPr>
              <a:t>&lt;Arad, Timisoara</a:t>
            </a:r>
            <a:r>
              <a:rPr sz="2400" i="1" spc="-5" dirty="0">
                <a:latin typeface="Calibri"/>
                <a:cs typeface="Calibri"/>
              </a:rPr>
              <a:t>&gt;, </a:t>
            </a:r>
            <a:r>
              <a:rPr sz="2400" i="1" dirty="0">
                <a:latin typeface="Calibri"/>
                <a:cs typeface="Calibri"/>
              </a:rPr>
              <a:t>… </a:t>
            </a:r>
            <a:r>
              <a:rPr sz="2400" dirty="0">
                <a:latin typeface="Calibri"/>
                <a:cs typeface="Calibri"/>
              </a:rPr>
              <a:t>}</a:t>
            </a:r>
            <a:endParaRPr lang="en-US" sz="2400" dirty="0">
              <a:latin typeface="Calibri"/>
              <a:cs typeface="Calibri"/>
            </a:endParaRPr>
          </a:p>
          <a:p>
            <a:pPr marL="948055" lvl="1">
              <a:spcBef>
                <a:spcPts val="25"/>
              </a:spcBef>
            </a:pPr>
            <a:r>
              <a:rPr lang="en-US" sz="2400" dirty="0">
                <a:latin typeface="Calibri"/>
                <a:cs typeface="Calibri"/>
              </a:rPr>
              <a:t>Function </a:t>
            </a:r>
            <a:r>
              <a:rPr lang="en-US" sz="2400" i="1" spc="-5" dirty="0">
                <a:latin typeface="Calibri"/>
                <a:cs typeface="Calibri"/>
              </a:rPr>
              <a:t>S(x) </a:t>
            </a:r>
            <a:r>
              <a:rPr lang="en-US" sz="2400" spc="-10" dirty="0">
                <a:latin typeface="Calibri"/>
                <a:cs typeface="Calibri"/>
              </a:rPr>
              <a:t>takes a state x as input and returns a set of action-state pairs</a:t>
            </a:r>
            <a:endParaRPr sz="2400" spc="-10" dirty="0">
              <a:latin typeface="Calibri"/>
              <a:cs typeface="Calibri"/>
            </a:endParaRPr>
          </a:p>
          <a:p>
            <a:pPr marL="469900" lvl="1">
              <a:spcBef>
                <a:spcPts val="550"/>
              </a:spcBef>
              <a:tabLst>
                <a:tab pos="377825" algn="l"/>
              </a:tabLst>
            </a:pPr>
            <a:r>
              <a:rPr sz="2400" spc="-10" dirty="0">
                <a:solidFill>
                  <a:srgbClr val="252525"/>
                </a:solidFill>
                <a:latin typeface="Calibri"/>
                <a:cs typeface="Calibri"/>
              </a:rPr>
              <a:t>3.	</a:t>
            </a:r>
            <a:r>
              <a:rPr sz="2400" spc="25" dirty="0">
                <a:solidFill>
                  <a:srgbClr val="FF0000"/>
                </a:solidFill>
                <a:latin typeface="Calibri"/>
                <a:cs typeface="Calibri"/>
              </a:rPr>
              <a:t>Goal </a:t>
            </a:r>
            <a:r>
              <a:rPr sz="2400" spc="5" dirty="0">
                <a:solidFill>
                  <a:srgbClr val="FF0000"/>
                </a:solidFill>
                <a:latin typeface="Calibri"/>
                <a:cs typeface="Calibri"/>
              </a:rPr>
              <a:t>test </a:t>
            </a:r>
            <a:r>
              <a:rPr sz="2400" spc="-5" dirty="0">
                <a:latin typeface="Calibri"/>
                <a:cs typeface="Calibri"/>
              </a:rPr>
              <a:t>(or </a:t>
            </a:r>
            <a:r>
              <a:rPr sz="2400" spc="-10" dirty="0">
                <a:latin typeface="Calibri"/>
                <a:cs typeface="Calibri"/>
              </a:rPr>
              <a:t>set </a:t>
            </a:r>
            <a:r>
              <a:rPr sz="2400" spc="-5" dirty="0">
                <a:latin typeface="Calibri"/>
                <a:cs typeface="Calibri"/>
              </a:rPr>
              <a:t>of goal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states)</a:t>
            </a:r>
            <a:endParaRPr sz="2400" dirty="0">
              <a:latin typeface="Calibri"/>
              <a:cs typeface="Calibri"/>
            </a:endParaRPr>
          </a:p>
          <a:p>
            <a:pPr marL="946784" lvl="1">
              <a:spcBef>
                <a:spcPts val="570"/>
              </a:spcBef>
            </a:pPr>
            <a:r>
              <a:rPr sz="2400" dirty="0">
                <a:latin typeface="Calibri"/>
                <a:cs typeface="Calibri"/>
              </a:rPr>
              <a:t>e.g., </a:t>
            </a:r>
            <a:r>
              <a:rPr sz="2400" i="1" dirty="0">
                <a:latin typeface="Calibri"/>
                <a:cs typeface="Calibri"/>
              </a:rPr>
              <a:t>x </a:t>
            </a:r>
            <a:r>
              <a:rPr sz="2400" dirty="0">
                <a:latin typeface="Calibri"/>
                <a:cs typeface="Calibri"/>
              </a:rPr>
              <a:t>= </a:t>
            </a:r>
            <a:r>
              <a:rPr sz="2400" spc="-10" dirty="0">
                <a:latin typeface="Calibri"/>
                <a:cs typeface="Calibri"/>
              </a:rPr>
              <a:t>"at </a:t>
            </a:r>
            <a:r>
              <a:rPr sz="2400" spc="-20" dirty="0">
                <a:latin typeface="Calibri"/>
                <a:cs typeface="Calibri"/>
              </a:rPr>
              <a:t>Bucharest”,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Checkmate(x)</a:t>
            </a:r>
            <a:endParaRPr sz="2400" dirty="0">
              <a:latin typeface="Calibri"/>
              <a:cs typeface="Calibri"/>
            </a:endParaRPr>
          </a:p>
          <a:p>
            <a:pPr marL="835660" lvl="1" indent="-365760">
              <a:spcBef>
                <a:spcPts val="570"/>
              </a:spcBef>
              <a:buClr>
                <a:srgbClr val="252525"/>
              </a:buClr>
              <a:buAutoNum type="arabicPeriod" startAt="4"/>
              <a:tabLst>
                <a:tab pos="377825" algn="l"/>
                <a:tab pos="378460" algn="l"/>
              </a:tabLst>
            </a:pPr>
            <a:r>
              <a:rPr sz="2400" spc="5" dirty="0">
                <a:solidFill>
                  <a:srgbClr val="FF0000"/>
                </a:solidFill>
                <a:latin typeface="Calibri"/>
                <a:cs typeface="Calibri"/>
              </a:rPr>
              <a:t>Transition </a:t>
            </a:r>
            <a:r>
              <a:rPr sz="2400" spc="20" dirty="0">
                <a:solidFill>
                  <a:srgbClr val="FF0000"/>
                </a:solidFill>
                <a:latin typeface="Calibri"/>
                <a:cs typeface="Calibri"/>
              </a:rPr>
              <a:t>model</a:t>
            </a:r>
            <a:r>
              <a:rPr sz="2400" spc="20" dirty="0">
                <a:solidFill>
                  <a:srgbClr val="252525"/>
                </a:solidFill>
                <a:latin typeface="Calibri"/>
                <a:cs typeface="Calibri"/>
              </a:rPr>
              <a:t>:</a:t>
            </a:r>
            <a:r>
              <a:rPr sz="2400" spc="-10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Calibri"/>
                <a:cs typeface="Calibri"/>
              </a:rPr>
              <a:t>Result(</a:t>
            </a:r>
            <a:r>
              <a:rPr sz="2400" spc="-5" dirty="0" err="1">
                <a:solidFill>
                  <a:srgbClr val="252525"/>
                </a:solidFill>
                <a:latin typeface="Calibri"/>
                <a:cs typeface="Calibri"/>
              </a:rPr>
              <a:t>s,a</a:t>
            </a:r>
            <a:r>
              <a:rPr sz="2400" spc="-5" dirty="0">
                <a:solidFill>
                  <a:srgbClr val="252525"/>
                </a:solidFill>
                <a:latin typeface="Calibri"/>
                <a:cs typeface="Calibri"/>
              </a:rPr>
              <a:t>)</a:t>
            </a:r>
            <a:endParaRPr lang="en-US" sz="2400" spc="-5" dirty="0">
              <a:solidFill>
                <a:srgbClr val="252525"/>
              </a:solidFill>
              <a:latin typeface="Calibri"/>
              <a:cs typeface="Calibri"/>
            </a:endParaRPr>
          </a:p>
          <a:p>
            <a:pPr marL="469900" lvl="1">
              <a:spcBef>
                <a:spcPts val="570"/>
              </a:spcBef>
              <a:buClr>
                <a:srgbClr val="252525"/>
              </a:buClr>
              <a:tabLst>
                <a:tab pos="377825" algn="l"/>
                <a:tab pos="378460" algn="l"/>
              </a:tabLst>
            </a:pPr>
            <a:r>
              <a:rPr lang="en-US" sz="2400" dirty="0">
                <a:latin typeface="Calibri"/>
                <a:cs typeface="Calibri"/>
              </a:rPr>
              <a:t>	how the state changes when an action is taken. The result</a:t>
            </a:r>
            <a:r>
              <a:rPr lang="en-US" sz="2400" i="1" dirty="0">
                <a:solidFill>
                  <a:srgbClr val="FF0000"/>
                </a:solidFill>
                <a:latin typeface="Calibri"/>
                <a:cs typeface="Calibri"/>
              </a:rPr>
              <a:t>(</a:t>
            </a:r>
            <a:r>
              <a:rPr lang="en-US" sz="2400" i="1" dirty="0" err="1">
                <a:solidFill>
                  <a:srgbClr val="FF0000"/>
                </a:solidFill>
                <a:latin typeface="Calibri"/>
                <a:cs typeface="Calibri"/>
              </a:rPr>
              <a:t>s,a</a:t>
            </a:r>
            <a:r>
              <a:rPr lang="en-US" sz="2400" i="1" dirty="0">
                <a:solidFill>
                  <a:srgbClr val="FF0000"/>
                </a:solidFill>
                <a:latin typeface="Calibri"/>
                <a:cs typeface="Calibri"/>
              </a:rPr>
              <a:t>)</a:t>
            </a:r>
            <a:r>
              <a:rPr lang="en-US" sz="2400" dirty="0">
                <a:latin typeface="Calibri"/>
                <a:cs typeface="Calibri"/>
              </a:rPr>
              <a:t> represents the 	state that results from taking action </a:t>
            </a:r>
            <a:r>
              <a:rPr lang="en-US" sz="2400" i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lang="en-US" sz="2400" dirty="0">
                <a:latin typeface="Calibri"/>
                <a:cs typeface="Calibri"/>
              </a:rPr>
              <a:t> in state </a:t>
            </a:r>
            <a:r>
              <a:rPr lang="en-US" sz="2400" i="1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lang="en-US" sz="240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835660" lvl="1" indent="-365760">
              <a:spcBef>
                <a:spcPts val="570"/>
              </a:spcBef>
              <a:buClr>
                <a:srgbClr val="252525"/>
              </a:buClr>
              <a:buAutoNum type="arabicPeriod" startAt="4"/>
              <a:tabLst>
                <a:tab pos="377825" algn="l"/>
                <a:tab pos="378460" algn="l"/>
              </a:tabLst>
            </a:pPr>
            <a:r>
              <a:rPr sz="2400" spc="5" dirty="0">
                <a:solidFill>
                  <a:srgbClr val="FF0000"/>
                </a:solidFill>
                <a:latin typeface="Calibri"/>
                <a:cs typeface="Calibri"/>
              </a:rPr>
              <a:t>Path cost</a:t>
            </a:r>
            <a:r>
              <a:rPr sz="24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(additive)</a:t>
            </a:r>
            <a:endParaRPr sz="2400" dirty="0">
              <a:latin typeface="Calibri"/>
              <a:cs typeface="Calibri"/>
            </a:endParaRPr>
          </a:p>
          <a:p>
            <a:pPr marL="927100" lvl="1">
              <a:spcBef>
                <a:spcPts val="505"/>
              </a:spcBef>
            </a:pPr>
            <a:r>
              <a:rPr sz="2000" dirty="0">
                <a:latin typeface="Calibri"/>
                <a:cs typeface="Calibri"/>
              </a:rPr>
              <a:t>e.g., </a:t>
            </a:r>
            <a:r>
              <a:rPr sz="2000" spc="-5" dirty="0">
                <a:latin typeface="Calibri"/>
                <a:cs typeface="Calibri"/>
              </a:rPr>
              <a:t>sum </a:t>
            </a:r>
            <a:r>
              <a:rPr sz="2000" dirty="0">
                <a:latin typeface="Calibri"/>
                <a:cs typeface="Calibri"/>
              </a:rPr>
              <a:t>of </a:t>
            </a:r>
            <a:r>
              <a:rPr sz="2000" spc="-5" dirty="0">
                <a:latin typeface="Calibri"/>
                <a:cs typeface="Calibri"/>
              </a:rPr>
              <a:t>distances, </a:t>
            </a:r>
            <a:r>
              <a:rPr sz="2000" dirty="0">
                <a:latin typeface="Calibri"/>
                <a:cs typeface="Calibri"/>
              </a:rPr>
              <a:t>number of actions </a:t>
            </a:r>
            <a:r>
              <a:rPr sz="2000" spc="-15" dirty="0">
                <a:latin typeface="Calibri"/>
                <a:cs typeface="Calibri"/>
              </a:rPr>
              <a:t>executed,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etc.</a:t>
            </a:r>
            <a:endParaRPr sz="2000" dirty="0">
              <a:latin typeface="Calibri"/>
              <a:cs typeface="Calibri"/>
            </a:endParaRPr>
          </a:p>
          <a:p>
            <a:pPr marL="927100" lvl="1">
              <a:spcBef>
                <a:spcPts val="480"/>
              </a:spcBef>
            </a:pPr>
            <a:r>
              <a:rPr sz="2000" i="1" spc="-5" dirty="0">
                <a:latin typeface="Calibri"/>
                <a:cs typeface="Calibri"/>
              </a:rPr>
              <a:t>c(x,a,y) </a:t>
            </a:r>
            <a:r>
              <a:rPr sz="2000" spc="-5" dirty="0">
                <a:latin typeface="Calibri"/>
                <a:cs typeface="Calibri"/>
              </a:rPr>
              <a:t>is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15" dirty="0">
                <a:latin typeface="Calibri"/>
                <a:cs typeface="Calibri"/>
              </a:rPr>
              <a:t>step </a:t>
            </a:r>
            <a:r>
              <a:rPr sz="2000" spc="-10" dirty="0">
                <a:latin typeface="Calibri"/>
                <a:cs typeface="Calibri"/>
              </a:rPr>
              <a:t>cost, </a:t>
            </a:r>
            <a:r>
              <a:rPr sz="2000" spc="-5" dirty="0">
                <a:latin typeface="Calibri"/>
                <a:cs typeface="Calibri"/>
              </a:rPr>
              <a:t>assumed </a:t>
            </a:r>
            <a:r>
              <a:rPr sz="2000" spc="-15" dirty="0">
                <a:latin typeface="Calibri"/>
                <a:cs typeface="Calibri"/>
              </a:rPr>
              <a:t>to </a:t>
            </a:r>
            <a:r>
              <a:rPr sz="2000" dirty="0">
                <a:latin typeface="Calibri"/>
                <a:cs typeface="Calibri"/>
              </a:rPr>
              <a:t>be ≥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0</a:t>
            </a:r>
            <a:endParaRPr sz="2000" dirty="0">
              <a:latin typeface="Calibri"/>
              <a:cs typeface="Calibri"/>
            </a:endParaRPr>
          </a:p>
          <a:p>
            <a:pPr marL="469900" marR="5080" lvl="1">
              <a:spcBef>
                <a:spcPts val="615"/>
              </a:spcBef>
            </a:pPr>
            <a:r>
              <a:rPr sz="2800" dirty="0">
                <a:latin typeface="Calibri"/>
                <a:cs typeface="Calibri"/>
              </a:rPr>
              <a:t>A </a:t>
            </a:r>
            <a:r>
              <a:rPr sz="2800" spc="30" dirty="0">
                <a:solidFill>
                  <a:srgbClr val="FF0000"/>
                </a:solidFill>
                <a:latin typeface="Calibri"/>
                <a:cs typeface="Calibri"/>
              </a:rPr>
              <a:t>solution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sequence </a:t>
            </a:r>
            <a:r>
              <a:rPr sz="2800" spc="-5" dirty="0">
                <a:latin typeface="Calibri"/>
                <a:cs typeface="Calibri"/>
              </a:rPr>
              <a:t>of actions </a:t>
            </a:r>
            <a:r>
              <a:rPr sz="2800" spc="-10" dirty="0">
                <a:latin typeface="Calibri"/>
                <a:cs typeface="Calibri"/>
              </a:rPr>
              <a:t>leading </a:t>
            </a:r>
            <a:r>
              <a:rPr sz="2800" spc="-20" dirty="0">
                <a:latin typeface="Calibri"/>
                <a:cs typeface="Calibri"/>
              </a:rPr>
              <a:t>from  </a:t>
            </a:r>
            <a:r>
              <a:rPr sz="2800" spc="-10" dirty="0">
                <a:latin typeface="Calibri"/>
                <a:cs typeface="Calibri"/>
              </a:rPr>
              <a:t>the initial </a:t>
            </a:r>
            <a:r>
              <a:rPr sz="2800" spc="-30" dirty="0">
                <a:latin typeface="Calibri"/>
                <a:cs typeface="Calibri"/>
              </a:rPr>
              <a:t>state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goal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state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9198" y="176167"/>
            <a:ext cx="9830632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43785" marR="5080" indent="-2331720"/>
            <a:r>
              <a:rPr spc="-15" dirty="0"/>
              <a:t>Example: </a:t>
            </a:r>
            <a:r>
              <a:rPr spc="-55" dirty="0"/>
              <a:t>Traveling </a:t>
            </a:r>
            <a:r>
              <a:rPr spc="-10" dirty="0"/>
              <a:t>Salesperson </a:t>
            </a:r>
            <a:r>
              <a:rPr spc="-15" dirty="0"/>
              <a:t>Problem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78392" y="1258903"/>
            <a:ext cx="11821710" cy="1903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buFont typeface="Courier New"/>
              <a:buChar char="•"/>
              <a:tabLst>
                <a:tab pos="355600" algn="l"/>
              </a:tabLst>
            </a:pPr>
            <a:r>
              <a:rPr spc="-10" dirty="0"/>
              <a:t>Find the </a:t>
            </a:r>
            <a:r>
              <a:rPr spc="-15" dirty="0"/>
              <a:t>shortest tour that </a:t>
            </a:r>
            <a:r>
              <a:rPr spc="-5" dirty="0"/>
              <a:t>visits </a:t>
            </a:r>
            <a:r>
              <a:rPr spc="-10" dirty="0"/>
              <a:t>all </a:t>
            </a:r>
            <a:r>
              <a:rPr spc="-5" dirty="0"/>
              <a:t>cities </a:t>
            </a:r>
            <a:r>
              <a:rPr spc="-10" dirty="0"/>
              <a:t>without  visiting </a:t>
            </a:r>
            <a:r>
              <a:rPr spc="-25" dirty="0"/>
              <a:t>any </a:t>
            </a:r>
            <a:r>
              <a:rPr spc="-5" dirty="0"/>
              <a:t>city twice </a:t>
            </a:r>
            <a:r>
              <a:rPr spc="-10" dirty="0"/>
              <a:t>and </a:t>
            </a:r>
            <a:r>
              <a:rPr spc="-15" dirty="0"/>
              <a:t>return to starting</a:t>
            </a:r>
            <a:r>
              <a:rPr spc="165" dirty="0"/>
              <a:t> </a:t>
            </a:r>
            <a:r>
              <a:rPr spc="-10" dirty="0"/>
              <a:t>point.</a:t>
            </a:r>
          </a:p>
          <a:p>
            <a:pPr marL="812800" lvl="1" indent="-342900">
              <a:spcBef>
                <a:spcPts val="670"/>
              </a:spcBef>
              <a:buFont typeface="Courier New"/>
              <a:buChar char="•"/>
              <a:tabLst>
                <a:tab pos="355600" algn="l"/>
              </a:tabLst>
            </a:pPr>
            <a:r>
              <a:rPr sz="2800" spc="-20" dirty="0"/>
              <a:t>State: </a:t>
            </a:r>
            <a:r>
              <a:rPr sz="2800" spc="-10" dirty="0"/>
              <a:t>sequence </a:t>
            </a:r>
            <a:r>
              <a:rPr sz="2800" spc="-5" dirty="0"/>
              <a:t>of cities</a:t>
            </a:r>
            <a:r>
              <a:rPr sz="2800" spc="35" dirty="0"/>
              <a:t> </a:t>
            </a:r>
            <a:r>
              <a:rPr sz="2800" spc="-10" dirty="0"/>
              <a:t>visited</a:t>
            </a:r>
          </a:p>
          <a:p>
            <a:pPr marL="812800" lvl="1" indent="-342900">
              <a:spcBef>
                <a:spcPts val="670"/>
              </a:spcBef>
              <a:buFont typeface="Courier New"/>
              <a:buChar char="•"/>
              <a:tabLst>
                <a:tab pos="355600" algn="l"/>
              </a:tabLst>
            </a:pPr>
            <a:r>
              <a:rPr sz="2800" dirty="0"/>
              <a:t>S</a:t>
            </a:r>
            <a:r>
              <a:rPr sz="2400" baseline="-21021" dirty="0"/>
              <a:t>0 </a:t>
            </a:r>
            <a:r>
              <a:rPr sz="2800" spc="-5" dirty="0"/>
              <a:t>=</a:t>
            </a:r>
            <a:r>
              <a:rPr sz="2800" spc="120" dirty="0"/>
              <a:t> </a:t>
            </a:r>
            <a:r>
              <a:rPr sz="2800" dirty="0"/>
              <a:t>A</a:t>
            </a:r>
          </a:p>
        </p:txBody>
      </p:sp>
      <p:sp>
        <p:nvSpPr>
          <p:cNvPr id="4" name="object 4"/>
          <p:cNvSpPr/>
          <p:nvPr/>
        </p:nvSpPr>
        <p:spPr>
          <a:xfrm>
            <a:off x="7417599" y="3604259"/>
            <a:ext cx="422909" cy="173990"/>
          </a:xfrm>
          <a:custGeom>
            <a:avLst/>
            <a:gdLst/>
            <a:ahLst/>
            <a:cxnLst/>
            <a:rect l="l" t="t" r="r" b="b"/>
            <a:pathLst>
              <a:path w="422910" h="173989">
                <a:moveTo>
                  <a:pt x="422719" y="173736"/>
                </a:moveTo>
                <a:lnTo>
                  <a:pt x="211359" y="0"/>
                </a:lnTo>
                <a:lnTo>
                  <a:pt x="0" y="173736"/>
                </a:lnTo>
                <a:lnTo>
                  <a:pt x="30238" y="173736"/>
                </a:lnTo>
                <a:lnTo>
                  <a:pt x="205263" y="29835"/>
                </a:lnTo>
                <a:lnTo>
                  <a:pt x="205263" y="19811"/>
                </a:lnTo>
                <a:lnTo>
                  <a:pt x="217455" y="19811"/>
                </a:lnTo>
                <a:lnTo>
                  <a:pt x="217455" y="29835"/>
                </a:lnTo>
                <a:lnTo>
                  <a:pt x="392481" y="173736"/>
                </a:lnTo>
                <a:lnTo>
                  <a:pt x="422719" y="173736"/>
                </a:lnTo>
                <a:close/>
              </a:path>
              <a:path w="422910" h="173989">
                <a:moveTo>
                  <a:pt x="217455" y="19811"/>
                </a:moveTo>
                <a:lnTo>
                  <a:pt x="205263" y="19811"/>
                </a:lnTo>
                <a:lnTo>
                  <a:pt x="211359" y="24823"/>
                </a:lnTo>
                <a:lnTo>
                  <a:pt x="217455" y="19811"/>
                </a:lnTo>
                <a:close/>
              </a:path>
              <a:path w="422910" h="173989">
                <a:moveTo>
                  <a:pt x="211359" y="24823"/>
                </a:moveTo>
                <a:lnTo>
                  <a:pt x="205263" y="19811"/>
                </a:lnTo>
                <a:lnTo>
                  <a:pt x="205263" y="29835"/>
                </a:lnTo>
                <a:lnTo>
                  <a:pt x="211359" y="24823"/>
                </a:lnTo>
                <a:close/>
              </a:path>
              <a:path w="422910" h="173989">
                <a:moveTo>
                  <a:pt x="217455" y="29835"/>
                </a:moveTo>
                <a:lnTo>
                  <a:pt x="217455" y="19811"/>
                </a:lnTo>
                <a:lnTo>
                  <a:pt x="211359" y="24823"/>
                </a:lnTo>
                <a:lnTo>
                  <a:pt x="217455" y="29835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526850" y="3529584"/>
            <a:ext cx="193675" cy="161925"/>
          </a:xfrm>
          <a:custGeom>
            <a:avLst/>
            <a:gdLst/>
            <a:ahLst/>
            <a:cxnLst/>
            <a:rect l="l" t="t" r="r" b="b"/>
            <a:pathLst>
              <a:path w="193675" h="161925">
                <a:moveTo>
                  <a:pt x="193547" y="80771"/>
                </a:moveTo>
                <a:lnTo>
                  <a:pt x="186023" y="49506"/>
                </a:lnTo>
                <a:lnTo>
                  <a:pt x="165353" y="23812"/>
                </a:lnTo>
                <a:lnTo>
                  <a:pt x="134397" y="6405"/>
                </a:lnTo>
                <a:lnTo>
                  <a:pt x="96011" y="0"/>
                </a:lnTo>
                <a:lnTo>
                  <a:pt x="58507" y="6405"/>
                </a:lnTo>
                <a:lnTo>
                  <a:pt x="28003" y="23812"/>
                </a:lnTo>
                <a:lnTo>
                  <a:pt x="7500" y="49506"/>
                </a:lnTo>
                <a:lnTo>
                  <a:pt x="0" y="80771"/>
                </a:lnTo>
                <a:lnTo>
                  <a:pt x="7500" y="112037"/>
                </a:lnTo>
                <a:lnTo>
                  <a:pt x="28003" y="137731"/>
                </a:lnTo>
                <a:lnTo>
                  <a:pt x="58507" y="155138"/>
                </a:lnTo>
                <a:lnTo>
                  <a:pt x="96011" y="161543"/>
                </a:lnTo>
                <a:lnTo>
                  <a:pt x="134397" y="155138"/>
                </a:lnTo>
                <a:lnTo>
                  <a:pt x="165353" y="137731"/>
                </a:lnTo>
                <a:lnTo>
                  <a:pt x="186023" y="112037"/>
                </a:lnTo>
                <a:lnTo>
                  <a:pt x="193547" y="80771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517706" y="3520439"/>
            <a:ext cx="212090" cy="180340"/>
          </a:xfrm>
          <a:custGeom>
            <a:avLst/>
            <a:gdLst/>
            <a:ahLst/>
            <a:cxnLst/>
            <a:rect l="l" t="t" r="r" b="b"/>
            <a:pathLst>
              <a:path w="212089" h="180339">
                <a:moveTo>
                  <a:pt x="211835" y="99059"/>
                </a:moveTo>
                <a:lnTo>
                  <a:pt x="211835" y="79247"/>
                </a:lnTo>
                <a:lnTo>
                  <a:pt x="210311" y="71627"/>
                </a:lnTo>
                <a:lnTo>
                  <a:pt x="187451" y="32003"/>
                </a:lnTo>
                <a:lnTo>
                  <a:pt x="155447" y="10667"/>
                </a:lnTo>
                <a:lnTo>
                  <a:pt x="146303" y="6095"/>
                </a:lnTo>
                <a:lnTo>
                  <a:pt x="137159" y="3047"/>
                </a:lnTo>
                <a:lnTo>
                  <a:pt x="115823" y="0"/>
                </a:lnTo>
                <a:lnTo>
                  <a:pt x="94487" y="0"/>
                </a:lnTo>
                <a:lnTo>
                  <a:pt x="54863" y="10667"/>
                </a:lnTo>
                <a:lnTo>
                  <a:pt x="47243" y="15239"/>
                </a:lnTo>
                <a:lnTo>
                  <a:pt x="38099" y="19811"/>
                </a:lnTo>
                <a:lnTo>
                  <a:pt x="7619" y="54863"/>
                </a:lnTo>
                <a:lnTo>
                  <a:pt x="0" y="80771"/>
                </a:lnTo>
                <a:lnTo>
                  <a:pt x="0" y="100583"/>
                </a:lnTo>
                <a:lnTo>
                  <a:pt x="1523" y="109727"/>
                </a:lnTo>
                <a:lnTo>
                  <a:pt x="4571" y="117347"/>
                </a:lnTo>
                <a:lnTo>
                  <a:pt x="7619" y="126491"/>
                </a:lnTo>
                <a:lnTo>
                  <a:pt x="12191" y="134111"/>
                </a:lnTo>
                <a:lnTo>
                  <a:pt x="18287" y="141731"/>
                </a:lnTo>
                <a:lnTo>
                  <a:pt x="18287" y="82295"/>
                </a:lnTo>
                <a:lnTo>
                  <a:pt x="19811" y="76199"/>
                </a:lnTo>
                <a:lnTo>
                  <a:pt x="56387" y="30479"/>
                </a:lnTo>
                <a:lnTo>
                  <a:pt x="97535" y="18287"/>
                </a:lnTo>
                <a:lnTo>
                  <a:pt x="115823" y="18287"/>
                </a:lnTo>
                <a:lnTo>
                  <a:pt x="124967" y="19811"/>
                </a:lnTo>
                <a:lnTo>
                  <a:pt x="132587" y="21335"/>
                </a:lnTo>
                <a:lnTo>
                  <a:pt x="140207" y="24383"/>
                </a:lnTo>
                <a:lnTo>
                  <a:pt x="149351" y="27431"/>
                </a:lnTo>
                <a:lnTo>
                  <a:pt x="155447" y="32003"/>
                </a:lnTo>
                <a:lnTo>
                  <a:pt x="163067" y="35051"/>
                </a:lnTo>
                <a:lnTo>
                  <a:pt x="169163" y="39623"/>
                </a:lnTo>
                <a:lnTo>
                  <a:pt x="173735" y="45719"/>
                </a:lnTo>
                <a:lnTo>
                  <a:pt x="179831" y="51815"/>
                </a:lnTo>
                <a:lnTo>
                  <a:pt x="182879" y="56387"/>
                </a:lnTo>
                <a:lnTo>
                  <a:pt x="187451" y="62483"/>
                </a:lnTo>
                <a:lnTo>
                  <a:pt x="190499" y="70103"/>
                </a:lnTo>
                <a:lnTo>
                  <a:pt x="192023" y="76199"/>
                </a:lnTo>
                <a:lnTo>
                  <a:pt x="193547" y="83819"/>
                </a:lnTo>
                <a:lnTo>
                  <a:pt x="193547" y="140207"/>
                </a:lnTo>
                <a:lnTo>
                  <a:pt x="199643" y="132587"/>
                </a:lnTo>
                <a:lnTo>
                  <a:pt x="204215" y="124967"/>
                </a:lnTo>
                <a:lnTo>
                  <a:pt x="207263" y="117347"/>
                </a:lnTo>
                <a:lnTo>
                  <a:pt x="210311" y="108203"/>
                </a:lnTo>
                <a:lnTo>
                  <a:pt x="211835" y="99059"/>
                </a:lnTo>
                <a:close/>
              </a:path>
              <a:path w="212089" h="180339">
                <a:moveTo>
                  <a:pt x="193547" y="140207"/>
                </a:moveTo>
                <a:lnTo>
                  <a:pt x="193547" y="97535"/>
                </a:lnTo>
                <a:lnTo>
                  <a:pt x="192023" y="105155"/>
                </a:lnTo>
                <a:lnTo>
                  <a:pt x="182879" y="123443"/>
                </a:lnTo>
                <a:lnTo>
                  <a:pt x="173735" y="135635"/>
                </a:lnTo>
                <a:lnTo>
                  <a:pt x="155447" y="149351"/>
                </a:lnTo>
                <a:lnTo>
                  <a:pt x="132587" y="158495"/>
                </a:lnTo>
                <a:lnTo>
                  <a:pt x="114299" y="161543"/>
                </a:lnTo>
                <a:lnTo>
                  <a:pt x="96011" y="161543"/>
                </a:lnTo>
                <a:lnTo>
                  <a:pt x="88391" y="160019"/>
                </a:lnTo>
                <a:lnTo>
                  <a:pt x="79247" y="158495"/>
                </a:lnTo>
                <a:lnTo>
                  <a:pt x="71627" y="155447"/>
                </a:lnTo>
                <a:lnTo>
                  <a:pt x="62483" y="152399"/>
                </a:lnTo>
                <a:lnTo>
                  <a:pt x="56387" y="147827"/>
                </a:lnTo>
                <a:lnTo>
                  <a:pt x="48767" y="144779"/>
                </a:lnTo>
                <a:lnTo>
                  <a:pt x="42671" y="140207"/>
                </a:lnTo>
                <a:lnTo>
                  <a:pt x="38099" y="134111"/>
                </a:lnTo>
                <a:lnTo>
                  <a:pt x="32003" y="128015"/>
                </a:lnTo>
                <a:lnTo>
                  <a:pt x="28955" y="123443"/>
                </a:lnTo>
                <a:lnTo>
                  <a:pt x="24383" y="117347"/>
                </a:lnTo>
                <a:lnTo>
                  <a:pt x="21335" y="109727"/>
                </a:lnTo>
                <a:lnTo>
                  <a:pt x="19811" y="103631"/>
                </a:lnTo>
                <a:lnTo>
                  <a:pt x="18287" y="96011"/>
                </a:lnTo>
                <a:lnTo>
                  <a:pt x="18287" y="141731"/>
                </a:lnTo>
                <a:lnTo>
                  <a:pt x="32003" y="155447"/>
                </a:lnTo>
                <a:lnTo>
                  <a:pt x="39623" y="160019"/>
                </a:lnTo>
                <a:lnTo>
                  <a:pt x="47243" y="166115"/>
                </a:lnTo>
                <a:lnTo>
                  <a:pt x="56387" y="169163"/>
                </a:lnTo>
                <a:lnTo>
                  <a:pt x="65531" y="173735"/>
                </a:lnTo>
                <a:lnTo>
                  <a:pt x="74675" y="176783"/>
                </a:lnTo>
                <a:lnTo>
                  <a:pt x="96011" y="179831"/>
                </a:lnTo>
                <a:lnTo>
                  <a:pt x="117347" y="179831"/>
                </a:lnTo>
                <a:lnTo>
                  <a:pt x="156971" y="169163"/>
                </a:lnTo>
                <a:lnTo>
                  <a:pt x="164591" y="164591"/>
                </a:lnTo>
                <a:lnTo>
                  <a:pt x="173735" y="160019"/>
                </a:lnTo>
                <a:lnTo>
                  <a:pt x="181355" y="153923"/>
                </a:lnTo>
                <a:lnTo>
                  <a:pt x="187451" y="147827"/>
                </a:lnTo>
                <a:lnTo>
                  <a:pt x="193547" y="140207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751899" y="3353815"/>
            <a:ext cx="16129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00" dirty="0">
                <a:latin typeface="Times New Roman"/>
                <a:cs typeface="Times New Roman"/>
              </a:rPr>
              <a:t>C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506766" y="3605783"/>
            <a:ext cx="116205" cy="172720"/>
          </a:xfrm>
          <a:custGeom>
            <a:avLst/>
            <a:gdLst/>
            <a:ahLst/>
            <a:cxnLst/>
            <a:rect l="l" t="t" r="r" b="b"/>
            <a:pathLst>
              <a:path w="116204" h="172720">
                <a:moveTo>
                  <a:pt x="116096" y="9143"/>
                </a:moveTo>
                <a:lnTo>
                  <a:pt x="99332" y="0"/>
                </a:lnTo>
                <a:lnTo>
                  <a:pt x="0" y="172212"/>
                </a:lnTo>
                <a:lnTo>
                  <a:pt x="21782" y="172212"/>
                </a:lnTo>
                <a:lnTo>
                  <a:pt x="116096" y="9143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67998" y="6435595"/>
            <a:ext cx="3229610" cy="440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buFont typeface="Courier New"/>
              <a:buChar char="•"/>
              <a:tabLst>
                <a:tab pos="355600" algn="l"/>
              </a:tabLst>
            </a:pPr>
            <a:r>
              <a:rPr sz="2800" spc="-5" dirty="0">
                <a:latin typeface="Calibri"/>
                <a:cs typeface="Calibri"/>
              </a:rPr>
              <a:t>G =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15" dirty="0">
                <a:latin typeface="Calibri"/>
                <a:cs typeface="Calibri"/>
              </a:rPr>
              <a:t>complete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tour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702622" y="3777996"/>
            <a:ext cx="3853179" cy="2992120"/>
          </a:xfrm>
          <a:custGeom>
            <a:avLst/>
            <a:gdLst/>
            <a:ahLst/>
            <a:cxnLst/>
            <a:rect l="l" t="t" r="r" b="b"/>
            <a:pathLst>
              <a:path w="3853179" h="2992120">
                <a:moveTo>
                  <a:pt x="1745214" y="0"/>
                </a:moveTo>
                <a:lnTo>
                  <a:pt x="1714976" y="0"/>
                </a:lnTo>
                <a:lnTo>
                  <a:pt x="0" y="1409699"/>
                </a:lnTo>
                <a:lnTo>
                  <a:pt x="21335" y="1427220"/>
                </a:lnTo>
                <a:lnTo>
                  <a:pt x="21335" y="1402079"/>
                </a:lnTo>
                <a:lnTo>
                  <a:pt x="30608" y="1409695"/>
                </a:lnTo>
                <a:lnTo>
                  <a:pt x="1745214" y="0"/>
                </a:lnTo>
                <a:close/>
              </a:path>
              <a:path w="3853179" h="2992120">
                <a:moveTo>
                  <a:pt x="30608" y="1409695"/>
                </a:moveTo>
                <a:lnTo>
                  <a:pt x="21335" y="1402079"/>
                </a:lnTo>
                <a:lnTo>
                  <a:pt x="21335" y="1417319"/>
                </a:lnTo>
                <a:lnTo>
                  <a:pt x="30608" y="1409695"/>
                </a:lnTo>
                <a:close/>
              </a:path>
              <a:path w="3853179" h="2992120">
                <a:moveTo>
                  <a:pt x="1926335" y="2966792"/>
                </a:moveTo>
                <a:lnTo>
                  <a:pt x="30608" y="1409695"/>
                </a:lnTo>
                <a:lnTo>
                  <a:pt x="21335" y="1417319"/>
                </a:lnTo>
                <a:lnTo>
                  <a:pt x="21335" y="1427220"/>
                </a:lnTo>
                <a:lnTo>
                  <a:pt x="1920239" y="2986605"/>
                </a:lnTo>
                <a:lnTo>
                  <a:pt x="1920239" y="2971799"/>
                </a:lnTo>
                <a:lnTo>
                  <a:pt x="1926335" y="2966792"/>
                </a:lnTo>
                <a:close/>
              </a:path>
              <a:path w="3853179" h="2992120">
                <a:moveTo>
                  <a:pt x="1932431" y="2971799"/>
                </a:moveTo>
                <a:lnTo>
                  <a:pt x="1926335" y="2966792"/>
                </a:lnTo>
                <a:lnTo>
                  <a:pt x="1920239" y="2971799"/>
                </a:lnTo>
                <a:lnTo>
                  <a:pt x="1932431" y="2971799"/>
                </a:lnTo>
                <a:close/>
              </a:path>
              <a:path w="3853179" h="2992120">
                <a:moveTo>
                  <a:pt x="1932431" y="2986605"/>
                </a:moveTo>
                <a:lnTo>
                  <a:pt x="1932431" y="2971799"/>
                </a:lnTo>
                <a:lnTo>
                  <a:pt x="1920239" y="2971799"/>
                </a:lnTo>
                <a:lnTo>
                  <a:pt x="1920239" y="2986605"/>
                </a:lnTo>
                <a:lnTo>
                  <a:pt x="1926335" y="2991611"/>
                </a:lnTo>
                <a:lnTo>
                  <a:pt x="1932431" y="2986605"/>
                </a:lnTo>
                <a:close/>
              </a:path>
              <a:path w="3853179" h="2992120">
                <a:moveTo>
                  <a:pt x="3831335" y="1427220"/>
                </a:moveTo>
                <a:lnTo>
                  <a:pt x="3831335" y="1417319"/>
                </a:lnTo>
                <a:lnTo>
                  <a:pt x="3822063" y="1409695"/>
                </a:lnTo>
                <a:lnTo>
                  <a:pt x="1926335" y="2966792"/>
                </a:lnTo>
                <a:lnTo>
                  <a:pt x="1932431" y="2971799"/>
                </a:lnTo>
                <a:lnTo>
                  <a:pt x="1932431" y="2986605"/>
                </a:lnTo>
                <a:lnTo>
                  <a:pt x="3831335" y="1427220"/>
                </a:lnTo>
                <a:close/>
              </a:path>
              <a:path w="3853179" h="2992120">
                <a:moveTo>
                  <a:pt x="3852671" y="1409699"/>
                </a:moveTo>
                <a:lnTo>
                  <a:pt x="2137695" y="0"/>
                </a:lnTo>
                <a:lnTo>
                  <a:pt x="2107457" y="0"/>
                </a:lnTo>
                <a:lnTo>
                  <a:pt x="3822063" y="1409695"/>
                </a:lnTo>
                <a:lnTo>
                  <a:pt x="3831335" y="1402079"/>
                </a:lnTo>
                <a:lnTo>
                  <a:pt x="3831335" y="1427220"/>
                </a:lnTo>
                <a:lnTo>
                  <a:pt x="3852671" y="1409699"/>
                </a:lnTo>
                <a:close/>
              </a:path>
              <a:path w="3853179" h="2992120">
                <a:moveTo>
                  <a:pt x="3831335" y="1417319"/>
                </a:moveTo>
                <a:lnTo>
                  <a:pt x="3831335" y="1402079"/>
                </a:lnTo>
                <a:lnTo>
                  <a:pt x="3822063" y="1409695"/>
                </a:lnTo>
                <a:lnTo>
                  <a:pt x="3831335" y="1417319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699575" y="5187695"/>
            <a:ext cx="3858895" cy="0"/>
          </a:xfrm>
          <a:custGeom>
            <a:avLst/>
            <a:gdLst/>
            <a:ahLst/>
            <a:cxnLst/>
            <a:rect l="l" t="t" r="r" b="b"/>
            <a:pathLst>
              <a:path w="3858895">
                <a:moveTo>
                  <a:pt x="0" y="0"/>
                </a:moveTo>
                <a:lnTo>
                  <a:pt x="3858767" y="0"/>
                </a:lnTo>
              </a:path>
            </a:pathLst>
          </a:custGeom>
          <a:ln w="18287">
            <a:solidFill>
              <a:srgbClr val="1F48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431850" y="5102352"/>
            <a:ext cx="196850" cy="161925"/>
          </a:xfrm>
          <a:custGeom>
            <a:avLst/>
            <a:gdLst/>
            <a:ahLst/>
            <a:cxnLst/>
            <a:rect l="l" t="t" r="r" b="b"/>
            <a:pathLst>
              <a:path w="196850" h="161925">
                <a:moveTo>
                  <a:pt x="196595" y="80771"/>
                </a:moveTo>
                <a:lnTo>
                  <a:pt x="188833" y="49506"/>
                </a:lnTo>
                <a:lnTo>
                  <a:pt x="167639" y="23812"/>
                </a:lnTo>
                <a:lnTo>
                  <a:pt x="136159" y="6405"/>
                </a:lnTo>
                <a:lnTo>
                  <a:pt x="97535" y="0"/>
                </a:lnTo>
                <a:lnTo>
                  <a:pt x="59150" y="6405"/>
                </a:lnTo>
                <a:lnTo>
                  <a:pt x="28193" y="23812"/>
                </a:lnTo>
                <a:lnTo>
                  <a:pt x="7524" y="49506"/>
                </a:lnTo>
                <a:lnTo>
                  <a:pt x="0" y="80771"/>
                </a:lnTo>
                <a:lnTo>
                  <a:pt x="7524" y="112037"/>
                </a:lnTo>
                <a:lnTo>
                  <a:pt x="28193" y="137731"/>
                </a:lnTo>
                <a:lnTo>
                  <a:pt x="59150" y="155138"/>
                </a:lnTo>
                <a:lnTo>
                  <a:pt x="97535" y="161543"/>
                </a:lnTo>
                <a:lnTo>
                  <a:pt x="136159" y="155138"/>
                </a:lnTo>
                <a:lnTo>
                  <a:pt x="167639" y="137731"/>
                </a:lnTo>
                <a:lnTo>
                  <a:pt x="188833" y="112037"/>
                </a:lnTo>
                <a:lnTo>
                  <a:pt x="196595" y="80771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421182" y="5093207"/>
            <a:ext cx="216535" cy="180340"/>
          </a:xfrm>
          <a:custGeom>
            <a:avLst/>
            <a:gdLst/>
            <a:ahLst/>
            <a:cxnLst/>
            <a:rect l="l" t="t" r="r" b="b"/>
            <a:pathLst>
              <a:path w="216534" h="180339">
                <a:moveTo>
                  <a:pt x="216407" y="99059"/>
                </a:moveTo>
                <a:lnTo>
                  <a:pt x="216407" y="79247"/>
                </a:lnTo>
                <a:lnTo>
                  <a:pt x="213359" y="70103"/>
                </a:lnTo>
                <a:lnTo>
                  <a:pt x="211835" y="62483"/>
                </a:lnTo>
                <a:lnTo>
                  <a:pt x="207263" y="53339"/>
                </a:lnTo>
                <a:lnTo>
                  <a:pt x="202691" y="45719"/>
                </a:lnTo>
                <a:lnTo>
                  <a:pt x="196595" y="38099"/>
                </a:lnTo>
                <a:lnTo>
                  <a:pt x="190499" y="32003"/>
                </a:lnTo>
                <a:lnTo>
                  <a:pt x="184403" y="24383"/>
                </a:lnTo>
                <a:lnTo>
                  <a:pt x="176783" y="19811"/>
                </a:lnTo>
                <a:lnTo>
                  <a:pt x="167639" y="13715"/>
                </a:lnTo>
                <a:lnTo>
                  <a:pt x="158495" y="9143"/>
                </a:lnTo>
                <a:lnTo>
                  <a:pt x="140207" y="3047"/>
                </a:lnTo>
                <a:lnTo>
                  <a:pt x="118871" y="0"/>
                </a:lnTo>
                <a:lnTo>
                  <a:pt x="97535" y="0"/>
                </a:lnTo>
                <a:lnTo>
                  <a:pt x="39623" y="19811"/>
                </a:lnTo>
                <a:lnTo>
                  <a:pt x="19811" y="39623"/>
                </a:lnTo>
                <a:lnTo>
                  <a:pt x="13715" y="45719"/>
                </a:lnTo>
                <a:lnTo>
                  <a:pt x="9143" y="54863"/>
                </a:lnTo>
                <a:lnTo>
                  <a:pt x="4571" y="62483"/>
                </a:lnTo>
                <a:lnTo>
                  <a:pt x="0" y="89915"/>
                </a:lnTo>
                <a:lnTo>
                  <a:pt x="13715" y="134111"/>
                </a:lnTo>
                <a:lnTo>
                  <a:pt x="19811" y="141731"/>
                </a:lnTo>
                <a:lnTo>
                  <a:pt x="19811" y="82295"/>
                </a:lnTo>
                <a:lnTo>
                  <a:pt x="21335" y="74675"/>
                </a:lnTo>
                <a:lnTo>
                  <a:pt x="57911" y="30479"/>
                </a:lnTo>
                <a:lnTo>
                  <a:pt x="99059" y="18287"/>
                </a:lnTo>
                <a:lnTo>
                  <a:pt x="118871" y="18287"/>
                </a:lnTo>
                <a:lnTo>
                  <a:pt x="126491" y="19811"/>
                </a:lnTo>
                <a:lnTo>
                  <a:pt x="135635" y="21335"/>
                </a:lnTo>
                <a:lnTo>
                  <a:pt x="143255" y="24383"/>
                </a:lnTo>
                <a:lnTo>
                  <a:pt x="152399" y="27431"/>
                </a:lnTo>
                <a:lnTo>
                  <a:pt x="158495" y="32003"/>
                </a:lnTo>
                <a:lnTo>
                  <a:pt x="166115" y="35051"/>
                </a:lnTo>
                <a:lnTo>
                  <a:pt x="172211" y="39623"/>
                </a:lnTo>
                <a:lnTo>
                  <a:pt x="178307" y="45719"/>
                </a:lnTo>
                <a:lnTo>
                  <a:pt x="182879" y="51815"/>
                </a:lnTo>
                <a:lnTo>
                  <a:pt x="187451" y="56387"/>
                </a:lnTo>
                <a:lnTo>
                  <a:pt x="190499" y="62483"/>
                </a:lnTo>
                <a:lnTo>
                  <a:pt x="193547" y="70103"/>
                </a:lnTo>
                <a:lnTo>
                  <a:pt x="195071" y="76199"/>
                </a:lnTo>
                <a:lnTo>
                  <a:pt x="196595" y="83819"/>
                </a:lnTo>
                <a:lnTo>
                  <a:pt x="196595" y="142112"/>
                </a:lnTo>
                <a:lnTo>
                  <a:pt x="198119" y="140207"/>
                </a:lnTo>
                <a:lnTo>
                  <a:pt x="211835" y="117347"/>
                </a:lnTo>
                <a:lnTo>
                  <a:pt x="214883" y="108203"/>
                </a:lnTo>
                <a:lnTo>
                  <a:pt x="216407" y="99059"/>
                </a:lnTo>
                <a:close/>
              </a:path>
              <a:path w="216534" h="180339">
                <a:moveTo>
                  <a:pt x="196595" y="142112"/>
                </a:moveTo>
                <a:lnTo>
                  <a:pt x="196595" y="97535"/>
                </a:lnTo>
                <a:lnTo>
                  <a:pt x="195071" y="103631"/>
                </a:lnTo>
                <a:lnTo>
                  <a:pt x="193547" y="111251"/>
                </a:lnTo>
                <a:lnTo>
                  <a:pt x="187451" y="123443"/>
                </a:lnTo>
                <a:lnTo>
                  <a:pt x="182879" y="129539"/>
                </a:lnTo>
                <a:lnTo>
                  <a:pt x="176783" y="134111"/>
                </a:lnTo>
                <a:lnTo>
                  <a:pt x="172211" y="140207"/>
                </a:lnTo>
                <a:lnTo>
                  <a:pt x="164591" y="144779"/>
                </a:lnTo>
                <a:lnTo>
                  <a:pt x="158495" y="149351"/>
                </a:lnTo>
                <a:lnTo>
                  <a:pt x="135635" y="158495"/>
                </a:lnTo>
                <a:lnTo>
                  <a:pt x="117347" y="161543"/>
                </a:lnTo>
                <a:lnTo>
                  <a:pt x="108203" y="161543"/>
                </a:lnTo>
                <a:lnTo>
                  <a:pt x="99059" y="160019"/>
                </a:lnTo>
                <a:lnTo>
                  <a:pt x="89915" y="160019"/>
                </a:lnTo>
                <a:lnTo>
                  <a:pt x="80771" y="156971"/>
                </a:lnTo>
                <a:lnTo>
                  <a:pt x="73151" y="155447"/>
                </a:lnTo>
                <a:lnTo>
                  <a:pt x="65531" y="152399"/>
                </a:lnTo>
                <a:lnTo>
                  <a:pt x="57911" y="147827"/>
                </a:lnTo>
                <a:lnTo>
                  <a:pt x="50291" y="144779"/>
                </a:lnTo>
                <a:lnTo>
                  <a:pt x="28955" y="123443"/>
                </a:lnTo>
                <a:lnTo>
                  <a:pt x="25907" y="115823"/>
                </a:lnTo>
                <a:lnTo>
                  <a:pt x="22859" y="109727"/>
                </a:lnTo>
                <a:lnTo>
                  <a:pt x="21335" y="103631"/>
                </a:lnTo>
                <a:lnTo>
                  <a:pt x="19811" y="96011"/>
                </a:lnTo>
                <a:lnTo>
                  <a:pt x="19811" y="141731"/>
                </a:lnTo>
                <a:lnTo>
                  <a:pt x="67055" y="173735"/>
                </a:lnTo>
                <a:lnTo>
                  <a:pt x="97535" y="179831"/>
                </a:lnTo>
                <a:lnTo>
                  <a:pt x="120395" y="179831"/>
                </a:lnTo>
                <a:lnTo>
                  <a:pt x="129539" y="178307"/>
                </a:lnTo>
                <a:lnTo>
                  <a:pt x="140207" y="176783"/>
                </a:lnTo>
                <a:lnTo>
                  <a:pt x="150875" y="173735"/>
                </a:lnTo>
                <a:lnTo>
                  <a:pt x="169163" y="164591"/>
                </a:lnTo>
                <a:lnTo>
                  <a:pt x="176783" y="160019"/>
                </a:lnTo>
                <a:lnTo>
                  <a:pt x="192023" y="147827"/>
                </a:lnTo>
                <a:lnTo>
                  <a:pt x="196595" y="142112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618801" y="5102352"/>
            <a:ext cx="196850" cy="161925"/>
          </a:xfrm>
          <a:custGeom>
            <a:avLst/>
            <a:gdLst/>
            <a:ahLst/>
            <a:cxnLst/>
            <a:rect l="l" t="t" r="r" b="b"/>
            <a:pathLst>
              <a:path w="196850" h="161925">
                <a:moveTo>
                  <a:pt x="196595" y="80771"/>
                </a:moveTo>
                <a:lnTo>
                  <a:pt x="188856" y="49506"/>
                </a:lnTo>
                <a:lnTo>
                  <a:pt x="167830" y="23812"/>
                </a:lnTo>
                <a:lnTo>
                  <a:pt x="136802" y="6405"/>
                </a:lnTo>
                <a:lnTo>
                  <a:pt x="99059" y="0"/>
                </a:lnTo>
                <a:lnTo>
                  <a:pt x="60436" y="6405"/>
                </a:lnTo>
                <a:lnTo>
                  <a:pt x="28955" y="23812"/>
                </a:lnTo>
                <a:lnTo>
                  <a:pt x="7762" y="49506"/>
                </a:lnTo>
                <a:lnTo>
                  <a:pt x="0" y="80771"/>
                </a:lnTo>
                <a:lnTo>
                  <a:pt x="7762" y="112037"/>
                </a:lnTo>
                <a:lnTo>
                  <a:pt x="28955" y="137731"/>
                </a:lnTo>
                <a:lnTo>
                  <a:pt x="60436" y="155138"/>
                </a:lnTo>
                <a:lnTo>
                  <a:pt x="99059" y="161543"/>
                </a:lnTo>
                <a:lnTo>
                  <a:pt x="136802" y="155138"/>
                </a:lnTo>
                <a:lnTo>
                  <a:pt x="167830" y="137731"/>
                </a:lnTo>
                <a:lnTo>
                  <a:pt x="188856" y="112037"/>
                </a:lnTo>
                <a:lnTo>
                  <a:pt x="196595" y="80771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609658" y="5093207"/>
            <a:ext cx="216535" cy="180340"/>
          </a:xfrm>
          <a:custGeom>
            <a:avLst/>
            <a:gdLst/>
            <a:ahLst/>
            <a:cxnLst/>
            <a:rect l="l" t="t" r="r" b="b"/>
            <a:pathLst>
              <a:path w="216535" h="180339">
                <a:moveTo>
                  <a:pt x="216407" y="89915"/>
                </a:moveTo>
                <a:lnTo>
                  <a:pt x="214883" y="79247"/>
                </a:lnTo>
                <a:lnTo>
                  <a:pt x="213359" y="70103"/>
                </a:lnTo>
                <a:lnTo>
                  <a:pt x="210311" y="62483"/>
                </a:lnTo>
                <a:lnTo>
                  <a:pt x="207263" y="53339"/>
                </a:lnTo>
                <a:lnTo>
                  <a:pt x="202691" y="45719"/>
                </a:lnTo>
                <a:lnTo>
                  <a:pt x="196595" y="38099"/>
                </a:lnTo>
                <a:lnTo>
                  <a:pt x="182879" y="24383"/>
                </a:lnTo>
                <a:lnTo>
                  <a:pt x="175259" y="19811"/>
                </a:lnTo>
                <a:lnTo>
                  <a:pt x="167639" y="13715"/>
                </a:lnTo>
                <a:lnTo>
                  <a:pt x="129539" y="1523"/>
                </a:lnTo>
                <a:lnTo>
                  <a:pt x="118871" y="0"/>
                </a:lnTo>
                <a:lnTo>
                  <a:pt x="96011" y="0"/>
                </a:lnTo>
                <a:lnTo>
                  <a:pt x="86867" y="1523"/>
                </a:lnTo>
                <a:lnTo>
                  <a:pt x="76199" y="3047"/>
                </a:lnTo>
                <a:lnTo>
                  <a:pt x="39623" y="19811"/>
                </a:lnTo>
                <a:lnTo>
                  <a:pt x="9143" y="54863"/>
                </a:lnTo>
                <a:lnTo>
                  <a:pt x="4571" y="62483"/>
                </a:lnTo>
                <a:lnTo>
                  <a:pt x="1523" y="71627"/>
                </a:lnTo>
                <a:lnTo>
                  <a:pt x="0" y="80771"/>
                </a:lnTo>
                <a:lnTo>
                  <a:pt x="0" y="100583"/>
                </a:lnTo>
                <a:lnTo>
                  <a:pt x="3047" y="108203"/>
                </a:lnTo>
                <a:lnTo>
                  <a:pt x="4571" y="117347"/>
                </a:lnTo>
                <a:lnTo>
                  <a:pt x="9143" y="126491"/>
                </a:lnTo>
                <a:lnTo>
                  <a:pt x="13715" y="134111"/>
                </a:lnTo>
                <a:lnTo>
                  <a:pt x="19811" y="141731"/>
                </a:lnTo>
                <a:lnTo>
                  <a:pt x="19811" y="82295"/>
                </a:lnTo>
                <a:lnTo>
                  <a:pt x="21335" y="74675"/>
                </a:lnTo>
                <a:lnTo>
                  <a:pt x="44195" y="39623"/>
                </a:lnTo>
                <a:lnTo>
                  <a:pt x="51815" y="35051"/>
                </a:lnTo>
                <a:lnTo>
                  <a:pt x="57911" y="30479"/>
                </a:lnTo>
                <a:lnTo>
                  <a:pt x="80771" y="21335"/>
                </a:lnTo>
                <a:lnTo>
                  <a:pt x="99059" y="18287"/>
                </a:lnTo>
                <a:lnTo>
                  <a:pt x="117347" y="18287"/>
                </a:lnTo>
                <a:lnTo>
                  <a:pt x="135635" y="21335"/>
                </a:lnTo>
                <a:lnTo>
                  <a:pt x="150875" y="27431"/>
                </a:lnTo>
                <a:lnTo>
                  <a:pt x="158495" y="32003"/>
                </a:lnTo>
                <a:lnTo>
                  <a:pt x="166115" y="35051"/>
                </a:lnTo>
                <a:lnTo>
                  <a:pt x="172211" y="39623"/>
                </a:lnTo>
                <a:lnTo>
                  <a:pt x="176783" y="45719"/>
                </a:lnTo>
                <a:lnTo>
                  <a:pt x="187451" y="56387"/>
                </a:lnTo>
                <a:lnTo>
                  <a:pt x="190499" y="62483"/>
                </a:lnTo>
                <a:lnTo>
                  <a:pt x="193547" y="70103"/>
                </a:lnTo>
                <a:lnTo>
                  <a:pt x="195071" y="76199"/>
                </a:lnTo>
                <a:lnTo>
                  <a:pt x="196595" y="83819"/>
                </a:lnTo>
                <a:lnTo>
                  <a:pt x="196595" y="140207"/>
                </a:lnTo>
                <a:lnTo>
                  <a:pt x="202691" y="132587"/>
                </a:lnTo>
                <a:lnTo>
                  <a:pt x="211835" y="117347"/>
                </a:lnTo>
                <a:lnTo>
                  <a:pt x="216407" y="89915"/>
                </a:lnTo>
                <a:close/>
              </a:path>
              <a:path w="216535" h="180339">
                <a:moveTo>
                  <a:pt x="196595" y="140207"/>
                </a:moveTo>
                <a:lnTo>
                  <a:pt x="196595" y="97535"/>
                </a:lnTo>
                <a:lnTo>
                  <a:pt x="195071" y="103631"/>
                </a:lnTo>
                <a:lnTo>
                  <a:pt x="193547" y="111251"/>
                </a:lnTo>
                <a:lnTo>
                  <a:pt x="190499" y="117347"/>
                </a:lnTo>
                <a:lnTo>
                  <a:pt x="158495" y="149351"/>
                </a:lnTo>
                <a:lnTo>
                  <a:pt x="117347" y="161543"/>
                </a:lnTo>
                <a:lnTo>
                  <a:pt x="108203" y="161543"/>
                </a:lnTo>
                <a:lnTo>
                  <a:pt x="97535" y="160019"/>
                </a:lnTo>
                <a:lnTo>
                  <a:pt x="89915" y="160019"/>
                </a:lnTo>
                <a:lnTo>
                  <a:pt x="80771" y="156971"/>
                </a:lnTo>
                <a:lnTo>
                  <a:pt x="73151" y="155447"/>
                </a:lnTo>
                <a:lnTo>
                  <a:pt x="64007" y="152399"/>
                </a:lnTo>
                <a:lnTo>
                  <a:pt x="57911" y="147827"/>
                </a:lnTo>
                <a:lnTo>
                  <a:pt x="50291" y="144779"/>
                </a:lnTo>
                <a:lnTo>
                  <a:pt x="44195" y="138683"/>
                </a:lnTo>
                <a:lnTo>
                  <a:pt x="38099" y="134111"/>
                </a:lnTo>
                <a:lnTo>
                  <a:pt x="33527" y="128015"/>
                </a:lnTo>
                <a:lnTo>
                  <a:pt x="28955" y="123443"/>
                </a:lnTo>
                <a:lnTo>
                  <a:pt x="25907" y="115823"/>
                </a:lnTo>
                <a:lnTo>
                  <a:pt x="22859" y="109727"/>
                </a:lnTo>
                <a:lnTo>
                  <a:pt x="21335" y="103631"/>
                </a:lnTo>
                <a:lnTo>
                  <a:pt x="19811" y="96011"/>
                </a:lnTo>
                <a:lnTo>
                  <a:pt x="19811" y="141731"/>
                </a:lnTo>
                <a:lnTo>
                  <a:pt x="67055" y="173735"/>
                </a:lnTo>
                <a:lnTo>
                  <a:pt x="97535" y="179831"/>
                </a:lnTo>
                <a:lnTo>
                  <a:pt x="118871" y="179831"/>
                </a:lnTo>
                <a:lnTo>
                  <a:pt x="176783" y="160019"/>
                </a:lnTo>
                <a:lnTo>
                  <a:pt x="190499" y="147827"/>
                </a:lnTo>
                <a:lnTo>
                  <a:pt x="196595" y="140207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534469" y="6675119"/>
            <a:ext cx="196850" cy="158750"/>
          </a:xfrm>
          <a:custGeom>
            <a:avLst/>
            <a:gdLst/>
            <a:ahLst/>
            <a:cxnLst/>
            <a:rect l="l" t="t" r="r" b="b"/>
            <a:pathLst>
              <a:path w="196850" h="158750">
                <a:moveTo>
                  <a:pt x="196595" y="79247"/>
                </a:moveTo>
                <a:lnTo>
                  <a:pt x="188856" y="48220"/>
                </a:lnTo>
                <a:lnTo>
                  <a:pt x="167830" y="23050"/>
                </a:lnTo>
                <a:lnTo>
                  <a:pt x="136802" y="6167"/>
                </a:lnTo>
                <a:lnTo>
                  <a:pt x="99059" y="0"/>
                </a:lnTo>
                <a:lnTo>
                  <a:pt x="60436" y="6167"/>
                </a:lnTo>
                <a:lnTo>
                  <a:pt x="28955" y="23050"/>
                </a:lnTo>
                <a:lnTo>
                  <a:pt x="7762" y="48220"/>
                </a:lnTo>
                <a:lnTo>
                  <a:pt x="0" y="79247"/>
                </a:lnTo>
                <a:lnTo>
                  <a:pt x="7762" y="110275"/>
                </a:lnTo>
                <a:lnTo>
                  <a:pt x="28955" y="135445"/>
                </a:lnTo>
                <a:lnTo>
                  <a:pt x="60436" y="152328"/>
                </a:lnTo>
                <a:lnTo>
                  <a:pt x="99059" y="158495"/>
                </a:lnTo>
                <a:lnTo>
                  <a:pt x="136802" y="152328"/>
                </a:lnTo>
                <a:lnTo>
                  <a:pt x="167830" y="135445"/>
                </a:lnTo>
                <a:lnTo>
                  <a:pt x="188856" y="110275"/>
                </a:lnTo>
                <a:lnTo>
                  <a:pt x="196595" y="79247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525326" y="6665977"/>
            <a:ext cx="215265" cy="178435"/>
          </a:xfrm>
          <a:custGeom>
            <a:avLst/>
            <a:gdLst/>
            <a:ahLst/>
            <a:cxnLst/>
            <a:rect l="l" t="t" r="r" b="b"/>
            <a:pathLst>
              <a:path w="215264" h="178434">
                <a:moveTo>
                  <a:pt x="214883" y="97535"/>
                </a:moveTo>
                <a:lnTo>
                  <a:pt x="214883" y="79247"/>
                </a:lnTo>
                <a:lnTo>
                  <a:pt x="213359" y="70103"/>
                </a:lnTo>
                <a:lnTo>
                  <a:pt x="207263" y="51815"/>
                </a:lnTo>
                <a:lnTo>
                  <a:pt x="201167" y="44195"/>
                </a:lnTo>
                <a:lnTo>
                  <a:pt x="196595" y="38099"/>
                </a:lnTo>
                <a:lnTo>
                  <a:pt x="190499" y="30479"/>
                </a:lnTo>
                <a:lnTo>
                  <a:pt x="175259" y="18287"/>
                </a:lnTo>
                <a:lnTo>
                  <a:pt x="166115" y="13715"/>
                </a:lnTo>
                <a:lnTo>
                  <a:pt x="158495" y="9143"/>
                </a:lnTo>
                <a:lnTo>
                  <a:pt x="147827" y="6095"/>
                </a:lnTo>
                <a:lnTo>
                  <a:pt x="138683" y="3047"/>
                </a:lnTo>
                <a:lnTo>
                  <a:pt x="117347" y="0"/>
                </a:lnTo>
                <a:lnTo>
                  <a:pt x="96011" y="0"/>
                </a:lnTo>
                <a:lnTo>
                  <a:pt x="85343" y="1523"/>
                </a:lnTo>
                <a:lnTo>
                  <a:pt x="47243" y="13715"/>
                </a:lnTo>
                <a:lnTo>
                  <a:pt x="39623" y="19811"/>
                </a:lnTo>
                <a:lnTo>
                  <a:pt x="32003" y="24383"/>
                </a:lnTo>
                <a:lnTo>
                  <a:pt x="18287" y="38099"/>
                </a:lnTo>
                <a:lnTo>
                  <a:pt x="12191" y="45719"/>
                </a:lnTo>
                <a:lnTo>
                  <a:pt x="7619" y="53339"/>
                </a:lnTo>
                <a:lnTo>
                  <a:pt x="4571" y="62483"/>
                </a:lnTo>
                <a:lnTo>
                  <a:pt x="1523" y="70103"/>
                </a:lnTo>
                <a:lnTo>
                  <a:pt x="0" y="79247"/>
                </a:lnTo>
                <a:lnTo>
                  <a:pt x="0" y="99059"/>
                </a:lnTo>
                <a:lnTo>
                  <a:pt x="1523" y="108203"/>
                </a:lnTo>
                <a:lnTo>
                  <a:pt x="4571" y="115823"/>
                </a:lnTo>
                <a:lnTo>
                  <a:pt x="9143" y="124967"/>
                </a:lnTo>
                <a:lnTo>
                  <a:pt x="18287" y="140207"/>
                </a:lnTo>
                <a:lnTo>
                  <a:pt x="18287" y="88391"/>
                </a:lnTo>
                <a:lnTo>
                  <a:pt x="19811" y="80771"/>
                </a:lnTo>
                <a:lnTo>
                  <a:pt x="19811" y="74675"/>
                </a:lnTo>
                <a:lnTo>
                  <a:pt x="22859" y="67055"/>
                </a:lnTo>
                <a:lnTo>
                  <a:pt x="28955" y="54863"/>
                </a:lnTo>
                <a:lnTo>
                  <a:pt x="33527" y="50291"/>
                </a:lnTo>
                <a:lnTo>
                  <a:pt x="38099" y="44195"/>
                </a:lnTo>
                <a:lnTo>
                  <a:pt x="50291" y="35051"/>
                </a:lnTo>
                <a:lnTo>
                  <a:pt x="57911" y="30479"/>
                </a:lnTo>
                <a:lnTo>
                  <a:pt x="80771" y="21335"/>
                </a:lnTo>
                <a:lnTo>
                  <a:pt x="99059" y="18287"/>
                </a:lnTo>
                <a:lnTo>
                  <a:pt x="117347" y="18287"/>
                </a:lnTo>
                <a:lnTo>
                  <a:pt x="158495" y="30479"/>
                </a:lnTo>
                <a:lnTo>
                  <a:pt x="185927" y="56387"/>
                </a:lnTo>
                <a:lnTo>
                  <a:pt x="190499" y="62483"/>
                </a:lnTo>
                <a:lnTo>
                  <a:pt x="193547" y="68579"/>
                </a:lnTo>
                <a:lnTo>
                  <a:pt x="195071" y="74675"/>
                </a:lnTo>
                <a:lnTo>
                  <a:pt x="196595" y="82295"/>
                </a:lnTo>
                <a:lnTo>
                  <a:pt x="196595" y="138683"/>
                </a:lnTo>
                <a:lnTo>
                  <a:pt x="202691" y="131063"/>
                </a:lnTo>
                <a:lnTo>
                  <a:pt x="207263" y="123443"/>
                </a:lnTo>
                <a:lnTo>
                  <a:pt x="210311" y="115823"/>
                </a:lnTo>
                <a:lnTo>
                  <a:pt x="213359" y="106679"/>
                </a:lnTo>
                <a:lnTo>
                  <a:pt x="214883" y="97535"/>
                </a:lnTo>
                <a:close/>
              </a:path>
              <a:path w="215264" h="178434">
                <a:moveTo>
                  <a:pt x="196595" y="138683"/>
                </a:moveTo>
                <a:lnTo>
                  <a:pt x="196595" y="96011"/>
                </a:lnTo>
                <a:lnTo>
                  <a:pt x="195071" y="102107"/>
                </a:lnTo>
                <a:lnTo>
                  <a:pt x="192023" y="109727"/>
                </a:lnTo>
                <a:lnTo>
                  <a:pt x="158495" y="146303"/>
                </a:lnTo>
                <a:lnTo>
                  <a:pt x="141731" y="152399"/>
                </a:lnTo>
                <a:lnTo>
                  <a:pt x="134111" y="155447"/>
                </a:lnTo>
                <a:lnTo>
                  <a:pt x="115823" y="158495"/>
                </a:lnTo>
                <a:lnTo>
                  <a:pt x="97535" y="158495"/>
                </a:lnTo>
                <a:lnTo>
                  <a:pt x="56387" y="146303"/>
                </a:lnTo>
                <a:lnTo>
                  <a:pt x="24383" y="114299"/>
                </a:lnTo>
                <a:lnTo>
                  <a:pt x="22859" y="108203"/>
                </a:lnTo>
                <a:lnTo>
                  <a:pt x="19811" y="102107"/>
                </a:lnTo>
                <a:lnTo>
                  <a:pt x="18287" y="94487"/>
                </a:lnTo>
                <a:lnTo>
                  <a:pt x="18287" y="140207"/>
                </a:lnTo>
                <a:lnTo>
                  <a:pt x="25907" y="146303"/>
                </a:lnTo>
                <a:lnTo>
                  <a:pt x="32003" y="152399"/>
                </a:lnTo>
                <a:lnTo>
                  <a:pt x="39623" y="158495"/>
                </a:lnTo>
                <a:lnTo>
                  <a:pt x="57911" y="167639"/>
                </a:lnTo>
                <a:lnTo>
                  <a:pt x="76199" y="173735"/>
                </a:lnTo>
                <a:lnTo>
                  <a:pt x="86867" y="176783"/>
                </a:lnTo>
                <a:lnTo>
                  <a:pt x="97535" y="176783"/>
                </a:lnTo>
                <a:lnTo>
                  <a:pt x="108203" y="178307"/>
                </a:lnTo>
                <a:lnTo>
                  <a:pt x="140207" y="173735"/>
                </a:lnTo>
                <a:lnTo>
                  <a:pt x="158495" y="167639"/>
                </a:lnTo>
                <a:lnTo>
                  <a:pt x="167639" y="163067"/>
                </a:lnTo>
                <a:lnTo>
                  <a:pt x="175259" y="156971"/>
                </a:lnTo>
                <a:lnTo>
                  <a:pt x="182879" y="152399"/>
                </a:lnTo>
                <a:lnTo>
                  <a:pt x="190499" y="146303"/>
                </a:lnTo>
                <a:lnTo>
                  <a:pt x="196595" y="138683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964493" y="4509515"/>
            <a:ext cx="195580" cy="160020"/>
          </a:xfrm>
          <a:custGeom>
            <a:avLst/>
            <a:gdLst/>
            <a:ahLst/>
            <a:cxnLst/>
            <a:rect l="l" t="t" r="r" b="b"/>
            <a:pathLst>
              <a:path w="195579" h="160020">
                <a:moveTo>
                  <a:pt x="195071" y="80771"/>
                </a:moveTo>
                <a:lnTo>
                  <a:pt x="187332" y="49506"/>
                </a:lnTo>
                <a:lnTo>
                  <a:pt x="166306" y="23812"/>
                </a:lnTo>
                <a:lnTo>
                  <a:pt x="135278" y="6405"/>
                </a:lnTo>
                <a:lnTo>
                  <a:pt x="97535" y="0"/>
                </a:lnTo>
                <a:lnTo>
                  <a:pt x="59793" y="6405"/>
                </a:lnTo>
                <a:lnTo>
                  <a:pt x="28765" y="23812"/>
                </a:lnTo>
                <a:lnTo>
                  <a:pt x="7739" y="49506"/>
                </a:lnTo>
                <a:lnTo>
                  <a:pt x="0" y="80771"/>
                </a:lnTo>
                <a:lnTo>
                  <a:pt x="7739" y="111799"/>
                </a:lnTo>
                <a:lnTo>
                  <a:pt x="28765" y="136969"/>
                </a:lnTo>
                <a:lnTo>
                  <a:pt x="59793" y="153852"/>
                </a:lnTo>
                <a:lnTo>
                  <a:pt x="97535" y="160019"/>
                </a:lnTo>
                <a:lnTo>
                  <a:pt x="135278" y="153852"/>
                </a:lnTo>
                <a:lnTo>
                  <a:pt x="166306" y="136969"/>
                </a:lnTo>
                <a:lnTo>
                  <a:pt x="187332" y="111799"/>
                </a:lnTo>
                <a:lnTo>
                  <a:pt x="195071" y="80771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955350" y="4500372"/>
            <a:ext cx="213360" cy="178435"/>
          </a:xfrm>
          <a:custGeom>
            <a:avLst/>
            <a:gdLst/>
            <a:ahLst/>
            <a:cxnLst/>
            <a:rect l="l" t="t" r="r" b="b"/>
            <a:pathLst>
              <a:path w="213360" h="178435">
                <a:moveTo>
                  <a:pt x="213359" y="99059"/>
                </a:moveTo>
                <a:lnTo>
                  <a:pt x="213359" y="79247"/>
                </a:lnTo>
                <a:lnTo>
                  <a:pt x="211835" y="70103"/>
                </a:lnTo>
                <a:lnTo>
                  <a:pt x="188975" y="32003"/>
                </a:lnTo>
                <a:lnTo>
                  <a:pt x="156971" y="10667"/>
                </a:lnTo>
                <a:lnTo>
                  <a:pt x="137159" y="4571"/>
                </a:lnTo>
                <a:lnTo>
                  <a:pt x="128015" y="1523"/>
                </a:lnTo>
                <a:lnTo>
                  <a:pt x="117347" y="0"/>
                </a:lnTo>
                <a:lnTo>
                  <a:pt x="106679" y="0"/>
                </a:lnTo>
                <a:lnTo>
                  <a:pt x="96011" y="1523"/>
                </a:lnTo>
                <a:lnTo>
                  <a:pt x="85343" y="1523"/>
                </a:lnTo>
                <a:lnTo>
                  <a:pt x="47243" y="15239"/>
                </a:lnTo>
                <a:lnTo>
                  <a:pt x="4571" y="62483"/>
                </a:lnTo>
                <a:lnTo>
                  <a:pt x="0" y="89915"/>
                </a:lnTo>
                <a:lnTo>
                  <a:pt x="3047" y="108203"/>
                </a:lnTo>
                <a:lnTo>
                  <a:pt x="6095" y="117347"/>
                </a:lnTo>
                <a:lnTo>
                  <a:pt x="9143" y="124967"/>
                </a:lnTo>
                <a:lnTo>
                  <a:pt x="13715" y="132587"/>
                </a:lnTo>
                <a:lnTo>
                  <a:pt x="19811" y="140207"/>
                </a:lnTo>
                <a:lnTo>
                  <a:pt x="19811" y="82295"/>
                </a:lnTo>
                <a:lnTo>
                  <a:pt x="21335" y="74675"/>
                </a:lnTo>
                <a:lnTo>
                  <a:pt x="22859" y="68579"/>
                </a:lnTo>
                <a:lnTo>
                  <a:pt x="25907" y="62483"/>
                </a:lnTo>
                <a:lnTo>
                  <a:pt x="30479" y="56387"/>
                </a:lnTo>
                <a:lnTo>
                  <a:pt x="33527" y="50291"/>
                </a:lnTo>
                <a:lnTo>
                  <a:pt x="39623" y="45719"/>
                </a:lnTo>
                <a:lnTo>
                  <a:pt x="44195" y="39623"/>
                </a:lnTo>
                <a:lnTo>
                  <a:pt x="50291" y="35051"/>
                </a:lnTo>
                <a:lnTo>
                  <a:pt x="57911" y="32003"/>
                </a:lnTo>
                <a:lnTo>
                  <a:pt x="65531" y="27431"/>
                </a:lnTo>
                <a:lnTo>
                  <a:pt x="73151" y="24383"/>
                </a:lnTo>
                <a:lnTo>
                  <a:pt x="80771" y="22859"/>
                </a:lnTo>
                <a:lnTo>
                  <a:pt x="99059" y="19811"/>
                </a:lnTo>
                <a:lnTo>
                  <a:pt x="115823" y="19811"/>
                </a:lnTo>
                <a:lnTo>
                  <a:pt x="134111" y="22859"/>
                </a:lnTo>
                <a:lnTo>
                  <a:pt x="156971" y="32003"/>
                </a:lnTo>
                <a:lnTo>
                  <a:pt x="163067" y="36575"/>
                </a:lnTo>
                <a:lnTo>
                  <a:pt x="170687" y="41147"/>
                </a:lnTo>
                <a:lnTo>
                  <a:pt x="175259" y="45719"/>
                </a:lnTo>
                <a:lnTo>
                  <a:pt x="188975" y="64007"/>
                </a:lnTo>
                <a:lnTo>
                  <a:pt x="190499" y="70103"/>
                </a:lnTo>
                <a:lnTo>
                  <a:pt x="193547" y="76199"/>
                </a:lnTo>
                <a:lnTo>
                  <a:pt x="193547" y="83819"/>
                </a:lnTo>
                <a:lnTo>
                  <a:pt x="195071" y="89915"/>
                </a:lnTo>
                <a:lnTo>
                  <a:pt x="195071" y="140207"/>
                </a:lnTo>
                <a:lnTo>
                  <a:pt x="201167" y="132587"/>
                </a:lnTo>
                <a:lnTo>
                  <a:pt x="205739" y="124967"/>
                </a:lnTo>
                <a:lnTo>
                  <a:pt x="208787" y="115823"/>
                </a:lnTo>
                <a:lnTo>
                  <a:pt x="211835" y="108203"/>
                </a:lnTo>
                <a:lnTo>
                  <a:pt x="213359" y="99059"/>
                </a:lnTo>
                <a:close/>
              </a:path>
              <a:path w="213360" h="178435">
                <a:moveTo>
                  <a:pt x="195071" y="140207"/>
                </a:moveTo>
                <a:lnTo>
                  <a:pt x="195071" y="89915"/>
                </a:lnTo>
                <a:lnTo>
                  <a:pt x="193547" y="97535"/>
                </a:lnTo>
                <a:lnTo>
                  <a:pt x="190499" y="109727"/>
                </a:lnTo>
                <a:lnTo>
                  <a:pt x="187451" y="117347"/>
                </a:lnTo>
                <a:lnTo>
                  <a:pt x="184403" y="123443"/>
                </a:lnTo>
                <a:lnTo>
                  <a:pt x="179831" y="128015"/>
                </a:lnTo>
                <a:lnTo>
                  <a:pt x="175259" y="134111"/>
                </a:lnTo>
                <a:lnTo>
                  <a:pt x="141731" y="153923"/>
                </a:lnTo>
                <a:lnTo>
                  <a:pt x="115823" y="160019"/>
                </a:lnTo>
                <a:lnTo>
                  <a:pt x="97535" y="160019"/>
                </a:lnTo>
                <a:lnTo>
                  <a:pt x="56387" y="147827"/>
                </a:lnTo>
                <a:lnTo>
                  <a:pt x="22859" y="109727"/>
                </a:lnTo>
                <a:lnTo>
                  <a:pt x="21335" y="102107"/>
                </a:lnTo>
                <a:lnTo>
                  <a:pt x="19811" y="96011"/>
                </a:lnTo>
                <a:lnTo>
                  <a:pt x="19811" y="140207"/>
                </a:lnTo>
                <a:lnTo>
                  <a:pt x="25907" y="147827"/>
                </a:lnTo>
                <a:lnTo>
                  <a:pt x="32003" y="153923"/>
                </a:lnTo>
                <a:lnTo>
                  <a:pt x="39623" y="158495"/>
                </a:lnTo>
                <a:lnTo>
                  <a:pt x="48767" y="164591"/>
                </a:lnTo>
                <a:lnTo>
                  <a:pt x="57911" y="169163"/>
                </a:lnTo>
                <a:lnTo>
                  <a:pt x="76199" y="175259"/>
                </a:lnTo>
                <a:lnTo>
                  <a:pt x="86867" y="176783"/>
                </a:lnTo>
                <a:lnTo>
                  <a:pt x="96011" y="178307"/>
                </a:lnTo>
                <a:lnTo>
                  <a:pt x="118871" y="178307"/>
                </a:lnTo>
                <a:lnTo>
                  <a:pt x="128015" y="176783"/>
                </a:lnTo>
                <a:lnTo>
                  <a:pt x="138683" y="175259"/>
                </a:lnTo>
                <a:lnTo>
                  <a:pt x="147827" y="172211"/>
                </a:lnTo>
                <a:lnTo>
                  <a:pt x="166115" y="163067"/>
                </a:lnTo>
                <a:lnTo>
                  <a:pt x="173735" y="158495"/>
                </a:lnTo>
                <a:lnTo>
                  <a:pt x="188975" y="146303"/>
                </a:lnTo>
                <a:lnTo>
                  <a:pt x="195071" y="140207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209602" y="5532120"/>
            <a:ext cx="198120" cy="161925"/>
          </a:xfrm>
          <a:custGeom>
            <a:avLst/>
            <a:gdLst/>
            <a:ahLst/>
            <a:cxnLst/>
            <a:rect l="l" t="t" r="r" b="b"/>
            <a:pathLst>
              <a:path w="198120" h="161925">
                <a:moveTo>
                  <a:pt x="198119" y="80771"/>
                </a:moveTo>
                <a:lnTo>
                  <a:pt x="190357" y="49506"/>
                </a:lnTo>
                <a:lnTo>
                  <a:pt x="169163" y="23812"/>
                </a:lnTo>
                <a:lnTo>
                  <a:pt x="137683" y="6405"/>
                </a:lnTo>
                <a:lnTo>
                  <a:pt x="99059" y="0"/>
                </a:lnTo>
                <a:lnTo>
                  <a:pt x="60436" y="6405"/>
                </a:lnTo>
                <a:lnTo>
                  <a:pt x="28955" y="23812"/>
                </a:lnTo>
                <a:lnTo>
                  <a:pt x="7762" y="49506"/>
                </a:lnTo>
                <a:lnTo>
                  <a:pt x="0" y="80771"/>
                </a:lnTo>
                <a:lnTo>
                  <a:pt x="7762" y="112680"/>
                </a:lnTo>
                <a:lnTo>
                  <a:pt x="28955" y="138302"/>
                </a:lnTo>
                <a:lnTo>
                  <a:pt x="60436" y="155352"/>
                </a:lnTo>
                <a:lnTo>
                  <a:pt x="99059" y="161543"/>
                </a:lnTo>
                <a:lnTo>
                  <a:pt x="137683" y="155352"/>
                </a:lnTo>
                <a:lnTo>
                  <a:pt x="169163" y="138302"/>
                </a:lnTo>
                <a:lnTo>
                  <a:pt x="190357" y="112680"/>
                </a:lnTo>
                <a:lnTo>
                  <a:pt x="198119" y="80771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200458" y="5522976"/>
            <a:ext cx="216535" cy="181610"/>
          </a:xfrm>
          <a:custGeom>
            <a:avLst/>
            <a:gdLst/>
            <a:ahLst/>
            <a:cxnLst/>
            <a:rect l="l" t="t" r="r" b="b"/>
            <a:pathLst>
              <a:path w="216534" h="181610">
                <a:moveTo>
                  <a:pt x="216407" y="89915"/>
                </a:moveTo>
                <a:lnTo>
                  <a:pt x="202691" y="45719"/>
                </a:lnTo>
                <a:lnTo>
                  <a:pt x="167639" y="15239"/>
                </a:lnTo>
                <a:lnTo>
                  <a:pt x="129539" y="1523"/>
                </a:lnTo>
                <a:lnTo>
                  <a:pt x="118871" y="0"/>
                </a:lnTo>
                <a:lnTo>
                  <a:pt x="97535" y="0"/>
                </a:lnTo>
                <a:lnTo>
                  <a:pt x="86867" y="1523"/>
                </a:lnTo>
                <a:lnTo>
                  <a:pt x="76199" y="4571"/>
                </a:lnTo>
                <a:lnTo>
                  <a:pt x="67055" y="7619"/>
                </a:lnTo>
                <a:lnTo>
                  <a:pt x="56387" y="10667"/>
                </a:lnTo>
                <a:lnTo>
                  <a:pt x="48767" y="15239"/>
                </a:lnTo>
                <a:lnTo>
                  <a:pt x="39623" y="19811"/>
                </a:lnTo>
                <a:lnTo>
                  <a:pt x="32003" y="25907"/>
                </a:lnTo>
                <a:lnTo>
                  <a:pt x="18287" y="39623"/>
                </a:lnTo>
                <a:lnTo>
                  <a:pt x="9143" y="54863"/>
                </a:lnTo>
                <a:lnTo>
                  <a:pt x="4571" y="64007"/>
                </a:lnTo>
                <a:lnTo>
                  <a:pt x="3047" y="71627"/>
                </a:lnTo>
                <a:lnTo>
                  <a:pt x="0" y="80771"/>
                </a:lnTo>
                <a:lnTo>
                  <a:pt x="0" y="91439"/>
                </a:lnTo>
                <a:lnTo>
                  <a:pt x="3047" y="109727"/>
                </a:lnTo>
                <a:lnTo>
                  <a:pt x="6095" y="118871"/>
                </a:lnTo>
                <a:lnTo>
                  <a:pt x="9143" y="126491"/>
                </a:lnTo>
                <a:lnTo>
                  <a:pt x="13715" y="134111"/>
                </a:lnTo>
                <a:lnTo>
                  <a:pt x="19811" y="141731"/>
                </a:lnTo>
                <a:lnTo>
                  <a:pt x="19811" y="82295"/>
                </a:lnTo>
                <a:lnTo>
                  <a:pt x="21335" y="76199"/>
                </a:lnTo>
                <a:lnTo>
                  <a:pt x="22859" y="68579"/>
                </a:lnTo>
                <a:lnTo>
                  <a:pt x="25907" y="62483"/>
                </a:lnTo>
                <a:lnTo>
                  <a:pt x="30479" y="56387"/>
                </a:lnTo>
                <a:lnTo>
                  <a:pt x="33527" y="50291"/>
                </a:lnTo>
                <a:lnTo>
                  <a:pt x="39623" y="45719"/>
                </a:lnTo>
                <a:lnTo>
                  <a:pt x="44195" y="39623"/>
                </a:lnTo>
                <a:lnTo>
                  <a:pt x="51815" y="35051"/>
                </a:lnTo>
                <a:lnTo>
                  <a:pt x="57911" y="32003"/>
                </a:lnTo>
                <a:lnTo>
                  <a:pt x="65531" y="27431"/>
                </a:lnTo>
                <a:lnTo>
                  <a:pt x="73151" y="24383"/>
                </a:lnTo>
                <a:lnTo>
                  <a:pt x="82295" y="22859"/>
                </a:lnTo>
                <a:lnTo>
                  <a:pt x="89915" y="19811"/>
                </a:lnTo>
                <a:lnTo>
                  <a:pt x="99059" y="19811"/>
                </a:lnTo>
                <a:lnTo>
                  <a:pt x="108203" y="18287"/>
                </a:lnTo>
                <a:lnTo>
                  <a:pt x="117347" y="19811"/>
                </a:lnTo>
                <a:lnTo>
                  <a:pt x="126491" y="19811"/>
                </a:lnTo>
                <a:lnTo>
                  <a:pt x="135635" y="22859"/>
                </a:lnTo>
                <a:lnTo>
                  <a:pt x="143255" y="24383"/>
                </a:lnTo>
                <a:lnTo>
                  <a:pt x="152399" y="27431"/>
                </a:lnTo>
                <a:lnTo>
                  <a:pt x="158495" y="32003"/>
                </a:lnTo>
                <a:lnTo>
                  <a:pt x="166115" y="36575"/>
                </a:lnTo>
                <a:lnTo>
                  <a:pt x="178307" y="45719"/>
                </a:lnTo>
                <a:lnTo>
                  <a:pt x="187451" y="57911"/>
                </a:lnTo>
                <a:lnTo>
                  <a:pt x="193547" y="70103"/>
                </a:lnTo>
                <a:lnTo>
                  <a:pt x="195071" y="76199"/>
                </a:lnTo>
                <a:lnTo>
                  <a:pt x="196595" y="83819"/>
                </a:lnTo>
                <a:lnTo>
                  <a:pt x="196595" y="142951"/>
                </a:lnTo>
                <a:lnTo>
                  <a:pt x="198119" y="141731"/>
                </a:lnTo>
                <a:lnTo>
                  <a:pt x="202691" y="134111"/>
                </a:lnTo>
                <a:lnTo>
                  <a:pt x="207263" y="124967"/>
                </a:lnTo>
                <a:lnTo>
                  <a:pt x="211835" y="117347"/>
                </a:lnTo>
                <a:lnTo>
                  <a:pt x="216407" y="89915"/>
                </a:lnTo>
                <a:close/>
              </a:path>
              <a:path w="216534" h="181610">
                <a:moveTo>
                  <a:pt x="196595" y="142951"/>
                </a:moveTo>
                <a:lnTo>
                  <a:pt x="196595" y="97535"/>
                </a:lnTo>
                <a:lnTo>
                  <a:pt x="195071" y="105155"/>
                </a:lnTo>
                <a:lnTo>
                  <a:pt x="193547" y="111251"/>
                </a:lnTo>
                <a:lnTo>
                  <a:pt x="158495" y="149351"/>
                </a:lnTo>
                <a:lnTo>
                  <a:pt x="117347" y="161543"/>
                </a:lnTo>
                <a:lnTo>
                  <a:pt x="99059" y="161543"/>
                </a:lnTo>
                <a:lnTo>
                  <a:pt x="80771" y="158495"/>
                </a:lnTo>
                <a:lnTo>
                  <a:pt x="73151" y="155447"/>
                </a:lnTo>
                <a:lnTo>
                  <a:pt x="64007" y="152399"/>
                </a:lnTo>
                <a:lnTo>
                  <a:pt x="28955" y="123443"/>
                </a:lnTo>
                <a:lnTo>
                  <a:pt x="19811" y="97535"/>
                </a:lnTo>
                <a:lnTo>
                  <a:pt x="19811" y="141731"/>
                </a:lnTo>
                <a:lnTo>
                  <a:pt x="25907" y="149351"/>
                </a:lnTo>
                <a:lnTo>
                  <a:pt x="33527" y="155447"/>
                </a:lnTo>
                <a:lnTo>
                  <a:pt x="41147" y="160019"/>
                </a:lnTo>
                <a:lnTo>
                  <a:pt x="48767" y="166115"/>
                </a:lnTo>
                <a:lnTo>
                  <a:pt x="57911" y="170687"/>
                </a:lnTo>
                <a:lnTo>
                  <a:pt x="76199" y="176783"/>
                </a:lnTo>
                <a:lnTo>
                  <a:pt x="108203" y="181355"/>
                </a:lnTo>
                <a:lnTo>
                  <a:pt x="140207" y="176783"/>
                </a:lnTo>
                <a:lnTo>
                  <a:pt x="149351" y="173735"/>
                </a:lnTo>
                <a:lnTo>
                  <a:pt x="160019" y="169163"/>
                </a:lnTo>
                <a:lnTo>
                  <a:pt x="167639" y="166115"/>
                </a:lnTo>
                <a:lnTo>
                  <a:pt x="176783" y="160019"/>
                </a:lnTo>
                <a:lnTo>
                  <a:pt x="184403" y="153923"/>
                </a:lnTo>
                <a:lnTo>
                  <a:pt x="190499" y="147827"/>
                </a:lnTo>
                <a:lnTo>
                  <a:pt x="196595" y="142951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124514" y="4652771"/>
            <a:ext cx="1123315" cy="897890"/>
          </a:xfrm>
          <a:custGeom>
            <a:avLst/>
            <a:gdLst/>
            <a:ahLst/>
            <a:cxnLst/>
            <a:rect l="l" t="t" r="r" b="b"/>
            <a:pathLst>
              <a:path w="1123315" h="897889">
                <a:moveTo>
                  <a:pt x="1123187" y="882395"/>
                </a:moveTo>
                <a:lnTo>
                  <a:pt x="12191" y="0"/>
                </a:lnTo>
                <a:lnTo>
                  <a:pt x="0" y="15239"/>
                </a:lnTo>
                <a:lnTo>
                  <a:pt x="1110995" y="897635"/>
                </a:lnTo>
                <a:lnTo>
                  <a:pt x="1123187" y="882395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691443" y="5681471"/>
            <a:ext cx="559435" cy="1005840"/>
          </a:xfrm>
          <a:custGeom>
            <a:avLst/>
            <a:gdLst/>
            <a:ahLst/>
            <a:cxnLst/>
            <a:rect l="l" t="t" r="r" b="b"/>
            <a:pathLst>
              <a:path w="559434" h="1005840">
                <a:moveTo>
                  <a:pt x="559307" y="9143"/>
                </a:moveTo>
                <a:lnTo>
                  <a:pt x="542543" y="0"/>
                </a:lnTo>
                <a:lnTo>
                  <a:pt x="0" y="998219"/>
                </a:lnTo>
                <a:lnTo>
                  <a:pt x="16763" y="1005839"/>
                </a:lnTo>
                <a:lnTo>
                  <a:pt x="559307" y="9143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713290" y="4582667"/>
            <a:ext cx="1351915" cy="609600"/>
          </a:xfrm>
          <a:custGeom>
            <a:avLst/>
            <a:gdLst/>
            <a:ahLst/>
            <a:cxnLst/>
            <a:rect l="l" t="t" r="r" b="b"/>
            <a:pathLst>
              <a:path w="1351914" h="609600">
                <a:moveTo>
                  <a:pt x="1351787" y="16763"/>
                </a:moveTo>
                <a:lnTo>
                  <a:pt x="1344167" y="0"/>
                </a:lnTo>
                <a:lnTo>
                  <a:pt x="0" y="591311"/>
                </a:lnTo>
                <a:lnTo>
                  <a:pt x="7619" y="609599"/>
                </a:lnTo>
                <a:lnTo>
                  <a:pt x="1351787" y="16763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707194" y="5158739"/>
            <a:ext cx="2603500" cy="472440"/>
          </a:xfrm>
          <a:custGeom>
            <a:avLst/>
            <a:gdLst/>
            <a:ahLst/>
            <a:cxnLst/>
            <a:rect l="l" t="t" r="r" b="b"/>
            <a:pathLst>
              <a:path w="2603500" h="472439">
                <a:moveTo>
                  <a:pt x="2602991" y="454151"/>
                </a:moveTo>
                <a:lnTo>
                  <a:pt x="4571" y="0"/>
                </a:lnTo>
                <a:lnTo>
                  <a:pt x="0" y="18287"/>
                </a:lnTo>
                <a:lnTo>
                  <a:pt x="2599943" y="472439"/>
                </a:lnTo>
                <a:lnTo>
                  <a:pt x="2602991" y="454151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9573079" y="4877814"/>
            <a:ext cx="172085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00" spc="-5" dirty="0">
                <a:latin typeface="Times New Roman"/>
                <a:cs typeface="Times New Roman"/>
              </a:rPr>
              <a:t>D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438468" y="4955538"/>
            <a:ext cx="172085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00" spc="-5" dirty="0">
                <a:latin typeface="Times New Roman"/>
                <a:cs typeface="Times New Roman"/>
              </a:rPr>
              <a:t>A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759520" y="6782814"/>
            <a:ext cx="149225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00" spc="-10" dirty="0">
                <a:latin typeface="Times New Roman"/>
                <a:cs typeface="Times New Roman"/>
              </a:rPr>
              <a:t>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420935" y="5335014"/>
            <a:ext cx="13843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00" spc="-5" dirty="0">
                <a:latin typeface="Times New Roman"/>
                <a:cs typeface="Times New Roman"/>
              </a:rPr>
              <a:t>F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259647" y="4345939"/>
            <a:ext cx="16129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00" dirty="0">
                <a:latin typeface="Times New Roman"/>
                <a:cs typeface="Times New Roman"/>
              </a:rPr>
              <a:t>B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045265" y="3777997"/>
            <a:ext cx="483870" cy="809625"/>
          </a:xfrm>
          <a:custGeom>
            <a:avLst/>
            <a:gdLst/>
            <a:ahLst/>
            <a:cxnLst/>
            <a:rect l="l" t="t" r="r" b="b"/>
            <a:pathLst>
              <a:path w="483870" h="809625">
                <a:moveTo>
                  <a:pt x="483282" y="0"/>
                </a:moveTo>
                <a:lnTo>
                  <a:pt x="461499" y="0"/>
                </a:lnTo>
                <a:lnTo>
                  <a:pt x="0" y="800099"/>
                </a:lnTo>
                <a:lnTo>
                  <a:pt x="15239" y="809243"/>
                </a:lnTo>
                <a:lnTo>
                  <a:pt x="483282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051363" y="4588763"/>
            <a:ext cx="581025" cy="2176780"/>
          </a:xfrm>
          <a:custGeom>
            <a:avLst/>
            <a:gdLst/>
            <a:ahLst/>
            <a:cxnLst/>
            <a:rect l="l" t="t" r="r" b="b"/>
            <a:pathLst>
              <a:path w="581025" h="2176779">
                <a:moveTo>
                  <a:pt x="580643" y="2171699"/>
                </a:moveTo>
                <a:lnTo>
                  <a:pt x="18287" y="0"/>
                </a:lnTo>
                <a:lnTo>
                  <a:pt x="0" y="4571"/>
                </a:lnTo>
                <a:lnTo>
                  <a:pt x="562355" y="2176271"/>
                </a:lnTo>
                <a:lnTo>
                  <a:pt x="580643" y="2171699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051362" y="4573524"/>
            <a:ext cx="2499360" cy="619125"/>
          </a:xfrm>
          <a:custGeom>
            <a:avLst/>
            <a:gdLst/>
            <a:ahLst/>
            <a:cxnLst/>
            <a:rect l="l" t="t" r="r" b="b"/>
            <a:pathLst>
              <a:path w="2499359" h="619125">
                <a:moveTo>
                  <a:pt x="2499359" y="600455"/>
                </a:moveTo>
                <a:lnTo>
                  <a:pt x="4571" y="0"/>
                </a:lnTo>
                <a:lnTo>
                  <a:pt x="0" y="18287"/>
                </a:lnTo>
                <a:lnTo>
                  <a:pt x="2494787" y="618743"/>
                </a:lnTo>
                <a:lnTo>
                  <a:pt x="2499359" y="600455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164651" y="4664964"/>
            <a:ext cx="970915" cy="970915"/>
          </a:xfrm>
          <a:custGeom>
            <a:avLst/>
            <a:gdLst/>
            <a:ahLst/>
            <a:cxnLst/>
            <a:rect l="l" t="t" r="r" b="b"/>
            <a:pathLst>
              <a:path w="970914" h="970914">
                <a:moveTo>
                  <a:pt x="86867" y="327659"/>
                </a:moveTo>
                <a:lnTo>
                  <a:pt x="33527" y="307847"/>
                </a:lnTo>
                <a:lnTo>
                  <a:pt x="28955" y="318515"/>
                </a:lnTo>
                <a:lnTo>
                  <a:pt x="21335" y="341375"/>
                </a:lnTo>
                <a:lnTo>
                  <a:pt x="9143" y="388619"/>
                </a:lnTo>
                <a:lnTo>
                  <a:pt x="1523" y="435863"/>
                </a:lnTo>
                <a:lnTo>
                  <a:pt x="0" y="461771"/>
                </a:lnTo>
                <a:lnTo>
                  <a:pt x="0" y="484631"/>
                </a:lnTo>
                <a:lnTo>
                  <a:pt x="28193" y="485393"/>
                </a:lnTo>
                <a:lnTo>
                  <a:pt x="56387" y="484631"/>
                </a:lnTo>
                <a:lnTo>
                  <a:pt x="56438" y="485343"/>
                </a:lnTo>
                <a:lnTo>
                  <a:pt x="59435" y="440435"/>
                </a:lnTo>
                <a:lnTo>
                  <a:pt x="65531" y="397763"/>
                </a:lnTo>
                <a:lnTo>
                  <a:pt x="76199" y="356615"/>
                </a:lnTo>
                <a:lnTo>
                  <a:pt x="82295" y="336803"/>
                </a:lnTo>
                <a:lnTo>
                  <a:pt x="86867" y="327659"/>
                </a:lnTo>
                <a:close/>
              </a:path>
              <a:path w="970914" h="970914">
                <a:moveTo>
                  <a:pt x="73151" y="605027"/>
                </a:moveTo>
                <a:lnTo>
                  <a:pt x="65531" y="571499"/>
                </a:lnTo>
                <a:lnTo>
                  <a:pt x="60959" y="550163"/>
                </a:lnTo>
                <a:lnTo>
                  <a:pt x="56438" y="485343"/>
                </a:lnTo>
                <a:lnTo>
                  <a:pt x="56387" y="486155"/>
                </a:lnTo>
                <a:lnTo>
                  <a:pt x="28193" y="485393"/>
                </a:lnTo>
                <a:lnTo>
                  <a:pt x="0" y="486155"/>
                </a:lnTo>
                <a:lnTo>
                  <a:pt x="0" y="510539"/>
                </a:lnTo>
                <a:lnTo>
                  <a:pt x="1523" y="534923"/>
                </a:lnTo>
                <a:lnTo>
                  <a:pt x="4571" y="560831"/>
                </a:lnTo>
                <a:lnTo>
                  <a:pt x="9143" y="583691"/>
                </a:lnTo>
                <a:lnTo>
                  <a:pt x="18287" y="620267"/>
                </a:lnTo>
                <a:lnTo>
                  <a:pt x="73151" y="605027"/>
                </a:lnTo>
                <a:close/>
              </a:path>
              <a:path w="970914" h="970914">
                <a:moveTo>
                  <a:pt x="56438" y="485343"/>
                </a:moveTo>
                <a:lnTo>
                  <a:pt x="56387" y="484631"/>
                </a:lnTo>
                <a:lnTo>
                  <a:pt x="28193" y="485393"/>
                </a:lnTo>
                <a:lnTo>
                  <a:pt x="56387" y="486155"/>
                </a:lnTo>
                <a:lnTo>
                  <a:pt x="56438" y="485343"/>
                </a:lnTo>
                <a:close/>
              </a:path>
              <a:path w="970914" h="970914">
                <a:moveTo>
                  <a:pt x="210311" y="155447"/>
                </a:moveTo>
                <a:lnTo>
                  <a:pt x="173735" y="112775"/>
                </a:lnTo>
                <a:lnTo>
                  <a:pt x="158495" y="126491"/>
                </a:lnTo>
                <a:lnTo>
                  <a:pt x="141731" y="141731"/>
                </a:lnTo>
                <a:lnTo>
                  <a:pt x="109727" y="176783"/>
                </a:lnTo>
                <a:lnTo>
                  <a:pt x="82295" y="214883"/>
                </a:lnTo>
                <a:lnTo>
                  <a:pt x="70103" y="234695"/>
                </a:lnTo>
                <a:lnTo>
                  <a:pt x="59435" y="251459"/>
                </a:lnTo>
                <a:lnTo>
                  <a:pt x="108203" y="280415"/>
                </a:lnTo>
                <a:lnTo>
                  <a:pt x="118871" y="262127"/>
                </a:lnTo>
                <a:lnTo>
                  <a:pt x="129539" y="245363"/>
                </a:lnTo>
                <a:lnTo>
                  <a:pt x="141731" y="228599"/>
                </a:lnTo>
                <a:lnTo>
                  <a:pt x="155447" y="211835"/>
                </a:lnTo>
                <a:lnTo>
                  <a:pt x="182879" y="181355"/>
                </a:lnTo>
                <a:lnTo>
                  <a:pt x="198119" y="167639"/>
                </a:lnTo>
                <a:lnTo>
                  <a:pt x="210311" y="155447"/>
                </a:lnTo>
                <a:close/>
              </a:path>
              <a:path w="970914" h="970914">
                <a:moveTo>
                  <a:pt x="400811" y="65531"/>
                </a:moveTo>
                <a:lnTo>
                  <a:pt x="391667" y="9143"/>
                </a:lnTo>
                <a:lnTo>
                  <a:pt x="387095" y="9143"/>
                </a:lnTo>
                <a:lnTo>
                  <a:pt x="339851" y="21335"/>
                </a:lnTo>
                <a:lnTo>
                  <a:pt x="274319" y="47243"/>
                </a:lnTo>
                <a:lnTo>
                  <a:pt x="233171" y="70103"/>
                </a:lnTo>
                <a:lnTo>
                  <a:pt x="222503" y="76199"/>
                </a:lnTo>
                <a:lnTo>
                  <a:pt x="254507" y="124967"/>
                </a:lnTo>
                <a:lnTo>
                  <a:pt x="263651" y="118871"/>
                </a:lnTo>
                <a:lnTo>
                  <a:pt x="281939" y="108203"/>
                </a:lnTo>
                <a:lnTo>
                  <a:pt x="318515" y="89915"/>
                </a:lnTo>
                <a:lnTo>
                  <a:pt x="358139" y="76199"/>
                </a:lnTo>
                <a:lnTo>
                  <a:pt x="399287" y="65531"/>
                </a:lnTo>
                <a:lnTo>
                  <a:pt x="400811" y="65531"/>
                </a:lnTo>
                <a:close/>
              </a:path>
              <a:path w="970914" h="970914">
                <a:moveTo>
                  <a:pt x="485393" y="56438"/>
                </a:moveTo>
                <a:lnTo>
                  <a:pt x="484631" y="56387"/>
                </a:lnTo>
                <a:lnTo>
                  <a:pt x="484631" y="0"/>
                </a:lnTo>
                <a:lnTo>
                  <a:pt x="460247" y="0"/>
                </a:lnTo>
                <a:lnTo>
                  <a:pt x="451103" y="1523"/>
                </a:lnTo>
                <a:lnTo>
                  <a:pt x="455675" y="57911"/>
                </a:lnTo>
                <a:lnTo>
                  <a:pt x="463295" y="57911"/>
                </a:lnTo>
                <a:lnTo>
                  <a:pt x="484631" y="56489"/>
                </a:lnTo>
                <a:lnTo>
                  <a:pt x="485393" y="28193"/>
                </a:lnTo>
                <a:lnTo>
                  <a:pt x="485393" y="56438"/>
                </a:lnTo>
                <a:close/>
              </a:path>
              <a:path w="970914" h="970914">
                <a:moveTo>
                  <a:pt x="486155" y="56387"/>
                </a:moveTo>
                <a:lnTo>
                  <a:pt x="485393" y="28193"/>
                </a:lnTo>
                <a:lnTo>
                  <a:pt x="484631" y="56387"/>
                </a:lnTo>
                <a:lnTo>
                  <a:pt x="485393" y="56438"/>
                </a:lnTo>
                <a:lnTo>
                  <a:pt x="486155" y="56387"/>
                </a:lnTo>
                <a:close/>
              </a:path>
              <a:path w="970914" h="970914">
                <a:moveTo>
                  <a:pt x="630935" y="21335"/>
                </a:moveTo>
                <a:lnTo>
                  <a:pt x="629411" y="21335"/>
                </a:lnTo>
                <a:lnTo>
                  <a:pt x="606551" y="15239"/>
                </a:lnTo>
                <a:lnTo>
                  <a:pt x="582167" y="9143"/>
                </a:lnTo>
                <a:lnTo>
                  <a:pt x="557783" y="4571"/>
                </a:lnTo>
                <a:lnTo>
                  <a:pt x="534923" y="1523"/>
                </a:lnTo>
                <a:lnTo>
                  <a:pt x="509015" y="0"/>
                </a:lnTo>
                <a:lnTo>
                  <a:pt x="486155" y="0"/>
                </a:lnTo>
                <a:lnTo>
                  <a:pt x="485393" y="28193"/>
                </a:lnTo>
                <a:lnTo>
                  <a:pt x="486155" y="56387"/>
                </a:lnTo>
                <a:lnTo>
                  <a:pt x="530351" y="59435"/>
                </a:lnTo>
                <a:lnTo>
                  <a:pt x="573023" y="65531"/>
                </a:lnTo>
                <a:lnTo>
                  <a:pt x="592835" y="70103"/>
                </a:lnTo>
                <a:lnTo>
                  <a:pt x="612647" y="76199"/>
                </a:lnTo>
                <a:lnTo>
                  <a:pt x="630935" y="21335"/>
                </a:lnTo>
                <a:close/>
              </a:path>
              <a:path w="970914" h="970914">
                <a:moveTo>
                  <a:pt x="486155" y="56489"/>
                </a:moveTo>
                <a:lnTo>
                  <a:pt x="485393" y="56438"/>
                </a:lnTo>
                <a:lnTo>
                  <a:pt x="486155" y="56489"/>
                </a:lnTo>
                <a:close/>
              </a:path>
              <a:path w="970914" h="970914">
                <a:moveTo>
                  <a:pt x="835151" y="147827"/>
                </a:moveTo>
                <a:lnTo>
                  <a:pt x="794003" y="109727"/>
                </a:lnTo>
                <a:lnTo>
                  <a:pt x="755903" y="82295"/>
                </a:lnTo>
                <a:lnTo>
                  <a:pt x="716279" y="57911"/>
                </a:lnTo>
                <a:lnTo>
                  <a:pt x="687323" y="44195"/>
                </a:lnTo>
                <a:lnTo>
                  <a:pt x="664463" y="96011"/>
                </a:lnTo>
                <a:lnTo>
                  <a:pt x="672083" y="99059"/>
                </a:lnTo>
                <a:lnTo>
                  <a:pt x="690371" y="108203"/>
                </a:lnTo>
                <a:lnTo>
                  <a:pt x="708659" y="118871"/>
                </a:lnTo>
                <a:lnTo>
                  <a:pt x="725423" y="131063"/>
                </a:lnTo>
                <a:lnTo>
                  <a:pt x="742187" y="141731"/>
                </a:lnTo>
                <a:lnTo>
                  <a:pt x="758951" y="155447"/>
                </a:lnTo>
                <a:lnTo>
                  <a:pt x="789431" y="182879"/>
                </a:lnTo>
                <a:lnTo>
                  <a:pt x="794003" y="187451"/>
                </a:lnTo>
                <a:lnTo>
                  <a:pt x="835151" y="147827"/>
                </a:lnTo>
                <a:close/>
              </a:path>
              <a:path w="970914" h="970914">
                <a:moveTo>
                  <a:pt x="954023" y="356615"/>
                </a:moveTo>
                <a:lnTo>
                  <a:pt x="941831" y="316991"/>
                </a:lnTo>
                <a:lnTo>
                  <a:pt x="923543" y="274319"/>
                </a:lnTo>
                <a:lnTo>
                  <a:pt x="888491" y="213359"/>
                </a:lnTo>
                <a:lnTo>
                  <a:pt x="874775" y="193547"/>
                </a:lnTo>
                <a:lnTo>
                  <a:pt x="829055" y="228599"/>
                </a:lnTo>
                <a:lnTo>
                  <a:pt x="829055" y="230123"/>
                </a:lnTo>
                <a:lnTo>
                  <a:pt x="841247" y="246887"/>
                </a:lnTo>
                <a:lnTo>
                  <a:pt x="851915" y="263651"/>
                </a:lnTo>
                <a:lnTo>
                  <a:pt x="862583" y="281939"/>
                </a:lnTo>
                <a:lnTo>
                  <a:pt x="880871" y="318515"/>
                </a:lnTo>
                <a:lnTo>
                  <a:pt x="888491" y="338327"/>
                </a:lnTo>
                <a:lnTo>
                  <a:pt x="899159" y="373379"/>
                </a:lnTo>
                <a:lnTo>
                  <a:pt x="954023" y="356615"/>
                </a:lnTo>
                <a:close/>
              </a:path>
              <a:path w="970914" h="970914">
                <a:moveTo>
                  <a:pt x="970787" y="509015"/>
                </a:moveTo>
                <a:lnTo>
                  <a:pt x="970787" y="486155"/>
                </a:lnTo>
                <a:lnTo>
                  <a:pt x="942593" y="485393"/>
                </a:lnTo>
                <a:lnTo>
                  <a:pt x="914399" y="486155"/>
                </a:lnTo>
                <a:lnTo>
                  <a:pt x="914349" y="485393"/>
                </a:lnTo>
                <a:lnTo>
                  <a:pt x="911351" y="530351"/>
                </a:lnTo>
                <a:lnTo>
                  <a:pt x="905255" y="573023"/>
                </a:lnTo>
                <a:lnTo>
                  <a:pt x="902207" y="585215"/>
                </a:lnTo>
                <a:lnTo>
                  <a:pt x="958595" y="597407"/>
                </a:lnTo>
                <a:lnTo>
                  <a:pt x="961643" y="582167"/>
                </a:lnTo>
                <a:lnTo>
                  <a:pt x="966215" y="557783"/>
                </a:lnTo>
                <a:lnTo>
                  <a:pt x="969263" y="534923"/>
                </a:lnTo>
                <a:lnTo>
                  <a:pt x="970787" y="509015"/>
                </a:lnTo>
                <a:close/>
              </a:path>
              <a:path w="970914" h="970914">
                <a:moveTo>
                  <a:pt x="970787" y="484631"/>
                </a:moveTo>
                <a:lnTo>
                  <a:pt x="970787" y="460247"/>
                </a:lnTo>
                <a:lnTo>
                  <a:pt x="969263" y="434339"/>
                </a:lnTo>
                <a:lnTo>
                  <a:pt x="966215" y="417575"/>
                </a:lnTo>
                <a:lnTo>
                  <a:pt x="909827" y="425195"/>
                </a:lnTo>
                <a:lnTo>
                  <a:pt x="911351" y="441959"/>
                </a:lnTo>
                <a:lnTo>
                  <a:pt x="914349" y="485393"/>
                </a:lnTo>
                <a:lnTo>
                  <a:pt x="914399" y="484631"/>
                </a:lnTo>
                <a:lnTo>
                  <a:pt x="942593" y="485393"/>
                </a:lnTo>
                <a:lnTo>
                  <a:pt x="970787" y="484631"/>
                </a:lnTo>
                <a:close/>
              </a:path>
              <a:path w="970914" h="970914">
                <a:moveTo>
                  <a:pt x="942593" y="485393"/>
                </a:moveTo>
                <a:lnTo>
                  <a:pt x="914399" y="484631"/>
                </a:lnTo>
                <a:lnTo>
                  <a:pt x="914349" y="485393"/>
                </a:lnTo>
                <a:lnTo>
                  <a:pt x="914399" y="486155"/>
                </a:lnTo>
                <a:lnTo>
                  <a:pt x="942593" y="485393"/>
                </a:lnTo>
                <a:close/>
              </a:path>
              <a:path w="970914" h="970914">
                <a:moveTo>
                  <a:pt x="803147" y="853439"/>
                </a:moveTo>
                <a:lnTo>
                  <a:pt x="765047" y="809243"/>
                </a:lnTo>
                <a:lnTo>
                  <a:pt x="757427" y="816863"/>
                </a:lnTo>
                <a:lnTo>
                  <a:pt x="723899" y="841247"/>
                </a:lnTo>
                <a:lnTo>
                  <a:pt x="688847" y="862583"/>
                </a:lnTo>
                <a:lnTo>
                  <a:pt x="652271" y="880871"/>
                </a:lnTo>
                <a:lnTo>
                  <a:pt x="627887" y="890015"/>
                </a:lnTo>
                <a:lnTo>
                  <a:pt x="646175" y="943355"/>
                </a:lnTo>
                <a:lnTo>
                  <a:pt x="696467" y="923543"/>
                </a:lnTo>
                <a:lnTo>
                  <a:pt x="737615" y="900683"/>
                </a:lnTo>
                <a:lnTo>
                  <a:pt x="757427" y="886967"/>
                </a:lnTo>
                <a:lnTo>
                  <a:pt x="777239" y="874775"/>
                </a:lnTo>
                <a:lnTo>
                  <a:pt x="795527" y="859535"/>
                </a:lnTo>
                <a:lnTo>
                  <a:pt x="803147" y="853439"/>
                </a:lnTo>
                <a:close/>
              </a:path>
              <a:path w="970914" h="970914">
                <a:moveTo>
                  <a:pt x="940307" y="656843"/>
                </a:moveTo>
                <a:lnTo>
                  <a:pt x="886967" y="635507"/>
                </a:lnTo>
                <a:lnTo>
                  <a:pt x="879347" y="652271"/>
                </a:lnTo>
                <a:lnTo>
                  <a:pt x="871727" y="672083"/>
                </a:lnTo>
                <a:lnTo>
                  <a:pt x="862583" y="690371"/>
                </a:lnTo>
                <a:lnTo>
                  <a:pt x="851915" y="708659"/>
                </a:lnTo>
                <a:lnTo>
                  <a:pt x="839723" y="725423"/>
                </a:lnTo>
                <a:lnTo>
                  <a:pt x="829055" y="742187"/>
                </a:lnTo>
                <a:lnTo>
                  <a:pt x="815339" y="758951"/>
                </a:lnTo>
                <a:lnTo>
                  <a:pt x="803147" y="772667"/>
                </a:lnTo>
                <a:lnTo>
                  <a:pt x="845819" y="810767"/>
                </a:lnTo>
                <a:lnTo>
                  <a:pt x="874775" y="775715"/>
                </a:lnTo>
                <a:lnTo>
                  <a:pt x="912875" y="716279"/>
                </a:lnTo>
                <a:lnTo>
                  <a:pt x="932687" y="673607"/>
                </a:lnTo>
                <a:lnTo>
                  <a:pt x="940307" y="656843"/>
                </a:lnTo>
                <a:close/>
              </a:path>
              <a:path w="970914" h="970914">
                <a:moveTo>
                  <a:pt x="485369" y="914350"/>
                </a:moveTo>
                <a:lnTo>
                  <a:pt x="461771" y="912875"/>
                </a:lnTo>
                <a:lnTo>
                  <a:pt x="440435" y="911351"/>
                </a:lnTo>
                <a:lnTo>
                  <a:pt x="419099" y="908303"/>
                </a:lnTo>
                <a:lnTo>
                  <a:pt x="416051" y="908303"/>
                </a:lnTo>
                <a:lnTo>
                  <a:pt x="406907" y="964691"/>
                </a:lnTo>
                <a:lnTo>
                  <a:pt x="411479" y="966215"/>
                </a:lnTo>
                <a:lnTo>
                  <a:pt x="435863" y="969263"/>
                </a:lnTo>
                <a:lnTo>
                  <a:pt x="461771" y="970787"/>
                </a:lnTo>
                <a:lnTo>
                  <a:pt x="484631" y="970787"/>
                </a:lnTo>
                <a:lnTo>
                  <a:pt x="484631" y="914399"/>
                </a:lnTo>
                <a:lnTo>
                  <a:pt x="485369" y="914350"/>
                </a:lnTo>
                <a:close/>
              </a:path>
              <a:path w="970914" h="970914">
                <a:moveTo>
                  <a:pt x="486155" y="914399"/>
                </a:moveTo>
                <a:lnTo>
                  <a:pt x="485369" y="914350"/>
                </a:lnTo>
                <a:lnTo>
                  <a:pt x="484631" y="914399"/>
                </a:lnTo>
                <a:lnTo>
                  <a:pt x="485393" y="942593"/>
                </a:lnTo>
                <a:lnTo>
                  <a:pt x="486155" y="914399"/>
                </a:lnTo>
                <a:close/>
              </a:path>
              <a:path w="970914" h="970914">
                <a:moveTo>
                  <a:pt x="485393" y="942593"/>
                </a:moveTo>
                <a:lnTo>
                  <a:pt x="484631" y="914399"/>
                </a:lnTo>
                <a:lnTo>
                  <a:pt x="484631" y="970787"/>
                </a:lnTo>
                <a:lnTo>
                  <a:pt x="485393" y="942593"/>
                </a:lnTo>
                <a:close/>
              </a:path>
              <a:path w="970914" h="970914">
                <a:moveTo>
                  <a:pt x="588263" y="960119"/>
                </a:moveTo>
                <a:lnTo>
                  <a:pt x="576071" y="903731"/>
                </a:lnTo>
                <a:lnTo>
                  <a:pt x="571499" y="905255"/>
                </a:lnTo>
                <a:lnTo>
                  <a:pt x="550163" y="909827"/>
                </a:lnTo>
                <a:lnTo>
                  <a:pt x="507491" y="912875"/>
                </a:lnTo>
                <a:lnTo>
                  <a:pt x="485369" y="914350"/>
                </a:lnTo>
                <a:lnTo>
                  <a:pt x="486155" y="914399"/>
                </a:lnTo>
                <a:lnTo>
                  <a:pt x="486155" y="970787"/>
                </a:lnTo>
                <a:lnTo>
                  <a:pt x="510539" y="970787"/>
                </a:lnTo>
                <a:lnTo>
                  <a:pt x="536447" y="969263"/>
                </a:lnTo>
                <a:lnTo>
                  <a:pt x="559307" y="964691"/>
                </a:lnTo>
                <a:lnTo>
                  <a:pt x="583691" y="961643"/>
                </a:lnTo>
                <a:lnTo>
                  <a:pt x="588263" y="960119"/>
                </a:lnTo>
                <a:close/>
              </a:path>
              <a:path w="970914" h="970914">
                <a:moveTo>
                  <a:pt x="486155" y="970787"/>
                </a:moveTo>
                <a:lnTo>
                  <a:pt x="486155" y="914399"/>
                </a:lnTo>
                <a:lnTo>
                  <a:pt x="485393" y="942593"/>
                </a:lnTo>
                <a:lnTo>
                  <a:pt x="486155" y="970787"/>
                </a:lnTo>
                <a:close/>
              </a:path>
              <a:path w="970914" h="970914">
                <a:moveTo>
                  <a:pt x="364235" y="896111"/>
                </a:moveTo>
                <a:lnTo>
                  <a:pt x="356615" y="894587"/>
                </a:lnTo>
                <a:lnTo>
                  <a:pt x="336803" y="888491"/>
                </a:lnTo>
                <a:lnTo>
                  <a:pt x="318515" y="879347"/>
                </a:lnTo>
                <a:lnTo>
                  <a:pt x="298703" y="871727"/>
                </a:lnTo>
                <a:lnTo>
                  <a:pt x="280415" y="862583"/>
                </a:lnTo>
                <a:lnTo>
                  <a:pt x="262127" y="851915"/>
                </a:lnTo>
                <a:lnTo>
                  <a:pt x="245363" y="839723"/>
                </a:lnTo>
                <a:lnTo>
                  <a:pt x="228599" y="829055"/>
                </a:lnTo>
                <a:lnTo>
                  <a:pt x="222503" y="822959"/>
                </a:lnTo>
                <a:lnTo>
                  <a:pt x="185927" y="868679"/>
                </a:lnTo>
                <a:lnTo>
                  <a:pt x="195071" y="874775"/>
                </a:lnTo>
                <a:lnTo>
                  <a:pt x="214883" y="888491"/>
                </a:lnTo>
                <a:lnTo>
                  <a:pt x="254507" y="912875"/>
                </a:lnTo>
                <a:lnTo>
                  <a:pt x="318515" y="941831"/>
                </a:lnTo>
                <a:lnTo>
                  <a:pt x="347471" y="950975"/>
                </a:lnTo>
                <a:lnTo>
                  <a:pt x="364235" y="896111"/>
                </a:lnTo>
                <a:close/>
              </a:path>
              <a:path w="970914" h="970914">
                <a:moveTo>
                  <a:pt x="181355" y="787907"/>
                </a:moveTo>
                <a:lnTo>
                  <a:pt x="153923" y="757427"/>
                </a:lnTo>
                <a:lnTo>
                  <a:pt x="129539" y="723899"/>
                </a:lnTo>
                <a:lnTo>
                  <a:pt x="108203" y="688847"/>
                </a:lnTo>
                <a:lnTo>
                  <a:pt x="91439" y="655319"/>
                </a:lnTo>
                <a:lnTo>
                  <a:pt x="39623" y="678179"/>
                </a:lnTo>
                <a:lnTo>
                  <a:pt x="57911" y="717803"/>
                </a:lnTo>
                <a:lnTo>
                  <a:pt x="82295" y="757427"/>
                </a:lnTo>
                <a:lnTo>
                  <a:pt x="111251" y="795527"/>
                </a:lnTo>
                <a:lnTo>
                  <a:pt x="140207" y="827531"/>
                </a:lnTo>
                <a:lnTo>
                  <a:pt x="181355" y="787907"/>
                </a:lnTo>
                <a:close/>
              </a:path>
            </a:pathLst>
          </a:custGeom>
          <a:solidFill>
            <a:srgbClr val="FF32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9050851" y="4664964"/>
            <a:ext cx="970915" cy="970915"/>
          </a:xfrm>
          <a:custGeom>
            <a:avLst/>
            <a:gdLst/>
            <a:ahLst/>
            <a:cxnLst/>
            <a:rect l="l" t="t" r="r" b="b"/>
            <a:pathLst>
              <a:path w="970915" h="970914">
                <a:moveTo>
                  <a:pt x="86867" y="327659"/>
                </a:moveTo>
                <a:lnTo>
                  <a:pt x="33527" y="307847"/>
                </a:lnTo>
                <a:lnTo>
                  <a:pt x="28955" y="318515"/>
                </a:lnTo>
                <a:lnTo>
                  <a:pt x="21335" y="341375"/>
                </a:lnTo>
                <a:lnTo>
                  <a:pt x="9143" y="388619"/>
                </a:lnTo>
                <a:lnTo>
                  <a:pt x="1523" y="435863"/>
                </a:lnTo>
                <a:lnTo>
                  <a:pt x="0" y="461771"/>
                </a:lnTo>
                <a:lnTo>
                  <a:pt x="0" y="484631"/>
                </a:lnTo>
                <a:lnTo>
                  <a:pt x="28193" y="485393"/>
                </a:lnTo>
                <a:lnTo>
                  <a:pt x="56387" y="484631"/>
                </a:lnTo>
                <a:lnTo>
                  <a:pt x="56438" y="485343"/>
                </a:lnTo>
                <a:lnTo>
                  <a:pt x="59435" y="440435"/>
                </a:lnTo>
                <a:lnTo>
                  <a:pt x="65531" y="397763"/>
                </a:lnTo>
                <a:lnTo>
                  <a:pt x="76199" y="356615"/>
                </a:lnTo>
                <a:lnTo>
                  <a:pt x="82295" y="336803"/>
                </a:lnTo>
                <a:lnTo>
                  <a:pt x="86867" y="327659"/>
                </a:lnTo>
                <a:close/>
              </a:path>
              <a:path w="970915" h="970914">
                <a:moveTo>
                  <a:pt x="73151" y="605027"/>
                </a:moveTo>
                <a:lnTo>
                  <a:pt x="65531" y="571499"/>
                </a:lnTo>
                <a:lnTo>
                  <a:pt x="60959" y="550163"/>
                </a:lnTo>
                <a:lnTo>
                  <a:pt x="56438" y="485343"/>
                </a:lnTo>
                <a:lnTo>
                  <a:pt x="56387" y="486155"/>
                </a:lnTo>
                <a:lnTo>
                  <a:pt x="28193" y="485393"/>
                </a:lnTo>
                <a:lnTo>
                  <a:pt x="0" y="486155"/>
                </a:lnTo>
                <a:lnTo>
                  <a:pt x="0" y="510539"/>
                </a:lnTo>
                <a:lnTo>
                  <a:pt x="1523" y="534923"/>
                </a:lnTo>
                <a:lnTo>
                  <a:pt x="4571" y="560831"/>
                </a:lnTo>
                <a:lnTo>
                  <a:pt x="9143" y="583691"/>
                </a:lnTo>
                <a:lnTo>
                  <a:pt x="18287" y="620267"/>
                </a:lnTo>
                <a:lnTo>
                  <a:pt x="73151" y="605027"/>
                </a:lnTo>
                <a:close/>
              </a:path>
              <a:path w="970915" h="970914">
                <a:moveTo>
                  <a:pt x="56438" y="485343"/>
                </a:moveTo>
                <a:lnTo>
                  <a:pt x="56387" y="484631"/>
                </a:lnTo>
                <a:lnTo>
                  <a:pt x="28193" y="485393"/>
                </a:lnTo>
                <a:lnTo>
                  <a:pt x="56387" y="486155"/>
                </a:lnTo>
                <a:lnTo>
                  <a:pt x="56438" y="485343"/>
                </a:lnTo>
                <a:close/>
              </a:path>
              <a:path w="970915" h="970914">
                <a:moveTo>
                  <a:pt x="210311" y="155447"/>
                </a:moveTo>
                <a:lnTo>
                  <a:pt x="173735" y="112775"/>
                </a:lnTo>
                <a:lnTo>
                  <a:pt x="158495" y="126491"/>
                </a:lnTo>
                <a:lnTo>
                  <a:pt x="141731" y="141731"/>
                </a:lnTo>
                <a:lnTo>
                  <a:pt x="109727" y="176783"/>
                </a:lnTo>
                <a:lnTo>
                  <a:pt x="82295" y="214883"/>
                </a:lnTo>
                <a:lnTo>
                  <a:pt x="70103" y="234695"/>
                </a:lnTo>
                <a:lnTo>
                  <a:pt x="59435" y="251459"/>
                </a:lnTo>
                <a:lnTo>
                  <a:pt x="108203" y="280415"/>
                </a:lnTo>
                <a:lnTo>
                  <a:pt x="118871" y="262127"/>
                </a:lnTo>
                <a:lnTo>
                  <a:pt x="129539" y="245363"/>
                </a:lnTo>
                <a:lnTo>
                  <a:pt x="141731" y="228599"/>
                </a:lnTo>
                <a:lnTo>
                  <a:pt x="155447" y="211835"/>
                </a:lnTo>
                <a:lnTo>
                  <a:pt x="182879" y="181355"/>
                </a:lnTo>
                <a:lnTo>
                  <a:pt x="198119" y="167639"/>
                </a:lnTo>
                <a:lnTo>
                  <a:pt x="210311" y="155447"/>
                </a:lnTo>
                <a:close/>
              </a:path>
              <a:path w="970915" h="970914">
                <a:moveTo>
                  <a:pt x="400811" y="65531"/>
                </a:moveTo>
                <a:lnTo>
                  <a:pt x="391667" y="9143"/>
                </a:lnTo>
                <a:lnTo>
                  <a:pt x="387095" y="9143"/>
                </a:lnTo>
                <a:lnTo>
                  <a:pt x="339851" y="21335"/>
                </a:lnTo>
                <a:lnTo>
                  <a:pt x="274319" y="47243"/>
                </a:lnTo>
                <a:lnTo>
                  <a:pt x="233171" y="70103"/>
                </a:lnTo>
                <a:lnTo>
                  <a:pt x="222503" y="76199"/>
                </a:lnTo>
                <a:lnTo>
                  <a:pt x="254507" y="124967"/>
                </a:lnTo>
                <a:lnTo>
                  <a:pt x="263651" y="118871"/>
                </a:lnTo>
                <a:lnTo>
                  <a:pt x="281939" y="108203"/>
                </a:lnTo>
                <a:lnTo>
                  <a:pt x="318515" y="89915"/>
                </a:lnTo>
                <a:lnTo>
                  <a:pt x="358139" y="76199"/>
                </a:lnTo>
                <a:lnTo>
                  <a:pt x="399287" y="65531"/>
                </a:lnTo>
                <a:lnTo>
                  <a:pt x="400811" y="65531"/>
                </a:lnTo>
                <a:close/>
              </a:path>
              <a:path w="970915" h="970914">
                <a:moveTo>
                  <a:pt x="485393" y="56438"/>
                </a:moveTo>
                <a:lnTo>
                  <a:pt x="484631" y="56387"/>
                </a:lnTo>
                <a:lnTo>
                  <a:pt x="484631" y="0"/>
                </a:lnTo>
                <a:lnTo>
                  <a:pt x="460247" y="0"/>
                </a:lnTo>
                <a:lnTo>
                  <a:pt x="451103" y="1523"/>
                </a:lnTo>
                <a:lnTo>
                  <a:pt x="455675" y="57911"/>
                </a:lnTo>
                <a:lnTo>
                  <a:pt x="463295" y="57911"/>
                </a:lnTo>
                <a:lnTo>
                  <a:pt x="484631" y="56489"/>
                </a:lnTo>
                <a:lnTo>
                  <a:pt x="485393" y="28193"/>
                </a:lnTo>
                <a:lnTo>
                  <a:pt x="485393" y="56438"/>
                </a:lnTo>
                <a:close/>
              </a:path>
              <a:path w="970915" h="970914">
                <a:moveTo>
                  <a:pt x="486155" y="56387"/>
                </a:moveTo>
                <a:lnTo>
                  <a:pt x="485393" y="28193"/>
                </a:lnTo>
                <a:lnTo>
                  <a:pt x="484631" y="56387"/>
                </a:lnTo>
                <a:lnTo>
                  <a:pt x="485393" y="56438"/>
                </a:lnTo>
                <a:lnTo>
                  <a:pt x="486155" y="56387"/>
                </a:lnTo>
                <a:close/>
              </a:path>
              <a:path w="970915" h="970914">
                <a:moveTo>
                  <a:pt x="630935" y="21335"/>
                </a:moveTo>
                <a:lnTo>
                  <a:pt x="629411" y="21335"/>
                </a:lnTo>
                <a:lnTo>
                  <a:pt x="606551" y="15239"/>
                </a:lnTo>
                <a:lnTo>
                  <a:pt x="582167" y="9143"/>
                </a:lnTo>
                <a:lnTo>
                  <a:pt x="557783" y="4571"/>
                </a:lnTo>
                <a:lnTo>
                  <a:pt x="534923" y="1523"/>
                </a:lnTo>
                <a:lnTo>
                  <a:pt x="509015" y="0"/>
                </a:lnTo>
                <a:lnTo>
                  <a:pt x="486155" y="0"/>
                </a:lnTo>
                <a:lnTo>
                  <a:pt x="485393" y="28193"/>
                </a:lnTo>
                <a:lnTo>
                  <a:pt x="486155" y="56387"/>
                </a:lnTo>
                <a:lnTo>
                  <a:pt x="530351" y="59435"/>
                </a:lnTo>
                <a:lnTo>
                  <a:pt x="573023" y="65531"/>
                </a:lnTo>
                <a:lnTo>
                  <a:pt x="592835" y="70103"/>
                </a:lnTo>
                <a:lnTo>
                  <a:pt x="612647" y="76199"/>
                </a:lnTo>
                <a:lnTo>
                  <a:pt x="630935" y="21335"/>
                </a:lnTo>
                <a:close/>
              </a:path>
              <a:path w="970915" h="970914">
                <a:moveTo>
                  <a:pt x="486155" y="56489"/>
                </a:moveTo>
                <a:lnTo>
                  <a:pt x="485393" y="56438"/>
                </a:lnTo>
                <a:lnTo>
                  <a:pt x="486155" y="56489"/>
                </a:lnTo>
                <a:close/>
              </a:path>
              <a:path w="970915" h="970914">
                <a:moveTo>
                  <a:pt x="835151" y="147827"/>
                </a:moveTo>
                <a:lnTo>
                  <a:pt x="794003" y="109727"/>
                </a:lnTo>
                <a:lnTo>
                  <a:pt x="755903" y="82295"/>
                </a:lnTo>
                <a:lnTo>
                  <a:pt x="716279" y="57911"/>
                </a:lnTo>
                <a:lnTo>
                  <a:pt x="687323" y="44195"/>
                </a:lnTo>
                <a:lnTo>
                  <a:pt x="664463" y="96011"/>
                </a:lnTo>
                <a:lnTo>
                  <a:pt x="672083" y="99059"/>
                </a:lnTo>
                <a:lnTo>
                  <a:pt x="690371" y="108203"/>
                </a:lnTo>
                <a:lnTo>
                  <a:pt x="708659" y="118871"/>
                </a:lnTo>
                <a:lnTo>
                  <a:pt x="725423" y="131063"/>
                </a:lnTo>
                <a:lnTo>
                  <a:pt x="742187" y="141731"/>
                </a:lnTo>
                <a:lnTo>
                  <a:pt x="758951" y="155447"/>
                </a:lnTo>
                <a:lnTo>
                  <a:pt x="789431" y="182879"/>
                </a:lnTo>
                <a:lnTo>
                  <a:pt x="794003" y="187451"/>
                </a:lnTo>
                <a:lnTo>
                  <a:pt x="835151" y="147827"/>
                </a:lnTo>
                <a:close/>
              </a:path>
              <a:path w="970915" h="970914">
                <a:moveTo>
                  <a:pt x="954023" y="356615"/>
                </a:moveTo>
                <a:lnTo>
                  <a:pt x="941831" y="316991"/>
                </a:lnTo>
                <a:lnTo>
                  <a:pt x="923543" y="274319"/>
                </a:lnTo>
                <a:lnTo>
                  <a:pt x="888491" y="213359"/>
                </a:lnTo>
                <a:lnTo>
                  <a:pt x="874775" y="193547"/>
                </a:lnTo>
                <a:lnTo>
                  <a:pt x="829055" y="230123"/>
                </a:lnTo>
                <a:lnTo>
                  <a:pt x="841247" y="246887"/>
                </a:lnTo>
                <a:lnTo>
                  <a:pt x="851915" y="263651"/>
                </a:lnTo>
                <a:lnTo>
                  <a:pt x="862583" y="281939"/>
                </a:lnTo>
                <a:lnTo>
                  <a:pt x="880871" y="318515"/>
                </a:lnTo>
                <a:lnTo>
                  <a:pt x="888491" y="338327"/>
                </a:lnTo>
                <a:lnTo>
                  <a:pt x="899159" y="373379"/>
                </a:lnTo>
                <a:lnTo>
                  <a:pt x="954023" y="356615"/>
                </a:lnTo>
                <a:close/>
              </a:path>
              <a:path w="970915" h="970914">
                <a:moveTo>
                  <a:pt x="970787" y="509015"/>
                </a:moveTo>
                <a:lnTo>
                  <a:pt x="970787" y="486155"/>
                </a:lnTo>
                <a:lnTo>
                  <a:pt x="942593" y="485393"/>
                </a:lnTo>
                <a:lnTo>
                  <a:pt x="914399" y="486155"/>
                </a:lnTo>
                <a:lnTo>
                  <a:pt x="914349" y="485393"/>
                </a:lnTo>
                <a:lnTo>
                  <a:pt x="911351" y="530351"/>
                </a:lnTo>
                <a:lnTo>
                  <a:pt x="905255" y="573023"/>
                </a:lnTo>
                <a:lnTo>
                  <a:pt x="902207" y="585215"/>
                </a:lnTo>
                <a:lnTo>
                  <a:pt x="958595" y="597407"/>
                </a:lnTo>
                <a:lnTo>
                  <a:pt x="961643" y="582167"/>
                </a:lnTo>
                <a:lnTo>
                  <a:pt x="966215" y="557783"/>
                </a:lnTo>
                <a:lnTo>
                  <a:pt x="969263" y="534923"/>
                </a:lnTo>
                <a:lnTo>
                  <a:pt x="970787" y="509015"/>
                </a:lnTo>
                <a:close/>
              </a:path>
              <a:path w="970915" h="970914">
                <a:moveTo>
                  <a:pt x="970787" y="484631"/>
                </a:moveTo>
                <a:lnTo>
                  <a:pt x="970787" y="460247"/>
                </a:lnTo>
                <a:lnTo>
                  <a:pt x="967739" y="434339"/>
                </a:lnTo>
                <a:lnTo>
                  <a:pt x="966215" y="417575"/>
                </a:lnTo>
                <a:lnTo>
                  <a:pt x="909827" y="425195"/>
                </a:lnTo>
                <a:lnTo>
                  <a:pt x="911351" y="441959"/>
                </a:lnTo>
                <a:lnTo>
                  <a:pt x="914349" y="485393"/>
                </a:lnTo>
                <a:lnTo>
                  <a:pt x="914399" y="484631"/>
                </a:lnTo>
                <a:lnTo>
                  <a:pt x="942593" y="485393"/>
                </a:lnTo>
                <a:lnTo>
                  <a:pt x="970787" y="484631"/>
                </a:lnTo>
                <a:close/>
              </a:path>
              <a:path w="970915" h="970914">
                <a:moveTo>
                  <a:pt x="942593" y="485393"/>
                </a:moveTo>
                <a:lnTo>
                  <a:pt x="914399" y="484631"/>
                </a:lnTo>
                <a:lnTo>
                  <a:pt x="914349" y="485393"/>
                </a:lnTo>
                <a:lnTo>
                  <a:pt x="914399" y="486155"/>
                </a:lnTo>
                <a:lnTo>
                  <a:pt x="942593" y="485393"/>
                </a:lnTo>
                <a:close/>
              </a:path>
              <a:path w="970915" h="970914">
                <a:moveTo>
                  <a:pt x="803147" y="853439"/>
                </a:moveTo>
                <a:lnTo>
                  <a:pt x="765047" y="809243"/>
                </a:lnTo>
                <a:lnTo>
                  <a:pt x="757427" y="816863"/>
                </a:lnTo>
                <a:lnTo>
                  <a:pt x="723899" y="841247"/>
                </a:lnTo>
                <a:lnTo>
                  <a:pt x="688847" y="862583"/>
                </a:lnTo>
                <a:lnTo>
                  <a:pt x="652271" y="880871"/>
                </a:lnTo>
                <a:lnTo>
                  <a:pt x="627887" y="890015"/>
                </a:lnTo>
                <a:lnTo>
                  <a:pt x="646175" y="943355"/>
                </a:lnTo>
                <a:lnTo>
                  <a:pt x="696467" y="923543"/>
                </a:lnTo>
                <a:lnTo>
                  <a:pt x="737615" y="900683"/>
                </a:lnTo>
                <a:lnTo>
                  <a:pt x="757427" y="886967"/>
                </a:lnTo>
                <a:lnTo>
                  <a:pt x="777239" y="874775"/>
                </a:lnTo>
                <a:lnTo>
                  <a:pt x="795527" y="859535"/>
                </a:lnTo>
                <a:lnTo>
                  <a:pt x="803147" y="853439"/>
                </a:lnTo>
                <a:close/>
              </a:path>
              <a:path w="970915" h="970914">
                <a:moveTo>
                  <a:pt x="940307" y="656843"/>
                </a:moveTo>
                <a:lnTo>
                  <a:pt x="886967" y="635507"/>
                </a:lnTo>
                <a:lnTo>
                  <a:pt x="879347" y="652271"/>
                </a:lnTo>
                <a:lnTo>
                  <a:pt x="871727" y="672083"/>
                </a:lnTo>
                <a:lnTo>
                  <a:pt x="862583" y="690371"/>
                </a:lnTo>
                <a:lnTo>
                  <a:pt x="851915" y="708659"/>
                </a:lnTo>
                <a:lnTo>
                  <a:pt x="839723" y="725423"/>
                </a:lnTo>
                <a:lnTo>
                  <a:pt x="829055" y="742187"/>
                </a:lnTo>
                <a:lnTo>
                  <a:pt x="815339" y="758951"/>
                </a:lnTo>
                <a:lnTo>
                  <a:pt x="803147" y="772667"/>
                </a:lnTo>
                <a:lnTo>
                  <a:pt x="845819" y="810767"/>
                </a:lnTo>
                <a:lnTo>
                  <a:pt x="874775" y="775715"/>
                </a:lnTo>
                <a:lnTo>
                  <a:pt x="912875" y="716279"/>
                </a:lnTo>
                <a:lnTo>
                  <a:pt x="932687" y="673607"/>
                </a:lnTo>
                <a:lnTo>
                  <a:pt x="940307" y="656843"/>
                </a:lnTo>
                <a:close/>
              </a:path>
              <a:path w="970915" h="970914">
                <a:moveTo>
                  <a:pt x="485369" y="914350"/>
                </a:moveTo>
                <a:lnTo>
                  <a:pt x="461771" y="912875"/>
                </a:lnTo>
                <a:lnTo>
                  <a:pt x="440435" y="911351"/>
                </a:lnTo>
                <a:lnTo>
                  <a:pt x="419099" y="908303"/>
                </a:lnTo>
                <a:lnTo>
                  <a:pt x="416051" y="908303"/>
                </a:lnTo>
                <a:lnTo>
                  <a:pt x="406907" y="964691"/>
                </a:lnTo>
                <a:lnTo>
                  <a:pt x="411479" y="966215"/>
                </a:lnTo>
                <a:lnTo>
                  <a:pt x="435863" y="969263"/>
                </a:lnTo>
                <a:lnTo>
                  <a:pt x="461771" y="970787"/>
                </a:lnTo>
                <a:lnTo>
                  <a:pt x="484631" y="970787"/>
                </a:lnTo>
                <a:lnTo>
                  <a:pt x="484631" y="914399"/>
                </a:lnTo>
                <a:lnTo>
                  <a:pt x="485369" y="914350"/>
                </a:lnTo>
                <a:close/>
              </a:path>
              <a:path w="970915" h="970914">
                <a:moveTo>
                  <a:pt x="486155" y="914399"/>
                </a:moveTo>
                <a:lnTo>
                  <a:pt x="485369" y="914350"/>
                </a:lnTo>
                <a:lnTo>
                  <a:pt x="484631" y="914399"/>
                </a:lnTo>
                <a:lnTo>
                  <a:pt x="485393" y="942593"/>
                </a:lnTo>
                <a:lnTo>
                  <a:pt x="486155" y="914399"/>
                </a:lnTo>
                <a:close/>
              </a:path>
              <a:path w="970915" h="970914">
                <a:moveTo>
                  <a:pt x="485393" y="942593"/>
                </a:moveTo>
                <a:lnTo>
                  <a:pt x="484631" y="914399"/>
                </a:lnTo>
                <a:lnTo>
                  <a:pt x="484631" y="970787"/>
                </a:lnTo>
                <a:lnTo>
                  <a:pt x="485393" y="942593"/>
                </a:lnTo>
                <a:close/>
              </a:path>
              <a:path w="970915" h="970914">
                <a:moveTo>
                  <a:pt x="588263" y="960119"/>
                </a:moveTo>
                <a:lnTo>
                  <a:pt x="576071" y="903731"/>
                </a:lnTo>
                <a:lnTo>
                  <a:pt x="571499" y="905255"/>
                </a:lnTo>
                <a:lnTo>
                  <a:pt x="550163" y="909827"/>
                </a:lnTo>
                <a:lnTo>
                  <a:pt x="507491" y="912875"/>
                </a:lnTo>
                <a:lnTo>
                  <a:pt x="485369" y="914350"/>
                </a:lnTo>
                <a:lnTo>
                  <a:pt x="486155" y="914399"/>
                </a:lnTo>
                <a:lnTo>
                  <a:pt x="486155" y="970787"/>
                </a:lnTo>
                <a:lnTo>
                  <a:pt x="510539" y="970787"/>
                </a:lnTo>
                <a:lnTo>
                  <a:pt x="536447" y="969263"/>
                </a:lnTo>
                <a:lnTo>
                  <a:pt x="559307" y="964691"/>
                </a:lnTo>
                <a:lnTo>
                  <a:pt x="583691" y="961643"/>
                </a:lnTo>
                <a:lnTo>
                  <a:pt x="588263" y="960119"/>
                </a:lnTo>
                <a:close/>
              </a:path>
              <a:path w="970915" h="970914">
                <a:moveTo>
                  <a:pt x="486155" y="970787"/>
                </a:moveTo>
                <a:lnTo>
                  <a:pt x="486155" y="914399"/>
                </a:lnTo>
                <a:lnTo>
                  <a:pt x="485393" y="942593"/>
                </a:lnTo>
                <a:lnTo>
                  <a:pt x="486155" y="970787"/>
                </a:lnTo>
                <a:close/>
              </a:path>
              <a:path w="970915" h="970914">
                <a:moveTo>
                  <a:pt x="364235" y="896111"/>
                </a:moveTo>
                <a:lnTo>
                  <a:pt x="356615" y="894587"/>
                </a:lnTo>
                <a:lnTo>
                  <a:pt x="336803" y="888491"/>
                </a:lnTo>
                <a:lnTo>
                  <a:pt x="318515" y="879347"/>
                </a:lnTo>
                <a:lnTo>
                  <a:pt x="298703" y="871727"/>
                </a:lnTo>
                <a:lnTo>
                  <a:pt x="280415" y="862583"/>
                </a:lnTo>
                <a:lnTo>
                  <a:pt x="262127" y="851915"/>
                </a:lnTo>
                <a:lnTo>
                  <a:pt x="245363" y="839723"/>
                </a:lnTo>
                <a:lnTo>
                  <a:pt x="228599" y="829055"/>
                </a:lnTo>
                <a:lnTo>
                  <a:pt x="222503" y="822959"/>
                </a:lnTo>
                <a:lnTo>
                  <a:pt x="185927" y="868679"/>
                </a:lnTo>
                <a:lnTo>
                  <a:pt x="195071" y="874775"/>
                </a:lnTo>
                <a:lnTo>
                  <a:pt x="214883" y="888491"/>
                </a:lnTo>
                <a:lnTo>
                  <a:pt x="254507" y="912875"/>
                </a:lnTo>
                <a:lnTo>
                  <a:pt x="318515" y="941831"/>
                </a:lnTo>
                <a:lnTo>
                  <a:pt x="347471" y="950975"/>
                </a:lnTo>
                <a:lnTo>
                  <a:pt x="364235" y="896111"/>
                </a:lnTo>
                <a:close/>
              </a:path>
              <a:path w="970915" h="970914">
                <a:moveTo>
                  <a:pt x="181355" y="787907"/>
                </a:moveTo>
                <a:lnTo>
                  <a:pt x="153923" y="757427"/>
                </a:lnTo>
                <a:lnTo>
                  <a:pt x="129539" y="723899"/>
                </a:lnTo>
                <a:lnTo>
                  <a:pt x="108203" y="688847"/>
                </a:lnTo>
                <a:lnTo>
                  <a:pt x="91439" y="655319"/>
                </a:lnTo>
                <a:lnTo>
                  <a:pt x="39623" y="678179"/>
                </a:lnTo>
                <a:lnTo>
                  <a:pt x="57911" y="717803"/>
                </a:lnTo>
                <a:lnTo>
                  <a:pt x="82295" y="757427"/>
                </a:lnTo>
                <a:lnTo>
                  <a:pt x="111251" y="795527"/>
                </a:lnTo>
                <a:lnTo>
                  <a:pt x="140207" y="827531"/>
                </a:lnTo>
                <a:lnTo>
                  <a:pt x="181355" y="787907"/>
                </a:lnTo>
                <a:close/>
              </a:path>
            </a:pathLst>
          </a:custGeom>
          <a:solidFill>
            <a:srgbClr val="00AF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10572822" y="6792465"/>
            <a:ext cx="177800" cy="167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5"/>
              </a:lnSpc>
            </a:pPr>
            <a:r>
              <a:rPr sz="1200" dirty="0">
                <a:solidFill>
                  <a:srgbClr val="898989"/>
                </a:solidFill>
                <a:latin typeface="Gill Sans MT"/>
                <a:cs typeface="Gill Sans MT"/>
              </a:rPr>
              <a:t>15</a:t>
            </a:r>
            <a:endParaRPr sz="12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0112" y="181738"/>
            <a:ext cx="5478145" cy="687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4400" spc="-15" dirty="0"/>
              <a:t>Example: </a:t>
            </a:r>
            <a:r>
              <a:rPr sz="4400" spc="-45" dirty="0"/>
              <a:t>Vacuum</a:t>
            </a:r>
            <a:r>
              <a:rPr sz="4400" spc="-40" dirty="0"/>
              <a:t> </a:t>
            </a:r>
            <a:r>
              <a:rPr sz="4400" spc="-10" dirty="0"/>
              <a:t>world</a:t>
            </a:r>
            <a:endParaRPr sz="4400" dirty="0"/>
          </a:p>
        </p:txBody>
      </p:sp>
      <p:sp>
        <p:nvSpPr>
          <p:cNvPr id="3" name="object 3"/>
          <p:cNvSpPr/>
          <p:nvPr/>
        </p:nvSpPr>
        <p:spPr>
          <a:xfrm>
            <a:off x="5039683" y="1035050"/>
            <a:ext cx="3276599" cy="1676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2112" y="2711450"/>
            <a:ext cx="10515600" cy="38985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buFont typeface="Courier New"/>
              <a:buChar char="•"/>
              <a:tabLst>
                <a:tab pos="355600" algn="l"/>
              </a:tabLst>
            </a:pPr>
            <a:r>
              <a:rPr sz="2800" spc="10" dirty="0">
                <a:solidFill>
                  <a:srgbClr val="CC0099"/>
                </a:solidFill>
                <a:latin typeface="Calibri"/>
                <a:cs typeface="Calibri"/>
              </a:rPr>
              <a:t>States</a:t>
            </a:r>
            <a:endParaRPr sz="2800" dirty="0">
              <a:latin typeface="Calibri"/>
              <a:cs typeface="Calibri"/>
            </a:endParaRPr>
          </a:p>
          <a:p>
            <a:pPr marL="756285" lvl="1" indent="-286385">
              <a:spcBef>
                <a:spcPts val="575"/>
              </a:spcBef>
              <a:buFont typeface="Courier New"/>
              <a:buChar char="–"/>
              <a:tabLst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Agent location </a:t>
            </a:r>
            <a:r>
              <a:rPr sz="2800" dirty="0">
                <a:latin typeface="Calibri"/>
                <a:cs typeface="Calibri"/>
              </a:rPr>
              <a:t>and </a:t>
            </a:r>
            <a:r>
              <a:rPr sz="2800" spc="-5" dirty="0">
                <a:latin typeface="Calibri"/>
                <a:cs typeface="Calibri"/>
              </a:rPr>
              <a:t>dirt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location</a:t>
            </a:r>
            <a:endParaRPr sz="2800" dirty="0">
              <a:latin typeface="Calibri"/>
              <a:cs typeface="Calibri"/>
            </a:endParaRPr>
          </a:p>
          <a:p>
            <a:pPr marL="756285" lvl="1" indent="-286385">
              <a:spcBef>
                <a:spcPts val="575"/>
              </a:spcBef>
              <a:buFont typeface="Courier New"/>
              <a:buChar char="–"/>
              <a:tabLst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How </a:t>
            </a:r>
            <a:r>
              <a:rPr sz="2800" spc="-15" dirty="0">
                <a:latin typeface="Calibri"/>
                <a:cs typeface="Calibri"/>
              </a:rPr>
              <a:t>many </a:t>
            </a:r>
            <a:r>
              <a:rPr sz="2800" spc="-5" dirty="0">
                <a:latin typeface="Calibri"/>
                <a:cs typeface="Calibri"/>
              </a:rPr>
              <a:t>possible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states?</a:t>
            </a:r>
            <a:endParaRPr sz="2800" dirty="0">
              <a:latin typeface="Calibri"/>
              <a:cs typeface="Calibri"/>
            </a:endParaRPr>
          </a:p>
          <a:p>
            <a:pPr marL="756285" lvl="1" indent="-286385">
              <a:spcBef>
                <a:spcPts val="575"/>
              </a:spcBef>
              <a:buFont typeface="Courier New"/>
              <a:buChar char="–"/>
              <a:tabLst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What </a:t>
            </a:r>
            <a:r>
              <a:rPr sz="2800" dirty="0">
                <a:latin typeface="Calibri"/>
                <a:cs typeface="Calibri"/>
              </a:rPr>
              <a:t>if </a:t>
            </a:r>
            <a:r>
              <a:rPr sz="2800" spc="-10" dirty="0">
                <a:latin typeface="Calibri"/>
                <a:cs typeface="Calibri"/>
              </a:rPr>
              <a:t>there are </a:t>
            </a:r>
            <a:r>
              <a:rPr sz="2800" i="1" dirty="0">
                <a:latin typeface="Calibri"/>
                <a:cs typeface="Calibri"/>
              </a:rPr>
              <a:t>n </a:t>
            </a:r>
            <a:r>
              <a:rPr sz="2800" spc="-5" dirty="0">
                <a:latin typeface="Calibri"/>
                <a:cs typeface="Calibri"/>
              </a:rPr>
              <a:t>possible </a:t>
            </a:r>
            <a:r>
              <a:rPr sz="2800" spc="-10" dirty="0">
                <a:latin typeface="Calibri"/>
                <a:cs typeface="Calibri"/>
              </a:rPr>
              <a:t>locations?</a:t>
            </a:r>
            <a:endParaRPr sz="2800" dirty="0">
              <a:latin typeface="Calibri"/>
              <a:cs typeface="Calibri"/>
            </a:endParaRPr>
          </a:p>
          <a:p>
            <a:pPr marL="1155700" marR="5080" lvl="2" indent="-228600">
              <a:spcBef>
                <a:spcPts val="505"/>
              </a:spcBef>
              <a:buFont typeface="Courier New"/>
              <a:buChar char="•"/>
              <a:tabLst>
                <a:tab pos="1155700" algn="l"/>
              </a:tabLst>
            </a:pP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alibri"/>
                <a:cs typeface="Calibri"/>
              </a:rPr>
              <a:t>size </a:t>
            </a:r>
            <a:r>
              <a:rPr sz="2400" dirty="0">
                <a:latin typeface="Calibri"/>
                <a:cs typeface="Calibri"/>
              </a:rPr>
              <a:t>of the </a:t>
            </a:r>
            <a:r>
              <a:rPr sz="2400" spc="-25" dirty="0">
                <a:latin typeface="Calibri"/>
                <a:cs typeface="Calibri"/>
              </a:rPr>
              <a:t>state </a:t>
            </a:r>
            <a:r>
              <a:rPr sz="2400" dirty="0">
                <a:latin typeface="Calibri"/>
                <a:cs typeface="Calibri"/>
              </a:rPr>
              <a:t>space </a:t>
            </a:r>
            <a:r>
              <a:rPr sz="2400" spc="-15" dirty="0">
                <a:latin typeface="Calibri"/>
                <a:cs typeface="Calibri"/>
              </a:rPr>
              <a:t>grows </a:t>
            </a:r>
            <a:r>
              <a:rPr sz="2400" spc="-5" dirty="0">
                <a:latin typeface="Calibri"/>
                <a:cs typeface="Calibri"/>
              </a:rPr>
              <a:t>exponentially with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20" dirty="0">
                <a:latin typeface="Calibri"/>
                <a:cs typeface="Calibri"/>
              </a:rPr>
              <a:t>“size”  </a:t>
            </a:r>
            <a:r>
              <a:rPr sz="2400" dirty="0">
                <a:latin typeface="Calibri"/>
                <a:cs typeface="Calibri"/>
              </a:rPr>
              <a:t>of the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world!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spcBef>
                <a:spcPts val="545"/>
              </a:spcBef>
              <a:buFont typeface="Courier New"/>
              <a:buChar char="•"/>
              <a:tabLst>
                <a:tab pos="355600" algn="l"/>
              </a:tabLst>
            </a:pPr>
            <a:r>
              <a:rPr sz="2800" spc="20" dirty="0">
                <a:solidFill>
                  <a:srgbClr val="CC0099"/>
                </a:solidFill>
                <a:latin typeface="Calibri"/>
                <a:cs typeface="Calibri"/>
              </a:rPr>
              <a:t>Actions</a:t>
            </a:r>
            <a:endParaRPr sz="2800" dirty="0">
              <a:latin typeface="Calibri"/>
              <a:cs typeface="Calibri"/>
            </a:endParaRPr>
          </a:p>
          <a:p>
            <a:pPr marL="756285" lvl="1" indent="-286385">
              <a:spcBef>
                <a:spcPts val="575"/>
              </a:spcBef>
              <a:buFont typeface="Courier New"/>
              <a:buChar char="–"/>
              <a:tabLst>
                <a:tab pos="756920" algn="l"/>
              </a:tabLst>
            </a:pPr>
            <a:r>
              <a:rPr sz="2800" spc="-5" dirty="0">
                <a:latin typeface="Calibri"/>
                <a:cs typeface="Calibri"/>
              </a:rPr>
              <a:t>Left, </a:t>
            </a:r>
            <a:r>
              <a:rPr sz="2800" spc="-10" dirty="0">
                <a:latin typeface="Calibri"/>
                <a:cs typeface="Calibri"/>
              </a:rPr>
              <a:t>right,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suck</a:t>
            </a:r>
            <a:endParaRPr sz="2800" dirty="0">
              <a:latin typeface="Calibri"/>
              <a:cs typeface="Calibri"/>
            </a:endParaRPr>
          </a:p>
          <a:p>
            <a:pPr marL="355600" indent="-342900">
              <a:spcBef>
                <a:spcPts val="575"/>
              </a:spcBef>
              <a:buFont typeface="Courier New"/>
              <a:buChar char="•"/>
              <a:tabLst>
                <a:tab pos="355600" algn="l"/>
              </a:tabLst>
            </a:pPr>
            <a:r>
              <a:rPr sz="2800" spc="5" dirty="0">
                <a:solidFill>
                  <a:srgbClr val="CC0099"/>
                </a:solidFill>
                <a:latin typeface="Calibri"/>
                <a:cs typeface="Calibri"/>
              </a:rPr>
              <a:t>Transition</a:t>
            </a:r>
            <a:r>
              <a:rPr sz="2800" spc="-95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2800" spc="25" dirty="0">
                <a:solidFill>
                  <a:srgbClr val="CC0099"/>
                </a:solidFill>
                <a:latin typeface="Calibri"/>
                <a:cs typeface="Calibri"/>
              </a:rPr>
              <a:t>model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7353" y="583184"/>
            <a:ext cx="6692265" cy="625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45" dirty="0"/>
              <a:t>Vacuum </a:t>
            </a:r>
            <a:r>
              <a:rPr spc="-15" dirty="0"/>
              <a:t>world </a:t>
            </a:r>
            <a:r>
              <a:rPr spc="-40" dirty="0"/>
              <a:t>state </a:t>
            </a:r>
            <a:r>
              <a:rPr spc="-5" dirty="0"/>
              <a:t>space</a:t>
            </a:r>
            <a:r>
              <a:rPr spc="20" dirty="0"/>
              <a:t> </a:t>
            </a:r>
            <a:r>
              <a:rPr spc="-20" dirty="0"/>
              <a:t>graph</a:t>
            </a:r>
          </a:p>
        </p:txBody>
      </p:sp>
      <p:sp>
        <p:nvSpPr>
          <p:cNvPr id="3" name="object 3"/>
          <p:cNvSpPr/>
          <p:nvPr/>
        </p:nvSpPr>
        <p:spPr>
          <a:xfrm>
            <a:off x="1916113" y="2101596"/>
            <a:ext cx="9094602" cy="45722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49712" y="-16510"/>
            <a:ext cx="5082540" cy="687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4400" spc="-15" dirty="0"/>
              <a:t>Example: </a:t>
            </a:r>
            <a:r>
              <a:rPr sz="4400" dirty="0"/>
              <a:t>The</a:t>
            </a:r>
            <a:r>
              <a:rPr sz="4400" spc="-30" dirty="0"/>
              <a:t> </a:t>
            </a:r>
            <a:r>
              <a:rPr sz="4400" spc="-5" dirty="0"/>
              <a:t>8-puzzle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823956" y="1054227"/>
            <a:ext cx="6654755" cy="52963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buFont typeface="Courier New"/>
              <a:buChar char="•"/>
              <a:tabLst>
                <a:tab pos="355600" algn="l"/>
              </a:tabLst>
            </a:pPr>
            <a:r>
              <a:rPr sz="3100" spc="10" dirty="0">
                <a:solidFill>
                  <a:srgbClr val="CC0099"/>
                </a:solidFill>
                <a:latin typeface="Calibri"/>
                <a:cs typeface="Calibri"/>
              </a:rPr>
              <a:t>States</a:t>
            </a:r>
            <a:endParaRPr sz="3100" dirty="0">
              <a:latin typeface="Calibri"/>
              <a:cs typeface="Calibri"/>
            </a:endParaRPr>
          </a:p>
          <a:p>
            <a:pPr marL="756285" lvl="1" indent="-286385">
              <a:spcBef>
                <a:spcPts val="1390"/>
              </a:spcBef>
              <a:buFont typeface="Courier New"/>
              <a:buChar char="–"/>
              <a:tabLst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Locations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tiles</a:t>
            </a:r>
            <a:endParaRPr sz="2800" dirty="0">
              <a:latin typeface="Calibri"/>
              <a:cs typeface="Calibri"/>
            </a:endParaRPr>
          </a:p>
          <a:p>
            <a:pPr marL="927100">
              <a:spcBef>
                <a:spcPts val="1210"/>
              </a:spcBef>
            </a:pPr>
            <a:r>
              <a:rPr sz="2400" spc="-600" dirty="0">
                <a:latin typeface="Courier New"/>
                <a:cs typeface="Courier New"/>
              </a:rPr>
              <a:t>• </a:t>
            </a:r>
            <a:r>
              <a:rPr sz="2400" spc="-5" dirty="0">
                <a:latin typeface="Calibri"/>
                <a:cs typeface="Calibri"/>
              </a:rPr>
              <a:t>8-puzzle: 181,440 </a:t>
            </a:r>
            <a:r>
              <a:rPr sz="2400" spc="-20" dirty="0">
                <a:latin typeface="Calibri"/>
                <a:cs typeface="Calibri"/>
              </a:rPr>
              <a:t>states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(9!/2)</a:t>
            </a:r>
            <a:endParaRPr sz="2400" dirty="0">
              <a:latin typeface="Calibri"/>
              <a:cs typeface="Calibri"/>
            </a:endParaRPr>
          </a:p>
          <a:p>
            <a:pPr marL="1155700" lvl="2" indent="-228600">
              <a:spcBef>
                <a:spcPts val="1145"/>
              </a:spcBef>
              <a:buFont typeface="Courier New"/>
              <a:buChar char="•"/>
              <a:tabLst>
                <a:tab pos="1155700" algn="l"/>
              </a:tabLst>
            </a:pPr>
            <a:r>
              <a:rPr sz="2400" spc="-5" dirty="0">
                <a:latin typeface="Calibri"/>
                <a:cs typeface="Calibri"/>
              </a:rPr>
              <a:t>15-puzzle: ~10 trillion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states</a:t>
            </a:r>
            <a:endParaRPr sz="2400" dirty="0">
              <a:latin typeface="Calibri"/>
              <a:cs typeface="Calibri"/>
            </a:endParaRPr>
          </a:p>
          <a:p>
            <a:pPr marL="1155700" lvl="2" indent="-228600">
              <a:spcBef>
                <a:spcPts val="1145"/>
              </a:spcBef>
              <a:buFont typeface="Courier New"/>
              <a:buChar char="•"/>
              <a:tabLst>
                <a:tab pos="1155700" algn="l"/>
              </a:tabLst>
            </a:pPr>
            <a:r>
              <a:rPr sz="2400" spc="-5" dirty="0">
                <a:latin typeface="Calibri"/>
                <a:cs typeface="Calibri"/>
              </a:rPr>
              <a:t>24-puzzle: ~10</a:t>
            </a:r>
            <a:r>
              <a:rPr sz="2400" spc="-7" baseline="24305" dirty="0">
                <a:latin typeface="Calibri"/>
                <a:cs typeface="Calibri"/>
              </a:rPr>
              <a:t>25</a:t>
            </a:r>
            <a:r>
              <a:rPr sz="2400" spc="217" baseline="2430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states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spcBef>
                <a:spcPts val="1370"/>
              </a:spcBef>
              <a:buFont typeface="Courier New"/>
              <a:buChar char="•"/>
              <a:tabLst>
                <a:tab pos="355600" algn="l"/>
              </a:tabLst>
            </a:pPr>
            <a:r>
              <a:rPr sz="3100" spc="25" dirty="0">
                <a:solidFill>
                  <a:srgbClr val="CC0099"/>
                </a:solidFill>
                <a:latin typeface="Calibri"/>
                <a:cs typeface="Calibri"/>
              </a:rPr>
              <a:t>Actions</a:t>
            </a:r>
            <a:endParaRPr sz="3100" dirty="0">
              <a:latin typeface="Calibri"/>
              <a:cs typeface="Calibri"/>
            </a:endParaRPr>
          </a:p>
          <a:p>
            <a:pPr marL="756285" lvl="1" indent="-286385">
              <a:spcBef>
                <a:spcPts val="1485"/>
              </a:spcBef>
              <a:buFont typeface="Courier New"/>
              <a:buChar char="–"/>
              <a:tabLst>
                <a:tab pos="756920" algn="l"/>
              </a:tabLst>
            </a:pPr>
            <a:r>
              <a:rPr sz="3100" spc="-20" dirty="0">
                <a:latin typeface="Calibri"/>
                <a:cs typeface="Calibri"/>
              </a:rPr>
              <a:t>Move </a:t>
            </a:r>
            <a:r>
              <a:rPr sz="3100" spc="-5" dirty="0">
                <a:latin typeface="Calibri"/>
                <a:cs typeface="Calibri"/>
              </a:rPr>
              <a:t>blank </a:t>
            </a:r>
            <a:r>
              <a:rPr sz="3100" spc="-15" dirty="0">
                <a:latin typeface="Calibri"/>
                <a:cs typeface="Calibri"/>
              </a:rPr>
              <a:t>left, </a:t>
            </a:r>
            <a:r>
              <a:rPr sz="3100" spc="-10" dirty="0">
                <a:latin typeface="Calibri"/>
                <a:cs typeface="Calibri"/>
              </a:rPr>
              <a:t>right, </a:t>
            </a:r>
            <a:r>
              <a:rPr sz="3100" spc="-5" dirty="0">
                <a:latin typeface="Calibri"/>
                <a:cs typeface="Calibri"/>
              </a:rPr>
              <a:t>up,</a:t>
            </a:r>
            <a:r>
              <a:rPr sz="3100" spc="30" dirty="0">
                <a:latin typeface="Calibri"/>
                <a:cs typeface="Calibri"/>
              </a:rPr>
              <a:t> </a:t>
            </a:r>
            <a:r>
              <a:rPr sz="3100" spc="-10" dirty="0">
                <a:latin typeface="Calibri"/>
                <a:cs typeface="Calibri"/>
              </a:rPr>
              <a:t>down</a:t>
            </a:r>
            <a:endParaRPr sz="3100" dirty="0">
              <a:latin typeface="Calibri"/>
              <a:cs typeface="Calibri"/>
            </a:endParaRPr>
          </a:p>
          <a:p>
            <a:pPr marL="355600" indent="-342900">
              <a:spcBef>
                <a:spcPts val="1485"/>
              </a:spcBef>
              <a:buFont typeface="Courier New"/>
              <a:buChar char="•"/>
              <a:tabLst>
                <a:tab pos="355600" algn="l"/>
              </a:tabLst>
            </a:pPr>
            <a:r>
              <a:rPr sz="3100" spc="10" dirty="0">
                <a:solidFill>
                  <a:srgbClr val="CC0099"/>
                </a:solidFill>
                <a:latin typeface="Calibri"/>
                <a:cs typeface="Calibri"/>
              </a:rPr>
              <a:t>Path</a:t>
            </a:r>
            <a:r>
              <a:rPr sz="3100" spc="-70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CC0099"/>
                </a:solidFill>
                <a:latin typeface="Calibri"/>
                <a:cs typeface="Calibri"/>
              </a:rPr>
              <a:t>cost</a:t>
            </a:r>
            <a:endParaRPr sz="3100" dirty="0">
              <a:latin typeface="Calibri"/>
              <a:cs typeface="Calibri"/>
            </a:endParaRPr>
          </a:p>
          <a:p>
            <a:pPr marL="756285" lvl="1" indent="-286385">
              <a:spcBef>
                <a:spcPts val="1485"/>
              </a:spcBef>
              <a:buFont typeface="Courier New"/>
              <a:buChar char="–"/>
              <a:tabLst>
                <a:tab pos="756920" algn="l"/>
              </a:tabLst>
            </a:pPr>
            <a:r>
              <a:rPr sz="3100" dirty="0">
                <a:latin typeface="Calibri"/>
                <a:cs typeface="Calibri"/>
              </a:rPr>
              <a:t>1 </a:t>
            </a:r>
            <a:r>
              <a:rPr sz="3100" spc="-5" dirty="0">
                <a:latin typeface="Calibri"/>
                <a:cs typeface="Calibri"/>
              </a:rPr>
              <a:t>per</a:t>
            </a:r>
            <a:r>
              <a:rPr sz="3100" spc="-110" dirty="0">
                <a:latin typeface="Calibri"/>
                <a:cs typeface="Calibri"/>
              </a:rPr>
              <a:t> </a:t>
            </a:r>
            <a:r>
              <a:rPr sz="3100" spc="-20" dirty="0">
                <a:latin typeface="Calibri"/>
                <a:cs typeface="Calibri"/>
              </a:rPr>
              <a:t>move</a:t>
            </a:r>
            <a:endParaRPr sz="31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53670" y="1796797"/>
            <a:ext cx="2153411" cy="21625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468682" y="4158997"/>
            <a:ext cx="2154935" cy="21625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59112" y="196850"/>
            <a:ext cx="6852284" cy="609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15" dirty="0"/>
              <a:t>State-Space problem</a:t>
            </a:r>
            <a:r>
              <a:rPr spc="-90" dirty="0"/>
              <a:t> </a:t>
            </a:r>
            <a:r>
              <a:rPr spc="-15" dirty="0"/>
              <a:t>formulation</a:t>
            </a:r>
          </a:p>
        </p:txBody>
      </p:sp>
      <p:sp>
        <p:nvSpPr>
          <p:cNvPr id="3" name="object 3"/>
          <p:cNvSpPr/>
          <p:nvPr/>
        </p:nvSpPr>
        <p:spPr>
          <a:xfrm>
            <a:off x="9179497" y="806451"/>
            <a:ext cx="2694431" cy="2209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82193" y="1145221"/>
            <a:ext cx="7943469" cy="31085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spcBef>
                <a:spcPts val="280"/>
              </a:spcBef>
              <a:buClr>
                <a:srgbClr val="000000"/>
              </a:buClr>
              <a:buFont typeface="Courier New"/>
              <a:buChar char="•"/>
              <a:tabLst>
                <a:tab pos="355600" algn="l"/>
              </a:tabLst>
            </a:pPr>
            <a:r>
              <a:rPr sz="3200" u="heavy" spc="-10" dirty="0">
                <a:solidFill>
                  <a:srgbClr val="CC0099"/>
                </a:solidFill>
                <a:latin typeface="Calibri"/>
                <a:cs typeface="Calibri"/>
              </a:rPr>
              <a:t>initial </a:t>
            </a:r>
            <a:r>
              <a:rPr sz="3200" u="heavy" spc="-25" dirty="0">
                <a:solidFill>
                  <a:srgbClr val="CC0099"/>
                </a:solidFill>
                <a:latin typeface="Calibri"/>
                <a:cs typeface="Calibri"/>
              </a:rPr>
              <a:t>state? </a:t>
            </a:r>
            <a:r>
              <a:rPr sz="2400" dirty="0">
                <a:latin typeface="Calibri"/>
                <a:cs typeface="Calibri"/>
              </a:rPr>
              <a:t>no queens on 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board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spcBef>
                <a:spcPts val="335"/>
              </a:spcBef>
              <a:buClr>
                <a:srgbClr val="000000"/>
              </a:buClr>
              <a:buFont typeface="Courier New"/>
              <a:buChar char="•"/>
              <a:tabLst>
                <a:tab pos="355600" algn="l"/>
              </a:tabLst>
            </a:pPr>
            <a:r>
              <a:rPr sz="3200" u="heavy" spc="-5" dirty="0">
                <a:solidFill>
                  <a:srgbClr val="CC0099"/>
                </a:solidFill>
                <a:latin typeface="Calibri"/>
                <a:cs typeface="Calibri"/>
              </a:rPr>
              <a:t>actions?</a:t>
            </a:r>
            <a:endParaRPr sz="3200" dirty="0">
              <a:latin typeface="Calibri"/>
              <a:cs typeface="Calibri"/>
            </a:endParaRPr>
          </a:p>
          <a:p>
            <a:pPr marL="354965">
              <a:spcBef>
                <a:spcPts val="295"/>
              </a:spcBef>
            </a:pPr>
            <a:r>
              <a:rPr sz="1600" dirty="0">
                <a:latin typeface="Maiandra GD"/>
                <a:cs typeface="Maiandra GD"/>
              </a:rPr>
              <a:t>-</a:t>
            </a:r>
            <a:r>
              <a:rPr sz="2400" dirty="0">
                <a:latin typeface="Calibri"/>
                <a:cs typeface="Calibri"/>
              </a:rPr>
              <a:t>add queen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10" dirty="0">
                <a:latin typeface="Calibri"/>
                <a:cs typeface="Calibri"/>
              </a:rPr>
              <a:t>any </a:t>
            </a:r>
            <a:r>
              <a:rPr sz="2400" spc="-5" dirty="0">
                <a:latin typeface="Calibri"/>
                <a:cs typeface="Calibri"/>
              </a:rPr>
              <a:t>empty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square</a:t>
            </a:r>
            <a:endParaRPr sz="2400" dirty="0">
              <a:latin typeface="Calibri"/>
              <a:cs typeface="Calibri"/>
            </a:endParaRPr>
          </a:p>
          <a:p>
            <a:pPr marL="354965" marR="5080" indent="54610">
              <a:lnSpc>
                <a:spcPts val="2160"/>
              </a:lnSpc>
              <a:spcBef>
                <a:spcPts val="509"/>
              </a:spcBef>
            </a:pPr>
            <a:r>
              <a:rPr sz="2400" spc="-5" dirty="0">
                <a:latin typeface="Calibri"/>
                <a:cs typeface="Calibri"/>
              </a:rPr>
              <a:t>-</a:t>
            </a:r>
            <a:r>
              <a:rPr sz="2400" i="1" spc="-5" dirty="0">
                <a:latin typeface="Calibri"/>
                <a:cs typeface="Calibri"/>
              </a:rPr>
              <a:t>or </a:t>
            </a:r>
            <a:r>
              <a:rPr sz="2400" dirty="0">
                <a:latin typeface="Calibri"/>
                <a:cs typeface="Calibri"/>
              </a:rPr>
              <a:t>add queen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10" dirty="0">
                <a:latin typeface="Calibri"/>
                <a:cs typeface="Calibri"/>
              </a:rPr>
              <a:t>leftmost </a:t>
            </a:r>
            <a:r>
              <a:rPr sz="2400" spc="-5" dirty="0">
                <a:latin typeface="Calibri"/>
                <a:cs typeface="Calibri"/>
              </a:rPr>
              <a:t>empty square </a:t>
            </a:r>
            <a:r>
              <a:rPr sz="2400" dirty="0">
                <a:latin typeface="Calibri"/>
                <a:cs typeface="Calibri"/>
              </a:rPr>
              <a:t>such </a:t>
            </a:r>
            <a:r>
              <a:rPr sz="2400" spc="-5" dirty="0">
                <a:latin typeface="Calibri"/>
                <a:cs typeface="Calibri"/>
              </a:rPr>
              <a:t>that it is </a:t>
            </a:r>
            <a:r>
              <a:rPr sz="2400" dirty="0">
                <a:latin typeface="Calibri"/>
                <a:cs typeface="Calibri"/>
              </a:rPr>
              <a:t>not </a:t>
            </a:r>
            <a:r>
              <a:rPr sz="2400" spc="-20" dirty="0">
                <a:latin typeface="Calibri"/>
                <a:cs typeface="Calibri"/>
              </a:rPr>
              <a:t>attacked </a:t>
            </a:r>
            <a:r>
              <a:rPr sz="2400" spc="-5" dirty="0">
                <a:latin typeface="Calibri"/>
                <a:cs typeface="Calibri"/>
              </a:rPr>
              <a:t>by  other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queens.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spcBef>
                <a:spcPts val="245"/>
              </a:spcBef>
              <a:buClr>
                <a:srgbClr val="000000"/>
              </a:buClr>
              <a:buFont typeface="Courier New"/>
              <a:buChar char="•"/>
              <a:tabLst>
                <a:tab pos="355600" algn="l"/>
              </a:tabLst>
            </a:pPr>
            <a:r>
              <a:rPr sz="3200" u="heavy" spc="-10" dirty="0">
                <a:solidFill>
                  <a:srgbClr val="CC0099"/>
                </a:solidFill>
                <a:latin typeface="Calibri"/>
                <a:cs typeface="Calibri"/>
              </a:rPr>
              <a:t>goal </a:t>
            </a:r>
            <a:r>
              <a:rPr sz="3200" u="heavy" spc="-20" dirty="0">
                <a:solidFill>
                  <a:srgbClr val="CC0099"/>
                </a:solidFill>
                <a:latin typeface="Calibri"/>
                <a:cs typeface="Calibri"/>
              </a:rPr>
              <a:t>test? </a:t>
            </a:r>
            <a:r>
              <a:rPr sz="2400" spc="5" dirty="0">
                <a:latin typeface="Calibri"/>
                <a:cs typeface="Calibri"/>
              </a:rPr>
              <a:t>8 </a:t>
            </a:r>
            <a:r>
              <a:rPr sz="2400" dirty="0">
                <a:latin typeface="Calibri"/>
                <a:cs typeface="Calibri"/>
              </a:rPr>
              <a:t>queens on the </a:t>
            </a:r>
            <a:r>
              <a:rPr sz="2400" spc="-5" dirty="0">
                <a:latin typeface="Calibri"/>
                <a:cs typeface="Calibri"/>
              </a:rPr>
              <a:t>board, </a:t>
            </a:r>
            <a:r>
              <a:rPr sz="2400" dirty="0">
                <a:latin typeface="Calibri"/>
                <a:cs typeface="Calibri"/>
              </a:rPr>
              <a:t>none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attacked.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spcBef>
                <a:spcPts val="334"/>
              </a:spcBef>
              <a:buClr>
                <a:srgbClr val="000000"/>
              </a:buClr>
              <a:buFont typeface="Courier New"/>
              <a:buChar char="•"/>
              <a:tabLst>
                <a:tab pos="355600" algn="l"/>
              </a:tabLst>
            </a:pPr>
            <a:r>
              <a:rPr sz="3200" u="heavy" spc="-15" dirty="0">
                <a:solidFill>
                  <a:srgbClr val="CC0099"/>
                </a:solidFill>
                <a:latin typeface="Calibri"/>
                <a:cs typeface="Calibri"/>
              </a:rPr>
              <a:t>path cost? </a:t>
            </a:r>
            <a:r>
              <a:rPr sz="2400" spc="5" dirty="0">
                <a:latin typeface="Calibri"/>
                <a:cs typeface="Calibri"/>
              </a:rPr>
              <a:t>1 </a:t>
            </a:r>
            <a:r>
              <a:rPr sz="2400" spc="-5" dirty="0">
                <a:latin typeface="Calibri"/>
                <a:cs typeface="Calibri"/>
              </a:rPr>
              <a:t>per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move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6BC140-EB55-5C40-CFEA-ED1371EB5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8590" y="4235451"/>
            <a:ext cx="3084823" cy="282943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6712" y="133913"/>
            <a:ext cx="7447280" cy="687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4400" spc="-15" dirty="0"/>
              <a:t>Example: Robot </a:t>
            </a:r>
            <a:r>
              <a:rPr sz="4400" dirty="0"/>
              <a:t>motion</a:t>
            </a:r>
            <a:r>
              <a:rPr sz="4400" spc="-45" dirty="0"/>
              <a:t> </a:t>
            </a:r>
            <a:r>
              <a:rPr sz="4400" dirty="0"/>
              <a:t>planning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6912" y="4083303"/>
            <a:ext cx="8724913" cy="2687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ts val="2990"/>
              </a:lnSpc>
              <a:buFont typeface="Courier New"/>
              <a:buChar char="•"/>
              <a:tabLst>
                <a:tab pos="355600" algn="l"/>
              </a:tabLst>
            </a:pPr>
            <a:r>
              <a:rPr sz="2600" spc="10" dirty="0">
                <a:solidFill>
                  <a:srgbClr val="CC0099"/>
                </a:solidFill>
                <a:latin typeface="Calibri"/>
                <a:cs typeface="Calibri"/>
              </a:rPr>
              <a:t>States</a:t>
            </a:r>
            <a:endParaRPr sz="2600" dirty="0">
              <a:latin typeface="Calibri"/>
              <a:cs typeface="Calibri"/>
            </a:endParaRPr>
          </a:p>
          <a:p>
            <a:pPr marL="756285" lvl="1" indent="-286385">
              <a:lnSpc>
                <a:spcPts val="2350"/>
              </a:lnSpc>
              <a:buFont typeface="Courier New"/>
              <a:buChar char="–"/>
              <a:tabLst>
                <a:tab pos="756920" algn="l"/>
              </a:tabLst>
            </a:pPr>
            <a:r>
              <a:rPr sz="2200" spc="-15" dirty="0">
                <a:latin typeface="Calibri"/>
                <a:cs typeface="Calibri"/>
              </a:rPr>
              <a:t>Real-valued </a:t>
            </a:r>
            <a:r>
              <a:rPr sz="2200" spc="-10" dirty="0">
                <a:latin typeface="Calibri"/>
                <a:cs typeface="Calibri"/>
              </a:rPr>
              <a:t>joint </a:t>
            </a:r>
            <a:r>
              <a:rPr sz="2200" spc="-15" dirty="0">
                <a:latin typeface="Calibri"/>
                <a:cs typeface="Calibri"/>
              </a:rPr>
              <a:t>parameters </a:t>
            </a:r>
            <a:r>
              <a:rPr sz="2200" spc="-5" dirty="0">
                <a:latin typeface="Calibri"/>
                <a:cs typeface="Calibri"/>
              </a:rPr>
              <a:t>(angles,</a:t>
            </a:r>
            <a:r>
              <a:rPr sz="2200" spc="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displacements)</a:t>
            </a:r>
            <a:endParaRPr sz="2200" dirty="0">
              <a:latin typeface="Calibri"/>
              <a:cs typeface="Calibri"/>
            </a:endParaRPr>
          </a:p>
          <a:p>
            <a:pPr marL="355600" indent="-342900">
              <a:lnSpc>
                <a:spcPts val="2830"/>
              </a:lnSpc>
              <a:buFont typeface="Courier New"/>
              <a:buChar char="•"/>
              <a:tabLst>
                <a:tab pos="355600" algn="l"/>
              </a:tabLst>
            </a:pPr>
            <a:r>
              <a:rPr sz="2600" spc="30" dirty="0">
                <a:solidFill>
                  <a:srgbClr val="CC0099"/>
                </a:solidFill>
                <a:latin typeface="Calibri"/>
                <a:cs typeface="Calibri"/>
              </a:rPr>
              <a:t>Actions</a:t>
            </a:r>
            <a:endParaRPr sz="2600" dirty="0">
              <a:latin typeface="Calibri"/>
              <a:cs typeface="Calibri"/>
            </a:endParaRPr>
          </a:p>
          <a:p>
            <a:pPr marL="756285" lvl="1" indent="-286385">
              <a:lnSpc>
                <a:spcPts val="2350"/>
              </a:lnSpc>
              <a:buFont typeface="Courier New"/>
              <a:buChar char="–"/>
              <a:tabLst>
                <a:tab pos="756920" algn="l"/>
              </a:tabLst>
            </a:pPr>
            <a:r>
              <a:rPr sz="2200" spc="-10" dirty="0">
                <a:latin typeface="Calibri"/>
                <a:cs typeface="Calibri"/>
              </a:rPr>
              <a:t>Continuous </a:t>
            </a:r>
            <a:r>
              <a:rPr sz="2200" spc="-5" dirty="0">
                <a:latin typeface="Calibri"/>
                <a:cs typeface="Calibri"/>
              </a:rPr>
              <a:t>motions </a:t>
            </a:r>
            <a:r>
              <a:rPr sz="2200" dirty="0">
                <a:latin typeface="Calibri"/>
                <a:cs typeface="Calibri"/>
              </a:rPr>
              <a:t>of </a:t>
            </a:r>
            <a:r>
              <a:rPr sz="2200" spc="-10" dirty="0">
                <a:latin typeface="Calibri"/>
                <a:cs typeface="Calibri"/>
              </a:rPr>
              <a:t>robot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joints</a:t>
            </a:r>
            <a:endParaRPr sz="2200" dirty="0">
              <a:latin typeface="Calibri"/>
              <a:cs typeface="Calibri"/>
            </a:endParaRPr>
          </a:p>
          <a:p>
            <a:pPr marL="355600" indent="-342900">
              <a:lnSpc>
                <a:spcPts val="2830"/>
              </a:lnSpc>
              <a:buFont typeface="Courier New"/>
              <a:buChar char="•"/>
              <a:tabLst>
                <a:tab pos="355600" algn="l"/>
              </a:tabLst>
            </a:pPr>
            <a:r>
              <a:rPr sz="2600" spc="30" dirty="0">
                <a:solidFill>
                  <a:srgbClr val="CC0099"/>
                </a:solidFill>
                <a:latin typeface="Calibri"/>
                <a:cs typeface="Calibri"/>
              </a:rPr>
              <a:t>Goal</a:t>
            </a:r>
            <a:r>
              <a:rPr sz="2600" spc="-80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CC0099"/>
                </a:solidFill>
                <a:latin typeface="Calibri"/>
                <a:cs typeface="Calibri"/>
              </a:rPr>
              <a:t>state</a:t>
            </a:r>
            <a:endParaRPr sz="2600" dirty="0">
              <a:latin typeface="Calibri"/>
              <a:cs typeface="Calibri"/>
            </a:endParaRPr>
          </a:p>
          <a:p>
            <a:pPr marL="756285" lvl="1" indent="-286385">
              <a:lnSpc>
                <a:spcPts val="2350"/>
              </a:lnSpc>
              <a:buFont typeface="Courier New"/>
              <a:buChar char="–"/>
              <a:tabLst>
                <a:tab pos="756920" algn="l"/>
              </a:tabLst>
            </a:pPr>
            <a:r>
              <a:rPr sz="2200" spc="-15" dirty="0">
                <a:latin typeface="Calibri"/>
                <a:cs typeface="Calibri"/>
              </a:rPr>
              <a:t>Configuration </a:t>
            </a:r>
            <a:r>
              <a:rPr sz="2200" spc="-5" dirty="0">
                <a:latin typeface="Calibri"/>
                <a:cs typeface="Calibri"/>
              </a:rPr>
              <a:t>in </a:t>
            </a:r>
            <a:r>
              <a:rPr sz="2200" spc="-10" dirty="0">
                <a:latin typeface="Calibri"/>
                <a:cs typeface="Calibri"/>
              </a:rPr>
              <a:t>which </a:t>
            </a:r>
            <a:r>
              <a:rPr sz="2200" spc="-5" dirty="0">
                <a:latin typeface="Calibri"/>
                <a:cs typeface="Calibri"/>
              </a:rPr>
              <a:t>object is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grasped</a:t>
            </a:r>
            <a:endParaRPr sz="2200" dirty="0">
              <a:latin typeface="Calibri"/>
              <a:cs typeface="Calibri"/>
            </a:endParaRPr>
          </a:p>
          <a:p>
            <a:pPr marL="355600" indent="-342900">
              <a:lnSpc>
                <a:spcPts val="2830"/>
              </a:lnSpc>
              <a:buFont typeface="Courier New"/>
              <a:buChar char="•"/>
              <a:tabLst>
                <a:tab pos="355600" algn="l"/>
              </a:tabLst>
            </a:pPr>
            <a:r>
              <a:rPr sz="2600" spc="15" dirty="0">
                <a:solidFill>
                  <a:srgbClr val="CC0099"/>
                </a:solidFill>
                <a:latin typeface="Calibri"/>
                <a:cs typeface="Calibri"/>
              </a:rPr>
              <a:t>Path</a:t>
            </a:r>
            <a:r>
              <a:rPr sz="2600" spc="-105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2600" spc="10" dirty="0">
                <a:solidFill>
                  <a:srgbClr val="CC0099"/>
                </a:solidFill>
                <a:latin typeface="Calibri"/>
                <a:cs typeface="Calibri"/>
              </a:rPr>
              <a:t>cost</a:t>
            </a:r>
            <a:endParaRPr sz="2600" dirty="0">
              <a:latin typeface="Calibri"/>
              <a:cs typeface="Calibri"/>
            </a:endParaRPr>
          </a:p>
          <a:p>
            <a:pPr marL="756285" lvl="1" indent="-286385">
              <a:lnSpc>
                <a:spcPts val="2510"/>
              </a:lnSpc>
              <a:buFont typeface="Courier New"/>
              <a:buChar char="–"/>
              <a:tabLst>
                <a:tab pos="756920" algn="l"/>
              </a:tabLst>
            </a:pPr>
            <a:r>
              <a:rPr sz="2200" spc="-10" dirty="0">
                <a:latin typeface="Calibri"/>
                <a:cs typeface="Calibri"/>
              </a:rPr>
              <a:t>Time </a:t>
            </a:r>
            <a:r>
              <a:rPr sz="2200" spc="-20" dirty="0">
                <a:latin typeface="Calibri"/>
                <a:cs typeface="Calibri"/>
              </a:rPr>
              <a:t>to execute, </a:t>
            </a:r>
            <a:r>
              <a:rPr sz="2200" spc="-5" dirty="0">
                <a:latin typeface="Calibri"/>
                <a:cs typeface="Calibri"/>
              </a:rPr>
              <a:t>smoothness </a:t>
            </a:r>
            <a:r>
              <a:rPr sz="2200" dirty="0">
                <a:latin typeface="Calibri"/>
                <a:cs typeface="Calibri"/>
              </a:rPr>
              <a:t>of </a:t>
            </a:r>
            <a:r>
              <a:rPr sz="2200" spc="-10" dirty="0">
                <a:latin typeface="Calibri"/>
                <a:cs typeface="Calibri"/>
              </a:rPr>
              <a:t>path,</a:t>
            </a:r>
            <a:r>
              <a:rPr sz="2200" spc="7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etc.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20482" y="1644397"/>
            <a:ext cx="5801867" cy="23240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17BEE-CFC4-D054-E799-621131B51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3312" y="3092450"/>
            <a:ext cx="9298821" cy="1661993"/>
          </a:xfrm>
        </p:spPr>
        <p:txBody>
          <a:bodyPr/>
          <a:lstStyle/>
          <a:p>
            <a:r>
              <a:rPr lang="en-US" sz="5400" dirty="0"/>
              <a:t>How to represent State Space</a:t>
            </a:r>
          </a:p>
        </p:txBody>
      </p:sp>
    </p:spTree>
    <p:extLst>
      <p:ext uri="{BB962C8B-B14F-4D97-AF65-F5344CB8AC3E}">
        <p14:creationId xmlns:p14="http://schemas.microsoft.com/office/powerpoint/2010/main" val="28861311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25912" y="196850"/>
            <a:ext cx="6324600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4400" dirty="0"/>
              <a:t>S</a:t>
            </a:r>
            <a:r>
              <a:rPr sz="4400" spc="5" dirty="0"/>
              <a:t>e</a:t>
            </a:r>
            <a:r>
              <a:rPr sz="4400" spc="-5" dirty="0"/>
              <a:t>a</a:t>
            </a:r>
            <a:r>
              <a:rPr sz="4400" spc="-60" dirty="0"/>
              <a:t>r</a:t>
            </a:r>
            <a:r>
              <a:rPr sz="4400" spc="-10" dirty="0"/>
              <a:t>c</a:t>
            </a:r>
            <a:r>
              <a:rPr sz="4400" dirty="0"/>
              <a:t>h</a:t>
            </a:r>
            <a:r>
              <a:rPr lang="en-US" sz="4400" dirty="0"/>
              <a:t> problem solution </a:t>
            </a:r>
            <a:endParaRPr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62F351-2D47-10F9-DA25-DD0509445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712" y="1263651"/>
            <a:ext cx="5478736" cy="47310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466F1B-4AD3-761D-C592-F67574F4C04E}"/>
              </a:ext>
            </a:extLst>
          </p:cNvPr>
          <p:cNvSpPr txBox="1"/>
          <p:nvPr/>
        </p:nvSpPr>
        <p:spPr>
          <a:xfrm>
            <a:off x="3744912" y="6429659"/>
            <a:ext cx="6477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State Space Graphs and Search Trees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5506DE2-D318-1CE7-1C66-723A50654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215D4AA-4110-F515-A343-217DD86577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49513" y="-14748"/>
            <a:ext cx="5143194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n-US" sz="4400" dirty="0"/>
              <a:t>Representing Search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58B5097-4B27-5DC1-8DB6-0B71A67BCFC5}"/>
              </a:ext>
            </a:extLst>
          </p:cNvPr>
          <p:cNvSpPr txBox="1"/>
          <p:nvPr/>
        </p:nvSpPr>
        <p:spPr>
          <a:xfrm>
            <a:off x="-1" y="882650"/>
            <a:ext cx="7718925" cy="12926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6285" marR="181610" lvl="1" indent="-286385">
              <a:spcBef>
                <a:spcPts val="670"/>
              </a:spcBef>
              <a:buFont typeface="Courier New"/>
              <a:buChar char="–"/>
              <a:tabLst>
                <a:tab pos="756920" algn="l"/>
              </a:tabLst>
            </a:pPr>
            <a:r>
              <a:rPr lang="en-US" sz="2800" spc="-10" dirty="0">
                <a:latin typeface="Calibri"/>
                <a:cs typeface="Calibri"/>
              </a:rPr>
              <a:t>Can be </a:t>
            </a:r>
            <a:r>
              <a:rPr lang="en-US" sz="2800" spc="-20" dirty="0">
                <a:latin typeface="Calibri"/>
                <a:cs typeface="Calibri"/>
              </a:rPr>
              <a:t>represented </a:t>
            </a:r>
            <a:r>
              <a:rPr lang="en-US" sz="2800" spc="-5" dirty="0">
                <a:latin typeface="Calibri"/>
                <a:cs typeface="Calibri"/>
              </a:rPr>
              <a:t>as </a:t>
            </a:r>
            <a:r>
              <a:rPr lang="en-US" sz="2800" dirty="0">
                <a:latin typeface="Calibri"/>
                <a:cs typeface="Calibri"/>
              </a:rPr>
              <a:t>a </a:t>
            </a:r>
            <a:r>
              <a:rPr lang="en-US" sz="2800" spc="10" dirty="0">
                <a:solidFill>
                  <a:srgbClr val="CC0099"/>
                </a:solidFill>
                <a:latin typeface="Calibri"/>
                <a:cs typeface="Calibri"/>
              </a:rPr>
              <a:t>directed graph </a:t>
            </a:r>
            <a:r>
              <a:rPr lang="en-US" sz="2800" spc="-15" dirty="0">
                <a:latin typeface="Calibri"/>
                <a:cs typeface="Calibri"/>
              </a:rPr>
              <a:t>where </a:t>
            </a:r>
            <a:r>
              <a:rPr lang="en-US" sz="2800" spc="-10" dirty="0">
                <a:latin typeface="Calibri"/>
                <a:cs typeface="Calibri"/>
              </a:rPr>
              <a:t>the  nodes </a:t>
            </a:r>
            <a:r>
              <a:rPr lang="en-US" sz="2800" spc="-15" dirty="0">
                <a:latin typeface="Calibri"/>
                <a:cs typeface="Calibri"/>
              </a:rPr>
              <a:t>are </a:t>
            </a:r>
            <a:r>
              <a:rPr lang="en-US" sz="2800" spc="-25" dirty="0">
                <a:latin typeface="Calibri"/>
                <a:cs typeface="Calibri"/>
              </a:rPr>
              <a:t>states </a:t>
            </a:r>
            <a:r>
              <a:rPr lang="en-US" sz="2800" spc="-10" dirty="0">
                <a:latin typeface="Calibri"/>
                <a:cs typeface="Calibri"/>
              </a:rPr>
              <a:t>and </a:t>
            </a:r>
            <a:r>
              <a:rPr lang="en-US" sz="2800" spc="-15" dirty="0">
                <a:latin typeface="Calibri"/>
                <a:cs typeface="Calibri"/>
              </a:rPr>
              <a:t>links between </a:t>
            </a:r>
            <a:r>
              <a:rPr lang="en-US" sz="2800" spc="-10" dirty="0">
                <a:latin typeface="Calibri"/>
                <a:cs typeface="Calibri"/>
              </a:rPr>
              <a:t>nodes </a:t>
            </a:r>
            <a:r>
              <a:rPr lang="en-US" sz="2800" spc="-15" dirty="0">
                <a:latin typeface="Calibri"/>
                <a:cs typeface="Calibri"/>
              </a:rPr>
              <a:t>are</a:t>
            </a:r>
            <a:r>
              <a:rPr lang="en-US" sz="2800" spc="200" dirty="0">
                <a:latin typeface="Calibri"/>
                <a:cs typeface="Calibri"/>
              </a:rPr>
              <a:t> </a:t>
            </a:r>
            <a:r>
              <a:rPr lang="en-US" sz="2800" spc="-5" dirty="0">
                <a:latin typeface="Calibri"/>
                <a:cs typeface="Calibri"/>
              </a:rPr>
              <a:t>actions</a:t>
            </a:r>
            <a:endParaRPr lang="en-US" sz="2800" dirty="0">
              <a:latin typeface="Calibri"/>
              <a:cs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D0BF9BE-2139-5049-612D-4BF1BA8DE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8925" y="0"/>
            <a:ext cx="4268253" cy="4953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4F811E0-8173-BA5A-BFD3-C7D14573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9631" y="4787011"/>
            <a:ext cx="3529479" cy="27574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4B7527-C2B8-25C6-F860-E7F8A5A5F9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331" y="2401952"/>
            <a:ext cx="7152538" cy="23105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CEF491-6080-4667-B86D-EC130D1188D1}"/>
              </a:ext>
            </a:extLst>
          </p:cNvPr>
          <p:cNvSpPr txBox="1"/>
          <p:nvPr/>
        </p:nvSpPr>
        <p:spPr>
          <a:xfrm>
            <a:off x="24978" y="5473215"/>
            <a:ext cx="771892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56285" marR="181610" lvl="1" indent="-286385">
              <a:spcBef>
                <a:spcPts val="670"/>
              </a:spcBef>
              <a:buFont typeface="Courier New"/>
              <a:buChar char="–"/>
              <a:tabLst>
                <a:tab pos="756920" algn="l"/>
              </a:tabLst>
            </a:pPr>
            <a:r>
              <a:rPr lang="en-US" sz="3200" spc="-10" dirty="0">
                <a:latin typeface="Calibri"/>
                <a:cs typeface="Calibri"/>
              </a:rPr>
              <a:t>We search for a solution by building </a:t>
            </a:r>
            <a:r>
              <a:rPr lang="en-US" sz="3200" spc="-10" dirty="0">
                <a:solidFill>
                  <a:srgbClr val="FF0000"/>
                </a:solidFill>
                <a:latin typeface="Calibri"/>
                <a:cs typeface="Calibri"/>
              </a:rPr>
              <a:t>a search tree</a:t>
            </a:r>
            <a:r>
              <a:rPr lang="en-US" sz="3200" spc="-10" dirty="0">
                <a:latin typeface="Calibri"/>
                <a:cs typeface="Calibri"/>
              </a:rPr>
              <a:t> and traversing it to find a goal state </a:t>
            </a:r>
          </a:p>
        </p:txBody>
      </p:sp>
    </p:spTree>
    <p:extLst>
      <p:ext uri="{BB962C8B-B14F-4D97-AF65-F5344CB8AC3E}">
        <p14:creationId xmlns:p14="http://schemas.microsoft.com/office/powerpoint/2010/main" val="38143100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92712" y="32160"/>
            <a:ext cx="2604770" cy="670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4400" spc="-10" dirty="0"/>
              <a:t>Search</a:t>
            </a:r>
            <a:r>
              <a:rPr sz="4400" spc="-105" dirty="0"/>
              <a:t> </a:t>
            </a:r>
            <a:r>
              <a:rPr sz="4400" spc="-15" dirty="0"/>
              <a:t>tree</a:t>
            </a:r>
            <a:endParaRPr sz="4400" dirty="0"/>
          </a:p>
        </p:txBody>
      </p:sp>
      <p:sp>
        <p:nvSpPr>
          <p:cNvPr id="7" name="object 7"/>
          <p:cNvSpPr txBox="1"/>
          <p:nvPr/>
        </p:nvSpPr>
        <p:spPr>
          <a:xfrm>
            <a:off x="255895" y="861942"/>
            <a:ext cx="8049085" cy="3063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645795" indent="-342900">
              <a:lnSpc>
                <a:spcPct val="110000"/>
              </a:lnSpc>
              <a:spcBef>
                <a:spcPts val="645"/>
              </a:spcBef>
              <a:buFont typeface="Courier New"/>
              <a:buChar char="•"/>
              <a:tabLst>
                <a:tab pos="355600" algn="l"/>
              </a:tabLst>
            </a:pP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root </a:t>
            </a:r>
            <a:r>
              <a:rPr sz="2800" spc="-5" dirty="0">
                <a:latin typeface="Calibri"/>
                <a:cs typeface="Calibri"/>
              </a:rPr>
              <a:t>node </a:t>
            </a:r>
            <a:r>
              <a:rPr sz="2800" spc="-10" dirty="0">
                <a:latin typeface="Calibri"/>
                <a:cs typeface="Calibri"/>
              </a:rPr>
              <a:t>corresponds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the  </a:t>
            </a:r>
            <a:r>
              <a:rPr sz="2800" spc="-15" dirty="0">
                <a:latin typeface="Calibri"/>
                <a:cs typeface="Calibri"/>
              </a:rPr>
              <a:t>starting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state</a:t>
            </a:r>
            <a:endParaRPr sz="2800" dirty="0">
              <a:latin typeface="Calibri"/>
              <a:cs typeface="Calibri"/>
            </a:endParaRPr>
          </a:p>
          <a:p>
            <a:pPr marL="355600" marR="179070" indent="-342900">
              <a:lnSpc>
                <a:spcPct val="110000"/>
              </a:lnSpc>
              <a:spcBef>
                <a:spcPts val="645"/>
              </a:spcBef>
              <a:buFont typeface="Courier New"/>
              <a:buChar char="•"/>
              <a:tabLst>
                <a:tab pos="355600" algn="l"/>
              </a:tabLst>
            </a:pP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children </a:t>
            </a:r>
            <a:r>
              <a:rPr sz="2800" dirty="0">
                <a:latin typeface="Calibri"/>
                <a:cs typeface="Calibri"/>
              </a:rPr>
              <a:t>of a </a:t>
            </a:r>
            <a:r>
              <a:rPr sz="2800" spc="-5" dirty="0">
                <a:latin typeface="Calibri"/>
                <a:cs typeface="Calibri"/>
              </a:rPr>
              <a:t>node </a:t>
            </a:r>
            <a:r>
              <a:rPr sz="2800" spc="-10" dirty="0">
                <a:latin typeface="Calibri"/>
                <a:cs typeface="Calibri"/>
              </a:rPr>
              <a:t>correspond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  </a:t>
            </a:r>
            <a:r>
              <a:rPr sz="2800" spc="-10" dirty="0">
                <a:latin typeface="Calibri"/>
                <a:cs typeface="Calibri"/>
              </a:rPr>
              <a:t>the </a:t>
            </a:r>
            <a:r>
              <a:rPr sz="2800" spc="10" dirty="0">
                <a:latin typeface="Calibri"/>
                <a:cs typeface="Calibri"/>
              </a:rPr>
              <a:t>successor </a:t>
            </a:r>
            <a:r>
              <a:rPr sz="2800" dirty="0">
                <a:latin typeface="Calibri"/>
                <a:cs typeface="Calibri"/>
              </a:rPr>
              <a:t>states of </a:t>
            </a:r>
            <a:r>
              <a:rPr sz="2800" spc="-15" dirty="0">
                <a:latin typeface="Calibri"/>
                <a:cs typeface="Calibri"/>
              </a:rPr>
              <a:t>that </a:t>
            </a:r>
            <a:r>
              <a:rPr sz="2800" spc="-35" dirty="0">
                <a:latin typeface="Calibri"/>
                <a:cs typeface="Calibri"/>
              </a:rPr>
              <a:t>node’s  </a:t>
            </a:r>
            <a:r>
              <a:rPr sz="2800" spc="-30" dirty="0">
                <a:latin typeface="Calibri"/>
                <a:cs typeface="Calibri"/>
              </a:rPr>
              <a:t>state</a:t>
            </a:r>
            <a:endParaRPr sz="2800" dirty="0">
              <a:latin typeface="Calibri"/>
              <a:cs typeface="Calibri"/>
            </a:endParaRPr>
          </a:p>
          <a:p>
            <a:pPr marL="355600" marR="240665" indent="-342900">
              <a:lnSpc>
                <a:spcPct val="110000"/>
              </a:lnSpc>
              <a:spcBef>
                <a:spcPts val="645"/>
              </a:spcBef>
              <a:buFont typeface="Courier New"/>
              <a:buChar char="•"/>
              <a:tabLst>
                <a:tab pos="355600" algn="l"/>
              </a:tabLst>
            </a:pP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5" dirty="0">
                <a:latin typeface="Calibri"/>
                <a:cs typeface="Calibri"/>
              </a:rPr>
              <a:t>path through </a:t>
            </a:r>
            <a:r>
              <a:rPr sz="2800" spc="-10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tree </a:t>
            </a:r>
            <a:r>
              <a:rPr sz="2800" spc="-10" dirty="0">
                <a:latin typeface="Calibri"/>
                <a:cs typeface="Calibri"/>
              </a:rPr>
              <a:t>corresponds 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sequence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actions</a:t>
            </a:r>
            <a:endParaRPr sz="2800" dirty="0">
              <a:latin typeface="Calibri"/>
              <a:cs typeface="Calibri"/>
            </a:endParaRPr>
          </a:p>
          <a:p>
            <a:pPr marL="756285" marR="284480" indent="-287020">
              <a:lnSpc>
                <a:spcPct val="110000"/>
              </a:lnSpc>
              <a:spcBef>
                <a:spcPts val="605"/>
              </a:spcBef>
            </a:pPr>
            <a:r>
              <a:rPr sz="2800" spc="-110" dirty="0">
                <a:latin typeface="Courier New"/>
                <a:cs typeface="Courier New"/>
              </a:rPr>
              <a:t>–</a:t>
            </a:r>
            <a:r>
              <a:rPr sz="2800" spc="-615" dirty="0">
                <a:latin typeface="Courier New"/>
                <a:cs typeface="Courier New"/>
              </a:rPr>
              <a:t>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solution is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path </a:t>
            </a:r>
            <a:r>
              <a:rPr sz="2800" dirty="0">
                <a:latin typeface="Calibri"/>
                <a:cs typeface="Calibri"/>
              </a:rPr>
              <a:t>ending in the </a:t>
            </a:r>
            <a:r>
              <a:rPr sz="2800" spc="-5" dirty="0">
                <a:latin typeface="Calibri"/>
                <a:cs typeface="Calibri"/>
              </a:rPr>
              <a:t>goal  </a:t>
            </a:r>
            <a:r>
              <a:rPr sz="2800" spc="-20" dirty="0">
                <a:latin typeface="Calibri"/>
                <a:cs typeface="Calibri"/>
              </a:rPr>
              <a:t>state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A63EDAD-6D4C-B704-80CD-F24BB8F54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95" y="5302250"/>
            <a:ext cx="6749478" cy="211173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1F6ABB0-214C-0CD3-9428-ADC22D735E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4980" y="1492250"/>
            <a:ext cx="4346576" cy="520230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DC6B6-F4B2-912D-B3C2-24C372A14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4712" y="196850"/>
            <a:ext cx="8610600" cy="615553"/>
          </a:xfrm>
        </p:spPr>
        <p:txBody>
          <a:bodyPr/>
          <a:lstStyle/>
          <a:p>
            <a:r>
              <a:rPr lang="en-US" dirty="0"/>
              <a:t>State Space Graphs vs. Search Trees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7CBD29-32B7-B034-6925-E1E7E1FE9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289" y="1111250"/>
            <a:ext cx="12428845" cy="464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4847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06913" y="148462"/>
            <a:ext cx="4126865" cy="609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25" dirty="0"/>
              <a:t>States versus</a:t>
            </a:r>
            <a:r>
              <a:rPr spc="-70" dirty="0"/>
              <a:t> </a:t>
            </a:r>
            <a:r>
              <a:rPr spc="-5" dirty="0"/>
              <a:t>Nodes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5912" y="758062"/>
            <a:ext cx="11823700" cy="13567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buFont typeface="Courier New"/>
              <a:buChar char="•"/>
              <a:tabLst>
                <a:tab pos="354965" algn="l"/>
                <a:tab pos="355600" algn="l"/>
              </a:tabLst>
            </a:pPr>
            <a:r>
              <a:rPr sz="2800" spc="5" dirty="0">
                <a:latin typeface="Calibri"/>
                <a:cs typeface="Calibri"/>
              </a:rPr>
              <a:t>A </a:t>
            </a:r>
            <a:r>
              <a:rPr sz="2800" spc="-25" dirty="0">
                <a:solidFill>
                  <a:srgbClr val="FF0000"/>
                </a:solidFill>
                <a:latin typeface="Calibri"/>
                <a:cs typeface="Calibri"/>
              </a:rPr>
              <a:t>state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(representation </a:t>
            </a:r>
            <a:r>
              <a:rPr sz="2800" spc="5" dirty="0">
                <a:latin typeface="Calibri"/>
                <a:cs typeface="Calibri"/>
              </a:rPr>
              <a:t>of)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physical</a:t>
            </a:r>
            <a:r>
              <a:rPr sz="2800" spc="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configuration</a:t>
            </a:r>
            <a:endParaRPr sz="2800" dirty="0">
              <a:latin typeface="Calibri"/>
              <a:cs typeface="Calibri"/>
            </a:endParaRPr>
          </a:p>
          <a:p>
            <a:pPr marL="355600" marR="5080" indent="-342900">
              <a:spcBef>
                <a:spcPts val="480"/>
              </a:spcBef>
              <a:buFont typeface="Courier New"/>
              <a:buChar char="•"/>
              <a:tabLst>
                <a:tab pos="354965" algn="l"/>
                <a:tab pos="355600" algn="l"/>
              </a:tabLst>
            </a:pPr>
            <a:r>
              <a:rPr sz="2800" spc="5" dirty="0">
                <a:latin typeface="Calibri"/>
                <a:cs typeface="Calibri"/>
              </a:rPr>
              <a:t>A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node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15" dirty="0">
                <a:latin typeface="Calibri"/>
                <a:cs typeface="Calibri"/>
              </a:rPr>
              <a:t>data </a:t>
            </a:r>
            <a:r>
              <a:rPr sz="2800" spc="-10" dirty="0">
                <a:latin typeface="Calibri"/>
                <a:cs typeface="Calibri"/>
              </a:rPr>
              <a:t>structure </a:t>
            </a:r>
            <a:r>
              <a:rPr sz="2800" spc="-5" dirty="0">
                <a:latin typeface="Calibri"/>
                <a:cs typeface="Calibri"/>
              </a:rPr>
              <a:t>constituting </a:t>
            </a:r>
            <a:r>
              <a:rPr sz="2800" dirty="0">
                <a:latin typeface="Calibri"/>
                <a:cs typeface="Calibri"/>
              </a:rPr>
              <a:t>part of a </a:t>
            </a:r>
            <a:r>
              <a:rPr sz="2800" spc="-5" dirty="0">
                <a:latin typeface="Calibri"/>
                <a:cs typeface="Calibri"/>
              </a:rPr>
              <a:t>search </a:t>
            </a:r>
            <a:r>
              <a:rPr sz="2800" spc="-10" dirty="0">
                <a:latin typeface="Calibri"/>
                <a:cs typeface="Calibri"/>
              </a:rPr>
              <a:t>tree contains </a:t>
            </a:r>
            <a:r>
              <a:rPr sz="2800" spc="-15" dirty="0">
                <a:latin typeface="Calibri"/>
                <a:cs typeface="Calibri"/>
              </a:rPr>
              <a:t>info  </a:t>
            </a:r>
            <a:r>
              <a:rPr sz="2800" dirty="0">
                <a:latin typeface="Calibri"/>
                <a:cs typeface="Calibri"/>
              </a:rPr>
              <a:t>such </a:t>
            </a:r>
            <a:r>
              <a:rPr sz="2800" spc="-5" dirty="0">
                <a:latin typeface="Calibri"/>
                <a:cs typeface="Calibri"/>
              </a:rPr>
              <a:t>as: </a:t>
            </a:r>
            <a:r>
              <a:rPr sz="2800" spc="-20" dirty="0">
                <a:solidFill>
                  <a:srgbClr val="FF0000"/>
                </a:solidFill>
                <a:latin typeface="Calibri"/>
                <a:cs typeface="Calibri"/>
              </a:rPr>
              <a:t>state</a:t>
            </a:r>
            <a:r>
              <a:rPr sz="2800" spc="-20" dirty="0">
                <a:latin typeface="Calibri"/>
                <a:cs typeface="Calibri"/>
              </a:rPr>
              <a:t>, 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parent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node</a:t>
            </a:r>
            <a:r>
              <a:rPr sz="2800" dirty="0">
                <a:latin typeface="Calibri"/>
                <a:cs typeface="Calibri"/>
              </a:rPr>
              <a:t>,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action</a:t>
            </a:r>
            <a:r>
              <a:rPr sz="2800" dirty="0">
                <a:latin typeface="Calibri"/>
                <a:cs typeface="Calibri"/>
              </a:rPr>
              <a:t>, </a:t>
            </a:r>
            <a:r>
              <a:rPr sz="2800" spc="-5" dirty="0">
                <a:solidFill>
                  <a:srgbClr val="FF0000"/>
                </a:solidFill>
                <a:latin typeface="Calibri"/>
                <a:cs typeface="Calibri"/>
              </a:rPr>
              <a:t>path 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cost </a:t>
            </a:r>
            <a:r>
              <a:rPr sz="2800" i="1" dirty="0">
                <a:latin typeface="Calibri"/>
                <a:cs typeface="Calibri"/>
              </a:rPr>
              <a:t>g(x)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Calibri"/>
                <a:cs typeface="Calibri"/>
              </a:rPr>
              <a:t>depth</a:t>
            </a:r>
            <a:endParaRPr sz="2800" dirty="0">
              <a:latin typeface="Calibri"/>
              <a:cs typeface="Calibri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8F2400F-FC1D-5E55-D493-AEC36B3978BA}"/>
              </a:ext>
            </a:extLst>
          </p:cNvPr>
          <p:cNvGrpSpPr/>
          <p:nvPr/>
        </p:nvGrpSpPr>
        <p:grpSpPr>
          <a:xfrm>
            <a:off x="1504119" y="1644650"/>
            <a:ext cx="9447285" cy="3348713"/>
            <a:chOff x="782637" y="2349500"/>
            <a:chExt cx="9506022" cy="363855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1EB7DCE-962A-9335-ADB4-7CFEE1FDD1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2637" y="3016250"/>
              <a:ext cx="6542160" cy="29718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7B696B0-3323-6A4F-5A03-3C0EE20317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54959" y="2349500"/>
              <a:ext cx="2933700" cy="287655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A193758A-3C86-80DA-D3C1-7F03DC9FA3A9}"/>
              </a:ext>
            </a:extLst>
          </p:cNvPr>
          <p:cNvSpPr txBox="1"/>
          <p:nvPr/>
        </p:nvSpPr>
        <p:spPr>
          <a:xfrm>
            <a:off x="544512" y="4925140"/>
            <a:ext cx="12888913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latin typeface="Courier New" panose="02070309020205020404" pitchFamily="49" charset="0"/>
              </a:rPr>
              <a:t>node.path_cost</a:t>
            </a:r>
            <a:endParaRPr lang="en-US" sz="2400" b="1" dirty="0">
              <a:latin typeface="Courier New" panose="02070309020205020404" pitchFamily="49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   The total cost it took to reach the current node from the start.</a:t>
            </a:r>
          </a:p>
          <a:p>
            <a:r>
              <a:rPr lang="en-US" sz="2400" b="1" dirty="0" err="1">
                <a:latin typeface="Courier New" panose="02070309020205020404" pitchFamily="49" charset="0"/>
              </a:rPr>
              <a:t>step_cost</a:t>
            </a:r>
            <a:r>
              <a:rPr lang="en-US" sz="2400" b="1" dirty="0">
                <a:latin typeface="Courier New" panose="02070309020205020404" pitchFamily="49" charset="0"/>
              </a:rPr>
              <a:t>(</a:t>
            </a:r>
            <a:r>
              <a:rPr lang="en-US" sz="2400" b="1" dirty="0" err="1">
                <a:latin typeface="Courier New" panose="02070309020205020404" pitchFamily="49" charset="0"/>
              </a:rPr>
              <a:t>node.state</a:t>
            </a:r>
            <a:r>
              <a:rPr lang="en-US" sz="2400" b="1" dirty="0">
                <a:latin typeface="Courier New" panose="02070309020205020404" pitchFamily="49" charset="0"/>
              </a:rPr>
              <a:t>, a, </a:t>
            </a:r>
            <a:r>
              <a:rPr lang="en-US" sz="2400" b="1" dirty="0" err="1">
                <a:latin typeface="Courier New" panose="02070309020205020404" pitchFamily="49" charset="0"/>
              </a:rPr>
              <a:t>self.state</a:t>
            </a:r>
            <a:r>
              <a:rPr lang="en-US" sz="2400" b="1" dirty="0">
                <a:latin typeface="Courier New" panose="02070309020205020404" pitchFamily="49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additional cost of taking action a from the current state (</a:t>
            </a:r>
            <a:r>
              <a:rPr lang="en-US" sz="2400" dirty="0" err="1"/>
              <a:t>node.state</a:t>
            </a:r>
            <a:r>
              <a:rPr lang="en-US" sz="2400" dirty="0"/>
              <a:t>) to reach the next state (</a:t>
            </a:r>
            <a:r>
              <a:rPr lang="en-US" sz="2400" dirty="0" err="1"/>
              <a:t>self.state</a:t>
            </a:r>
            <a:r>
              <a:rPr lang="en-US" sz="2400" dirty="0"/>
              <a:t>).</a:t>
            </a:r>
          </a:p>
          <a:p>
            <a:endParaRPr lang="en-US" sz="2400" dirty="0"/>
          </a:p>
          <a:p>
            <a:r>
              <a:rPr lang="en-US" sz="2800" b="1" dirty="0"/>
              <a:t>				new path cost</a:t>
            </a:r>
            <a:r>
              <a:rPr lang="en-US" sz="2800" dirty="0"/>
              <a:t> = old path cost + cost of the step just taken.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8E9513-239E-1D6A-E97C-EED4DCDA2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712" y="273050"/>
            <a:ext cx="11201400" cy="5347677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96025926-1167-D3EE-658E-52EAE9534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112" y="5681018"/>
            <a:ext cx="1272540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State space graph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defines the problem (all states + transitions).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Search tree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defines the process (all paths the algorithm actually explores</a:t>
            </a:r>
            <a:r>
              <a:rPr lang="en-US" altLang="en-US" sz="2800" dirty="0">
                <a:latin typeface="Arial" panose="020B0604020202020204" pitchFamily="34" charset="0"/>
              </a:rPr>
              <a:t>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196460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49712" y="273050"/>
            <a:ext cx="4072890" cy="687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4400" spc="-10" dirty="0"/>
              <a:t>Search</a:t>
            </a:r>
            <a:r>
              <a:rPr lang="en-US" sz="4400" spc="-10" dirty="0"/>
              <a:t>: </a:t>
            </a:r>
            <a:r>
              <a:rPr lang="en-US" sz="4400" dirty="0"/>
              <a:t>Basic</a:t>
            </a:r>
            <a:r>
              <a:rPr lang="en-US" sz="4400" spc="-90" dirty="0"/>
              <a:t> </a:t>
            </a:r>
            <a:r>
              <a:rPr lang="en-US" sz="4400" dirty="0"/>
              <a:t>idea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468312" y="1039297"/>
            <a:ext cx="11963400" cy="62581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buFont typeface="Courier New"/>
              <a:buChar char="•"/>
              <a:tabLst>
                <a:tab pos="355600" algn="l"/>
              </a:tabLst>
            </a:pPr>
            <a:r>
              <a:rPr sz="3600" spc="-25" dirty="0">
                <a:latin typeface="Calibri"/>
                <a:cs typeface="Calibri"/>
              </a:rPr>
              <a:t>Let’s </a:t>
            </a:r>
            <a:r>
              <a:rPr sz="3600" spc="-5" dirty="0">
                <a:latin typeface="Calibri"/>
                <a:cs typeface="Calibri"/>
              </a:rPr>
              <a:t>begin </a:t>
            </a:r>
            <a:r>
              <a:rPr sz="3600" spc="-15" dirty="0">
                <a:latin typeface="Calibri"/>
                <a:cs typeface="Calibri"/>
              </a:rPr>
              <a:t>at </a:t>
            </a:r>
            <a:r>
              <a:rPr sz="3600" spc="-5" dirty="0">
                <a:latin typeface="Calibri"/>
                <a:cs typeface="Calibri"/>
              </a:rPr>
              <a:t>the </a:t>
            </a:r>
            <a:r>
              <a:rPr sz="3600" spc="-20" dirty="0">
                <a:latin typeface="Calibri"/>
                <a:cs typeface="Calibri"/>
              </a:rPr>
              <a:t>start </a:t>
            </a:r>
            <a:r>
              <a:rPr sz="3600" spc="-35" dirty="0">
                <a:latin typeface="Calibri"/>
                <a:cs typeface="Calibri"/>
              </a:rPr>
              <a:t>state </a:t>
            </a:r>
            <a:r>
              <a:rPr sz="3600" spc="-5" dirty="0">
                <a:latin typeface="Calibri"/>
                <a:cs typeface="Calibri"/>
              </a:rPr>
              <a:t>and </a:t>
            </a:r>
            <a:r>
              <a:rPr sz="3600" spc="30" dirty="0">
                <a:latin typeface="Calibri"/>
                <a:cs typeface="Calibri"/>
              </a:rPr>
              <a:t>expand </a:t>
            </a:r>
            <a:r>
              <a:rPr sz="3600" spc="-5" dirty="0">
                <a:latin typeface="Calibri"/>
                <a:cs typeface="Calibri"/>
              </a:rPr>
              <a:t>it </a:t>
            </a:r>
            <a:r>
              <a:rPr sz="3600" spc="-10" dirty="0">
                <a:latin typeface="Calibri"/>
                <a:cs typeface="Calibri"/>
              </a:rPr>
              <a:t>by  </a:t>
            </a:r>
            <a:r>
              <a:rPr sz="3600" spc="-5" dirty="0">
                <a:latin typeface="Calibri"/>
                <a:cs typeface="Calibri"/>
              </a:rPr>
              <a:t>making </a:t>
            </a:r>
            <a:r>
              <a:rPr sz="3600" dirty="0">
                <a:latin typeface="Calibri"/>
                <a:cs typeface="Calibri"/>
              </a:rPr>
              <a:t>a </a:t>
            </a:r>
            <a:r>
              <a:rPr sz="3600" spc="-15" dirty="0">
                <a:latin typeface="Calibri"/>
                <a:cs typeface="Calibri"/>
              </a:rPr>
              <a:t>list </a:t>
            </a:r>
            <a:r>
              <a:rPr sz="3600" spc="-5" dirty="0">
                <a:latin typeface="Calibri"/>
                <a:cs typeface="Calibri"/>
              </a:rPr>
              <a:t>of all possible successor</a:t>
            </a:r>
            <a:r>
              <a:rPr sz="3600" spc="90" dirty="0">
                <a:latin typeface="Calibri"/>
                <a:cs typeface="Calibri"/>
              </a:rPr>
              <a:t> </a:t>
            </a:r>
            <a:r>
              <a:rPr sz="3600" spc="-30" dirty="0">
                <a:latin typeface="Calibri"/>
                <a:cs typeface="Calibri"/>
              </a:rPr>
              <a:t>states</a:t>
            </a:r>
            <a:r>
              <a:rPr lang="en-US" sz="3600" spc="-30" dirty="0">
                <a:latin typeface="Calibri"/>
                <a:cs typeface="Calibri"/>
              </a:rPr>
              <a:t>.</a:t>
            </a:r>
          </a:p>
          <a:p>
            <a:pPr marL="355600" marR="5080" indent="-342900">
              <a:buFont typeface="Courier New"/>
              <a:buChar char="•"/>
              <a:tabLst>
                <a:tab pos="355600" algn="l"/>
              </a:tabLst>
            </a:pPr>
            <a:endParaRPr sz="3600" dirty="0">
              <a:latin typeface="Calibri"/>
              <a:cs typeface="Calibri"/>
            </a:endParaRPr>
          </a:p>
          <a:p>
            <a:pPr marL="355600" marR="413384" indent="-342900">
              <a:spcBef>
                <a:spcPts val="765"/>
              </a:spcBef>
              <a:buFont typeface="Courier New"/>
              <a:buChar char="•"/>
              <a:tabLst>
                <a:tab pos="355600" algn="l"/>
              </a:tabLst>
            </a:pPr>
            <a:r>
              <a:rPr sz="3600" spc="-15" dirty="0">
                <a:latin typeface="Calibri"/>
                <a:cs typeface="Calibri"/>
              </a:rPr>
              <a:t>Maintain </a:t>
            </a:r>
            <a:r>
              <a:rPr sz="3600" dirty="0">
                <a:latin typeface="Calibri"/>
                <a:cs typeface="Calibri"/>
              </a:rPr>
              <a:t>a </a:t>
            </a:r>
            <a:r>
              <a:rPr sz="3600" spc="20" dirty="0">
                <a:latin typeface="Calibri"/>
                <a:cs typeface="Calibri"/>
              </a:rPr>
              <a:t>frontier </a:t>
            </a:r>
            <a:r>
              <a:rPr sz="3600" dirty="0">
                <a:latin typeface="Calibri"/>
                <a:cs typeface="Calibri"/>
              </a:rPr>
              <a:t>or a </a:t>
            </a:r>
            <a:r>
              <a:rPr sz="3600" spc="-15" dirty="0">
                <a:latin typeface="Calibri"/>
                <a:cs typeface="Calibri"/>
              </a:rPr>
              <a:t>list </a:t>
            </a:r>
            <a:r>
              <a:rPr sz="3600" spc="-5" dirty="0">
                <a:latin typeface="Calibri"/>
                <a:cs typeface="Calibri"/>
              </a:rPr>
              <a:t>of </a:t>
            </a:r>
            <a:r>
              <a:rPr sz="3600" spc="-10" dirty="0">
                <a:latin typeface="Calibri"/>
                <a:cs typeface="Calibri"/>
              </a:rPr>
              <a:t>unexpanded  </a:t>
            </a:r>
            <a:r>
              <a:rPr sz="3600" spc="-30" dirty="0">
                <a:latin typeface="Calibri"/>
                <a:cs typeface="Calibri"/>
              </a:rPr>
              <a:t>states</a:t>
            </a:r>
            <a:endParaRPr lang="en-US" sz="3600" spc="-30" dirty="0">
              <a:latin typeface="Calibri"/>
              <a:cs typeface="Calibri"/>
            </a:endParaRPr>
          </a:p>
          <a:p>
            <a:pPr marL="355600" marR="413384" indent="-342900">
              <a:spcBef>
                <a:spcPts val="765"/>
              </a:spcBef>
              <a:buFont typeface="Courier New"/>
              <a:buChar char="•"/>
              <a:tabLst>
                <a:tab pos="355600" algn="l"/>
              </a:tabLst>
            </a:pPr>
            <a:endParaRPr sz="3600" dirty="0">
              <a:latin typeface="Calibri"/>
              <a:cs typeface="Calibri"/>
            </a:endParaRPr>
          </a:p>
          <a:p>
            <a:pPr marL="355600" marR="47625" indent="-342900">
              <a:spcBef>
                <a:spcPts val="765"/>
              </a:spcBef>
              <a:buFont typeface="Courier New"/>
              <a:buChar char="•"/>
              <a:tabLst>
                <a:tab pos="355600" algn="l"/>
              </a:tabLst>
            </a:pPr>
            <a:r>
              <a:rPr sz="3600" spc="-50" dirty="0">
                <a:latin typeface="Calibri"/>
                <a:cs typeface="Calibri"/>
              </a:rPr>
              <a:t>At </a:t>
            </a:r>
            <a:r>
              <a:rPr sz="3600" spc="-5" dirty="0">
                <a:latin typeface="Calibri"/>
                <a:cs typeface="Calibri"/>
              </a:rPr>
              <a:t>each </a:t>
            </a:r>
            <a:r>
              <a:rPr sz="3600" spc="-20" dirty="0">
                <a:latin typeface="Calibri"/>
                <a:cs typeface="Calibri"/>
              </a:rPr>
              <a:t>step, </a:t>
            </a:r>
            <a:r>
              <a:rPr sz="3600" spc="-5" dirty="0">
                <a:latin typeface="Calibri"/>
                <a:cs typeface="Calibri"/>
              </a:rPr>
              <a:t>pick </a:t>
            </a:r>
            <a:r>
              <a:rPr sz="3600" dirty="0">
                <a:latin typeface="Calibri"/>
                <a:cs typeface="Calibri"/>
              </a:rPr>
              <a:t>a </a:t>
            </a:r>
            <a:r>
              <a:rPr sz="3600" spc="-35" dirty="0">
                <a:latin typeface="Calibri"/>
                <a:cs typeface="Calibri"/>
              </a:rPr>
              <a:t>state </a:t>
            </a:r>
            <a:r>
              <a:rPr sz="3600" spc="-15" dirty="0">
                <a:latin typeface="Calibri"/>
                <a:cs typeface="Calibri"/>
              </a:rPr>
              <a:t>from </a:t>
            </a:r>
            <a:r>
              <a:rPr sz="3600" spc="-5" dirty="0">
                <a:latin typeface="Calibri"/>
                <a:cs typeface="Calibri"/>
              </a:rPr>
              <a:t>the </a:t>
            </a:r>
            <a:r>
              <a:rPr sz="3600" spc="-15" dirty="0">
                <a:latin typeface="Calibri"/>
                <a:cs typeface="Calibri"/>
              </a:rPr>
              <a:t>frontier </a:t>
            </a:r>
            <a:r>
              <a:rPr sz="3600" spc="-20" dirty="0">
                <a:latin typeface="Calibri"/>
                <a:cs typeface="Calibri"/>
              </a:rPr>
              <a:t>to  </a:t>
            </a:r>
            <a:r>
              <a:rPr sz="3600" spc="-10" dirty="0">
                <a:latin typeface="Calibri"/>
                <a:cs typeface="Calibri"/>
              </a:rPr>
              <a:t>expand</a:t>
            </a:r>
            <a:endParaRPr lang="en-US" sz="3600" spc="-10" dirty="0">
              <a:latin typeface="Calibri"/>
              <a:cs typeface="Calibri"/>
            </a:endParaRPr>
          </a:p>
          <a:p>
            <a:pPr marL="355600" marR="47625" indent="-342900">
              <a:spcBef>
                <a:spcPts val="765"/>
              </a:spcBef>
              <a:buFont typeface="Courier New"/>
              <a:buChar char="•"/>
              <a:tabLst>
                <a:tab pos="355600" algn="l"/>
              </a:tabLst>
            </a:pPr>
            <a:endParaRPr sz="3600" dirty="0">
              <a:latin typeface="Calibri"/>
              <a:cs typeface="Calibri"/>
            </a:endParaRPr>
          </a:p>
          <a:p>
            <a:pPr marL="355600" indent="-342900">
              <a:spcBef>
                <a:spcPts val="765"/>
              </a:spcBef>
              <a:buFont typeface="Courier New"/>
              <a:buChar char="•"/>
              <a:tabLst>
                <a:tab pos="355600" algn="l"/>
              </a:tabLst>
            </a:pPr>
            <a:r>
              <a:rPr sz="3600" spc="-15" dirty="0">
                <a:latin typeface="Calibri"/>
                <a:cs typeface="Calibri"/>
              </a:rPr>
              <a:t>Keep </a:t>
            </a:r>
            <a:r>
              <a:rPr sz="3600" spc="-5" dirty="0">
                <a:latin typeface="Calibri"/>
                <a:cs typeface="Calibri"/>
              </a:rPr>
              <a:t>going </a:t>
            </a:r>
            <a:r>
              <a:rPr sz="3600" spc="-10" dirty="0">
                <a:latin typeface="Calibri"/>
                <a:cs typeface="Calibri"/>
              </a:rPr>
              <a:t>until </a:t>
            </a:r>
            <a:r>
              <a:rPr sz="3600" spc="-15" dirty="0">
                <a:latin typeface="Calibri"/>
                <a:cs typeface="Calibri"/>
              </a:rPr>
              <a:t>you </a:t>
            </a:r>
            <a:r>
              <a:rPr sz="3600" spc="-10" dirty="0">
                <a:latin typeface="Calibri"/>
                <a:cs typeface="Calibri"/>
              </a:rPr>
              <a:t>reach </a:t>
            </a:r>
            <a:r>
              <a:rPr sz="3600" dirty="0">
                <a:latin typeface="Calibri"/>
                <a:cs typeface="Calibri"/>
              </a:rPr>
              <a:t>a </a:t>
            </a:r>
            <a:r>
              <a:rPr sz="3600" spc="-10" dirty="0">
                <a:latin typeface="Calibri"/>
                <a:cs typeface="Calibri"/>
              </a:rPr>
              <a:t>goal</a:t>
            </a:r>
            <a:r>
              <a:rPr sz="3600" spc="15" dirty="0">
                <a:latin typeface="Calibri"/>
                <a:cs typeface="Calibri"/>
              </a:rPr>
              <a:t> </a:t>
            </a:r>
            <a:r>
              <a:rPr sz="3600" spc="-35" dirty="0">
                <a:latin typeface="Calibri"/>
                <a:cs typeface="Calibri"/>
              </a:rPr>
              <a:t>state</a:t>
            </a:r>
            <a:endParaRPr lang="en-US" sz="3600" spc="-35" dirty="0">
              <a:latin typeface="Calibri"/>
              <a:cs typeface="Calibri"/>
            </a:endParaRPr>
          </a:p>
          <a:p>
            <a:pPr marL="355600" indent="-342900">
              <a:spcBef>
                <a:spcPts val="765"/>
              </a:spcBef>
              <a:buFont typeface="Courier New"/>
              <a:buChar char="•"/>
              <a:tabLst>
                <a:tab pos="355600" algn="l"/>
              </a:tabLst>
            </a:pPr>
            <a:endParaRPr sz="3600" dirty="0">
              <a:latin typeface="Calibri"/>
              <a:cs typeface="Calibri"/>
            </a:endParaRPr>
          </a:p>
          <a:p>
            <a:pPr marL="355600" indent="-342900">
              <a:spcBef>
                <a:spcPts val="765"/>
              </a:spcBef>
              <a:buFont typeface="Courier New"/>
              <a:buChar char="•"/>
              <a:tabLst>
                <a:tab pos="355600" algn="l"/>
              </a:tabLst>
            </a:pPr>
            <a:r>
              <a:rPr sz="3600" spc="-65" dirty="0">
                <a:latin typeface="Calibri"/>
                <a:cs typeface="Calibri"/>
              </a:rPr>
              <a:t>Try </a:t>
            </a:r>
            <a:r>
              <a:rPr sz="3600" spc="-20" dirty="0">
                <a:latin typeface="Calibri"/>
                <a:cs typeface="Calibri"/>
              </a:rPr>
              <a:t>to </a:t>
            </a:r>
            <a:r>
              <a:rPr sz="3600" spc="-10" dirty="0">
                <a:latin typeface="Calibri"/>
                <a:cs typeface="Calibri"/>
              </a:rPr>
              <a:t>expand </a:t>
            </a:r>
            <a:r>
              <a:rPr sz="3600" spc="-5" dirty="0">
                <a:latin typeface="Calibri"/>
                <a:cs typeface="Calibri"/>
              </a:rPr>
              <a:t>as </a:t>
            </a:r>
            <a:r>
              <a:rPr sz="3600" spc="-35" dirty="0">
                <a:latin typeface="Calibri"/>
                <a:cs typeface="Calibri"/>
              </a:rPr>
              <a:t>few </a:t>
            </a:r>
            <a:r>
              <a:rPr sz="3600" spc="-30" dirty="0">
                <a:latin typeface="Calibri"/>
                <a:cs typeface="Calibri"/>
              </a:rPr>
              <a:t>states </a:t>
            </a:r>
            <a:r>
              <a:rPr sz="3600" spc="-5" dirty="0">
                <a:latin typeface="Calibri"/>
                <a:cs typeface="Calibri"/>
              </a:rPr>
              <a:t>as</a:t>
            </a:r>
            <a:r>
              <a:rPr sz="3600" spc="150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possible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34652" y="181169"/>
            <a:ext cx="7564120" cy="625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15" dirty="0"/>
              <a:t>Search </a:t>
            </a:r>
            <a:r>
              <a:rPr spc="-80" dirty="0"/>
              <a:t>Tree </a:t>
            </a:r>
            <a:r>
              <a:rPr spc="-30" dirty="0"/>
              <a:t>for </a:t>
            </a:r>
            <a:r>
              <a:rPr spc="-5" dirty="0"/>
              <a:t>the </a:t>
            </a:r>
            <a:r>
              <a:rPr dirty="0"/>
              <a:t>8 </a:t>
            </a:r>
            <a:r>
              <a:rPr spc="-5" dirty="0"/>
              <a:t>puzzle</a:t>
            </a:r>
            <a:r>
              <a:rPr spc="15" dirty="0"/>
              <a:t> </a:t>
            </a:r>
            <a:r>
              <a:rPr spc="-15" dirty="0"/>
              <a:t>problem</a:t>
            </a:r>
          </a:p>
        </p:txBody>
      </p:sp>
      <p:sp>
        <p:nvSpPr>
          <p:cNvPr id="3" name="object 3"/>
          <p:cNvSpPr/>
          <p:nvPr/>
        </p:nvSpPr>
        <p:spPr>
          <a:xfrm>
            <a:off x="3287712" y="1128744"/>
            <a:ext cx="6858000" cy="52898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80938-1624-5C15-B196-985BDB616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1112" y="196851"/>
            <a:ext cx="6433542" cy="615553"/>
          </a:xfrm>
        </p:spPr>
        <p:txBody>
          <a:bodyPr/>
          <a:lstStyle/>
          <a:p>
            <a:r>
              <a:rPr lang="en-US" dirty="0"/>
              <a:t>Romania Search Tree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CB1CF2-4606-C201-0CA9-57C723063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713" y="812608"/>
            <a:ext cx="9458325" cy="3086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BB911C-B5FE-E489-C2BC-275D0903B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0913" y="3898709"/>
            <a:ext cx="9458325" cy="3535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7494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D502CFE-42A6-8C99-7D0B-7875C5C2FF47}"/>
              </a:ext>
            </a:extLst>
          </p:cNvPr>
          <p:cNvSpPr txBox="1"/>
          <p:nvPr/>
        </p:nvSpPr>
        <p:spPr>
          <a:xfrm>
            <a:off x="544512" y="806450"/>
            <a:ext cx="12039600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1F1F1F"/>
                </a:solidFill>
              </a:rPr>
              <a:t>Search Tree: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+mj-lt"/>
              </a:rPr>
              <a:t>A </a:t>
            </a:r>
            <a:r>
              <a:rPr lang="en-US" altLang="en-US" sz="2400" b="1" dirty="0">
                <a:latin typeface="+mj-lt"/>
              </a:rPr>
              <a:t>search tree</a:t>
            </a:r>
            <a:r>
              <a:rPr lang="en-US" altLang="en-US" sz="2400" dirty="0">
                <a:latin typeface="+mj-lt"/>
              </a:rPr>
              <a:t> is a </a:t>
            </a:r>
            <a:r>
              <a:rPr lang="en-US" altLang="en-US" sz="2400" b="1" dirty="0">
                <a:latin typeface="+mj-lt"/>
              </a:rPr>
              <a:t>data structure</a:t>
            </a:r>
            <a:r>
              <a:rPr lang="en-US" altLang="en-US" sz="2400" dirty="0">
                <a:latin typeface="+mj-lt"/>
              </a:rPr>
              <a:t> that represents the exploration of a search problem.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400" dirty="0">
              <a:latin typeface="+mj-lt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+mj-lt"/>
              </a:rPr>
              <a:t>It is built from the </a:t>
            </a:r>
            <a:r>
              <a:rPr lang="en-US" altLang="en-US" sz="2400" b="1" dirty="0">
                <a:latin typeface="+mj-lt"/>
              </a:rPr>
              <a:t>state space graph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r>
              <a:rPr lang="en-US" sz="3200" b="1" dirty="0">
                <a:solidFill>
                  <a:srgbClr val="1F1F1F"/>
                </a:solidFill>
              </a:rPr>
              <a:t>Tree Search:</a:t>
            </a:r>
          </a:p>
          <a:p>
            <a:pPr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A </a:t>
            </a:r>
            <a:r>
              <a:rPr lang="en-US" sz="2400" b="1" dirty="0"/>
              <a:t>tree search</a:t>
            </a:r>
            <a:r>
              <a:rPr lang="en-US" sz="2400" dirty="0"/>
              <a:t> is a </a:t>
            </a:r>
            <a:r>
              <a:rPr lang="en-US" sz="2400" b="1" dirty="0"/>
              <a:t>search algorithm strategy</a:t>
            </a:r>
            <a:r>
              <a:rPr lang="en-US" sz="2400" dirty="0"/>
              <a:t> that explores the search tree.</a:t>
            </a:r>
          </a:p>
          <a:p>
            <a:pPr lvl="1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1F1F"/>
                </a:solidFill>
                <a:latin typeface="Google Sans"/>
              </a:rPr>
              <a:t>It systematically traverses the tree, considering different paths by choosing nodes to expand and visit next</a:t>
            </a: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189231-2CEA-7772-EC4E-9E1D8D041889}"/>
              </a:ext>
            </a:extLst>
          </p:cNvPr>
          <p:cNvSpPr txBox="1"/>
          <p:nvPr/>
        </p:nvSpPr>
        <p:spPr>
          <a:xfrm>
            <a:off x="544512" y="2776220"/>
            <a:ext cx="104793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1F1F1F"/>
                </a:solidFill>
                <a:latin typeface="Google Sans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B3B6EF-008F-3462-C44D-27E678750BF2}"/>
              </a:ext>
            </a:extLst>
          </p:cNvPr>
          <p:cNvSpPr txBox="1"/>
          <p:nvPr/>
        </p:nvSpPr>
        <p:spPr>
          <a:xfrm>
            <a:off x="1001712" y="5423098"/>
            <a:ext cx="1066605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Google Sans"/>
              </a:rPr>
              <a:t>A search tree</a:t>
            </a:r>
            <a:r>
              <a:rPr lang="en-US" sz="2800" dirty="0">
                <a:solidFill>
                  <a:srgbClr val="C00000"/>
                </a:solidFill>
                <a:latin typeface="Google Sans"/>
              </a:rPr>
              <a:t> holds the information, while </a:t>
            </a:r>
            <a:r>
              <a:rPr lang="en-US" sz="2800" b="1" dirty="0">
                <a:solidFill>
                  <a:srgbClr val="C00000"/>
                </a:solidFill>
                <a:latin typeface="Google Sans"/>
              </a:rPr>
              <a:t>tree search</a:t>
            </a:r>
            <a:r>
              <a:rPr lang="en-US" sz="2800" dirty="0">
                <a:solidFill>
                  <a:srgbClr val="C00000"/>
                </a:solidFill>
                <a:latin typeface="Google Sans"/>
              </a:rPr>
              <a:t> is the strategy to navigate through that information to find the desired solution. They are two parts of the same problem-solving process.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DA68C5-F4CE-296E-34E9-5862CDED970B}"/>
              </a:ext>
            </a:extLst>
          </p:cNvPr>
          <p:cNvSpPr txBox="1"/>
          <p:nvPr/>
        </p:nvSpPr>
        <p:spPr>
          <a:xfrm>
            <a:off x="3973512" y="221675"/>
            <a:ext cx="67151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dirty="0">
                <a:solidFill>
                  <a:srgbClr val="1F1F1F"/>
                </a:solidFill>
                <a:latin typeface="+mj-lt"/>
              </a:rPr>
              <a:t>Search Tree vs Tree Search</a:t>
            </a:r>
            <a:endParaRPr lang="en-US" sz="3200" dirty="0">
              <a:solidFill>
                <a:srgbClr val="1F1F1F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918148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748708D-199D-B4B7-E910-F43E77393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512" y="425451"/>
            <a:ext cx="9656316" cy="572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8456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A4B2F-2C28-BF74-3A19-C7049EAE8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0650A5-1A3A-A7D3-BD90-126FA10F1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913" y="651844"/>
            <a:ext cx="10255590" cy="6098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8395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47033" y="351126"/>
            <a:ext cx="4660900" cy="687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4400" spc="-85" dirty="0"/>
              <a:t>Tree </a:t>
            </a:r>
            <a:r>
              <a:rPr sz="4400" spc="-10" dirty="0"/>
              <a:t>search</a:t>
            </a:r>
            <a:r>
              <a:rPr sz="4400" spc="15" dirty="0"/>
              <a:t> </a:t>
            </a:r>
            <a:r>
              <a:rPr sz="4400" spc="-25" dirty="0"/>
              <a:t>example</a:t>
            </a:r>
            <a:endParaRPr sz="4400" dirty="0"/>
          </a:p>
        </p:txBody>
      </p:sp>
      <p:sp>
        <p:nvSpPr>
          <p:cNvPr id="3" name="object 3"/>
          <p:cNvSpPr/>
          <p:nvPr/>
        </p:nvSpPr>
        <p:spPr>
          <a:xfrm>
            <a:off x="3211512" y="1187450"/>
            <a:ext cx="6781800" cy="3352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4E2B567-CCEC-C54A-B0A5-E5EB4633220E}"/>
              </a:ext>
            </a:extLst>
          </p:cNvPr>
          <p:cNvGrpSpPr/>
          <p:nvPr/>
        </p:nvGrpSpPr>
        <p:grpSpPr>
          <a:xfrm>
            <a:off x="4047033" y="3016250"/>
            <a:ext cx="7470279" cy="3910331"/>
            <a:chOff x="5637089" y="4311397"/>
            <a:chExt cx="5422393" cy="2615183"/>
          </a:xfrm>
        </p:grpSpPr>
        <p:sp>
          <p:nvSpPr>
            <p:cNvPr id="4" name="object 4"/>
            <p:cNvSpPr/>
            <p:nvPr/>
          </p:nvSpPr>
          <p:spPr>
            <a:xfrm>
              <a:off x="5725482" y="4311397"/>
              <a:ext cx="5334000" cy="261518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637089" y="4908804"/>
              <a:ext cx="483234" cy="330835"/>
            </a:xfrm>
            <a:custGeom>
              <a:avLst/>
              <a:gdLst/>
              <a:ahLst/>
              <a:cxnLst/>
              <a:rect l="l" t="t" r="r" b="b"/>
              <a:pathLst>
                <a:path w="483235" h="330835">
                  <a:moveTo>
                    <a:pt x="483107" y="173735"/>
                  </a:moveTo>
                  <a:lnTo>
                    <a:pt x="483107" y="155447"/>
                  </a:lnTo>
                  <a:lnTo>
                    <a:pt x="481583" y="146303"/>
                  </a:lnTo>
                  <a:lnTo>
                    <a:pt x="452627" y="83819"/>
                  </a:lnTo>
                  <a:lnTo>
                    <a:pt x="409955" y="47243"/>
                  </a:lnTo>
                  <a:lnTo>
                    <a:pt x="373379" y="27431"/>
                  </a:lnTo>
                  <a:lnTo>
                    <a:pt x="333755" y="12191"/>
                  </a:lnTo>
                  <a:lnTo>
                    <a:pt x="310895" y="7619"/>
                  </a:lnTo>
                  <a:lnTo>
                    <a:pt x="289559" y="3047"/>
                  </a:lnTo>
                  <a:lnTo>
                    <a:pt x="240791" y="0"/>
                  </a:lnTo>
                  <a:lnTo>
                    <a:pt x="216407" y="1523"/>
                  </a:lnTo>
                  <a:lnTo>
                    <a:pt x="193547" y="3047"/>
                  </a:lnTo>
                  <a:lnTo>
                    <a:pt x="149351" y="12191"/>
                  </a:lnTo>
                  <a:lnTo>
                    <a:pt x="108203" y="27431"/>
                  </a:lnTo>
                  <a:lnTo>
                    <a:pt x="71627" y="47243"/>
                  </a:lnTo>
                  <a:lnTo>
                    <a:pt x="30479" y="85343"/>
                  </a:lnTo>
                  <a:lnTo>
                    <a:pt x="4571" y="131063"/>
                  </a:lnTo>
                  <a:lnTo>
                    <a:pt x="0" y="156971"/>
                  </a:lnTo>
                  <a:lnTo>
                    <a:pt x="0" y="175259"/>
                  </a:lnTo>
                  <a:lnTo>
                    <a:pt x="1523" y="184403"/>
                  </a:lnTo>
                  <a:lnTo>
                    <a:pt x="6095" y="201167"/>
                  </a:lnTo>
                  <a:lnTo>
                    <a:pt x="12191" y="216407"/>
                  </a:lnTo>
                  <a:lnTo>
                    <a:pt x="25907" y="239267"/>
                  </a:lnTo>
                  <a:lnTo>
                    <a:pt x="25907" y="158495"/>
                  </a:lnTo>
                  <a:lnTo>
                    <a:pt x="27431" y="150875"/>
                  </a:lnTo>
                  <a:lnTo>
                    <a:pt x="50291" y="100583"/>
                  </a:lnTo>
                  <a:lnTo>
                    <a:pt x="86867" y="68579"/>
                  </a:lnTo>
                  <a:lnTo>
                    <a:pt x="102107" y="57911"/>
                  </a:lnTo>
                  <a:lnTo>
                    <a:pt x="137159" y="42671"/>
                  </a:lnTo>
                  <a:lnTo>
                    <a:pt x="176783" y="32003"/>
                  </a:lnTo>
                  <a:lnTo>
                    <a:pt x="219455" y="25907"/>
                  </a:lnTo>
                  <a:lnTo>
                    <a:pt x="265175" y="25907"/>
                  </a:lnTo>
                  <a:lnTo>
                    <a:pt x="307847" y="32003"/>
                  </a:lnTo>
                  <a:lnTo>
                    <a:pt x="345947" y="42671"/>
                  </a:lnTo>
                  <a:lnTo>
                    <a:pt x="380999" y="59435"/>
                  </a:lnTo>
                  <a:lnTo>
                    <a:pt x="422147" y="89915"/>
                  </a:lnTo>
                  <a:lnTo>
                    <a:pt x="448055" y="126491"/>
                  </a:lnTo>
                  <a:lnTo>
                    <a:pt x="454151" y="138683"/>
                  </a:lnTo>
                  <a:lnTo>
                    <a:pt x="457199" y="152399"/>
                  </a:lnTo>
                  <a:lnTo>
                    <a:pt x="457199" y="238832"/>
                  </a:lnTo>
                  <a:lnTo>
                    <a:pt x="463295" y="230123"/>
                  </a:lnTo>
                  <a:lnTo>
                    <a:pt x="478535" y="199643"/>
                  </a:lnTo>
                  <a:lnTo>
                    <a:pt x="481583" y="182879"/>
                  </a:lnTo>
                  <a:lnTo>
                    <a:pt x="483107" y="173735"/>
                  </a:lnTo>
                  <a:close/>
                </a:path>
                <a:path w="483235" h="330835">
                  <a:moveTo>
                    <a:pt x="457199" y="238832"/>
                  </a:moveTo>
                  <a:lnTo>
                    <a:pt x="457199" y="172211"/>
                  </a:lnTo>
                  <a:lnTo>
                    <a:pt x="455675" y="179831"/>
                  </a:lnTo>
                  <a:lnTo>
                    <a:pt x="452627" y="193547"/>
                  </a:lnTo>
                  <a:lnTo>
                    <a:pt x="432815" y="230123"/>
                  </a:lnTo>
                  <a:lnTo>
                    <a:pt x="396239" y="263651"/>
                  </a:lnTo>
                  <a:lnTo>
                    <a:pt x="345947" y="288035"/>
                  </a:lnTo>
                  <a:lnTo>
                    <a:pt x="306323" y="298703"/>
                  </a:lnTo>
                  <a:lnTo>
                    <a:pt x="263651" y="304799"/>
                  </a:lnTo>
                  <a:lnTo>
                    <a:pt x="217931" y="304799"/>
                  </a:lnTo>
                  <a:lnTo>
                    <a:pt x="175259" y="298703"/>
                  </a:lnTo>
                  <a:lnTo>
                    <a:pt x="155447" y="294131"/>
                  </a:lnTo>
                  <a:lnTo>
                    <a:pt x="137159" y="286511"/>
                  </a:lnTo>
                  <a:lnTo>
                    <a:pt x="118871" y="280415"/>
                  </a:lnTo>
                  <a:lnTo>
                    <a:pt x="73151" y="251459"/>
                  </a:lnTo>
                  <a:lnTo>
                    <a:pt x="41147" y="217931"/>
                  </a:lnTo>
                  <a:lnTo>
                    <a:pt x="35051" y="204215"/>
                  </a:lnTo>
                  <a:lnTo>
                    <a:pt x="28955" y="192023"/>
                  </a:lnTo>
                  <a:lnTo>
                    <a:pt x="25907" y="178307"/>
                  </a:lnTo>
                  <a:lnTo>
                    <a:pt x="25907" y="239267"/>
                  </a:lnTo>
                  <a:lnTo>
                    <a:pt x="57911" y="272795"/>
                  </a:lnTo>
                  <a:lnTo>
                    <a:pt x="89915" y="294131"/>
                  </a:lnTo>
                  <a:lnTo>
                    <a:pt x="128015" y="310895"/>
                  </a:lnTo>
                  <a:lnTo>
                    <a:pt x="170687" y="323087"/>
                  </a:lnTo>
                  <a:lnTo>
                    <a:pt x="242315" y="330707"/>
                  </a:lnTo>
                  <a:lnTo>
                    <a:pt x="266699" y="329183"/>
                  </a:lnTo>
                  <a:lnTo>
                    <a:pt x="312419" y="323087"/>
                  </a:lnTo>
                  <a:lnTo>
                    <a:pt x="355091" y="310895"/>
                  </a:lnTo>
                  <a:lnTo>
                    <a:pt x="393191" y="294131"/>
                  </a:lnTo>
                  <a:lnTo>
                    <a:pt x="426719" y="271271"/>
                  </a:lnTo>
                  <a:lnTo>
                    <a:pt x="452627" y="245363"/>
                  </a:lnTo>
                  <a:lnTo>
                    <a:pt x="457199" y="23883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695952" y="5454650"/>
            <a:ext cx="1623060" cy="564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/>
            <a:r>
              <a:rPr spc="-5" dirty="0">
                <a:latin typeface="Tahoma"/>
                <a:cs typeface="Tahoma"/>
              </a:rPr>
              <a:t>Start: </a:t>
            </a:r>
            <a:r>
              <a:rPr spc="-15" dirty="0">
                <a:latin typeface="Tahoma"/>
                <a:cs typeface="Tahoma"/>
              </a:rPr>
              <a:t>Arad  </a:t>
            </a:r>
            <a:r>
              <a:rPr spc="-5" dirty="0">
                <a:latin typeface="Tahoma"/>
                <a:cs typeface="Tahoma"/>
              </a:rPr>
              <a:t>Goal:</a:t>
            </a:r>
            <a:r>
              <a:rPr spc="-55" dirty="0">
                <a:latin typeface="Tahoma"/>
                <a:cs typeface="Tahoma"/>
              </a:rPr>
              <a:t> </a:t>
            </a:r>
            <a:r>
              <a:rPr spc="-5" dirty="0">
                <a:latin typeface="Tahoma"/>
                <a:cs typeface="Tahoma"/>
              </a:rPr>
              <a:t>Bucharest</a:t>
            </a:r>
            <a:endParaRPr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44912" y="43066"/>
            <a:ext cx="6248399" cy="687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4400" spc="-85" dirty="0"/>
              <a:t>Tree </a:t>
            </a:r>
            <a:r>
              <a:rPr sz="4400" spc="-10" dirty="0"/>
              <a:t>search</a:t>
            </a:r>
            <a:r>
              <a:rPr sz="4400" spc="15" dirty="0"/>
              <a:t> </a:t>
            </a:r>
            <a:r>
              <a:rPr sz="4400" spc="-25" dirty="0"/>
              <a:t>example</a:t>
            </a:r>
            <a:endParaRPr sz="4400" dirty="0"/>
          </a:p>
        </p:txBody>
      </p:sp>
      <p:sp>
        <p:nvSpPr>
          <p:cNvPr id="3" name="object 3"/>
          <p:cNvSpPr/>
          <p:nvPr/>
        </p:nvSpPr>
        <p:spPr>
          <a:xfrm>
            <a:off x="2647316" y="807846"/>
            <a:ext cx="7345995" cy="32401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24256" y="5076482"/>
            <a:ext cx="1623060" cy="564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/>
            <a:r>
              <a:rPr spc="-5" dirty="0">
                <a:latin typeface="Tahoma"/>
                <a:cs typeface="Tahoma"/>
              </a:rPr>
              <a:t>Start: </a:t>
            </a:r>
            <a:r>
              <a:rPr spc="-15" dirty="0">
                <a:latin typeface="Tahoma"/>
                <a:cs typeface="Tahoma"/>
              </a:rPr>
              <a:t>Arad  </a:t>
            </a:r>
            <a:r>
              <a:rPr spc="-5" dirty="0">
                <a:latin typeface="Tahoma"/>
                <a:cs typeface="Tahoma"/>
              </a:rPr>
              <a:t>Goal:</a:t>
            </a:r>
            <a:r>
              <a:rPr spc="-55" dirty="0">
                <a:latin typeface="Tahoma"/>
                <a:cs typeface="Tahoma"/>
              </a:rPr>
              <a:t> </a:t>
            </a:r>
            <a:r>
              <a:rPr spc="-5" dirty="0">
                <a:latin typeface="Tahoma"/>
                <a:cs typeface="Tahoma"/>
              </a:rPr>
              <a:t>Bucharest</a:t>
            </a:r>
            <a:endParaRPr dirty="0">
              <a:latin typeface="Tahoma"/>
              <a:cs typeface="Tahoma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168F16D-9621-D923-F817-DAF2A0E4CD76}"/>
              </a:ext>
            </a:extLst>
          </p:cNvPr>
          <p:cNvGrpSpPr/>
          <p:nvPr/>
        </p:nvGrpSpPr>
        <p:grpSpPr>
          <a:xfrm>
            <a:off x="3744912" y="2482850"/>
            <a:ext cx="7924800" cy="4800600"/>
            <a:chOff x="5637089" y="4311397"/>
            <a:chExt cx="5422393" cy="2615183"/>
          </a:xfrm>
        </p:grpSpPr>
        <p:sp>
          <p:nvSpPr>
            <p:cNvPr id="4" name="object 4"/>
            <p:cNvSpPr/>
            <p:nvPr/>
          </p:nvSpPr>
          <p:spPr>
            <a:xfrm>
              <a:off x="5725482" y="4311397"/>
              <a:ext cx="5334000" cy="261518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89490" y="5518403"/>
              <a:ext cx="788035" cy="318770"/>
            </a:xfrm>
            <a:custGeom>
              <a:avLst/>
              <a:gdLst/>
              <a:ahLst/>
              <a:cxnLst/>
              <a:rect l="l" t="t" r="r" b="b"/>
              <a:pathLst>
                <a:path w="788035" h="318770">
                  <a:moveTo>
                    <a:pt x="57911" y="105155"/>
                  </a:moveTo>
                  <a:lnTo>
                    <a:pt x="42671" y="86867"/>
                  </a:lnTo>
                  <a:lnTo>
                    <a:pt x="33527" y="92963"/>
                  </a:lnTo>
                  <a:lnTo>
                    <a:pt x="25907" y="100583"/>
                  </a:lnTo>
                  <a:lnTo>
                    <a:pt x="13715" y="115823"/>
                  </a:lnTo>
                  <a:lnTo>
                    <a:pt x="9143" y="124967"/>
                  </a:lnTo>
                  <a:lnTo>
                    <a:pt x="4571" y="132587"/>
                  </a:lnTo>
                  <a:lnTo>
                    <a:pt x="3047" y="141731"/>
                  </a:lnTo>
                  <a:lnTo>
                    <a:pt x="0" y="150875"/>
                  </a:lnTo>
                  <a:lnTo>
                    <a:pt x="0" y="158495"/>
                  </a:lnTo>
                  <a:lnTo>
                    <a:pt x="12953" y="159257"/>
                  </a:lnTo>
                  <a:lnTo>
                    <a:pt x="25907" y="158495"/>
                  </a:lnTo>
                  <a:lnTo>
                    <a:pt x="25907" y="152399"/>
                  </a:lnTo>
                  <a:lnTo>
                    <a:pt x="27431" y="146303"/>
                  </a:lnTo>
                  <a:lnTo>
                    <a:pt x="28955" y="141731"/>
                  </a:lnTo>
                  <a:lnTo>
                    <a:pt x="35051" y="129539"/>
                  </a:lnTo>
                  <a:lnTo>
                    <a:pt x="39623" y="123443"/>
                  </a:lnTo>
                  <a:lnTo>
                    <a:pt x="57911" y="105155"/>
                  </a:lnTo>
                  <a:close/>
                </a:path>
                <a:path w="788035" h="318770">
                  <a:moveTo>
                    <a:pt x="27431" y="169163"/>
                  </a:moveTo>
                  <a:lnTo>
                    <a:pt x="25907" y="164591"/>
                  </a:lnTo>
                  <a:lnTo>
                    <a:pt x="25907" y="160019"/>
                  </a:lnTo>
                  <a:lnTo>
                    <a:pt x="12953" y="159257"/>
                  </a:lnTo>
                  <a:lnTo>
                    <a:pt x="0" y="160019"/>
                  </a:lnTo>
                  <a:lnTo>
                    <a:pt x="1523" y="169163"/>
                  </a:lnTo>
                  <a:lnTo>
                    <a:pt x="1523" y="175259"/>
                  </a:lnTo>
                  <a:lnTo>
                    <a:pt x="27431" y="169163"/>
                  </a:lnTo>
                  <a:close/>
                </a:path>
                <a:path w="788035" h="318770">
                  <a:moveTo>
                    <a:pt x="25907" y="160019"/>
                  </a:moveTo>
                  <a:lnTo>
                    <a:pt x="25907" y="158495"/>
                  </a:lnTo>
                  <a:lnTo>
                    <a:pt x="12953" y="159257"/>
                  </a:lnTo>
                  <a:lnTo>
                    <a:pt x="25907" y="160019"/>
                  </a:lnTo>
                  <a:close/>
                </a:path>
                <a:path w="788035" h="318770">
                  <a:moveTo>
                    <a:pt x="144779" y="62483"/>
                  </a:moveTo>
                  <a:lnTo>
                    <a:pt x="137159" y="38099"/>
                  </a:lnTo>
                  <a:lnTo>
                    <a:pt x="132587" y="39623"/>
                  </a:lnTo>
                  <a:lnTo>
                    <a:pt x="120395" y="44195"/>
                  </a:lnTo>
                  <a:lnTo>
                    <a:pt x="106679" y="48767"/>
                  </a:lnTo>
                  <a:lnTo>
                    <a:pt x="82295" y="60959"/>
                  </a:lnTo>
                  <a:lnTo>
                    <a:pt x="71627" y="67055"/>
                  </a:lnTo>
                  <a:lnTo>
                    <a:pt x="64007" y="70103"/>
                  </a:lnTo>
                  <a:lnTo>
                    <a:pt x="77723" y="92963"/>
                  </a:lnTo>
                  <a:lnTo>
                    <a:pt x="83819" y="88391"/>
                  </a:lnTo>
                  <a:lnTo>
                    <a:pt x="94487" y="82295"/>
                  </a:lnTo>
                  <a:lnTo>
                    <a:pt x="105155" y="77723"/>
                  </a:lnTo>
                  <a:lnTo>
                    <a:pt x="117347" y="73151"/>
                  </a:lnTo>
                  <a:lnTo>
                    <a:pt x="129539" y="67055"/>
                  </a:lnTo>
                  <a:lnTo>
                    <a:pt x="141731" y="62483"/>
                  </a:lnTo>
                  <a:lnTo>
                    <a:pt x="144779" y="62483"/>
                  </a:lnTo>
                  <a:close/>
                </a:path>
                <a:path w="788035" h="318770">
                  <a:moveTo>
                    <a:pt x="240791" y="38099"/>
                  </a:moveTo>
                  <a:lnTo>
                    <a:pt x="236219" y="13715"/>
                  </a:lnTo>
                  <a:lnTo>
                    <a:pt x="208787" y="18287"/>
                  </a:lnTo>
                  <a:lnTo>
                    <a:pt x="176783" y="25907"/>
                  </a:lnTo>
                  <a:lnTo>
                    <a:pt x="161543" y="30479"/>
                  </a:lnTo>
                  <a:lnTo>
                    <a:pt x="167639" y="54863"/>
                  </a:lnTo>
                  <a:lnTo>
                    <a:pt x="184403" y="50291"/>
                  </a:lnTo>
                  <a:lnTo>
                    <a:pt x="214883" y="42671"/>
                  </a:lnTo>
                  <a:lnTo>
                    <a:pt x="240791" y="38099"/>
                  </a:lnTo>
                  <a:close/>
                </a:path>
                <a:path w="788035" h="318770">
                  <a:moveTo>
                    <a:pt x="341375" y="27431"/>
                  </a:moveTo>
                  <a:lnTo>
                    <a:pt x="339851" y="1523"/>
                  </a:lnTo>
                  <a:lnTo>
                    <a:pt x="315467" y="3047"/>
                  </a:lnTo>
                  <a:lnTo>
                    <a:pt x="278891" y="7619"/>
                  </a:lnTo>
                  <a:lnTo>
                    <a:pt x="262127" y="9143"/>
                  </a:lnTo>
                  <a:lnTo>
                    <a:pt x="265175" y="35051"/>
                  </a:lnTo>
                  <a:lnTo>
                    <a:pt x="281939" y="32003"/>
                  </a:lnTo>
                  <a:lnTo>
                    <a:pt x="318515" y="28955"/>
                  </a:lnTo>
                  <a:lnTo>
                    <a:pt x="341375" y="27431"/>
                  </a:lnTo>
                  <a:close/>
                </a:path>
                <a:path w="788035" h="318770">
                  <a:moveTo>
                    <a:pt x="393953" y="12953"/>
                  </a:moveTo>
                  <a:lnTo>
                    <a:pt x="393191" y="0"/>
                  </a:lnTo>
                  <a:lnTo>
                    <a:pt x="365759" y="1523"/>
                  </a:lnTo>
                  <a:lnTo>
                    <a:pt x="365759" y="25907"/>
                  </a:lnTo>
                  <a:lnTo>
                    <a:pt x="393191" y="25907"/>
                  </a:lnTo>
                  <a:lnTo>
                    <a:pt x="393953" y="12953"/>
                  </a:lnTo>
                  <a:close/>
                </a:path>
                <a:path w="788035" h="318770">
                  <a:moveTo>
                    <a:pt x="394715" y="25907"/>
                  </a:moveTo>
                  <a:lnTo>
                    <a:pt x="393953" y="12953"/>
                  </a:lnTo>
                  <a:lnTo>
                    <a:pt x="393191" y="25907"/>
                  </a:lnTo>
                  <a:lnTo>
                    <a:pt x="394715" y="25907"/>
                  </a:lnTo>
                  <a:close/>
                </a:path>
                <a:path w="788035" h="318770">
                  <a:moveTo>
                    <a:pt x="441959" y="1523"/>
                  </a:moveTo>
                  <a:lnTo>
                    <a:pt x="432815" y="1523"/>
                  </a:lnTo>
                  <a:lnTo>
                    <a:pt x="394715" y="0"/>
                  </a:lnTo>
                  <a:lnTo>
                    <a:pt x="393953" y="12953"/>
                  </a:lnTo>
                  <a:lnTo>
                    <a:pt x="394715" y="25907"/>
                  </a:lnTo>
                  <a:lnTo>
                    <a:pt x="432815" y="25907"/>
                  </a:lnTo>
                  <a:lnTo>
                    <a:pt x="440435" y="27431"/>
                  </a:lnTo>
                  <a:lnTo>
                    <a:pt x="441959" y="1523"/>
                  </a:lnTo>
                  <a:close/>
                </a:path>
                <a:path w="788035" h="318770">
                  <a:moveTo>
                    <a:pt x="544067" y="12191"/>
                  </a:moveTo>
                  <a:lnTo>
                    <a:pt x="509015" y="6095"/>
                  </a:lnTo>
                  <a:lnTo>
                    <a:pt x="470915" y="3047"/>
                  </a:lnTo>
                  <a:lnTo>
                    <a:pt x="467867" y="3047"/>
                  </a:lnTo>
                  <a:lnTo>
                    <a:pt x="466343" y="28955"/>
                  </a:lnTo>
                  <a:lnTo>
                    <a:pt x="469391" y="28955"/>
                  </a:lnTo>
                  <a:lnTo>
                    <a:pt x="505967" y="32003"/>
                  </a:lnTo>
                  <a:lnTo>
                    <a:pt x="541019" y="36575"/>
                  </a:lnTo>
                  <a:lnTo>
                    <a:pt x="544067" y="12191"/>
                  </a:lnTo>
                  <a:close/>
                </a:path>
                <a:path w="788035" h="318770">
                  <a:moveTo>
                    <a:pt x="644651" y="36575"/>
                  </a:moveTo>
                  <a:lnTo>
                    <a:pt x="640079" y="33527"/>
                  </a:lnTo>
                  <a:lnTo>
                    <a:pt x="609599" y="25907"/>
                  </a:lnTo>
                  <a:lnTo>
                    <a:pt x="577595" y="18287"/>
                  </a:lnTo>
                  <a:lnTo>
                    <a:pt x="569975" y="16763"/>
                  </a:lnTo>
                  <a:lnTo>
                    <a:pt x="565403" y="41147"/>
                  </a:lnTo>
                  <a:lnTo>
                    <a:pt x="573023" y="42671"/>
                  </a:lnTo>
                  <a:lnTo>
                    <a:pt x="603503" y="50291"/>
                  </a:lnTo>
                  <a:lnTo>
                    <a:pt x="632459" y="57911"/>
                  </a:lnTo>
                  <a:lnTo>
                    <a:pt x="637031" y="59435"/>
                  </a:lnTo>
                  <a:lnTo>
                    <a:pt x="644651" y="36575"/>
                  </a:lnTo>
                  <a:close/>
                </a:path>
                <a:path w="788035" h="318770">
                  <a:moveTo>
                    <a:pt x="739139" y="82295"/>
                  </a:moveTo>
                  <a:lnTo>
                    <a:pt x="736091" y="79247"/>
                  </a:lnTo>
                  <a:lnTo>
                    <a:pt x="726947" y="73151"/>
                  </a:lnTo>
                  <a:lnTo>
                    <a:pt x="716279" y="67055"/>
                  </a:lnTo>
                  <a:lnTo>
                    <a:pt x="704087" y="60959"/>
                  </a:lnTo>
                  <a:lnTo>
                    <a:pt x="693419" y="54863"/>
                  </a:lnTo>
                  <a:lnTo>
                    <a:pt x="681227" y="48767"/>
                  </a:lnTo>
                  <a:lnTo>
                    <a:pt x="670559" y="44195"/>
                  </a:lnTo>
                  <a:lnTo>
                    <a:pt x="659891" y="68579"/>
                  </a:lnTo>
                  <a:lnTo>
                    <a:pt x="670559" y="73151"/>
                  </a:lnTo>
                  <a:lnTo>
                    <a:pt x="682751" y="77723"/>
                  </a:lnTo>
                  <a:lnTo>
                    <a:pt x="693419" y="83819"/>
                  </a:lnTo>
                  <a:lnTo>
                    <a:pt x="704087" y="88391"/>
                  </a:lnTo>
                  <a:lnTo>
                    <a:pt x="722375" y="100583"/>
                  </a:lnTo>
                  <a:lnTo>
                    <a:pt x="725423" y="102107"/>
                  </a:lnTo>
                  <a:lnTo>
                    <a:pt x="739139" y="82295"/>
                  </a:lnTo>
                  <a:close/>
                </a:path>
                <a:path w="788035" h="318770">
                  <a:moveTo>
                    <a:pt x="787907" y="158495"/>
                  </a:moveTo>
                  <a:lnTo>
                    <a:pt x="784859" y="140207"/>
                  </a:lnTo>
                  <a:lnTo>
                    <a:pt x="781811" y="131063"/>
                  </a:lnTo>
                  <a:lnTo>
                    <a:pt x="778763" y="123443"/>
                  </a:lnTo>
                  <a:lnTo>
                    <a:pt x="760475" y="100583"/>
                  </a:lnTo>
                  <a:lnTo>
                    <a:pt x="760475" y="99059"/>
                  </a:lnTo>
                  <a:lnTo>
                    <a:pt x="742187" y="117347"/>
                  </a:lnTo>
                  <a:lnTo>
                    <a:pt x="742187" y="118871"/>
                  </a:lnTo>
                  <a:lnTo>
                    <a:pt x="748283" y="124967"/>
                  </a:lnTo>
                  <a:lnTo>
                    <a:pt x="752855" y="131063"/>
                  </a:lnTo>
                  <a:lnTo>
                    <a:pt x="755903" y="137159"/>
                  </a:lnTo>
                  <a:lnTo>
                    <a:pt x="758951" y="141731"/>
                  </a:lnTo>
                  <a:lnTo>
                    <a:pt x="761999" y="153923"/>
                  </a:lnTo>
                  <a:lnTo>
                    <a:pt x="761999" y="158495"/>
                  </a:lnTo>
                  <a:lnTo>
                    <a:pt x="774953" y="159257"/>
                  </a:lnTo>
                  <a:lnTo>
                    <a:pt x="787907" y="158495"/>
                  </a:lnTo>
                  <a:close/>
                </a:path>
                <a:path w="788035" h="318770">
                  <a:moveTo>
                    <a:pt x="787907" y="160019"/>
                  </a:moveTo>
                  <a:lnTo>
                    <a:pt x="774953" y="159257"/>
                  </a:lnTo>
                  <a:lnTo>
                    <a:pt x="761999" y="160019"/>
                  </a:lnTo>
                  <a:lnTo>
                    <a:pt x="761999" y="166115"/>
                  </a:lnTo>
                  <a:lnTo>
                    <a:pt x="760475" y="172211"/>
                  </a:lnTo>
                  <a:lnTo>
                    <a:pt x="758951" y="173735"/>
                  </a:lnTo>
                  <a:lnTo>
                    <a:pt x="783335" y="181355"/>
                  </a:lnTo>
                  <a:lnTo>
                    <a:pt x="784859" y="176783"/>
                  </a:lnTo>
                  <a:lnTo>
                    <a:pt x="786383" y="167639"/>
                  </a:lnTo>
                  <a:lnTo>
                    <a:pt x="787907" y="160019"/>
                  </a:lnTo>
                  <a:close/>
                </a:path>
                <a:path w="788035" h="318770">
                  <a:moveTo>
                    <a:pt x="774953" y="159257"/>
                  </a:moveTo>
                  <a:lnTo>
                    <a:pt x="761999" y="158495"/>
                  </a:lnTo>
                  <a:lnTo>
                    <a:pt x="761999" y="160019"/>
                  </a:lnTo>
                  <a:lnTo>
                    <a:pt x="774953" y="159257"/>
                  </a:lnTo>
                  <a:close/>
                </a:path>
                <a:path w="788035" h="318770">
                  <a:moveTo>
                    <a:pt x="769619" y="207263"/>
                  </a:moveTo>
                  <a:lnTo>
                    <a:pt x="749807" y="192023"/>
                  </a:lnTo>
                  <a:lnTo>
                    <a:pt x="748283" y="195071"/>
                  </a:lnTo>
                  <a:lnTo>
                    <a:pt x="736091" y="207263"/>
                  </a:lnTo>
                  <a:lnTo>
                    <a:pt x="720851" y="219455"/>
                  </a:lnTo>
                  <a:lnTo>
                    <a:pt x="713231" y="224027"/>
                  </a:lnTo>
                  <a:lnTo>
                    <a:pt x="702563" y="230123"/>
                  </a:lnTo>
                  <a:lnTo>
                    <a:pt x="693419" y="234695"/>
                  </a:lnTo>
                  <a:lnTo>
                    <a:pt x="705611" y="257555"/>
                  </a:lnTo>
                  <a:lnTo>
                    <a:pt x="745235" y="233171"/>
                  </a:lnTo>
                  <a:lnTo>
                    <a:pt x="768095" y="210311"/>
                  </a:lnTo>
                  <a:lnTo>
                    <a:pt x="769619" y="207263"/>
                  </a:lnTo>
                  <a:close/>
                </a:path>
                <a:path w="788035" h="318770">
                  <a:moveTo>
                    <a:pt x="682751" y="269747"/>
                  </a:moveTo>
                  <a:lnTo>
                    <a:pt x="672083" y="245363"/>
                  </a:lnTo>
                  <a:lnTo>
                    <a:pt x="670559" y="246887"/>
                  </a:lnTo>
                  <a:lnTo>
                    <a:pt x="646175" y="256031"/>
                  </a:lnTo>
                  <a:lnTo>
                    <a:pt x="632459" y="260603"/>
                  </a:lnTo>
                  <a:lnTo>
                    <a:pt x="603503" y="268223"/>
                  </a:lnTo>
                  <a:lnTo>
                    <a:pt x="601979" y="268223"/>
                  </a:lnTo>
                  <a:lnTo>
                    <a:pt x="608075" y="294131"/>
                  </a:lnTo>
                  <a:lnTo>
                    <a:pt x="611123" y="292607"/>
                  </a:lnTo>
                  <a:lnTo>
                    <a:pt x="640079" y="284987"/>
                  </a:lnTo>
                  <a:lnTo>
                    <a:pt x="653795" y="280415"/>
                  </a:lnTo>
                  <a:lnTo>
                    <a:pt x="667511" y="274319"/>
                  </a:lnTo>
                  <a:lnTo>
                    <a:pt x="681227" y="269747"/>
                  </a:lnTo>
                  <a:lnTo>
                    <a:pt x="682751" y="269747"/>
                  </a:lnTo>
                  <a:close/>
                </a:path>
                <a:path w="788035" h="318770">
                  <a:moveTo>
                    <a:pt x="583691" y="300227"/>
                  </a:moveTo>
                  <a:lnTo>
                    <a:pt x="577595" y="274319"/>
                  </a:lnTo>
                  <a:lnTo>
                    <a:pt x="573023" y="275843"/>
                  </a:lnTo>
                  <a:lnTo>
                    <a:pt x="539495" y="281939"/>
                  </a:lnTo>
                  <a:lnTo>
                    <a:pt x="505967" y="286511"/>
                  </a:lnTo>
                  <a:lnTo>
                    <a:pt x="504443" y="286511"/>
                  </a:lnTo>
                  <a:lnTo>
                    <a:pt x="505967" y="312419"/>
                  </a:lnTo>
                  <a:lnTo>
                    <a:pt x="509015" y="312419"/>
                  </a:lnTo>
                  <a:lnTo>
                    <a:pt x="579119" y="300227"/>
                  </a:lnTo>
                  <a:lnTo>
                    <a:pt x="583691" y="300227"/>
                  </a:lnTo>
                  <a:close/>
                </a:path>
                <a:path w="788035" h="318770">
                  <a:moveTo>
                    <a:pt x="481583" y="313943"/>
                  </a:moveTo>
                  <a:lnTo>
                    <a:pt x="478535" y="289559"/>
                  </a:lnTo>
                  <a:lnTo>
                    <a:pt x="469391" y="289559"/>
                  </a:lnTo>
                  <a:lnTo>
                    <a:pt x="432815" y="292607"/>
                  </a:lnTo>
                  <a:lnTo>
                    <a:pt x="403859" y="292607"/>
                  </a:lnTo>
                  <a:lnTo>
                    <a:pt x="403859" y="318515"/>
                  </a:lnTo>
                  <a:lnTo>
                    <a:pt x="434339" y="318515"/>
                  </a:lnTo>
                  <a:lnTo>
                    <a:pt x="472439" y="315467"/>
                  </a:lnTo>
                  <a:lnTo>
                    <a:pt x="481583" y="313943"/>
                  </a:lnTo>
                  <a:close/>
                </a:path>
                <a:path w="788035" h="318770">
                  <a:moveTo>
                    <a:pt x="377951" y="318515"/>
                  </a:moveTo>
                  <a:lnTo>
                    <a:pt x="377951" y="292607"/>
                  </a:lnTo>
                  <a:lnTo>
                    <a:pt x="355091" y="292607"/>
                  </a:lnTo>
                  <a:lnTo>
                    <a:pt x="318515" y="289559"/>
                  </a:lnTo>
                  <a:lnTo>
                    <a:pt x="303275" y="289559"/>
                  </a:lnTo>
                  <a:lnTo>
                    <a:pt x="300227" y="313943"/>
                  </a:lnTo>
                  <a:lnTo>
                    <a:pt x="316991" y="315467"/>
                  </a:lnTo>
                  <a:lnTo>
                    <a:pt x="355091" y="318515"/>
                  </a:lnTo>
                  <a:lnTo>
                    <a:pt x="377951" y="318515"/>
                  </a:lnTo>
                  <a:close/>
                </a:path>
                <a:path w="788035" h="318770">
                  <a:moveTo>
                    <a:pt x="278891" y="286511"/>
                  </a:moveTo>
                  <a:lnTo>
                    <a:pt x="246887" y="281939"/>
                  </a:lnTo>
                  <a:lnTo>
                    <a:pt x="214883" y="275843"/>
                  </a:lnTo>
                  <a:lnTo>
                    <a:pt x="204215" y="272795"/>
                  </a:lnTo>
                  <a:lnTo>
                    <a:pt x="199643" y="298703"/>
                  </a:lnTo>
                  <a:lnTo>
                    <a:pt x="210311" y="300227"/>
                  </a:lnTo>
                  <a:lnTo>
                    <a:pt x="243839" y="306323"/>
                  </a:lnTo>
                  <a:lnTo>
                    <a:pt x="274319" y="310895"/>
                  </a:lnTo>
                  <a:lnTo>
                    <a:pt x="278891" y="286511"/>
                  </a:lnTo>
                  <a:close/>
                </a:path>
                <a:path w="788035" h="318770">
                  <a:moveTo>
                    <a:pt x="181355" y="268223"/>
                  </a:moveTo>
                  <a:lnTo>
                    <a:pt x="155447" y="260603"/>
                  </a:lnTo>
                  <a:lnTo>
                    <a:pt x="141731" y="256031"/>
                  </a:lnTo>
                  <a:lnTo>
                    <a:pt x="129539" y="251459"/>
                  </a:lnTo>
                  <a:lnTo>
                    <a:pt x="115823" y="245363"/>
                  </a:lnTo>
                  <a:lnTo>
                    <a:pt x="109727" y="243839"/>
                  </a:lnTo>
                  <a:lnTo>
                    <a:pt x="100583" y="266699"/>
                  </a:lnTo>
                  <a:lnTo>
                    <a:pt x="106679" y="269747"/>
                  </a:lnTo>
                  <a:lnTo>
                    <a:pt x="120395" y="274319"/>
                  </a:lnTo>
                  <a:lnTo>
                    <a:pt x="134111" y="280415"/>
                  </a:lnTo>
                  <a:lnTo>
                    <a:pt x="147827" y="284987"/>
                  </a:lnTo>
                  <a:lnTo>
                    <a:pt x="173735" y="292607"/>
                  </a:lnTo>
                  <a:lnTo>
                    <a:pt x="181355" y="268223"/>
                  </a:lnTo>
                  <a:close/>
                </a:path>
                <a:path w="788035" h="318770">
                  <a:moveTo>
                    <a:pt x="88391" y="233171"/>
                  </a:moveTo>
                  <a:lnTo>
                    <a:pt x="65531" y="217931"/>
                  </a:lnTo>
                  <a:lnTo>
                    <a:pt x="57911" y="213359"/>
                  </a:lnTo>
                  <a:lnTo>
                    <a:pt x="51815" y="207263"/>
                  </a:lnTo>
                  <a:lnTo>
                    <a:pt x="44195" y="201167"/>
                  </a:lnTo>
                  <a:lnTo>
                    <a:pt x="35051" y="188975"/>
                  </a:lnTo>
                  <a:lnTo>
                    <a:pt x="13715" y="201167"/>
                  </a:lnTo>
                  <a:lnTo>
                    <a:pt x="15239" y="204215"/>
                  </a:lnTo>
                  <a:lnTo>
                    <a:pt x="19811" y="211835"/>
                  </a:lnTo>
                  <a:lnTo>
                    <a:pt x="27431" y="219455"/>
                  </a:lnTo>
                  <a:lnTo>
                    <a:pt x="35051" y="225551"/>
                  </a:lnTo>
                  <a:lnTo>
                    <a:pt x="42671" y="233171"/>
                  </a:lnTo>
                  <a:lnTo>
                    <a:pt x="51815" y="239267"/>
                  </a:lnTo>
                  <a:lnTo>
                    <a:pt x="60959" y="246887"/>
                  </a:lnTo>
                  <a:lnTo>
                    <a:pt x="71627" y="252983"/>
                  </a:lnTo>
                  <a:lnTo>
                    <a:pt x="76199" y="254507"/>
                  </a:lnTo>
                  <a:lnTo>
                    <a:pt x="88391" y="23317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741990" y="5137403"/>
              <a:ext cx="596265" cy="318770"/>
            </a:xfrm>
            <a:custGeom>
              <a:avLst/>
              <a:gdLst/>
              <a:ahLst/>
              <a:cxnLst/>
              <a:rect l="l" t="t" r="r" b="b"/>
              <a:pathLst>
                <a:path w="596264" h="318770">
                  <a:moveTo>
                    <a:pt x="53339" y="100583"/>
                  </a:moveTo>
                  <a:lnTo>
                    <a:pt x="35051" y="83819"/>
                  </a:lnTo>
                  <a:lnTo>
                    <a:pt x="32003" y="86867"/>
                  </a:lnTo>
                  <a:lnTo>
                    <a:pt x="19811" y="102107"/>
                  </a:lnTo>
                  <a:lnTo>
                    <a:pt x="10667" y="117347"/>
                  </a:lnTo>
                  <a:lnTo>
                    <a:pt x="6095" y="126491"/>
                  </a:lnTo>
                  <a:lnTo>
                    <a:pt x="4571" y="134111"/>
                  </a:lnTo>
                  <a:lnTo>
                    <a:pt x="1523" y="143255"/>
                  </a:lnTo>
                  <a:lnTo>
                    <a:pt x="0" y="150875"/>
                  </a:lnTo>
                  <a:lnTo>
                    <a:pt x="0" y="158495"/>
                  </a:lnTo>
                  <a:lnTo>
                    <a:pt x="12953" y="159257"/>
                  </a:lnTo>
                  <a:lnTo>
                    <a:pt x="25907" y="158495"/>
                  </a:lnTo>
                  <a:lnTo>
                    <a:pt x="25907" y="152399"/>
                  </a:lnTo>
                  <a:lnTo>
                    <a:pt x="30479" y="134111"/>
                  </a:lnTo>
                  <a:lnTo>
                    <a:pt x="36575" y="121919"/>
                  </a:lnTo>
                  <a:lnTo>
                    <a:pt x="50291" y="103631"/>
                  </a:lnTo>
                  <a:lnTo>
                    <a:pt x="53339" y="100583"/>
                  </a:lnTo>
                  <a:close/>
                </a:path>
                <a:path w="596264" h="318770">
                  <a:moveTo>
                    <a:pt x="50291" y="214883"/>
                  </a:moveTo>
                  <a:lnTo>
                    <a:pt x="50291" y="213359"/>
                  </a:lnTo>
                  <a:lnTo>
                    <a:pt x="45719" y="207263"/>
                  </a:lnTo>
                  <a:lnTo>
                    <a:pt x="39623" y="202691"/>
                  </a:lnTo>
                  <a:lnTo>
                    <a:pt x="33527" y="190499"/>
                  </a:lnTo>
                  <a:lnTo>
                    <a:pt x="30479" y="182879"/>
                  </a:lnTo>
                  <a:lnTo>
                    <a:pt x="28955" y="178307"/>
                  </a:lnTo>
                  <a:lnTo>
                    <a:pt x="25907" y="170687"/>
                  </a:lnTo>
                  <a:lnTo>
                    <a:pt x="25907" y="160019"/>
                  </a:lnTo>
                  <a:lnTo>
                    <a:pt x="12953" y="159257"/>
                  </a:lnTo>
                  <a:lnTo>
                    <a:pt x="0" y="160019"/>
                  </a:lnTo>
                  <a:lnTo>
                    <a:pt x="0" y="169163"/>
                  </a:lnTo>
                  <a:lnTo>
                    <a:pt x="1523" y="176783"/>
                  </a:lnTo>
                  <a:lnTo>
                    <a:pt x="4571" y="185927"/>
                  </a:lnTo>
                  <a:lnTo>
                    <a:pt x="7619" y="193547"/>
                  </a:lnTo>
                  <a:lnTo>
                    <a:pt x="10667" y="202691"/>
                  </a:lnTo>
                  <a:lnTo>
                    <a:pt x="19811" y="217931"/>
                  </a:lnTo>
                  <a:lnTo>
                    <a:pt x="25907" y="224027"/>
                  </a:lnTo>
                  <a:lnTo>
                    <a:pt x="32003" y="231647"/>
                  </a:lnTo>
                  <a:lnTo>
                    <a:pt x="33527" y="233171"/>
                  </a:lnTo>
                  <a:lnTo>
                    <a:pt x="50291" y="214883"/>
                  </a:lnTo>
                  <a:close/>
                </a:path>
                <a:path w="596264" h="318770">
                  <a:moveTo>
                    <a:pt x="25907" y="160019"/>
                  </a:moveTo>
                  <a:lnTo>
                    <a:pt x="25907" y="158495"/>
                  </a:lnTo>
                  <a:lnTo>
                    <a:pt x="12953" y="159257"/>
                  </a:lnTo>
                  <a:lnTo>
                    <a:pt x="25907" y="160019"/>
                  </a:lnTo>
                  <a:close/>
                </a:path>
                <a:path w="596264" h="318770">
                  <a:moveTo>
                    <a:pt x="132587" y="265175"/>
                  </a:moveTo>
                  <a:lnTo>
                    <a:pt x="121919" y="260603"/>
                  </a:lnTo>
                  <a:lnTo>
                    <a:pt x="102107" y="251459"/>
                  </a:lnTo>
                  <a:lnTo>
                    <a:pt x="83819" y="240791"/>
                  </a:lnTo>
                  <a:lnTo>
                    <a:pt x="68579" y="230123"/>
                  </a:lnTo>
                  <a:lnTo>
                    <a:pt x="53339" y="249935"/>
                  </a:lnTo>
                  <a:lnTo>
                    <a:pt x="91439" y="274319"/>
                  </a:lnTo>
                  <a:lnTo>
                    <a:pt x="123443" y="288035"/>
                  </a:lnTo>
                  <a:lnTo>
                    <a:pt x="132587" y="265175"/>
                  </a:lnTo>
                  <a:close/>
                </a:path>
                <a:path w="596264" h="318770">
                  <a:moveTo>
                    <a:pt x="135635" y="53339"/>
                  </a:moveTo>
                  <a:lnTo>
                    <a:pt x="126491" y="28955"/>
                  </a:lnTo>
                  <a:lnTo>
                    <a:pt x="111251" y="35051"/>
                  </a:lnTo>
                  <a:lnTo>
                    <a:pt x="89915" y="44195"/>
                  </a:lnTo>
                  <a:lnTo>
                    <a:pt x="71627" y="56387"/>
                  </a:lnTo>
                  <a:lnTo>
                    <a:pt x="56387" y="65531"/>
                  </a:lnTo>
                  <a:lnTo>
                    <a:pt x="71627" y="86867"/>
                  </a:lnTo>
                  <a:lnTo>
                    <a:pt x="85343" y="76199"/>
                  </a:lnTo>
                  <a:lnTo>
                    <a:pt x="102107" y="67055"/>
                  </a:lnTo>
                  <a:lnTo>
                    <a:pt x="121919" y="57911"/>
                  </a:lnTo>
                  <a:lnTo>
                    <a:pt x="135635" y="53339"/>
                  </a:lnTo>
                  <a:close/>
                </a:path>
                <a:path w="596264" h="318770">
                  <a:moveTo>
                    <a:pt x="231647" y="30479"/>
                  </a:moveTo>
                  <a:lnTo>
                    <a:pt x="228599" y="4571"/>
                  </a:lnTo>
                  <a:lnTo>
                    <a:pt x="211835" y="7619"/>
                  </a:lnTo>
                  <a:lnTo>
                    <a:pt x="184403" y="12191"/>
                  </a:lnTo>
                  <a:lnTo>
                    <a:pt x="158495" y="18287"/>
                  </a:lnTo>
                  <a:lnTo>
                    <a:pt x="152399" y="21335"/>
                  </a:lnTo>
                  <a:lnTo>
                    <a:pt x="158495" y="44195"/>
                  </a:lnTo>
                  <a:lnTo>
                    <a:pt x="166115" y="42671"/>
                  </a:lnTo>
                  <a:lnTo>
                    <a:pt x="190499" y="36575"/>
                  </a:lnTo>
                  <a:lnTo>
                    <a:pt x="216407" y="32003"/>
                  </a:lnTo>
                  <a:lnTo>
                    <a:pt x="231647" y="30479"/>
                  </a:lnTo>
                  <a:close/>
                </a:path>
                <a:path w="596264" h="318770">
                  <a:moveTo>
                    <a:pt x="332231" y="1523"/>
                  </a:moveTo>
                  <a:lnTo>
                    <a:pt x="327659" y="1523"/>
                  </a:lnTo>
                  <a:lnTo>
                    <a:pt x="298703" y="0"/>
                  </a:lnTo>
                  <a:lnTo>
                    <a:pt x="268223" y="1523"/>
                  </a:lnTo>
                  <a:lnTo>
                    <a:pt x="254507" y="1523"/>
                  </a:lnTo>
                  <a:lnTo>
                    <a:pt x="256031" y="27431"/>
                  </a:lnTo>
                  <a:lnTo>
                    <a:pt x="269747" y="25907"/>
                  </a:lnTo>
                  <a:lnTo>
                    <a:pt x="330707" y="25907"/>
                  </a:lnTo>
                  <a:lnTo>
                    <a:pt x="332231" y="1523"/>
                  </a:lnTo>
                  <a:close/>
                </a:path>
                <a:path w="596264" h="318770">
                  <a:moveTo>
                    <a:pt x="434339" y="16763"/>
                  </a:moveTo>
                  <a:lnTo>
                    <a:pt x="413003" y="12191"/>
                  </a:lnTo>
                  <a:lnTo>
                    <a:pt x="358139" y="3047"/>
                  </a:lnTo>
                  <a:lnTo>
                    <a:pt x="355091" y="28955"/>
                  </a:lnTo>
                  <a:lnTo>
                    <a:pt x="382523" y="32003"/>
                  </a:lnTo>
                  <a:lnTo>
                    <a:pt x="406907" y="36575"/>
                  </a:lnTo>
                  <a:lnTo>
                    <a:pt x="428243" y="42671"/>
                  </a:lnTo>
                  <a:lnTo>
                    <a:pt x="434339" y="16763"/>
                  </a:lnTo>
                  <a:close/>
                </a:path>
                <a:path w="596264" h="318770">
                  <a:moveTo>
                    <a:pt x="531875" y="59435"/>
                  </a:moveTo>
                  <a:lnTo>
                    <a:pt x="525779" y="54863"/>
                  </a:lnTo>
                  <a:lnTo>
                    <a:pt x="505967" y="44195"/>
                  </a:lnTo>
                  <a:lnTo>
                    <a:pt x="484631" y="35051"/>
                  </a:lnTo>
                  <a:lnTo>
                    <a:pt x="461771" y="25907"/>
                  </a:lnTo>
                  <a:lnTo>
                    <a:pt x="460247" y="24383"/>
                  </a:lnTo>
                  <a:lnTo>
                    <a:pt x="452627" y="48767"/>
                  </a:lnTo>
                  <a:lnTo>
                    <a:pt x="454151" y="50291"/>
                  </a:lnTo>
                  <a:lnTo>
                    <a:pt x="475487" y="57911"/>
                  </a:lnTo>
                  <a:lnTo>
                    <a:pt x="495299" y="67055"/>
                  </a:lnTo>
                  <a:lnTo>
                    <a:pt x="513587" y="77723"/>
                  </a:lnTo>
                  <a:lnTo>
                    <a:pt x="516635" y="80771"/>
                  </a:lnTo>
                  <a:lnTo>
                    <a:pt x="531875" y="59435"/>
                  </a:lnTo>
                  <a:close/>
                </a:path>
                <a:path w="596264" h="318770">
                  <a:moveTo>
                    <a:pt x="595883" y="146303"/>
                  </a:moveTo>
                  <a:lnTo>
                    <a:pt x="595883" y="141731"/>
                  </a:lnTo>
                  <a:lnTo>
                    <a:pt x="592835" y="132587"/>
                  </a:lnTo>
                  <a:lnTo>
                    <a:pt x="586739" y="117347"/>
                  </a:lnTo>
                  <a:lnTo>
                    <a:pt x="582167" y="108203"/>
                  </a:lnTo>
                  <a:lnTo>
                    <a:pt x="577595" y="100583"/>
                  </a:lnTo>
                  <a:lnTo>
                    <a:pt x="571499" y="94487"/>
                  </a:lnTo>
                  <a:lnTo>
                    <a:pt x="565403" y="86867"/>
                  </a:lnTo>
                  <a:lnTo>
                    <a:pt x="553211" y="74675"/>
                  </a:lnTo>
                  <a:lnTo>
                    <a:pt x="536447" y="94487"/>
                  </a:lnTo>
                  <a:lnTo>
                    <a:pt x="547115" y="105155"/>
                  </a:lnTo>
                  <a:lnTo>
                    <a:pt x="551687" y="111251"/>
                  </a:lnTo>
                  <a:lnTo>
                    <a:pt x="557783" y="117347"/>
                  </a:lnTo>
                  <a:lnTo>
                    <a:pt x="566927" y="135635"/>
                  </a:lnTo>
                  <a:lnTo>
                    <a:pt x="569975" y="147827"/>
                  </a:lnTo>
                  <a:lnTo>
                    <a:pt x="571499" y="150875"/>
                  </a:lnTo>
                  <a:lnTo>
                    <a:pt x="595883" y="146303"/>
                  </a:lnTo>
                  <a:close/>
                </a:path>
                <a:path w="596264" h="318770">
                  <a:moveTo>
                    <a:pt x="595883" y="176783"/>
                  </a:moveTo>
                  <a:lnTo>
                    <a:pt x="595883" y="175259"/>
                  </a:lnTo>
                  <a:lnTo>
                    <a:pt x="569975" y="172211"/>
                  </a:lnTo>
                  <a:lnTo>
                    <a:pt x="566927" y="184403"/>
                  </a:lnTo>
                  <a:lnTo>
                    <a:pt x="560831" y="196595"/>
                  </a:lnTo>
                  <a:lnTo>
                    <a:pt x="547115" y="214883"/>
                  </a:lnTo>
                  <a:lnTo>
                    <a:pt x="541019" y="220979"/>
                  </a:lnTo>
                  <a:lnTo>
                    <a:pt x="533399" y="227075"/>
                  </a:lnTo>
                  <a:lnTo>
                    <a:pt x="550163" y="245363"/>
                  </a:lnTo>
                  <a:lnTo>
                    <a:pt x="577595" y="216407"/>
                  </a:lnTo>
                  <a:lnTo>
                    <a:pt x="592835" y="184403"/>
                  </a:lnTo>
                  <a:lnTo>
                    <a:pt x="595883" y="176783"/>
                  </a:lnTo>
                  <a:close/>
                </a:path>
                <a:path w="596264" h="318770">
                  <a:moveTo>
                    <a:pt x="528827" y="262127"/>
                  </a:moveTo>
                  <a:lnTo>
                    <a:pt x="513587" y="240791"/>
                  </a:lnTo>
                  <a:lnTo>
                    <a:pt x="512063" y="242315"/>
                  </a:lnTo>
                  <a:lnTo>
                    <a:pt x="475487" y="260603"/>
                  </a:lnTo>
                  <a:lnTo>
                    <a:pt x="454151" y="268223"/>
                  </a:lnTo>
                  <a:lnTo>
                    <a:pt x="448055" y="271271"/>
                  </a:lnTo>
                  <a:lnTo>
                    <a:pt x="455675" y="294131"/>
                  </a:lnTo>
                  <a:lnTo>
                    <a:pt x="463295" y="292607"/>
                  </a:lnTo>
                  <a:lnTo>
                    <a:pt x="486155" y="283463"/>
                  </a:lnTo>
                  <a:lnTo>
                    <a:pt x="507491" y="274319"/>
                  </a:lnTo>
                  <a:lnTo>
                    <a:pt x="525779" y="263651"/>
                  </a:lnTo>
                  <a:lnTo>
                    <a:pt x="528827" y="262127"/>
                  </a:lnTo>
                  <a:close/>
                </a:path>
                <a:path w="596264" h="318770">
                  <a:moveTo>
                    <a:pt x="431291" y="301751"/>
                  </a:moveTo>
                  <a:lnTo>
                    <a:pt x="425195" y="277367"/>
                  </a:lnTo>
                  <a:lnTo>
                    <a:pt x="406907" y="281939"/>
                  </a:lnTo>
                  <a:lnTo>
                    <a:pt x="355091" y="291083"/>
                  </a:lnTo>
                  <a:lnTo>
                    <a:pt x="352043" y="291083"/>
                  </a:lnTo>
                  <a:lnTo>
                    <a:pt x="353567" y="315467"/>
                  </a:lnTo>
                  <a:lnTo>
                    <a:pt x="358139" y="315467"/>
                  </a:lnTo>
                  <a:lnTo>
                    <a:pt x="385571" y="312419"/>
                  </a:lnTo>
                  <a:lnTo>
                    <a:pt x="413003" y="306323"/>
                  </a:lnTo>
                  <a:lnTo>
                    <a:pt x="431291" y="301751"/>
                  </a:lnTo>
                  <a:close/>
                </a:path>
                <a:path w="596264" h="318770">
                  <a:moveTo>
                    <a:pt x="327659" y="318515"/>
                  </a:moveTo>
                  <a:lnTo>
                    <a:pt x="327659" y="292607"/>
                  </a:lnTo>
                  <a:lnTo>
                    <a:pt x="269747" y="292607"/>
                  </a:lnTo>
                  <a:lnTo>
                    <a:pt x="252983" y="291083"/>
                  </a:lnTo>
                  <a:lnTo>
                    <a:pt x="249935" y="316991"/>
                  </a:lnTo>
                  <a:lnTo>
                    <a:pt x="269747" y="318515"/>
                  </a:lnTo>
                  <a:lnTo>
                    <a:pt x="327659" y="318515"/>
                  </a:lnTo>
                  <a:close/>
                </a:path>
                <a:path w="596264" h="318770">
                  <a:moveTo>
                    <a:pt x="228599" y="288035"/>
                  </a:moveTo>
                  <a:lnTo>
                    <a:pt x="214883" y="286511"/>
                  </a:lnTo>
                  <a:lnTo>
                    <a:pt x="190499" y="281939"/>
                  </a:lnTo>
                  <a:lnTo>
                    <a:pt x="166115" y="275843"/>
                  </a:lnTo>
                  <a:lnTo>
                    <a:pt x="155447" y="272795"/>
                  </a:lnTo>
                  <a:lnTo>
                    <a:pt x="147827" y="297179"/>
                  </a:lnTo>
                  <a:lnTo>
                    <a:pt x="184403" y="306323"/>
                  </a:lnTo>
                  <a:lnTo>
                    <a:pt x="211835" y="312419"/>
                  </a:lnTo>
                  <a:lnTo>
                    <a:pt x="224027" y="313943"/>
                  </a:lnTo>
                  <a:lnTo>
                    <a:pt x="228599" y="28803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999801" y="4613148"/>
              <a:ext cx="654050" cy="321945"/>
            </a:xfrm>
            <a:custGeom>
              <a:avLst/>
              <a:gdLst/>
              <a:ahLst/>
              <a:cxnLst/>
              <a:rect l="l" t="t" r="r" b="b"/>
              <a:pathLst>
                <a:path w="654050" h="321945">
                  <a:moveTo>
                    <a:pt x="54863" y="103631"/>
                  </a:moveTo>
                  <a:lnTo>
                    <a:pt x="38099" y="85343"/>
                  </a:lnTo>
                  <a:lnTo>
                    <a:pt x="35051" y="86867"/>
                  </a:lnTo>
                  <a:lnTo>
                    <a:pt x="27431" y="94487"/>
                  </a:lnTo>
                  <a:lnTo>
                    <a:pt x="4571" y="134111"/>
                  </a:lnTo>
                  <a:lnTo>
                    <a:pt x="0" y="152399"/>
                  </a:lnTo>
                  <a:lnTo>
                    <a:pt x="0" y="160019"/>
                  </a:lnTo>
                  <a:lnTo>
                    <a:pt x="12953" y="160781"/>
                  </a:lnTo>
                  <a:lnTo>
                    <a:pt x="25907" y="160019"/>
                  </a:lnTo>
                  <a:lnTo>
                    <a:pt x="25907" y="153923"/>
                  </a:lnTo>
                  <a:lnTo>
                    <a:pt x="28955" y="141731"/>
                  </a:lnTo>
                  <a:lnTo>
                    <a:pt x="38099" y="123443"/>
                  </a:lnTo>
                  <a:lnTo>
                    <a:pt x="47243" y="111251"/>
                  </a:lnTo>
                  <a:lnTo>
                    <a:pt x="54863" y="103631"/>
                  </a:lnTo>
                  <a:close/>
                </a:path>
                <a:path w="654050" h="321945">
                  <a:moveTo>
                    <a:pt x="54863" y="217931"/>
                  </a:moveTo>
                  <a:lnTo>
                    <a:pt x="51815" y="214883"/>
                  </a:lnTo>
                  <a:lnTo>
                    <a:pt x="47243" y="208787"/>
                  </a:lnTo>
                  <a:lnTo>
                    <a:pt x="41147" y="202691"/>
                  </a:lnTo>
                  <a:lnTo>
                    <a:pt x="38099" y="196595"/>
                  </a:lnTo>
                  <a:lnTo>
                    <a:pt x="33527" y="190499"/>
                  </a:lnTo>
                  <a:lnTo>
                    <a:pt x="30479" y="184403"/>
                  </a:lnTo>
                  <a:lnTo>
                    <a:pt x="25907" y="166115"/>
                  </a:lnTo>
                  <a:lnTo>
                    <a:pt x="25907" y="161543"/>
                  </a:lnTo>
                  <a:lnTo>
                    <a:pt x="12953" y="160781"/>
                  </a:lnTo>
                  <a:lnTo>
                    <a:pt x="0" y="161543"/>
                  </a:lnTo>
                  <a:lnTo>
                    <a:pt x="1523" y="170687"/>
                  </a:lnTo>
                  <a:lnTo>
                    <a:pt x="3047" y="178307"/>
                  </a:lnTo>
                  <a:lnTo>
                    <a:pt x="4571" y="187451"/>
                  </a:lnTo>
                  <a:lnTo>
                    <a:pt x="7619" y="196595"/>
                  </a:lnTo>
                  <a:lnTo>
                    <a:pt x="16763" y="211835"/>
                  </a:lnTo>
                  <a:lnTo>
                    <a:pt x="35051" y="234695"/>
                  </a:lnTo>
                  <a:lnTo>
                    <a:pt x="38099" y="236219"/>
                  </a:lnTo>
                  <a:lnTo>
                    <a:pt x="54863" y="217931"/>
                  </a:lnTo>
                  <a:close/>
                </a:path>
                <a:path w="654050" h="321945">
                  <a:moveTo>
                    <a:pt x="25907" y="161543"/>
                  </a:moveTo>
                  <a:lnTo>
                    <a:pt x="25907" y="160019"/>
                  </a:lnTo>
                  <a:lnTo>
                    <a:pt x="12953" y="160781"/>
                  </a:lnTo>
                  <a:lnTo>
                    <a:pt x="25907" y="161543"/>
                  </a:lnTo>
                  <a:close/>
                </a:path>
                <a:path w="654050" h="321945">
                  <a:moveTo>
                    <a:pt x="137159" y="56387"/>
                  </a:moveTo>
                  <a:lnTo>
                    <a:pt x="129539" y="32003"/>
                  </a:lnTo>
                  <a:lnTo>
                    <a:pt x="99059" y="44195"/>
                  </a:lnTo>
                  <a:lnTo>
                    <a:pt x="77723" y="54863"/>
                  </a:lnTo>
                  <a:lnTo>
                    <a:pt x="59435" y="67055"/>
                  </a:lnTo>
                  <a:lnTo>
                    <a:pt x="57911" y="68579"/>
                  </a:lnTo>
                  <a:lnTo>
                    <a:pt x="73151" y="88391"/>
                  </a:lnTo>
                  <a:lnTo>
                    <a:pt x="74675" y="88391"/>
                  </a:lnTo>
                  <a:lnTo>
                    <a:pt x="82295" y="82295"/>
                  </a:lnTo>
                  <a:lnTo>
                    <a:pt x="91439" y="77723"/>
                  </a:lnTo>
                  <a:lnTo>
                    <a:pt x="111251" y="67055"/>
                  </a:lnTo>
                  <a:lnTo>
                    <a:pt x="132587" y="57911"/>
                  </a:lnTo>
                  <a:lnTo>
                    <a:pt x="137159" y="56387"/>
                  </a:lnTo>
                  <a:close/>
                </a:path>
                <a:path w="654050" h="321945">
                  <a:moveTo>
                    <a:pt x="234695" y="32003"/>
                  </a:moveTo>
                  <a:lnTo>
                    <a:pt x="230123" y="6095"/>
                  </a:lnTo>
                  <a:lnTo>
                    <a:pt x="201167" y="12191"/>
                  </a:lnTo>
                  <a:lnTo>
                    <a:pt x="173735" y="18287"/>
                  </a:lnTo>
                  <a:lnTo>
                    <a:pt x="153923" y="24383"/>
                  </a:lnTo>
                  <a:lnTo>
                    <a:pt x="161543" y="48767"/>
                  </a:lnTo>
                  <a:lnTo>
                    <a:pt x="181355" y="42671"/>
                  </a:lnTo>
                  <a:lnTo>
                    <a:pt x="207263" y="36575"/>
                  </a:lnTo>
                  <a:lnTo>
                    <a:pt x="234695" y="32003"/>
                  </a:lnTo>
                  <a:close/>
                </a:path>
                <a:path w="654050" h="321945">
                  <a:moveTo>
                    <a:pt x="326897" y="12191"/>
                  </a:moveTo>
                  <a:lnTo>
                    <a:pt x="326135" y="0"/>
                  </a:lnTo>
                  <a:lnTo>
                    <a:pt x="294131" y="0"/>
                  </a:lnTo>
                  <a:lnTo>
                    <a:pt x="262127" y="3047"/>
                  </a:lnTo>
                  <a:lnTo>
                    <a:pt x="256031" y="3047"/>
                  </a:lnTo>
                  <a:lnTo>
                    <a:pt x="259079" y="28955"/>
                  </a:lnTo>
                  <a:lnTo>
                    <a:pt x="265175" y="27431"/>
                  </a:lnTo>
                  <a:lnTo>
                    <a:pt x="295655" y="25907"/>
                  </a:lnTo>
                  <a:lnTo>
                    <a:pt x="326135" y="24456"/>
                  </a:lnTo>
                  <a:lnTo>
                    <a:pt x="326897" y="12191"/>
                  </a:lnTo>
                  <a:close/>
                </a:path>
                <a:path w="654050" h="321945">
                  <a:moveTo>
                    <a:pt x="327659" y="24383"/>
                  </a:moveTo>
                  <a:lnTo>
                    <a:pt x="326897" y="12191"/>
                  </a:lnTo>
                  <a:lnTo>
                    <a:pt x="326135" y="24383"/>
                  </a:lnTo>
                  <a:lnTo>
                    <a:pt x="326379" y="24444"/>
                  </a:lnTo>
                  <a:lnTo>
                    <a:pt x="327659" y="24383"/>
                  </a:lnTo>
                  <a:close/>
                </a:path>
                <a:path w="654050" h="321945">
                  <a:moveTo>
                    <a:pt x="326379" y="24444"/>
                  </a:moveTo>
                  <a:lnTo>
                    <a:pt x="326135" y="24383"/>
                  </a:lnTo>
                  <a:lnTo>
                    <a:pt x="326379" y="24444"/>
                  </a:lnTo>
                  <a:close/>
                </a:path>
                <a:path w="654050" h="321945">
                  <a:moveTo>
                    <a:pt x="327659" y="24764"/>
                  </a:moveTo>
                  <a:lnTo>
                    <a:pt x="327659" y="24383"/>
                  </a:lnTo>
                  <a:lnTo>
                    <a:pt x="326379" y="24444"/>
                  </a:lnTo>
                  <a:lnTo>
                    <a:pt x="327659" y="24764"/>
                  </a:lnTo>
                  <a:close/>
                </a:path>
                <a:path w="654050" h="321945">
                  <a:moveTo>
                    <a:pt x="333755" y="0"/>
                  </a:moveTo>
                  <a:lnTo>
                    <a:pt x="327659" y="0"/>
                  </a:lnTo>
                  <a:lnTo>
                    <a:pt x="326897" y="12191"/>
                  </a:lnTo>
                  <a:lnTo>
                    <a:pt x="327659" y="24383"/>
                  </a:lnTo>
                  <a:lnTo>
                    <a:pt x="327659" y="24764"/>
                  </a:lnTo>
                  <a:lnTo>
                    <a:pt x="332231" y="25907"/>
                  </a:lnTo>
                  <a:lnTo>
                    <a:pt x="333755" y="0"/>
                  </a:lnTo>
                  <a:close/>
                </a:path>
                <a:path w="654050" h="321945">
                  <a:moveTo>
                    <a:pt x="435863" y="9143"/>
                  </a:moveTo>
                  <a:lnTo>
                    <a:pt x="422147" y="6095"/>
                  </a:lnTo>
                  <a:lnTo>
                    <a:pt x="391667" y="3047"/>
                  </a:lnTo>
                  <a:lnTo>
                    <a:pt x="359663" y="0"/>
                  </a:lnTo>
                  <a:lnTo>
                    <a:pt x="358139" y="25907"/>
                  </a:lnTo>
                  <a:lnTo>
                    <a:pt x="388619" y="27431"/>
                  </a:lnTo>
                  <a:lnTo>
                    <a:pt x="419099" y="32003"/>
                  </a:lnTo>
                  <a:lnTo>
                    <a:pt x="432815" y="33527"/>
                  </a:lnTo>
                  <a:lnTo>
                    <a:pt x="435863" y="9143"/>
                  </a:lnTo>
                  <a:close/>
                </a:path>
                <a:path w="654050" h="321945">
                  <a:moveTo>
                    <a:pt x="536447" y="36575"/>
                  </a:moveTo>
                  <a:lnTo>
                    <a:pt x="530351" y="33527"/>
                  </a:lnTo>
                  <a:lnTo>
                    <a:pt x="505967" y="25907"/>
                  </a:lnTo>
                  <a:lnTo>
                    <a:pt x="480059" y="18287"/>
                  </a:lnTo>
                  <a:lnTo>
                    <a:pt x="461771" y="13715"/>
                  </a:lnTo>
                  <a:lnTo>
                    <a:pt x="455675" y="38099"/>
                  </a:lnTo>
                  <a:lnTo>
                    <a:pt x="473963" y="42671"/>
                  </a:lnTo>
                  <a:lnTo>
                    <a:pt x="522731" y="57911"/>
                  </a:lnTo>
                  <a:lnTo>
                    <a:pt x="527303" y="60959"/>
                  </a:lnTo>
                  <a:lnTo>
                    <a:pt x="536447" y="36575"/>
                  </a:lnTo>
                  <a:close/>
                </a:path>
                <a:path w="654050" h="321945">
                  <a:moveTo>
                    <a:pt x="626363" y="94487"/>
                  </a:moveTo>
                  <a:lnTo>
                    <a:pt x="624839" y="94487"/>
                  </a:lnTo>
                  <a:lnTo>
                    <a:pt x="618743" y="86867"/>
                  </a:lnTo>
                  <a:lnTo>
                    <a:pt x="611123" y="80771"/>
                  </a:lnTo>
                  <a:lnTo>
                    <a:pt x="603503" y="73151"/>
                  </a:lnTo>
                  <a:lnTo>
                    <a:pt x="585215" y="60959"/>
                  </a:lnTo>
                  <a:lnTo>
                    <a:pt x="574547" y="54863"/>
                  </a:lnTo>
                  <a:lnTo>
                    <a:pt x="560831" y="47243"/>
                  </a:lnTo>
                  <a:lnTo>
                    <a:pt x="548639" y="70103"/>
                  </a:lnTo>
                  <a:lnTo>
                    <a:pt x="563879" y="77723"/>
                  </a:lnTo>
                  <a:lnTo>
                    <a:pt x="571499" y="82295"/>
                  </a:lnTo>
                  <a:lnTo>
                    <a:pt x="580643" y="88391"/>
                  </a:lnTo>
                  <a:lnTo>
                    <a:pt x="588263" y="94487"/>
                  </a:lnTo>
                  <a:lnTo>
                    <a:pt x="594359" y="99059"/>
                  </a:lnTo>
                  <a:lnTo>
                    <a:pt x="601979" y="105155"/>
                  </a:lnTo>
                  <a:lnTo>
                    <a:pt x="606551" y="111251"/>
                  </a:lnTo>
                  <a:lnTo>
                    <a:pt x="626363" y="94487"/>
                  </a:lnTo>
                  <a:close/>
                </a:path>
                <a:path w="654050" h="321945">
                  <a:moveTo>
                    <a:pt x="653795" y="160019"/>
                  </a:moveTo>
                  <a:lnTo>
                    <a:pt x="650747" y="141731"/>
                  </a:lnTo>
                  <a:lnTo>
                    <a:pt x="649223" y="134111"/>
                  </a:lnTo>
                  <a:lnTo>
                    <a:pt x="646175" y="124967"/>
                  </a:lnTo>
                  <a:lnTo>
                    <a:pt x="643127" y="118871"/>
                  </a:lnTo>
                  <a:lnTo>
                    <a:pt x="620267" y="129539"/>
                  </a:lnTo>
                  <a:lnTo>
                    <a:pt x="623315" y="135635"/>
                  </a:lnTo>
                  <a:lnTo>
                    <a:pt x="624839" y="143255"/>
                  </a:lnTo>
                  <a:lnTo>
                    <a:pt x="627887" y="155447"/>
                  </a:lnTo>
                  <a:lnTo>
                    <a:pt x="627887" y="160019"/>
                  </a:lnTo>
                  <a:lnTo>
                    <a:pt x="640841" y="160781"/>
                  </a:lnTo>
                  <a:lnTo>
                    <a:pt x="653795" y="160019"/>
                  </a:lnTo>
                  <a:close/>
                </a:path>
                <a:path w="654050" h="321945">
                  <a:moveTo>
                    <a:pt x="653795" y="169163"/>
                  </a:moveTo>
                  <a:lnTo>
                    <a:pt x="653795" y="161543"/>
                  </a:lnTo>
                  <a:lnTo>
                    <a:pt x="640841" y="160781"/>
                  </a:lnTo>
                  <a:lnTo>
                    <a:pt x="627887" y="161543"/>
                  </a:lnTo>
                  <a:lnTo>
                    <a:pt x="627887" y="167639"/>
                  </a:lnTo>
                  <a:lnTo>
                    <a:pt x="624839" y="179831"/>
                  </a:lnTo>
                  <a:lnTo>
                    <a:pt x="621791" y="185927"/>
                  </a:lnTo>
                  <a:lnTo>
                    <a:pt x="620267" y="192023"/>
                  </a:lnTo>
                  <a:lnTo>
                    <a:pt x="643127" y="202691"/>
                  </a:lnTo>
                  <a:lnTo>
                    <a:pt x="646175" y="195071"/>
                  </a:lnTo>
                  <a:lnTo>
                    <a:pt x="649223" y="185927"/>
                  </a:lnTo>
                  <a:lnTo>
                    <a:pt x="652271" y="178307"/>
                  </a:lnTo>
                  <a:lnTo>
                    <a:pt x="653795" y="169163"/>
                  </a:lnTo>
                  <a:close/>
                </a:path>
                <a:path w="654050" h="321945">
                  <a:moveTo>
                    <a:pt x="640841" y="160781"/>
                  </a:moveTo>
                  <a:lnTo>
                    <a:pt x="627887" y="160019"/>
                  </a:lnTo>
                  <a:lnTo>
                    <a:pt x="627887" y="161543"/>
                  </a:lnTo>
                  <a:lnTo>
                    <a:pt x="640841" y="160781"/>
                  </a:lnTo>
                  <a:close/>
                </a:path>
                <a:path w="654050" h="321945">
                  <a:moveTo>
                    <a:pt x="626363" y="225551"/>
                  </a:moveTo>
                  <a:lnTo>
                    <a:pt x="606551" y="210311"/>
                  </a:lnTo>
                  <a:lnTo>
                    <a:pt x="594359" y="222503"/>
                  </a:lnTo>
                  <a:lnTo>
                    <a:pt x="586739" y="227075"/>
                  </a:lnTo>
                  <a:lnTo>
                    <a:pt x="571499" y="239267"/>
                  </a:lnTo>
                  <a:lnTo>
                    <a:pt x="562355" y="243839"/>
                  </a:lnTo>
                  <a:lnTo>
                    <a:pt x="548639" y="251459"/>
                  </a:lnTo>
                  <a:lnTo>
                    <a:pt x="560831" y="272795"/>
                  </a:lnTo>
                  <a:lnTo>
                    <a:pt x="576071" y="265175"/>
                  </a:lnTo>
                  <a:lnTo>
                    <a:pt x="603503" y="246887"/>
                  </a:lnTo>
                  <a:lnTo>
                    <a:pt x="611123" y="240791"/>
                  </a:lnTo>
                  <a:lnTo>
                    <a:pt x="626363" y="225551"/>
                  </a:lnTo>
                  <a:close/>
                </a:path>
                <a:path w="654050" h="321945">
                  <a:moveTo>
                    <a:pt x="536447" y="283463"/>
                  </a:moveTo>
                  <a:lnTo>
                    <a:pt x="527303" y="260603"/>
                  </a:lnTo>
                  <a:lnTo>
                    <a:pt x="521207" y="263651"/>
                  </a:lnTo>
                  <a:lnTo>
                    <a:pt x="498347" y="271271"/>
                  </a:lnTo>
                  <a:lnTo>
                    <a:pt x="472439" y="278891"/>
                  </a:lnTo>
                  <a:lnTo>
                    <a:pt x="455675" y="281939"/>
                  </a:lnTo>
                  <a:lnTo>
                    <a:pt x="461771" y="306323"/>
                  </a:lnTo>
                  <a:lnTo>
                    <a:pt x="480059" y="303275"/>
                  </a:lnTo>
                  <a:lnTo>
                    <a:pt x="505967" y="295655"/>
                  </a:lnTo>
                  <a:lnTo>
                    <a:pt x="531875" y="286511"/>
                  </a:lnTo>
                  <a:lnTo>
                    <a:pt x="536447" y="283463"/>
                  </a:lnTo>
                  <a:close/>
                </a:path>
                <a:path w="654050" h="321945">
                  <a:moveTo>
                    <a:pt x="435863" y="312419"/>
                  </a:moveTo>
                  <a:lnTo>
                    <a:pt x="432815" y="286511"/>
                  </a:lnTo>
                  <a:lnTo>
                    <a:pt x="417575" y="289559"/>
                  </a:lnTo>
                  <a:lnTo>
                    <a:pt x="388619" y="292607"/>
                  </a:lnTo>
                  <a:lnTo>
                    <a:pt x="358139" y="295655"/>
                  </a:lnTo>
                  <a:lnTo>
                    <a:pt x="358139" y="320039"/>
                  </a:lnTo>
                  <a:lnTo>
                    <a:pt x="359663" y="320039"/>
                  </a:lnTo>
                  <a:lnTo>
                    <a:pt x="391667" y="318515"/>
                  </a:lnTo>
                  <a:lnTo>
                    <a:pt x="422147" y="313943"/>
                  </a:lnTo>
                  <a:lnTo>
                    <a:pt x="435863" y="312419"/>
                  </a:lnTo>
                  <a:close/>
                </a:path>
                <a:path w="654050" h="321945">
                  <a:moveTo>
                    <a:pt x="326897" y="308609"/>
                  </a:moveTo>
                  <a:lnTo>
                    <a:pt x="326135" y="295655"/>
                  </a:lnTo>
                  <a:lnTo>
                    <a:pt x="295655" y="295655"/>
                  </a:lnTo>
                  <a:lnTo>
                    <a:pt x="265175" y="292607"/>
                  </a:lnTo>
                  <a:lnTo>
                    <a:pt x="259079" y="292607"/>
                  </a:lnTo>
                  <a:lnTo>
                    <a:pt x="256031" y="316991"/>
                  </a:lnTo>
                  <a:lnTo>
                    <a:pt x="262127" y="318515"/>
                  </a:lnTo>
                  <a:lnTo>
                    <a:pt x="326135" y="321563"/>
                  </a:lnTo>
                  <a:lnTo>
                    <a:pt x="326897" y="308609"/>
                  </a:lnTo>
                  <a:close/>
                </a:path>
                <a:path w="654050" h="321945">
                  <a:moveTo>
                    <a:pt x="327659" y="295655"/>
                  </a:moveTo>
                  <a:lnTo>
                    <a:pt x="326135" y="295655"/>
                  </a:lnTo>
                  <a:lnTo>
                    <a:pt x="326897" y="308609"/>
                  </a:lnTo>
                  <a:lnTo>
                    <a:pt x="327659" y="295655"/>
                  </a:lnTo>
                  <a:close/>
                </a:path>
                <a:path w="654050" h="321945">
                  <a:moveTo>
                    <a:pt x="333755" y="321563"/>
                  </a:moveTo>
                  <a:lnTo>
                    <a:pt x="332231" y="295655"/>
                  </a:lnTo>
                  <a:lnTo>
                    <a:pt x="327659" y="295655"/>
                  </a:lnTo>
                  <a:lnTo>
                    <a:pt x="326897" y="308609"/>
                  </a:lnTo>
                  <a:lnTo>
                    <a:pt x="327659" y="321563"/>
                  </a:lnTo>
                  <a:lnTo>
                    <a:pt x="333755" y="321563"/>
                  </a:lnTo>
                  <a:close/>
                </a:path>
                <a:path w="654050" h="321945">
                  <a:moveTo>
                    <a:pt x="234695" y="289559"/>
                  </a:moveTo>
                  <a:lnTo>
                    <a:pt x="207263" y="284987"/>
                  </a:lnTo>
                  <a:lnTo>
                    <a:pt x="179831" y="278891"/>
                  </a:lnTo>
                  <a:lnTo>
                    <a:pt x="161543" y="272795"/>
                  </a:lnTo>
                  <a:lnTo>
                    <a:pt x="153923" y="297179"/>
                  </a:lnTo>
                  <a:lnTo>
                    <a:pt x="173735" y="303275"/>
                  </a:lnTo>
                  <a:lnTo>
                    <a:pt x="202691" y="309371"/>
                  </a:lnTo>
                  <a:lnTo>
                    <a:pt x="230123" y="313943"/>
                  </a:lnTo>
                  <a:lnTo>
                    <a:pt x="234695" y="289559"/>
                  </a:lnTo>
                  <a:close/>
                </a:path>
                <a:path w="654050" h="321945">
                  <a:moveTo>
                    <a:pt x="137159" y="265175"/>
                  </a:moveTo>
                  <a:lnTo>
                    <a:pt x="131063" y="262127"/>
                  </a:lnTo>
                  <a:lnTo>
                    <a:pt x="109727" y="252983"/>
                  </a:lnTo>
                  <a:lnTo>
                    <a:pt x="89915" y="243839"/>
                  </a:lnTo>
                  <a:lnTo>
                    <a:pt x="82295" y="237743"/>
                  </a:lnTo>
                  <a:lnTo>
                    <a:pt x="73151" y="233171"/>
                  </a:lnTo>
                  <a:lnTo>
                    <a:pt x="73151" y="231647"/>
                  </a:lnTo>
                  <a:lnTo>
                    <a:pt x="57911" y="252983"/>
                  </a:lnTo>
                  <a:lnTo>
                    <a:pt x="59435" y="254507"/>
                  </a:lnTo>
                  <a:lnTo>
                    <a:pt x="68579" y="260603"/>
                  </a:lnTo>
                  <a:lnTo>
                    <a:pt x="79247" y="265175"/>
                  </a:lnTo>
                  <a:lnTo>
                    <a:pt x="100583" y="277367"/>
                  </a:lnTo>
                  <a:lnTo>
                    <a:pt x="123443" y="286511"/>
                  </a:lnTo>
                  <a:lnTo>
                    <a:pt x="129539" y="289559"/>
                  </a:lnTo>
                  <a:lnTo>
                    <a:pt x="137159" y="26517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8" name="object 8"/>
            <p:cNvSpPr/>
            <p:nvPr/>
          </p:nvSpPr>
          <p:spPr>
            <a:xfrm>
              <a:off x="6741990" y="5137403"/>
              <a:ext cx="597535" cy="318770"/>
            </a:xfrm>
            <a:custGeom>
              <a:avLst/>
              <a:gdLst/>
              <a:ahLst/>
              <a:cxnLst/>
              <a:rect l="l" t="t" r="r" b="b"/>
              <a:pathLst>
                <a:path w="597535" h="318770">
                  <a:moveTo>
                    <a:pt x="597407" y="167639"/>
                  </a:moveTo>
                  <a:lnTo>
                    <a:pt x="597407" y="158495"/>
                  </a:lnTo>
                  <a:lnTo>
                    <a:pt x="595883" y="149351"/>
                  </a:lnTo>
                  <a:lnTo>
                    <a:pt x="595883" y="141731"/>
                  </a:lnTo>
                  <a:lnTo>
                    <a:pt x="577595" y="100583"/>
                  </a:lnTo>
                  <a:lnTo>
                    <a:pt x="571499" y="94487"/>
                  </a:lnTo>
                  <a:lnTo>
                    <a:pt x="565403" y="86867"/>
                  </a:lnTo>
                  <a:lnTo>
                    <a:pt x="525779" y="54863"/>
                  </a:lnTo>
                  <a:lnTo>
                    <a:pt x="484631" y="35051"/>
                  </a:lnTo>
                  <a:lnTo>
                    <a:pt x="437387" y="18287"/>
                  </a:lnTo>
                  <a:lnTo>
                    <a:pt x="385571" y="7619"/>
                  </a:lnTo>
                  <a:lnTo>
                    <a:pt x="298703" y="0"/>
                  </a:lnTo>
                  <a:lnTo>
                    <a:pt x="268223" y="1523"/>
                  </a:lnTo>
                  <a:lnTo>
                    <a:pt x="184403" y="12191"/>
                  </a:lnTo>
                  <a:lnTo>
                    <a:pt x="134111" y="25907"/>
                  </a:lnTo>
                  <a:lnTo>
                    <a:pt x="89915" y="44195"/>
                  </a:lnTo>
                  <a:lnTo>
                    <a:pt x="71627" y="56387"/>
                  </a:lnTo>
                  <a:lnTo>
                    <a:pt x="53339" y="67055"/>
                  </a:lnTo>
                  <a:lnTo>
                    <a:pt x="19811" y="102107"/>
                  </a:lnTo>
                  <a:lnTo>
                    <a:pt x="4571" y="134111"/>
                  </a:lnTo>
                  <a:lnTo>
                    <a:pt x="1523" y="143255"/>
                  </a:lnTo>
                  <a:lnTo>
                    <a:pt x="0" y="150875"/>
                  </a:lnTo>
                  <a:lnTo>
                    <a:pt x="0" y="169163"/>
                  </a:lnTo>
                  <a:lnTo>
                    <a:pt x="1523" y="178307"/>
                  </a:lnTo>
                  <a:lnTo>
                    <a:pt x="7619" y="193547"/>
                  </a:lnTo>
                  <a:lnTo>
                    <a:pt x="10667" y="202691"/>
                  </a:lnTo>
                  <a:lnTo>
                    <a:pt x="19811" y="217931"/>
                  </a:lnTo>
                  <a:lnTo>
                    <a:pt x="25907" y="224027"/>
                  </a:lnTo>
                  <a:lnTo>
                    <a:pt x="25907" y="152399"/>
                  </a:lnTo>
                  <a:lnTo>
                    <a:pt x="30479" y="134111"/>
                  </a:lnTo>
                  <a:lnTo>
                    <a:pt x="36575" y="121919"/>
                  </a:lnTo>
                  <a:lnTo>
                    <a:pt x="50291" y="103631"/>
                  </a:lnTo>
                  <a:lnTo>
                    <a:pt x="56387" y="99059"/>
                  </a:lnTo>
                  <a:lnTo>
                    <a:pt x="70103" y="86867"/>
                  </a:lnTo>
                  <a:lnTo>
                    <a:pt x="121919" y="57911"/>
                  </a:lnTo>
                  <a:lnTo>
                    <a:pt x="166115" y="42671"/>
                  </a:lnTo>
                  <a:lnTo>
                    <a:pt x="216407" y="32003"/>
                  </a:lnTo>
                  <a:lnTo>
                    <a:pt x="269747" y="25907"/>
                  </a:lnTo>
                  <a:lnTo>
                    <a:pt x="327659" y="25907"/>
                  </a:lnTo>
                  <a:lnTo>
                    <a:pt x="382523" y="32003"/>
                  </a:lnTo>
                  <a:lnTo>
                    <a:pt x="431291" y="42671"/>
                  </a:lnTo>
                  <a:lnTo>
                    <a:pt x="475487" y="57911"/>
                  </a:lnTo>
                  <a:lnTo>
                    <a:pt x="513587" y="77723"/>
                  </a:lnTo>
                  <a:lnTo>
                    <a:pt x="547115" y="105155"/>
                  </a:lnTo>
                  <a:lnTo>
                    <a:pt x="551687" y="111251"/>
                  </a:lnTo>
                  <a:lnTo>
                    <a:pt x="557783" y="117347"/>
                  </a:lnTo>
                  <a:lnTo>
                    <a:pt x="566927" y="135635"/>
                  </a:lnTo>
                  <a:lnTo>
                    <a:pt x="571499" y="153923"/>
                  </a:lnTo>
                  <a:lnTo>
                    <a:pt x="571499" y="224027"/>
                  </a:lnTo>
                  <a:lnTo>
                    <a:pt x="577595" y="216407"/>
                  </a:lnTo>
                  <a:lnTo>
                    <a:pt x="591311" y="193547"/>
                  </a:lnTo>
                  <a:lnTo>
                    <a:pt x="592835" y="184403"/>
                  </a:lnTo>
                  <a:lnTo>
                    <a:pt x="595883" y="176783"/>
                  </a:lnTo>
                  <a:lnTo>
                    <a:pt x="597407" y="167639"/>
                  </a:lnTo>
                  <a:close/>
                </a:path>
                <a:path w="597535" h="318770">
                  <a:moveTo>
                    <a:pt x="571499" y="224027"/>
                  </a:moveTo>
                  <a:lnTo>
                    <a:pt x="571499" y="166115"/>
                  </a:lnTo>
                  <a:lnTo>
                    <a:pt x="566927" y="184403"/>
                  </a:lnTo>
                  <a:lnTo>
                    <a:pt x="560831" y="196595"/>
                  </a:lnTo>
                  <a:lnTo>
                    <a:pt x="527303" y="231647"/>
                  </a:lnTo>
                  <a:lnTo>
                    <a:pt x="475487" y="260603"/>
                  </a:lnTo>
                  <a:lnTo>
                    <a:pt x="431291" y="275843"/>
                  </a:lnTo>
                  <a:lnTo>
                    <a:pt x="355091" y="291083"/>
                  </a:lnTo>
                  <a:lnTo>
                    <a:pt x="326135" y="292607"/>
                  </a:lnTo>
                  <a:lnTo>
                    <a:pt x="269747" y="292607"/>
                  </a:lnTo>
                  <a:lnTo>
                    <a:pt x="214883" y="286511"/>
                  </a:lnTo>
                  <a:lnTo>
                    <a:pt x="166115" y="275843"/>
                  </a:lnTo>
                  <a:lnTo>
                    <a:pt x="121919" y="260603"/>
                  </a:lnTo>
                  <a:lnTo>
                    <a:pt x="83819" y="240791"/>
                  </a:lnTo>
                  <a:lnTo>
                    <a:pt x="45719" y="207263"/>
                  </a:lnTo>
                  <a:lnTo>
                    <a:pt x="39623" y="202691"/>
                  </a:lnTo>
                  <a:lnTo>
                    <a:pt x="33527" y="190499"/>
                  </a:lnTo>
                  <a:lnTo>
                    <a:pt x="30479" y="182879"/>
                  </a:lnTo>
                  <a:lnTo>
                    <a:pt x="28955" y="178307"/>
                  </a:lnTo>
                  <a:lnTo>
                    <a:pt x="25907" y="170687"/>
                  </a:lnTo>
                  <a:lnTo>
                    <a:pt x="25907" y="224027"/>
                  </a:lnTo>
                  <a:lnTo>
                    <a:pt x="32003" y="231647"/>
                  </a:lnTo>
                  <a:lnTo>
                    <a:pt x="71627" y="263651"/>
                  </a:lnTo>
                  <a:lnTo>
                    <a:pt x="112775" y="284987"/>
                  </a:lnTo>
                  <a:lnTo>
                    <a:pt x="160019" y="300227"/>
                  </a:lnTo>
                  <a:lnTo>
                    <a:pt x="211835" y="312419"/>
                  </a:lnTo>
                  <a:lnTo>
                    <a:pt x="269747" y="318515"/>
                  </a:lnTo>
                  <a:lnTo>
                    <a:pt x="329183" y="318515"/>
                  </a:lnTo>
                  <a:lnTo>
                    <a:pt x="385571" y="312419"/>
                  </a:lnTo>
                  <a:lnTo>
                    <a:pt x="438911" y="300227"/>
                  </a:lnTo>
                  <a:lnTo>
                    <a:pt x="486155" y="283463"/>
                  </a:lnTo>
                  <a:lnTo>
                    <a:pt x="525779" y="263651"/>
                  </a:lnTo>
                  <a:lnTo>
                    <a:pt x="559307" y="237743"/>
                  </a:lnTo>
                  <a:lnTo>
                    <a:pt x="565403" y="231647"/>
                  </a:lnTo>
                  <a:lnTo>
                    <a:pt x="571499" y="22402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37089" y="4908804"/>
              <a:ext cx="483234" cy="330835"/>
            </a:xfrm>
            <a:custGeom>
              <a:avLst/>
              <a:gdLst/>
              <a:ahLst/>
              <a:cxnLst/>
              <a:rect l="l" t="t" r="r" b="b"/>
              <a:pathLst>
                <a:path w="483235" h="330835">
                  <a:moveTo>
                    <a:pt x="483107" y="173735"/>
                  </a:moveTo>
                  <a:lnTo>
                    <a:pt x="483107" y="155447"/>
                  </a:lnTo>
                  <a:lnTo>
                    <a:pt x="481583" y="146303"/>
                  </a:lnTo>
                  <a:lnTo>
                    <a:pt x="452627" y="83819"/>
                  </a:lnTo>
                  <a:lnTo>
                    <a:pt x="409955" y="47243"/>
                  </a:lnTo>
                  <a:lnTo>
                    <a:pt x="373379" y="27431"/>
                  </a:lnTo>
                  <a:lnTo>
                    <a:pt x="333755" y="12191"/>
                  </a:lnTo>
                  <a:lnTo>
                    <a:pt x="310895" y="7619"/>
                  </a:lnTo>
                  <a:lnTo>
                    <a:pt x="289559" y="3047"/>
                  </a:lnTo>
                  <a:lnTo>
                    <a:pt x="240791" y="0"/>
                  </a:lnTo>
                  <a:lnTo>
                    <a:pt x="216407" y="1523"/>
                  </a:lnTo>
                  <a:lnTo>
                    <a:pt x="193547" y="3047"/>
                  </a:lnTo>
                  <a:lnTo>
                    <a:pt x="149351" y="12191"/>
                  </a:lnTo>
                  <a:lnTo>
                    <a:pt x="108203" y="27431"/>
                  </a:lnTo>
                  <a:lnTo>
                    <a:pt x="71627" y="47243"/>
                  </a:lnTo>
                  <a:lnTo>
                    <a:pt x="30479" y="85343"/>
                  </a:lnTo>
                  <a:lnTo>
                    <a:pt x="4571" y="131063"/>
                  </a:lnTo>
                  <a:lnTo>
                    <a:pt x="0" y="156971"/>
                  </a:lnTo>
                  <a:lnTo>
                    <a:pt x="0" y="175259"/>
                  </a:lnTo>
                  <a:lnTo>
                    <a:pt x="1523" y="184403"/>
                  </a:lnTo>
                  <a:lnTo>
                    <a:pt x="6095" y="201167"/>
                  </a:lnTo>
                  <a:lnTo>
                    <a:pt x="12191" y="216407"/>
                  </a:lnTo>
                  <a:lnTo>
                    <a:pt x="25907" y="239267"/>
                  </a:lnTo>
                  <a:lnTo>
                    <a:pt x="25907" y="158495"/>
                  </a:lnTo>
                  <a:lnTo>
                    <a:pt x="27431" y="150875"/>
                  </a:lnTo>
                  <a:lnTo>
                    <a:pt x="50291" y="100583"/>
                  </a:lnTo>
                  <a:lnTo>
                    <a:pt x="86867" y="68579"/>
                  </a:lnTo>
                  <a:lnTo>
                    <a:pt x="102107" y="57911"/>
                  </a:lnTo>
                  <a:lnTo>
                    <a:pt x="137159" y="42671"/>
                  </a:lnTo>
                  <a:lnTo>
                    <a:pt x="176783" y="32003"/>
                  </a:lnTo>
                  <a:lnTo>
                    <a:pt x="219455" y="25907"/>
                  </a:lnTo>
                  <a:lnTo>
                    <a:pt x="265175" y="25907"/>
                  </a:lnTo>
                  <a:lnTo>
                    <a:pt x="307847" y="32003"/>
                  </a:lnTo>
                  <a:lnTo>
                    <a:pt x="345947" y="42671"/>
                  </a:lnTo>
                  <a:lnTo>
                    <a:pt x="380999" y="59435"/>
                  </a:lnTo>
                  <a:lnTo>
                    <a:pt x="422147" y="89915"/>
                  </a:lnTo>
                  <a:lnTo>
                    <a:pt x="448055" y="126491"/>
                  </a:lnTo>
                  <a:lnTo>
                    <a:pt x="454151" y="138683"/>
                  </a:lnTo>
                  <a:lnTo>
                    <a:pt x="457199" y="152399"/>
                  </a:lnTo>
                  <a:lnTo>
                    <a:pt x="457199" y="238832"/>
                  </a:lnTo>
                  <a:lnTo>
                    <a:pt x="463295" y="230123"/>
                  </a:lnTo>
                  <a:lnTo>
                    <a:pt x="478535" y="199643"/>
                  </a:lnTo>
                  <a:lnTo>
                    <a:pt x="481583" y="182879"/>
                  </a:lnTo>
                  <a:lnTo>
                    <a:pt x="483107" y="173735"/>
                  </a:lnTo>
                  <a:close/>
                </a:path>
                <a:path w="483235" h="330835">
                  <a:moveTo>
                    <a:pt x="457199" y="238832"/>
                  </a:moveTo>
                  <a:lnTo>
                    <a:pt x="457199" y="172211"/>
                  </a:lnTo>
                  <a:lnTo>
                    <a:pt x="455675" y="179831"/>
                  </a:lnTo>
                  <a:lnTo>
                    <a:pt x="452627" y="193547"/>
                  </a:lnTo>
                  <a:lnTo>
                    <a:pt x="432815" y="230123"/>
                  </a:lnTo>
                  <a:lnTo>
                    <a:pt x="396239" y="263651"/>
                  </a:lnTo>
                  <a:lnTo>
                    <a:pt x="345947" y="288035"/>
                  </a:lnTo>
                  <a:lnTo>
                    <a:pt x="306323" y="298703"/>
                  </a:lnTo>
                  <a:lnTo>
                    <a:pt x="263651" y="304799"/>
                  </a:lnTo>
                  <a:lnTo>
                    <a:pt x="217931" y="304799"/>
                  </a:lnTo>
                  <a:lnTo>
                    <a:pt x="175259" y="298703"/>
                  </a:lnTo>
                  <a:lnTo>
                    <a:pt x="155447" y="294131"/>
                  </a:lnTo>
                  <a:lnTo>
                    <a:pt x="137159" y="286511"/>
                  </a:lnTo>
                  <a:lnTo>
                    <a:pt x="118871" y="280415"/>
                  </a:lnTo>
                  <a:lnTo>
                    <a:pt x="73151" y="251459"/>
                  </a:lnTo>
                  <a:lnTo>
                    <a:pt x="41147" y="217931"/>
                  </a:lnTo>
                  <a:lnTo>
                    <a:pt x="35051" y="204215"/>
                  </a:lnTo>
                  <a:lnTo>
                    <a:pt x="28955" y="192023"/>
                  </a:lnTo>
                  <a:lnTo>
                    <a:pt x="25907" y="178307"/>
                  </a:lnTo>
                  <a:lnTo>
                    <a:pt x="25907" y="239267"/>
                  </a:lnTo>
                  <a:lnTo>
                    <a:pt x="57911" y="272795"/>
                  </a:lnTo>
                  <a:lnTo>
                    <a:pt x="89915" y="294131"/>
                  </a:lnTo>
                  <a:lnTo>
                    <a:pt x="128015" y="310895"/>
                  </a:lnTo>
                  <a:lnTo>
                    <a:pt x="170687" y="323087"/>
                  </a:lnTo>
                  <a:lnTo>
                    <a:pt x="242315" y="330707"/>
                  </a:lnTo>
                  <a:lnTo>
                    <a:pt x="266699" y="329183"/>
                  </a:lnTo>
                  <a:lnTo>
                    <a:pt x="312419" y="323087"/>
                  </a:lnTo>
                  <a:lnTo>
                    <a:pt x="355091" y="310895"/>
                  </a:lnTo>
                  <a:lnTo>
                    <a:pt x="393191" y="294131"/>
                  </a:lnTo>
                  <a:lnTo>
                    <a:pt x="426719" y="271271"/>
                  </a:lnTo>
                  <a:lnTo>
                    <a:pt x="452627" y="245363"/>
                  </a:lnTo>
                  <a:lnTo>
                    <a:pt x="457199" y="23883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26884" y="-13081"/>
            <a:ext cx="4660900" cy="687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4400" spc="-85" dirty="0"/>
              <a:t>Tree </a:t>
            </a:r>
            <a:r>
              <a:rPr sz="4400" spc="-10" dirty="0"/>
              <a:t>search</a:t>
            </a:r>
            <a:r>
              <a:rPr sz="4400" spc="15" dirty="0"/>
              <a:t> </a:t>
            </a:r>
            <a:r>
              <a:rPr sz="4400" spc="-25" dirty="0"/>
              <a:t>example</a:t>
            </a:r>
            <a:endParaRPr sz="4400" dirty="0"/>
          </a:p>
        </p:txBody>
      </p:sp>
      <p:sp>
        <p:nvSpPr>
          <p:cNvPr id="3" name="object 3"/>
          <p:cNvSpPr/>
          <p:nvPr/>
        </p:nvSpPr>
        <p:spPr>
          <a:xfrm>
            <a:off x="3135312" y="673989"/>
            <a:ext cx="7924170" cy="36343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5C42ADB-8A89-CADD-3FAE-5DA4104D4F6B}"/>
              </a:ext>
            </a:extLst>
          </p:cNvPr>
          <p:cNvGrpSpPr/>
          <p:nvPr/>
        </p:nvGrpSpPr>
        <p:grpSpPr>
          <a:xfrm>
            <a:off x="6869112" y="3350895"/>
            <a:ext cx="6261223" cy="4062730"/>
            <a:chOff x="5637089" y="4308348"/>
            <a:chExt cx="5422393" cy="2618232"/>
          </a:xfrm>
        </p:grpSpPr>
        <p:sp>
          <p:nvSpPr>
            <p:cNvPr id="4" name="object 4"/>
            <p:cNvSpPr/>
            <p:nvPr/>
          </p:nvSpPr>
          <p:spPr>
            <a:xfrm>
              <a:off x="5725482" y="4311397"/>
              <a:ext cx="5334000" cy="261518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637089" y="4908804"/>
              <a:ext cx="483234" cy="330835"/>
            </a:xfrm>
            <a:custGeom>
              <a:avLst/>
              <a:gdLst/>
              <a:ahLst/>
              <a:cxnLst/>
              <a:rect l="l" t="t" r="r" b="b"/>
              <a:pathLst>
                <a:path w="483235" h="330835">
                  <a:moveTo>
                    <a:pt x="48767" y="102107"/>
                  </a:moveTo>
                  <a:lnTo>
                    <a:pt x="28955" y="88391"/>
                  </a:lnTo>
                  <a:lnTo>
                    <a:pt x="19811" y="100583"/>
                  </a:lnTo>
                  <a:lnTo>
                    <a:pt x="10667" y="115823"/>
                  </a:lnTo>
                  <a:lnTo>
                    <a:pt x="4571" y="131063"/>
                  </a:lnTo>
                  <a:lnTo>
                    <a:pt x="1523" y="147827"/>
                  </a:lnTo>
                  <a:lnTo>
                    <a:pt x="0" y="156971"/>
                  </a:lnTo>
                  <a:lnTo>
                    <a:pt x="0" y="164591"/>
                  </a:lnTo>
                  <a:lnTo>
                    <a:pt x="25907" y="166115"/>
                  </a:lnTo>
                  <a:lnTo>
                    <a:pt x="25907" y="158495"/>
                  </a:lnTo>
                  <a:lnTo>
                    <a:pt x="27431" y="150875"/>
                  </a:lnTo>
                  <a:lnTo>
                    <a:pt x="30479" y="137159"/>
                  </a:lnTo>
                  <a:lnTo>
                    <a:pt x="35051" y="124967"/>
                  </a:lnTo>
                  <a:lnTo>
                    <a:pt x="42671" y="112775"/>
                  </a:lnTo>
                  <a:lnTo>
                    <a:pt x="48767" y="102107"/>
                  </a:lnTo>
                  <a:close/>
                </a:path>
                <a:path w="483235" h="330835">
                  <a:moveTo>
                    <a:pt x="124967" y="48767"/>
                  </a:moveTo>
                  <a:lnTo>
                    <a:pt x="115823" y="24383"/>
                  </a:lnTo>
                  <a:lnTo>
                    <a:pt x="108203" y="27431"/>
                  </a:lnTo>
                  <a:lnTo>
                    <a:pt x="89915" y="36575"/>
                  </a:lnTo>
                  <a:lnTo>
                    <a:pt x="71627" y="47243"/>
                  </a:lnTo>
                  <a:lnTo>
                    <a:pt x="56387" y="59435"/>
                  </a:lnTo>
                  <a:lnTo>
                    <a:pt x="47243" y="67055"/>
                  </a:lnTo>
                  <a:lnTo>
                    <a:pt x="64007" y="85343"/>
                  </a:lnTo>
                  <a:lnTo>
                    <a:pt x="73151" y="77723"/>
                  </a:lnTo>
                  <a:lnTo>
                    <a:pt x="86867" y="68579"/>
                  </a:lnTo>
                  <a:lnTo>
                    <a:pt x="102107" y="57911"/>
                  </a:lnTo>
                  <a:lnTo>
                    <a:pt x="118871" y="50291"/>
                  </a:lnTo>
                  <a:lnTo>
                    <a:pt x="124967" y="48767"/>
                  </a:lnTo>
                  <a:close/>
                </a:path>
                <a:path w="483235" h="330835">
                  <a:moveTo>
                    <a:pt x="219455" y="25907"/>
                  </a:moveTo>
                  <a:lnTo>
                    <a:pt x="217931" y="1523"/>
                  </a:lnTo>
                  <a:lnTo>
                    <a:pt x="216407" y="1523"/>
                  </a:lnTo>
                  <a:lnTo>
                    <a:pt x="193547" y="3047"/>
                  </a:lnTo>
                  <a:lnTo>
                    <a:pt x="170687" y="7619"/>
                  </a:lnTo>
                  <a:lnTo>
                    <a:pt x="149351" y="12191"/>
                  </a:lnTo>
                  <a:lnTo>
                    <a:pt x="140207" y="15239"/>
                  </a:lnTo>
                  <a:lnTo>
                    <a:pt x="147827" y="39623"/>
                  </a:lnTo>
                  <a:lnTo>
                    <a:pt x="156971" y="36575"/>
                  </a:lnTo>
                  <a:lnTo>
                    <a:pt x="176783" y="32003"/>
                  </a:lnTo>
                  <a:lnTo>
                    <a:pt x="219455" y="25907"/>
                  </a:lnTo>
                  <a:close/>
                </a:path>
                <a:path w="483235" h="330835">
                  <a:moveTo>
                    <a:pt x="323087" y="9143"/>
                  </a:moveTo>
                  <a:lnTo>
                    <a:pt x="310895" y="7619"/>
                  </a:lnTo>
                  <a:lnTo>
                    <a:pt x="289559" y="3047"/>
                  </a:lnTo>
                  <a:lnTo>
                    <a:pt x="265175" y="1523"/>
                  </a:lnTo>
                  <a:lnTo>
                    <a:pt x="243839" y="0"/>
                  </a:lnTo>
                  <a:lnTo>
                    <a:pt x="243839" y="25907"/>
                  </a:lnTo>
                  <a:lnTo>
                    <a:pt x="265175" y="25907"/>
                  </a:lnTo>
                  <a:lnTo>
                    <a:pt x="307847" y="32003"/>
                  </a:lnTo>
                  <a:lnTo>
                    <a:pt x="316991" y="35051"/>
                  </a:lnTo>
                  <a:lnTo>
                    <a:pt x="323087" y="9143"/>
                  </a:lnTo>
                  <a:close/>
                </a:path>
                <a:path w="483235" h="330835">
                  <a:moveTo>
                    <a:pt x="419099" y="53339"/>
                  </a:moveTo>
                  <a:lnTo>
                    <a:pt x="373379" y="27431"/>
                  </a:lnTo>
                  <a:lnTo>
                    <a:pt x="347471" y="16763"/>
                  </a:lnTo>
                  <a:lnTo>
                    <a:pt x="339851" y="41147"/>
                  </a:lnTo>
                  <a:lnTo>
                    <a:pt x="345947" y="42671"/>
                  </a:lnTo>
                  <a:lnTo>
                    <a:pt x="364235" y="50291"/>
                  </a:lnTo>
                  <a:lnTo>
                    <a:pt x="380999" y="59435"/>
                  </a:lnTo>
                  <a:lnTo>
                    <a:pt x="396239" y="68579"/>
                  </a:lnTo>
                  <a:lnTo>
                    <a:pt x="403859" y="74675"/>
                  </a:lnTo>
                  <a:lnTo>
                    <a:pt x="419099" y="53339"/>
                  </a:lnTo>
                  <a:close/>
                </a:path>
                <a:path w="483235" h="330835">
                  <a:moveTo>
                    <a:pt x="480059" y="143255"/>
                  </a:moveTo>
                  <a:lnTo>
                    <a:pt x="477011" y="129539"/>
                  </a:lnTo>
                  <a:lnTo>
                    <a:pt x="470915" y="114299"/>
                  </a:lnTo>
                  <a:lnTo>
                    <a:pt x="452627" y="83819"/>
                  </a:lnTo>
                  <a:lnTo>
                    <a:pt x="438911" y="70103"/>
                  </a:lnTo>
                  <a:lnTo>
                    <a:pt x="422147" y="89915"/>
                  </a:lnTo>
                  <a:lnTo>
                    <a:pt x="432815" y="100583"/>
                  </a:lnTo>
                  <a:lnTo>
                    <a:pt x="441959" y="112775"/>
                  </a:lnTo>
                  <a:lnTo>
                    <a:pt x="448055" y="126491"/>
                  </a:lnTo>
                  <a:lnTo>
                    <a:pt x="454151" y="138683"/>
                  </a:lnTo>
                  <a:lnTo>
                    <a:pt x="455675" y="147827"/>
                  </a:lnTo>
                  <a:lnTo>
                    <a:pt x="480059" y="143255"/>
                  </a:lnTo>
                  <a:close/>
                </a:path>
                <a:path w="483235" h="330835">
                  <a:moveTo>
                    <a:pt x="431291" y="266699"/>
                  </a:moveTo>
                  <a:lnTo>
                    <a:pt x="414527" y="248411"/>
                  </a:lnTo>
                  <a:lnTo>
                    <a:pt x="409955" y="252983"/>
                  </a:lnTo>
                  <a:lnTo>
                    <a:pt x="396239" y="263651"/>
                  </a:lnTo>
                  <a:lnTo>
                    <a:pt x="380999" y="272795"/>
                  </a:lnTo>
                  <a:lnTo>
                    <a:pt x="364235" y="280415"/>
                  </a:lnTo>
                  <a:lnTo>
                    <a:pt x="353567" y="284987"/>
                  </a:lnTo>
                  <a:lnTo>
                    <a:pt x="362711" y="307847"/>
                  </a:lnTo>
                  <a:lnTo>
                    <a:pt x="374903" y="303275"/>
                  </a:lnTo>
                  <a:lnTo>
                    <a:pt x="393191" y="294131"/>
                  </a:lnTo>
                  <a:lnTo>
                    <a:pt x="409955" y="283463"/>
                  </a:lnTo>
                  <a:lnTo>
                    <a:pt x="426719" y="271271"/>
                  </a:lnTo>
                  <a:lnTo>
                    <a:pt x="431291" y="266699"/>
                  </a:lnTo>
                  <a:close/>
                </a:path>
                <a:path w="483235" h="330835">
                  <a:moveTo>
                    <a:pt x="483107" y="173735"/>
                  </a:moveTo>
                  <a:lnTo>
                    <a:pt x="483107" y="170687"/>
                  </a:lnTo>
                  <a:lnTo>
                    <a:pt x="457199" y="170687"/>
                  </a:lnTo>
                  <a:lnTo>
                    <a:pt x="457199" y="172211"/>
                  </a:lnTo>
                  <a:lnTo>
                    <a:pt x="455675" y="179831"/>
                  </a:lnTo>
                  <a:lnTo>
                    <a:pt x="452627" y="193547"/>
                  </a:lnTo>
                  <a:lnTo>
                    <a:pt x="448055" y="205739"/>
                  </a:lnTo>
                  <a:lnTo>
                    <a:pt x="432815" y="230123"/>
                  </a:lnTo>
                  <a:lnTo>
                    <a:pt x="431291" y="231647"/>
                  </a:lnTo>
                  <a:lnTo>
                    <a:pt x="451103" y="248411"/>
                  </a:lnTo>
                  <a:lnTo>
                    <a:pt x="452627" y="245363"/>
                  </a:lnTo>
                  <a:lnTo>
                    <a:pt x="463295" y="230123"/>
                  </a:lnTo>
                  <a:lnTo>
                    <a:pt x="478535" y="199643"/>
                  </a:lnTo>
                  <a:lnTo>
                    <a:pt x="481583" y="182879"/>
                  </a:lnTo>
                  <a:lnTo>
                    <a:pt x="483107" y="173735"/>
                  </a:lnTo>
                  <a:close/>
                </a:path>
                <a:path w="483235" h="330835">
                  <a:moveTo>
                    <a:pt x="338327" y="316991"/>
                  </a:moveTo>
                  <a:lnTo>
                    <a:pt x="330707" y="292607"/>
                  </a:lnTo>
                  <a:lnTo>
                    <a:pt x="326135" y="294131"/>
                  </a:lnTo>
                  <a:lnTo>
                    <a:pt x="306323" y="298703"/>
                  </a:lnTo>
                  <a:lnTo>
                    <a:pt x="263651" y="304799"/>
                  </a:lnTo>
                  <a:lnTo>
                    <a:pt x="259079" y="304799"/>
                  </a:lnTo>
                  <a:lnTo>
                    <a:pt x="259079" y="329183"/>
                  </a:lnTo>
                  <a:lnTo>
                    <a:pt x="266699" y="329183"/>
                  </a:lnTo>
                  <a:lnTo>
                    <a:pt x="289559" y="327659"/>
                  </a:lnTo>
                  <a:lnTo>
                    <a:pt x="312419" y="323087"/>
                  </a:lnTo>
                  <a:lnTo>
                    <a:pt x="333755" y="318515"/>
                  </a:lnTo>
                  <a:lnTo>
                    <a:pt x="338327" y="316991"/>
                  </a:lnTo>
                  <a:close/>
                </a:path>
                <a:path w="483235" h="330835">
                  <a:moveTo>
                    <a:pt x="234695" y="304799"/>
                  </a:moveTo>
                  <a:lnTo>
                    <a:pt x="217931" y="304799"/>
                  </a:lnTo>
                  <a:lnTo>
                    <a:pt x="175259" y="298703"/>
                  </a:lnTo>
                  <a:lnTo>
                    <a:pt x="161543" y="294131"/>
                  </a:lnTo>
                  <a:lnTo>
                    <a:pt x="155447" y="320039"/>
                  </a:lnTo>
                  <a:lnTo>
                    <a:pt x="193547" y="327659"/>
                  </a:lnTo>
                  <a:lnTo>
                    <a:pt x="217931" y="329183"/>
                  </a:lnTo>
                  <a:lnTo>
                    <a:pt x="233171" y="330707"/>
                  </a:lnTo>
                  <a:lnTo>
                    <a:pt x="234695" y="304799"/>
                  </a:lnTo>
                  <a:close/>
                </a:path>
                <a:path w="483235" h="330835">
                  <a:moveTo>
                    <a:pt x="137159" y="288035"/>
                  </a:moveTo>
                  <a:lnTo>
                    <a:pt x="137159" y="286511"/>
                  </a:lnTo>
                  <a:lnTo>
                    <a:pt x="118871" y="280415"/>
                  </a:lnTo>
                  <a:lnTo>
                    <a:pt x="102107" y="271271"/>
                  </a:lnTo>
                  <a:lnTo>
                    <a:pt x="86867" y="262127"/>
                  </a:lnTo>
                  <a:lnTo>
                    <a:pt x="74675" y="252983"/>
                  </a:lnTo>
                  <a:lnTo>
                    <a:pt x="59435" y="274319"/>
                  </a:lnTo>
                  <a:lnTo>
                    <a:pt x="73151" y="283463"/>
                  </a:lnTo>
                  <a:lnTo>
                    <a:pt x="89915" y="294131"/>
                  </a:lnTo>
                  <a:lnTo>
                    <a:pt x="108203" y="303275"/>
                  </a:lnTo>
                  <a:lnTo>
                    <a:pt x="128015" y="310895"/>
                  </a:lnTo>
                  <a:lnTo>
                    <a:pt x="129539" y="312419"/>
                  </a:lnTo>
                  <a:lnTo>
                    <a:pt x="137159" y="288035"/>
                  </a:lnTo>
                  <a:close/>
                </a:path>
                <a:path w="483235" h="330835">
                  <a:moveTo>
                    <a:pt x="57911" y="237743"/>
                  </a:moveTo>
                  <a:lnTo>
                    <a:pt x="50291" y="230123"/>
                  </a:lnTo>
                  <a:lnTo>
                    <a:pt x="41147" y="217931"/>
                  </a:lnTo>
                  <a:lnTo>
                    <a:pt x="35051" y="204215"/>
                  </a:lnTo>
                  <a:lnTo>
                    <a:pt x="28955" y="192023"/>
                  </a:lnTo>
                  <a:lnTo>
                    <a:pt x="25907" y="178307"/>
                  </a:lnTo>
                  <a:lnTo>
                    <a:pt x="1523" y="181355"/>
                  </a:lnTo>
                  <a:lnTo>
                    <a:pt x="1523" y="184403"/>
                  </a:lnTo>
                  <a:lnTo>
                    <a:pt x="6095" y="201167"/>
                  </a:lnTo>
                  <a:lnTo>
                    <a:pt x="12191" y="216407"/>
                  </a:lnTo>
                  <a:lnTo>
                    <a:pt x="30479" y="246887"/>
                  </a:lnTo>
                  <a:lnTo>
                    <a:pt x="39623" y="254507"/>
                  </a:lnTo>
                  <a:lnTo>
                    <a:pt x="57911" y="23774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789490" y="5518403"/>
              <a:ext cx="788035" cy="318770"/>
            </a:xfrm>
            <a:custGeom>
              <a:avLst/>
              <a:gdLst/>
              <a:ahLst/>
              <a:cxnLst/>
              <a:rect l="l" t="t" r="r" b="b"/>
              <a:pathLst>
                <a:path w="788035" h="318770">
                  <a:moveTo>
                    <a:pt x="57911" y="105155"/>
                  </a:moveTo>
                  <a:lnTo>
                    <a:pt x="42671" y="86867"/>
                  </a:lnTo>
                  <a:lnTo>
                    <a:pt x="33527" y="92963"/>
                  </a:lnTo>
                  <a:lnTo>
                    <a:pt x="25907" y="100583"/>
                  </a:lnTo>
                  <a:lnTo>
                    <a:pt x="13715" y="115823"/>
                  </a:lnTo>
                  <a:lnTo>
                    <a:pt x="9143" y="124967"/>
                  </a:lnTo>
                  <a:lnTo>
                    <a:pt x="4571" y="132587"/>
                  </a:lnTo>
                  <a:lnTo>
                    <a:pt x="3047" y="141731"/>
                  </a:lnTo>
                  <a:lnTo>
                    <a:pt x="0" y="150875"/>
                  </a:lnTo>
                  <a:lnTo>
                    <a:pt x="0" y="158495"/>
                  </a:lnTo>
                  <a:lnTo>
                    <a:pt x="12953" y="159257"/>
                  </a:lnTo>
                  <a:lnTo>
                    <a:pt x="25907" y="158495"/>
                  </a:lnTo>
                  <a:lnTo>
                    <a:pt x="25907" y="152399"/>
                  </a:lnTo>
                  <a:lnTo>
                    <a:pt x="27431" y="146303"/>
                  </a:lnTo>
                  <a:lnTo>
                    <a:pt x="28955" y="141731"/>
                  </a:lnTo>
                  <a:lnTo>
                    <a:pt x="35051" y="129539"/>
                  </a:lnTo>
                  <a:lnTo>
                    <a:pt x="39623" y="123443"/>
                  </a:lnTo>
                  <a:lnTo>
                    <a:pt x="57911" y="105155"/>
                  </a:lnTo>
                  <a:close/>
                </a:path>
                <a:path w="788035" h="318770">
                  <a:moveTo>
                    <a:pt x="27431" y="169163"/>
                  </a:moveTo>
                  <a:lnTo>
                    <a:pt x="25907" y="164591"/>
                  </a:lnTo>
                  <a:lnTo>
                    <a:pt x="25907" y="160019"/>
                  </a:lnTo>
                  <a:lnTo>
                    <a:pt x="12953" y="159257"/>
                  </a:lnTo>
                  <a:lnTo>
                    <a:pt x="0" y="160019"/>
                  </a:lnTo>
                  <a:lnTo>
                    <a:pt x="1523" y="169163"/>
                  </a:lnTo>
                  <a:lnTo>
                    <a:pt x="1523" y="175259"/>
                  </a:lnTo>
                  <a:lnTo>
                    <a:pt x="27431" y="169163"/>
                  </a:lnTo>
                  <a:close/>
                </a:path>
                <a:path w="788035" h="318770">
                  <a:moveTo>
                    <a:pt x="25907" y="160019"/>
                  </a:moveTo>
                  <a:lnTo>
                    <a:pt x="25907" y="158495"/>
                  </a:lnTo>
                  <a:lnTo>
                    <a:pt x="12953" y="159257"/>
                  </a:lnTo>
                  <a:lnTo>
                    <a:pt x="25907" y="160019"/>
                  </a:lnTo>
                  <a:close/>
                </a:path>
                <a:path w="788035" h="318770">
                  <a:moveTo>
                    <a:pt x="144779" y="62483"/>
                  </a:moveTo>
                  <a:lnTo>
                    <a:pt x="137159" y="38099"/>
                  </a:lnTo>
                  <a:lnTo>
                    <a:pt x="132587" y="39623"/>
                  </a:lnTo>
                  <a:lnTo>
                    <a:pt x="120395" y="44195"/>
                  </a:lnTo>
                  <a:lnTo>
                    <a:pt x="106679" y="48767"/>
                  </a:lnTo>
                  <a:lnTo>
                    <a:pt x="82295" y="60959"/>
                  </a:lnTo>
                  <a:lnTo>
                    <a:pt x="71627" y="67055"/>
                  </a:lnTo>
                  <a:lnTo>
                    <a:pt x="64007" y="70103"/>
                  </a:lnTo>
                  <a:lnTo>
                    <a:pt x="77723" y="92963"/>
                  </a:lnTo>
                  <a:lnTo>
                    <a:pt x="83819" y="88391"/>
                  </a:lnTo>
                  <a:lnTo>
                    <a:pt x="94487" y="82295"/>
                  </a:lnTo>
                  <a:lnTo>
                    <a:pt x="105155" y="77723"/>
                  </a:lnTo>
                  <a:lnTo>
                    <a:pt x="117347" y="73151"/>
                  </a:lnTo>
                  <a:lnTo>
                    <a:pt x="129539" y="67055"/>
                  </a:lnTo>
                  <a:lnTo>
                    <a:pt x="141731" y="62483"/>
                  </a:lnTo>
                  <a:lnTo>
                    <a:pt x="144779" y="62483"/>
                  </a:lnTo>
                  <a:close/>
                </a:path>
                <a:path w="788035" h="318770">
                  <a:moveTo>
                    <a:pt x="240791" y="38099"/>
                  </a:moveTo>
                  <a:lnTo>
                    <a:pt x="236219" y="13715"/>
                  </a:lnTo>
                  <a:lnTo>
                    <a:pt x="208787" y="18287"/>
                  </a:lnTo>
                  <a:lnTo>
                    <a:pt x="176783" y="25907"/>
                  </a:lnTo>
                  <a:lnTo>
                    <a:pt x="161543" y="30479"/>
                  </a:lnTo>
                  <a:lnTo>
                    <a:pt x="167639" y="54863"/>
                  </a:lnTo>
                  <a:lnTo>
                    <a:pt x="184403" y="50291"/>
                  </a:lnTo>
                  <a:lnTo>
                    <a:pt x="214883" y="42671"/>
                  </a:lnTo>
                  <a:lnTo>
                    <a:pt x="240791" y="38099"/>
                  </a:lnTo>
                  <a:close/>
                </a:path>
                <a:path w="788035" h="318770">
                  <a:moveTo>
                    <a:pt x="341375" y="27431"/>
                  </a:moveTo>
                  <a:lnTo>
                    <a:pt x="339851" y="1523"/>
                  </a:lnTo>
                  <a:lnTo>
                    <a:pt x="315467" y="3047"/>
                  </a:lnTo>
                  <a:lnTo>
                    <a:pt x="278891" y="7619"/>
                  </a:lnTo>
                  <a:lnTo>
                    <a:pt x="262127" y="9143"/>
                  </a:lnTo>
                  <a:lnTo>
                    <a:pt x="265175" y="35051"/>
                  </a:lnTo>
                  <a:lnTo>
                    <a:pt x="281939" y="32003"/>
                  </a:lnTo>
                  <a:lnTo>
                    <a:pt x="318515" y="28955"/>
                  </a:lnTo>
                  <a:lnTo>
                    <a:pt x="341375" y="27431"/>
                  </a:lnTo>
                  <a:close/>
                </a:path>
                <a:path w="788035" h="318770">
                  <a:moveTo>
                    <a:pt x="393953" y="12953"/>
                  </a:moveTo>
                  <a:lnTo>
                    <a:pt x="393191" y="0"/>
                  </a:lnTo>
                  <a:lnTo>
                    <a:pt x="365759" y="1523"/>
                  </a:lnTo>
                  <a:lnTo>
                    <a:pt x="365759" y="25907"/>
                  </a:lnTo>
                  <a:lnTo>
                    <a:pt x="393191" y="25907"/>
                  </a:lnTo>
                  <a:lnTo>
                    <a:pt x="393953" y="12953"/>
                  </a:lnTo>
                  <a:close/>
                </a:path>
                <a:path w="788035" h="318770">
                  <a:moveTo>
                    <a:pt x="394715" y="25907"/>
                  </a:moveTo>
                  <a:lnTo>
                    <a:pt x="393953" y="12953"/>
                  </a:lnTo>
                  <a:lnTo>
                    <a:pt x="393191" y="25907"/>
                  </a:lnTo>
                  <a:lnTo>
                    <a:pt x="394715" y="25907"/>
                  </a:lnTo>
                  <a:close/>
                </a:path>
                <a:path w="788035" h="318770">
                  <a:moveTo>
                    <a:pt x="441959" y="1523"/>
                  </a:moveTo>
                  <a:lnTo>
                    <a:pt x="432815" y="1523"/>
                  </a:lnTo>
                  <a:lnTo>
                    <a:pt x="394715" y="0"/>
                  </a:lnTo>
                  <a:lnTo>
                    <a:pt x="393953" y="12953"/>
                  </a:lnTo>
                  <a:lnTo>
                    <a:pt x="394715" y="25907"/>
                  </a:lnTo>
                  <a:lnTo>
                    <a:pt x="432815" y="25907"/>
                  </a:lnTo>
                  <a:lnTo>
                    <a:pt x="440435" y="27431"/>
                  </a:lnTo>
                  <a:lnTo>
                    <a:pt x="441959" y="1523"/>
                  </a:lnTo>
                  <a:close/>
                </a:path>
                <a:path w="788035" h="318770">
                  <a:moveTo>
                    <a:pt x="544067" y="12191"/>
                  </a:moveTo>
                  <a:lnTo>
                    <a:pt x="509015" y="6095"/>
                  </a:lnTo>
                  <a:lnTo>
                    <a:pt x="470915" y="3047"/>
                  </a:lnTo>
                  <a:lnTo>
                    <a:pt x="467867" y="3047"/>
                  </a:lnTo>
                  <a:lnTo>
                    <a:pt x="466343" y="28955"/>
                  </a:lnTo>
                  <a:lnTo>
                    <a:pt x="469391" y="28955"/>
                  </a:lnTo>
                  <a:lnTo>
                    <a:pt x="505967" y="32003"/>
                  </a:lnTo>
                  <a:lnTo>
                    <a:pt x="541019" y="36575"/>
                  </a:lnTo>
                  <a:lnTo>
                    <a:pt x="544067" y="12191"/>
                  </a:lnTo>
                  <a:close/>
                </a:path>
                <a:path w="788035" h="318770">
                  <a:moveTo>
                    <a:pt x="644651" y="36575"/>
                  </a:moveTo>
                  <a:lnTo>
                    <a:pt x="640079" y="33527"/>
                  </a:lnTo>
                  <a:lnTo>
                    <a:pt x="609599" y="25907"/>
                  </a:lnTo>
                  <a:lnTo>
                    <a:pt x="577595" y="18287"/>
                  </a:lnTo>
                  <a:lnTo>
                    <a:pt x="569975" y="16763"/>
                  </a:lnTo>
                  <a:lnTo>
                    <a:pt x="565403" y="41147"/>
                  </a:lnTo>
                  <a:lnTo>
                    <a:pt x="573023" y="42671"/>
                  </a:lnTo>
                  <a:lnTo>
                    <a:pt x="603503" y="50291"/>
                  </a:lnTo>
                  <a:lnTo>
                    <a:pt x="632459" y="57911"/>
                  </a:lnTo>
                  <a:lnTo>
                    <a:pt x="637031" y="59435"/>
                  </a:lnTo>
                  <a:lnTo>
                    <a:pt x="644651" y="36575"/>
                  </a:lnTo>
                  <a:close/>
                </a:path>
                <a:path w="788035" h="318770">
                  <a:moveTo>
                    <a:pt x="739139" y="82295"/>
                  </a:moveTo>
                  <a:lnTo>
                    <a:pt x="736091" y="79247"/>
                  </a:lnTo>
                  <a:lnTo>
                    <a:pt x="726947" y="73151"/>
                  </a:lnTo>
                  <a:lnTo>
                    <a:pt x="716279" y="67055"/>
                  </a:lnTo>
                  <a:lnTo>
                    <a:pt x="704087" y="60959"/>
                  </a:lnTo>
                  <a:lnTo>
                    <a:pt x="693419" y="54863"/>
                  </a:lnTo>
                  <a:lnTo>
                    <a:pt x="681227" y="48767"/>
                  </a:lnTo>
                  <a:lnTo>
                    <a:pt x="670559" y="44195"/>
                  </a:lnTo>
                  <a:lnTo>
                    <a:pt x="659891" y="68579"/>
                  </a:lnTo>
                  <a:lnTo>
                    <a:pt x="670559" y="73151"/>
                  </a:lnTo>
                  <a:lnTo>
                    <a:pt x="682751" y="77723"/>
                  </a:lnTo>
                  <a:lnTo>
                    <a:pt x="693419" y="83819"/>
                  </a:lnTo>
                  <a:lnTo>
                    <a:pt x="704087" y="88391"/>
                  </a:lnTo>
                  <a:lnTo>
                    <a:pt x="722375" y="100583"/>
                  </a:lnTo>
                  <a:lnTo>
                    <a:pt x="725423" y="102107"/>
                  </a:lnTo>
                  <a:lnTo>
                    <a:pt x="739139" y="82295"/>
                  </a:lnTo>
                  <a:close/>
                </a:path>
                <a:path w="788035" h="318770">
                  <a:moveTo>
                    <a:pt x="787907" y="158495"/>
                  </a:moveTo>
                  <a:lnTo>
                    <a:pt x="784859" y="140207"/>
                  </a:lnTo>
                  <a:lnTo>
                    <a:pt x="781811" y="131063"/>
                  </a:lnTo>
                  <a:lnTo>
                    <a:pt x="778763" y="123443"/>
                  </a:lnTo>
                  <a:lnTo>
                    <a:pt x="760475" y="100583"/>
                  </a:lnTo>
                  <a:lnTo>
                    <a:pt x="760475" y="99059"/>
                  </a:lnTo>
                  <a:lnTo>
                    <a:pt x="742187" y="117347"/>
                  </a:lnTo>
                  <a:lnTo>
                    <a:pt x="742187" y="118871"/>
                  </a:lnTo>
                  <a:lnTo>
                    <a:pt x="748283" y="124967"/>
                  </a:lnTo>
                  <a:lnTo>
                    <a:pt x="752855" y="131063"/>
                  </a:lnTo>
                  <a:lnTo>
                    <a:pt x="755903" y="137159"/>
                  </a:lnTo>
                  <a:lnTo>
                    <a:pt x="758951" y="141731"/>
                  </a:lnTo>
                  <a:lnTo>
                    <a:pt x="761999" y="153923"/>
                  </a:lnTo>
                  <a:lnTo>
                    <a:pt x="761999" y="158495"/>
                  </a:lnTo>
                  <a:lnTo>
                    <a:pt x="774953" y="159257"/>
                  </a:lnTo>
                  <a:lnTo>
                    <a:pt x="787907" y="158495"/>
                  </a:lnTo>
                  <a:close/>
                </a:path>
                <a:path w="788035" h="318770">
                  <a:moveTo>
                    <a:pt x="787907" y="160019"/>
                  </a:moveTo>
                  <a:lnTo>
                    <a:pt x="774953" y="159257"/>
                  </a:lnTo>
                  <a:lnTo>
                    <a:pt x="761999" y="160019"/>
                  </a:lnTo>
                  <a:lnTo>
                    <a:pt x="761999" y="166115"/>
                  </a:lnTo>
                  <a:lnTo>
                    <a:pt x="760475" y="172211"/>
                  </a:lnTo>
                  <a:lnTo>
                    <a:pt x="758951" y="173735"/>
                  </a:lnTo>
                  <a:lnTo>
                    <a:pt x="783335" y="181355"/>
                  </a:lnTo>
                  <a:lnTo>
                    <a:pt x="784859" y="176783"/>
                  </a:lnTo>
                  <a:lnTo>
                    <a:pt x="786383" y="167639"/>
                  </a:lnTo>
                  <a:lnTo>
                    <a:pt x="787907" y="160019"/>
                  </a:lnTo>
                  <a:close/>
                </a:path>
                <a:path w="788035" h="318770">
                  <a:moveTo>
                    <a:pt x="774953" y="159257"/>
                  </a:moveTo>
                  <a:lnTo>
                    <a:pt x="761999" y="158495"/>
                  </a:lnTo>
                  <a:lnTo>
                    <a:pt x="761999" y="160019"/>
                  </a:lnTo>
                  <a:lnTo>
                    <a:pt x="774953" y="159257"/>
                  </a:lnTo>
                  <a:close/>
                </a:path>
                <a:path w="788035" h="318770">
                  <a:moveTo>
                    <a:pt x="769619" y="207263"/>
                  </a:moveTo>
                  <a:lnTo>
                    <a:pt x="749807" y="192023"/>
                  </a:lnTo>
                  <a:lnTo>
                    <a:pt x="748283" y="195071"/>
                  </a:lnTo>
                  <a:lnTo>
                    <a:pt x="736091" y="207263"/>
                  </a:lnTo>
                  <a:lnTo>
                    <a:pt x="720851" y="219455"/>
                  </a:lnTo>
                  <a:lnTo>
                    <a:pt x="713231" y="224027"/>
                  </a:lnTo>
                  <a:lnTo>
                    <a:pt x="702563" y="230123"/>
                  </a:lnTo>
                  <a:lnTo>
                    <a:pt x="693419" y="234695"/>
                  </a:lnTo>
                  <a:lnTo>
                    <a:pt x="705611" y="257555"/>
                  </a:lnTo>
                  <a:lnTo>
                    <a:pt x="745235" y="233171"/>
                  </a:lnTo>
                  <a:lnTo>
                    <a:pt x="768095" y="210311"/>
                  </a:lnTo>
                  <a:lnTo>
                    <a:pt x="769619" y="207263"/>
                  </a:lnTo>
                  <a:close/>
                </a:path>
                <a:path w="788035" h="318770">
                  <a:moveTo>
                    <a:pt x="682751" y="269747"/>
                  </a:moveTo>
                  <a:lnTo>
                    <a:pt x="672083" y="245363"/>
                  </a:lnTo>
                  <a:lnTo>
                    <a:pt x="670559" y="246887"/>
                  </a:lnTo>
                  <a:lnTo>
                    <a:pt x="646175" y="256031"/>
                  </a:lnTo>
                  <a:lnTo>
                    <a:pt x="632459" y="260603"/>
                  </a:lnTo>
                  <a:lnTo>
                    <a:pt x="603503" y="268223"/>
                  </a:lnTo>
                  <a:lnTo>
                    <a:pt x="601979" y="268223"/>
                  </a:lnTo>
                  <a:lnTo>
                    <a:pt x="608075" y="294131"/>
                  </a:lnTo>
                  <a:lnTo>
                    <a:pt x="611123" y="292607"/>
                  </a:lnTo>
                  <a:lnTo>
                    <a:pt x="640079" y="284987"/>
                  </a:lnTo>
                  <a:lnTo>
                    <a:pt x="653795" y="280415"/>
                  </a:lnTo>
                  <a:lnTo>
                    <a:pt x="667511" y="274319"/>
                  </a:lnTo>
                  <a:lnTo>
                    <a:pt x="681227" y="269747"/>
                  </a:lnTo>
                  <a:lnTo>
                    <a:pt x="682751" y="269747"/>
                  </a:lnTo>
                  <a:close/>
                </a:path>
                <a:path w="788035" h="318770">
                  <a:moveTo>
                    <a:pt x="583691" y="300227"/>
                  </a:moveTo>
                  <a:lnTo>
                    <a:pt x="577595" y="274319"/>
                  </a:lnTo>
                  <a:lnTo>
                    <a:pt x="573023" y="275843"/>
                  </a:lnTo>
                  <a:lnTo>
                    <a:pt x="539495" y="281939"/>
                  </a:lnTo>
                  <a:lnTo>
                    <a:pt x="505967" y="286511"/>
                  </a:lnTo>
                  <a:lnTo>
                    <a:pt x="504443" y="286511"/>
                  </a:lnTo>
                  <a:lnTo>
                    <a:pt x="505967" y="312419"/>
                  </a:lnTo>
                  <a:lnTo>
                    <a:pt x="509015" y="312419"/>
                  </a:lnTo>
                  <a:lnTo>
                    <a:pt x="579119" y="300227"/>
                  </a:lnTo>
                  <a:lnTo>
                    <a:pt x="583691" y="300227"/>
                  </a:lnTo>
                  <a:close/>
                </a:path>
                <a:path w="788035" h="318770">
                  <a:moveTo>
                    <a:pt x="481583" y="313943"/>
                  </a:moveTo>
                  <a:lnTo>
                    <a:pt x="478535" y="289559"/>
                  </a:lnTo>
                  <a:lnTo>
                    <a:pt x="469391" y="289559"/>
                  </a:lnTo>
                  <a:lnTo>
                    <a:pt x="432815" y="292607"/>
                  </a:lnTo>
                  <a:lnTo>
                    <a:pt x="403859" y="292607"/>
                  </a:lnTo>
                  <a:lnTo>
                    <a:pt x="403859" y="318515"/>
                  </a:lnTo>
                  <a:lnTo>
                    <a:pt x="434339" y="318515"/>
                  </a:lnTo>
                  <a:lnTo>
                    <a:pt x="472439" y="315467"/>
                  </a:lnTo>
                  <a:lnTo>
                    <a:pt x="481583" y="313943"/>
                  </a:lnTo>
                  <a:close/>
                </a:path>
                <a:path w="788035" h="318770">
                  <a:moveTo>
                    <a:pt x="377951" y="318515"/>
                  </a:moveTo>
                  <a:lnTo>
                    <a:pt x="377951" y="292607"/>
                  </a:lnTo>
                  <a:lnTo>
                    <a:pt x="355091" y="292607"/>
                  </a:lnTo>
                  <a:lnTo>
                    <a:pt x="318515" y="289559"/>
                  </a:lnTo>
                  <a:lnTo>
                    <a:pt x="303275" y="289559"/>
                  </a:lnTo>
                  <a:lnTo>
                    <a:pt x="300227" y="313943"/>
                  </a:lnTo>
                  <a:lnTo>
                    <a:pt x="316991" y="315467"/>
                  </a:lnTo>
                  <a:lnTo>
                    <a:pt x="355091" y="318515"/>
                  </a:lnTo>
                  <a:lnTo>
                    <a:pt x="377951" y="318515"/>
                  </a:lnTo>
                  <a:close/>
                </a:path>
                <a:path w="788035" h="318770">
                  <a:moveTo>
                    <a:pt x="278891" y="286511"/>
                  </a:moveTo>
                  <a:lnTo>
                    <a:pt x="246887" y="281939"/>
                  </a:lnTo>
                  <a:lnTo>
                    <a:pt x="214883" y="275843"/>
                  </a:lnTo>
                  <a:lnTo>
                    <a:pt x="204215" y="272795"/>
                  </a:lnTo>
                  <a:lnTo>
                    <a:pt x="199643" y="298703"/>
                  </a:lnTo>
                  <a:lnTo>
                    <a:pt x="210311" y="300227"/>
                  </a:lnTo>
                  <a:lnTo>
                    <a:pt x="243839" y="306323"/>
                  </a:lnTo>
                  <a:lnTo>
                    <a:pt x="274319" y="310895"/>
                  </a:lnTo>
                  <a:lnTo>
                    <a:pt x="278891" y="286511"/>
                  </a:lnTo>
                  <a:close/>
                </a:path>
                <a:path w="788035" h="318770">
                  <a:moveTo>
                    <a:pt x="181355" y="268223"/>
                  </a:moveTo>
                  <a:lnTo>
                    <a:pt x="155447" y="260603"/>
                  </a:lnTo>
                  <a:lnTo>
                    <a:pt x="141731" y="256031"/>
                  </a:lnTo>
                  <a:lnTo>
                    <a:pt x="129539" y="251459"/>
                  </a:lnTo>
                  <a:lnTo>
                    <a:pt x="115823" y="245363"/>
                  </a:lnTo>
                  <a:lnTo>
                    <a:pt x="109727" y="243839"/>
                  </a:lnTo>
                  <a:lnTo>
                    <a:pt x="100583" y="266699"/>
                  </a:lnTo>
                  <a:lnTo>
                    <a:pt x="106679" y="269747"/>
                  </a:lnTo>
                  <a:lnTo>
                    <a:pt x="120395" y="274319"/>
                  </a:lnTo>
                  <a:lnTo>
                    <a:pt x="134111" y="280415"/>
                  </a:lnTo>
                  <a:lnTo>
                    <a:pt x="147827" y="284987"/>
                  </a:lnTo>
                  <a:lnTo>
                    <a:pt x="173735" y="292607"/>
                  </a:lnTo>
                  <a:lnTo>
                    <a:pt x="181355" y="268223"/>
                  </a:lnTo>
                  <a:close/>
                </a:path>
                <a:path w="788035" h="318770">
                  <a:moveTo>
                    <a:pt x="88391" y="233171"/>
                  </a:moveTo>
                  <a:lnTo>
                    <a:pt x="65531" y="217931"/>
                  </a:lnTo>
                  <a:lnTo>
                    <a:pt x="57911" y="213359"/>
                  </a:lnTo>
                  <a:lnTo>
                    <a:pt x="51815" y="207263"/>
                  </a:lnTo>
                  <a:lnTo>
                    <a:pt x="44195" y="201167"/>
                  </a:lnTo>
                  <a:lnTo>
                    <a:pt x="35051" y="188975"/>
                  </a:lnTo>
                  <a:lnTo>
                    <a:pt x="13715" y="201167"/>
                  </a:lnTo>
                  <a:lnTo>
                    <a:pt x="15239" y="204215"/>
                  </a:lnTo>
                  <a:lnTo>
                    <a:pt x="19811" y="211835"/>
                  </a:lnTo>
                  <a:lnTo>
                    <a:pt x="27431" y="219455"/>
                  </a:lnTo>
                  <a:lnTo>
                    <a:pt x="35051" y="225551"/>
                  </a:lnTo>
                  <a:lnTo>
                    <a:pt x="42671" y="233171"/>
                  </a:lnTo>
                  <a:lnTo>
                    <a:pt x="51815" y="239267"/>
                  </a:lnTo>
                  <a:lnTo>
                    <a:pt x="60959" y="246887"/>
                  </a:lnTo>
                  <a:lnTo>
                    <a:pt x="71627" y="252983"/>
                  </a:lnTo>
                  <a:lnTo>
                    <a:pt x="76199" y="254507"/>
                  </a:lnTo>
                  <a:lnTo>
                    <a:pt x="88391" y="23317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741990" y="5137404"/>
              <a:ext cx="1283207" cy="69951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999801" y="4613148"/>
              <a:ext cx="654050" cy="321945"/>
            </a:xfrm>
            <a:custGeom>
              <a:avLst/>
              <a:gdLst/>
              <a:ahLst/>
              <a:cxnLst/>
              <a:rect l="l" t="t" r="r" b="b"/>
              <a:pathLst>
                <a:path w="654050" h="321945">
                  <a:moveTo>
                    <a:pt x="54863" y="103631"/>
                  </a:moveTo>
                  <a:lnTo>
                    <a:pt x="38099" y="85343"/>
                  </a:lnTo>
                  <a:lnTo>
                    <a:pt x="35051" y="86867"/>
                  </a:lnTo>
                  <a:lnTo>
                    <a:pt x="27431" y="94487"/>
                  </a:lnTo>
                  <a:lnTo>
                    <a:pt x="4571" y="134111"/>
                  </a:lnTo>
                  <a:lnTo>
                    <a:pt x="0" y="152399"/>
                  </a:lnTo>
                  <a:lnTo>
                    <a:pt x="0" y="160019"/>
                  </a:lnTo>
                  <a:lnTo>
                    <a:pt x="12953" y="160781"/>
                  </a:lnTo>
                  <a:lnTo>
                    <a:pt x="25907" y="160019"/>
                  </a:lnTo>
                  <a:lnTo>
                    <a:pt x="25907" y="153923"/>
                  </a:lnTo>
                  <a:lnTo>
                    <a:pt x="28955" y="141731"/>
                  </a:lnTo>
                  <a:lnTo>
                    <a:pt x="38099" y="123443"/>
                  </a:lnTo>
                  <a:lnTo>
                    <a:pt x="47243" y="111251"/>
                  </a:lnTo>
                  <a:lnTo>
                    <a:pt x="54863" y="103631"/>
                  </a:lnTo>
                  <a:close/>
                </a:path>
                <a:path w="654050" h="321945">
                  <a:moveTo>
                    <a:pt x="54863" y="217931"/>
                  </a:moveTo>
                  <a:lnTo>
                    <a:pt x="51815" y="214883"/>
                  </a:lnTo>
                  <a:lnTo>
                    <a:pt x="47243" y="208787"/>
                  </a:lnTo>
                  <a:lnTo>
                    <a:pt x="41147" y="202691"/>
                  </a:lnTo>
                  <a:lnTo>
                    <a:pt x="38099" y="196595"/>
                  </a:lnTo>
                  <a:lnTo>
                    <a:pt x="33527" y="190499"/>
                  </a:lnTo>
                  <a:lnTo>
                    <a:pt x="30479" y="184403"/>
                  </a:lnTo>
                  <a:lnTo>
                    <a:pt x="25907" y="166115"/>
                  </a:lnTo>
                  <a:lnTo>
                    <a:pt x="25907" y="161543"/>
                  </a:lnTo>
                  <a:lnTo>
                    <a:pt x="12953" y="160781"/>
                  </a:lnTo>
                  <a:lnTo>
                    <a:pt x="0" y="161543"/>
                  </a:lnTo>
                  <a:lnTo>
                    <a:pt x="1523" y="170687"/>
                  </a:lnTo>
                  <a:lnTo>
                    <a:pt x="3047" y="178307"/>
                  </a:lnTo>
                  <a:lnTo>
                    <a:pt x="4571" y="187451"/>
                  </a:lnTo>
                  <a:lnTo>
                    <a:pt x="7619" y="196595"/>
                  </a:lnTo>
                  <a:lnTo>
                    <a:pt x="16763" y="211835"/>
                  </a:lnTo>
                  <a:lnTo>
                    <a:pt x="35051" y="234695"/>
                  </a:lnTo>
                  <a:lnTo>
                    <a:pt x="38099" y="236219"/>
                  </a:lnTo>
                  <a:lnTo>
                    <a:pt x="54863" y="217931"/>
                  </a:lnTo>
                  <a:close/>
                </a:path>
                <a:path w="654050" h="321945">
                  <a:moveTo>
                    <a:pt x="25907" y="161543"/>
                  </a:moveTo>
                  <a:lnTo>
                    <a:pt x="25907" y="160019"/>
                  </a:lnTo>
                  <a:lnTo>
                    <a:pt x="12953" y="160781"/>
                  </a:lnTo>
                  <a:lnTo>
                    <a:pt x="25907" y="161543"/>
                  </a:lnTo>
                  <a:close/>
                </a:path>
                <a:path w="654050" h="321945">
                  <a:moveTo>
                    <a:pt x="137159" y="56387"/>
                  </a:moveTo>
                  <a:lnTo>
                    <a:pt x="129539" y="32003"/>
                  </a:lnTo>
                  <a:lnTo>
                    <a:pt x="99059" y="44195"/>
                  </a:lnTo>
                  <a:lnTo>
                    <a:pt x="77723" y="54863"/>
                  </a:lnTo>
                  <a:lnTo>
                    <a:pt x="59435" y="67055"/>
                  </a:lnTo>
                  <a:lnTo>
                    <a:pt x="57911" y="68579"/>
                  </a:lnTo>
                  <a:lnTo>
                    <a:pt x="73151" y="88391"/>
                  </a:lnTo>
                  <a:lnTo>
                    <a:pt x="74675" y="88391"/>
                  </a:lnTo>
                  <a:lnTo>
                    <a:pt x="82295" y="82295"/>
                  </a:lnTo>
                  <a:lnTo>
                    <a:pt x="91439" y="77723"/>
                  </a:lnTo>
                  <a:lnTo>
                    <a:pt x="111251" y="67055"/>
                  </a:lnTo>
                  <a:lnTo>
                    <a:pt x="132587" y="57911"/>
                  </a:lnTo>
                  <a:lnTo>
                    <a:pt x="137159" y="56387"/>
                  </a:lnTo>
                  <a:close/>
                </a:path>
                <a:path w="654050" h="321945">
                  <a:moveTo>
                    <a:pt x="234695" y="32003"/>
                  </a:moveTo>
                  <a:lnTo>
                    <a:pt x="230123" y="6095"/>
                  </a:lnTo>
                  <a:lnTo>
                    <a:pt x="201167" y="12191"/>
                  </a:lnTo>
                  <a:lnTo>
                    <a:pt x="173735" y="18287"/>
                  </a:lnTo>
                  <a:lnTo>
                    <a:pt x="153923" y="24383"/>
                  </a:lnTo>
                  <a:lnTo>
                    <a:pt x="161543" y="48767"/>
                  </a:lnTo>
                  <a:lnTo>
                    <a:pt x="181355" y="42671"/>
                  </a:lnTo>
                  <a:lnTo>
                    <a:pt x="207263" y="36575"/>
                  </a:lnTo>
                  <a:lnTo>
                    <a:pt x="234695" y="32003"/>
                  </a:lnTo>
                  <a:close/>
                </a:path>
                <a:path w="654050" h="321945">
                  <a:moveTo>
                    <a:pt x="326897" y="12191"/>
                  </a:moveTo>
                  <a:lnTo>
                    <a:pt x="326135" y="0"/>
                  </a:lnTo>
                  <a:lnTo>
                    <a:pt x="294131" y="0"/>
                  </a:lnTo>
                  <a:lnTo>
                    <a:pt x="262127" y="3047"/>
                  </a:lnTo>
                  <a:lnTo>
                    <a:pt x="256031" y="3047"/>
                  </a:lnTo>
                  <a:lnTo>
                    <a:pt x="259079" y="28955"/>
                  </a:lnTo>
                  <a:lnTo>
                    <a:pt x="265175" y="27431"/>
                  </a:lnTo>
                  <a:lnTo>
                    <a:pt x="295655" y="25907"/>
                  </a:lnTo>
                  <a:lnTo>
                    <a:pt x="326135" y="24456"/>
                  </a:lnTo>
                  <a:lnTo>
                    <a:pt x="326897" y="12191"/>
                  </a:lnTo>
                  <a:close/>
                </a:path>
                <a:path w="654050" h="321945">
                  <a:moveTo>
                    <a:pt x="327659" y="24383"/>
                  </a:moveTo>
                  <a:lnTo>
                    <a:pt x="326897" y="12191"/>
                  </a:lnTo>
                  <a:lnTo>
                    <a:pt x="326135" y="24383"/>
                  </a:lnTo>
                  <a:lnTo>
                    <a:pt x="326379" y="24444"/>
                  </a:lnTo>
                  <a:lnTo>
                    <a:pt x="327659" y="24383"/>
                  </a:lnTo>
                  <a:close/>
                </a:path>
                <a:path w="654050" h="321945">
                  <a:moveTo>
                    <a:pt x="326379" y="24444"/>
                  </a:moveTo>
                  <a:lnTo>
                    <a:pt x="326135" y="24383"/>
                  </a:lnTo>
                  <a:lnTo>
                    <a:pt x="326379" y="24444"/>
                  </a:lnTo>
                  <a:close/>
                </a:path>
                <a:path w="654050" h="321945">
                  <a:moveTo>
                    <a:pt x="327659" y="24764"/>
                  </a:moveTo>
                  <a:lnTo>
                    <a:pt x="327659" y="24383"/>
                  </a:lnTo>
                  <a:lnTo>
                    <a:pt x="326379" y="24444"/>
                  </a:lnTo>
                  <a:lnTo>
                    <a:pt x="327659" y="24764"/>
                  </a:lnTo>
                  <a:close/>
                </a:path>
                <a:path w="654050" h="321945">
                  <a:moveTo>
                    <a:pt x="333755" y="0"/>
                  </a:moveTo>
                  <a:lnTo>
                    <a:pt x="327659" y="0"/>
                  </a:lnTo>
                  <a:lnTo>
                    <a:pt x="326897" y="12191"/>
                  </a:lnTo>
                  <a:lnTo>
                    <a:pt x="327659" y="24383"/>
                  </a:lnTo>
                  <a:lnTo>
                    <a:pt x="327659" y="24764"/>
                  </a:lnTo>
                  <a:lnTo>
                    <a:pt x="332231" y="25907"/>
                  </a:lnTo>
                  <a:lnTo>
                    <a:pt x="333755" y="0"/>
                  </a:lnTo>
                  <a:close/>
                </a:path>
                <a:path w="654050" h="321945">
                  <a:moveTo>
                    <a:pt x="435863" y="9143"/>
                  </a:moveTo>
                  <a:lnTo>
                    <a:pt x="422147" y="6095"/>
                  </a:lnTo>
                  <a:lnTo>
                    <a:pt x="391667" y="3047"/>
                  </a:lnTo>
                  <a:lnTo>
                    <a:pt x="359663" y="0"/>
                  </a:lnTo>
                  <a:lnTo>
                    <a:pt x="358139" y="25907"/>
                  </a:lnTo>
                  <a:lnTo>
                    <a:pt x="388619" y="27431"/>
                  </a:lnTo>
                  <a:lnTo>
                    <a:pt x="419099" y="32003"/>
                  </a:lnTo>
                  <a:lnTo>
                    <a:pt x="432815" y="33527"/>
                  </a:lnTo>
                  <a:lnTo>
                    <a:pt x="435863" y="9143"/>
                  </a:lnTo>
                  <a:close/>
                </a:path>
                <a:path w="654050" h="321945">
                  <a:moveTo>
                    <a:pt x="536447" y="36575"/>
                  </a:moveTo>
                  <a:lnTo>
                    <a:pt x="530351" y="33527"/>
                  </a:lnTo>
                  <a:lnTo>
                    <a:pt x="505967" y="25907"/>
                  </a:lnTo>
                  <a:lnTo>
                    <a:pt x="480059" y="18287"/>
                  </a:lnTo>
                  <a:lnTo>
                    <a:pt x="461771" y="13715"/>
                  </a:lnTo>
                  <a:lnTo>
                    <a:pt x="455675" y="38099"/>
                  </a:lnTo>
                  <a:lnTo>
                    <a:pt x="473963" y="42671"/>
                  </a:lnTo>
                  <a:lnTo>
                    <a:pt x="522731" y="57911"/>
                  </a:lnTo>
                  <a:lnTo>
                    <a:pt x="527303" y="60959"/>
                  </a:lnTo>
                  <a:lnTo>
                    <a:pt x="536447" y="36575"/>
                  </a:lnTo>
                  <a:close/>
                </a:path>
                <a:path w="654050" h="321945">
                  <a:moveTo>
                    <a:pt x="626363" y="94487"/>
                  </a:moveTo>
                  <a:lnTo>
                    <a:pt x="624839" y="94487"/>
                  </a:lnTo>
                  <a:lnTo>
                    <a:pt x="618743" y="86867"/>
                  </a:lnTo>
                  <a:lnTo>
                    <a:pt x="611123" y="80771"/>
                  </a:lnTo>
                  <a:lnTo>
                    <a:pt x="603503" y="73151"/>
                  </a:lnTo>
                  <a:lnTo>
                    <a:pt x="585215" y="60959"/>
                  </a:lnTo>
                  <a:lnTo>
                    <a:pt x="574547" y="54863"/>
                  </a:lnTo>
                  <a:lnTo>
                    <a:pt x="560831" y="47243"/>
                  </a:lnTo>
                  <a:lnTo>
                    <a:pt x="548639" y="70103"/>
                  </a:lnTo>
                  <a:lnTo>
                    <a:pt x="563879" y="77723"/>
                  </a:lnTo>
                  <a:lnTo>
                    <a:pt x="571499" y="82295"/>
                  </a:lnTo>
                  <a:lnTo>
                    <a:pt x="580643" y="88391"/>
                  </a:lnTo>
                  <a:lnTo>
                    <a:pt x="588263" y="94487"/>
                  </a:lnTo>
                  <a:lnTo>
                    <a:pt x="594359" y="99059"/>
                  </a:lnTo>
                  <a:lnTo>
                    <a:pt x="601979" y="105155"/>
                  </a:lnTo>
                  <a:lnTo>
                    <a:pt x="606551" y="111251"/>
                  </a:lnTo>
                  <a:lnTo>
                    <a:pt x="626363" y="94487"/>
                  </a:lnTo>
                  <a:close/>
                </a:path>
                <a:path w="654050" h="321945">
                  <a:moveTo>
                    <a:pt x="653795" y="160019"/>
                  </a:moveTo>
                  <a:lnTo>
                    <a:pt x="650747" y="141731"/>
                  </a:lnTo>
                  <a:lnTo>
                    <a:pt x="649223" y="134111"/>
                  </a:lnTo>
                  <a:lnTo>
                    <a:pt x="646175" y="124967"/>
                  </a:lnTo>
                  <a:lnTo>
                    <a:pt x="643127" y="118871"/>
                  </a:lnTo>
                  <a:lnTo>
                    <a:pt x="620267" y="129539"/>
                  </a:lnTo>
                  <a:lnTo>
                    <a:pt x="623315" y="135635"/>
                  </a:lnTo>
                  <a:lnTo>
                    <a:pt x="624839" y="143255"/>
                  </a:lnTo>
                  <a:lnTo>
                    <a:pt x="627887" y="155447"/>
                  </a:lnTo>
                  <a:lnTo>
                    <a:pt x="627887" y="160019"/>
                  </a:lnTo>
                  <a:lnTo>
                    <a:pt x="640841" y="160781"/>
                  </a:lnTo>
                  <a:lnTo>
                    <a:pt x="653795" y="160019"/>
                  </a:lnTo>
                  <a:close/>
                </a:path>
                <a:path w="654050" h="321945">
                  <a:moveTo>
                    <a:pt x="653795" y="169163"/>
                  </a:moveTo>
                  <a:lnTo>
                    <a:pt x="653795" y="161543"/>
                  </a:lnTo>
                  <a:lnTo>
                    <a:pt x="640841" y="160781"/>
                  </a:lnTo>
                  <a:lnTo>
                    <a:pt x="627887" y="161543"/>
                  </a:lnTo>
                  <a:lnTo>
                    <a:pt x="627887" y="167639"/>
                  </a:lnTo>
                  <a:lnTo>
                    <a:pt x="624839" y="179831"/>
                  </a:lnTo>
                  <a:lnTo>
                    <a:pt x="621791" y="185927"/>
                  </a:lnTo>
                  <a:lnTo>
                    <a:pt x="620267" y="192023"/>
                  </a:lnTo>
                  <a:lnTo>
                    <a:pt x="643127" y="202691"/>
                  </a:lnTo>
                  <a:lnTo>
                    <a:pt x="646175" y="195071"/>
                  </a:lnTo>
                  <a:lnTo>
                    <a:pt x="649223" y="185927"/>
                  </a:lnTo>
                  <a:lnTo>
                    <a:pt x="652271" y="178307"/>
                  </a:lnTo>
                  <a:lnTo>
                    <a:pt x="653795" y="169163"/>
                  </a:lnTo>
                  <a:close/>
                </a:path>
                <a:path w="654050" h="321945">
                  <a:moveTo>
                    <a:pt x="640841" y="160781"/>
                  </a:moveTo>
                  <a:lnTo>
                    <a:pt x="627887" y="160019"/>
                  </a:lnTo>
                  <a:lnTo>
                    <a:pt x="627887" y="161543"/>
                  </a:lnTo>
                  <a:lnTo>
                    <a:pt x="640841" y="160781"/>
                  </a:lnTo>
                  <a:close/>
                </a:path>
                <a:path w="654050" h="321945">
                  <a:moveTo>
                    <a:pt x="626363" y="225551"/>
                  </a:moveTo>
                  <a:lnTo>
                    <a:pt x="606551" y="210311"/>
                  </a:lnTo>
                  <a:lnTo>
                    <a:pt x="594359" y="222503"/>
                  </a:lnTo>
                  <a:lnTo>
                    <a:pt x="586739" y="227075"/>
                  </a:lnTo>
                  <a:lnTo>
                    <a:pt x="571499" y="239267"/>
                  </a:lnTo>
                  <a:lnTo>
                    <a:pt x="562355" y="243839"/>
                  </a:lnTo>
                  <a:lnTo>
                    <a:pt x="548639" y="251459"/>
                  </a:lnTo>
                  <a:lnTo>
                    <a:pt x="560831" y="272795"/>
                  </a:lnTo>
                  <a:lnTo>
                    <a:pt x="576071" y="265175"/>
                  </a:lnTo>
                  <a:lnTo>
                    <a:pt x="603503" y="246887"/>
                  </a:lnTo>
                  <a:lnTo>
                    <a:pt x="611123" y="240791"/>
                  </a:lnTo>
                  <a:lnTo>
                    <a:pt x="626363" y="225551"/>
                  </a:lnTo>
                  <a:close/>
                </a:path>
                <a:path w="654050" h="321945">
                  <a:moveTo>
                    <a:pt x="536447" y="283463"/>
                  </a:moveTo>
                  <a:lnTo>
                    <a:pt x="527303" y="260603"/>
                  </a:lnTo>
                  <a:lnTo>
                    <a:pt x="521207" y="263651"/>
                  </a:lnTo>
                  <a:lnTo>
                    <a:pt x="498347" y="271271"/>
                  </a:lnTo>
                  <a:lnTo>
                    <a:pt x="472439" y="278891"/>
                  </a:lnTo>
                  <a:lnTo>
                    <a:pt x="455675" y="281939"/>
                  </a:lnTo>
                  <a:lnTo>
                    <a:pt x="461771" y="306323"/>
                  </a:lnTo>
                  <a:lnTo>
                    <a:pt x="480059" y="303275"/>
                  </a:lnTo>
                  <a:lnTo>
                    <a:pt x="505967" y="295655"/>
                  </a:lnTo>
                  <a:lnTo>
                    <a:pt x="531875" y="286511"/>
                  </a:lnTo>
                  <a:lnTo>
                    <a:pt x="536447" y="283463"/>
                  </a:lnTo>
                  <a:close/>
                </a:path>
                <a:path w="654050" h="321945">
                  <a:moveTo>
                    <a:pt x="435863" y="312419"/>
                  </a:moveTo>
                  <a:lnTo>
                    <a:pt x="432815" y="286511"/>
                  </a:lnTo>
                  <a:lnTo>
                    <a:pt x="417575" y="289559"/>
                  </a:lnTo>
                  <a:lnTo>
                    <a:pt x="388619" y="292607"/>
                  </a:lnTo>
                  <a:lnTo>
                    <a:pt x="358139" y="295655"/>
                  </a:lnTo>
                  <a:lnTo>
                    <a:pt x="358139" y="320039"/>
                  </a:lnTo>
                  <a:lnTo>
                    <a:pt x="359663" y="320039"/>
                  </a:lnTo>
                  <a:lnTo>
                    <a:pt x="391667" y="318515"/>
                  </a:lnTo>
                  <a:lnTo>
                    <a:pt x="422147" y="313943"/>
                  </a:lnTo>
                  <a:lnTo>
                    <a:pt x="435863" y="312419"/>
                  </a:lnTo>
                  <a:close/>
                </a:path>
                <a:path w="654050" h="321945">
                  <a:moveTo>
                    <a:pt x="326897" y="308609"/>
                  </a:moveTo>
                  <a:lnTo>
                    <a:pt x="326135" y="295655"/>
                  </a:lnTo>
                  <a:lnTo>
                    <a:pt x="295655" y="295655"/>
                  </a:lnTo>
                  <a:lnTo>
                    <a:pt x="265175" y="292607"/>
                  </a:lnTo>
                  <a:lnTo>
                    <a:pt x="259079" y="292607"/>
                  </a:lnTo>
                  <a:lnTo>
                    <a:pt x="256031" y="316991"/>
                  </a:lnTo>
                  <a:lnTo>
                    <a:pt x="262127" y="318515"/>
                  </a:lnTo>
                  <a:lnTo>
                    <a:pt x="326135" y="321563"/>
                  </a:lnTo>
                  <a:lnTo>
                    <a:pt x="326897" y="308609"/>
                  </a:lnTo>
                  <a:close/>
                </a:path>
                <a:path w="654050" h="321945">
                  <a:moveTo>
                    <a:pt x="327659" y="295655"/>
                  </a:moveTo>
                  <a:lnTo>
                    <a:pt x="326135" y="295655"/>
                  </a:lnTo>
                  <a:lnTo>
                    <a:pt x="326897" y="308609"/>
                  </a:lnTo>
                  <a:lnTo>
                    <a:pt x="327659" y="295655"/>
                  </a:lnTo>
                  <a:close/>
                </a:path>
                <a:path w="654050" h="321945">
                  <a:moveTo>
                    <a:pt x="333755" y="321563"/>
                  </a:moveTo>
                  <a:lnTo>
                    <a:pt x="332231" y="295655"/>
                  </a:lnTo>
                  <a:lnTo>
                    <a:pt x="327659" y="295655"/>
                  </a:lnTo>
                  <a:lnTo>
                    <a:pt x="326897" y="308609"/>
                  </a:lnTo>
                  <a:lnTo>
                    <a:pt x="327659" y="321563"/>
                  </a:lnTo>
                  <a:lnTo>
                    <a:pt x="333755" y="321563"/>
                  </a:lnTo>
                  <a:close/>
                </a:path>
                <a:path w="654050" h="321945">
                  <a:moveTo>
                    <a:pt x="234695" y="289559"/>
                  </a:moveTo>
                  <a:lnTo>
                    <a:pt x="207263" y="284987"/>
                  </a:lnTo>
                  <a:lnTo>
                    <a:pt x="179831" y="278891"/>
                  </a:lnTo>
                  <a:lnTo>
                    <a:pt x="161543" y="272795"/>
                  </a:lnTo>
                  <a:lnTo>
                    <a:pt x="153923" y="297179"/>
                  </a:lnTo>
                  <a:lnTo>
                    <a:pt x="173735" y="303275"/>
                  </a:lnTo>
                  <a:lnTo>
                    <a:pt x="202691" y="309371"/>
                  </a:lnTo>
                  <a:lnTo>
                    <a:pt x="230123" y="313943"/>
                  </a:lnTo>
                  <a:lnTo>
                    <a:pt x="234695" y="289559"/>
                  </a:lnTo>
                  <a:close/>
                </a:path>
                <a:path w="654050" h="321945">
                  <a:moveTo>
                    <a:pt x="137159" y="265175"/>
                  </a:moveTo>
                  <a:lnTo>
                    <a:pt x="131063" y="262127"/>
                  </a:lnTo>
                  <a:lnTo>
                    <a:pt x="109727" y="252983"/>
                  </a:lnTo>
                  <a:lnTo>
                    <a:pt x="89915" y="243839"/>
                  </a:lnTo>
                  <a:lnTo>
                    <a:pt x="82295" y="237743"/>
                  </a:lnTo>
                  <a:lnTo>
                    <a:pt x="73151" y="233171"/>
                  </a:lnTo>
                  <a:lnTo>
                    <a:pt x="73151" y="231647"/>
                  </a:lnTo>
                  <a:lnTo>
                    <a:pt x="57911" y="252983"/>
                  </a:lnTo>
                  <a:lnTo>
                    <a:pt x="59435" y="254507"/>
                  </a:lnTo>
                  <a:lnTo>
                    <a:pt x="68579" y="260603"/>
                  </a:lnTo>
                  <a:lnTo>
                    <a:pt x="79247" y="265175"/>
                  </a:lnTo>
                  <a:lnTo>
                    <a:pt x="100583" y="277367"/>
                  </a:lnTo>
                  <a:lnTo>
                    <a:pt x="123443" y="286511"/>
                  </a:lnTo>
                  <a:lnTo>
                    <a:pt x="129539" y="289559"/>
                  </a:lnTo>
                  <a:lnTo>
                    <a:pt x="137159" y="26517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152201" y="4308348"/>
              <a:ext cx="654050" cy="321945"/>
            </a:xfrm>
            <a:custGeom>
              <a:avLst/>
              <a:gdLst/>
              <a:ahLst/>
              <a:cxnLst/>
              <a:rect l="l" t="t" r="r" b="b"/>
              <a:pathLst>
                <a:path w="654050" h="321945">
                  <a:moveTo>
                    <a:pt x="54863" y="103631"/>
                  </a:moveTo>
                  <a:lnTo>
                    <a:pt x="38099" y="85343"/>
                  </a:lnTo>
                  <a:lnTo>
                    <a:pt x="35051" y="86867"/>
                  </a:lnTo>
                  <a:lnTo>
                    <a:pt x="27431" y="94487"/>
                  </a:lnTo>
                  <a:lnTo>
                    <a:pt x="4571" y="134111"/>
                  </a:lnTo>
                  <a:lnTo>
                    <a:pt x="0" y="152399"/>
                  </a:lnTo>
                  <a:lnTo>
                    <a:pt x="0" y="160019"/>
                  </a:lnTo>
                  <a:lnTo>
                    <a:pt x="12953" y="160781"/>
                  </a:lnTo>
                  <a:lnTo>
                    <a:pt x="25907" y="160019"/>
                  </a:lnTo>
                  <a:lnTo>
                    <a:pt x="25907" y="153923"/>
                  </a:lnTo>
                  <a:lnTo>
                    <a:pt x="28955" y="141731"/>
                  </a:lnTo>
                  <a:lnTo>
                    <a:pt x="38099" y="123443"/>
                  </a:lnTo>
                  <a:lnTo>
                    <a:pt x="47243" y="111251"/>
                  </a:lnTo>
                  <a:lnTo>
                    <a:pt x="54863" y="103631"/>
                  </a:lnTo>
                  <a:close/>
                </a:path>
                <a:path w="654050" h="321945">
                  <a:moveTo>
                    <a:pt x="54863" y="217931"/>
                  </a:moveTo>
                  <a:lnTo>
                    <a:pt x="51815" y="214883"/>
                  </a:lnTo>
                  <a:lnTo>
                    <a:pt x="47243" y="208787"/>
                  </a:lnTo>
                  <a:lnTo>
                    <a:pt x="41147" y="202691"/>
                  </a:lnTo>
                  <a:lnTo>
                    <a:pt x="38099" y="196595"/>
                  </a:lnTo>
                  <a:lnTo>
                    <a:pt x="33527" y="190499"/>
                  </a:lnTo>
                  <a:lnTo>
                    <a:pt x="30479" y="184403"/>
                  </a:lnTo>
                  <a:lnTo>
                    <a:pt x="25907" y="166115"/>
                  </a:lnTo>
                  <a:lnTo>
                    <a:pt x="25907" y="161543"/>
                  </a:lnTo>
                  <a:lnTo>
                    <a:pt x="12953" y="160781"/>
                  </a:lnTo>
                  <a:lnTo>
                    <a:pt x="0" y="161543"/>
                  </a:lnTo>
                  <a:lnTo>
                    <a:pt x="1523" y="170687"/>
                  </a:lnTo>
                  <a:lnTo>
                    <a:pt x="3047" y="178307"/>
                  </a:lnTo>
                  <a:lnTo>
                    <a:pt x="4571" y="187451"/>
                  </a:lnTo>
                  <a:lnTo>
                    <a:pt x="7619" y="196595"/>
                  </a:lnTo>
                  <a:lnTo>
                    <a:pt x="16763" y="211835"/>
                  </a:lnTo>
                  <a:lnTo>
                    <a:pt x="35051" y="234695"/>
                  </a:lnTo>
                  <a:lnTo>
                    <a:pt x="38099" y="236219"/>
                  </a:lnTo>
                  <a:lnTo>
                    <a:pt x="54863" y="217931"/>
                  </a:lnTo>
                  <a:close/>
                </a:path>
                <a:path w="654050" h="321945">
                  <a:moveTo>
                    <a:pt x="25907" y="161543"/>
                  </a:moveTo>
                  <a:lnTo>
                    <a:pt x="25907" y="160019"/>
                  </a:lnTo>
                  <a:lnTo>
                    <a:pt x="12953" y="160781"/>
                  </a:lnTo>
                  <a:lnTo>
                    <a:pt x="25907" y="161543"/>
                  </a:lnTo>
                  <a:close/>
                </a:path>
                <a:path w="654050" h="321945">
                  <a:moveTo>
                    <a:pt x="137159" y="56387"/>
                  </a:moveTo>
                  <a:lnTo>
                    <a:pt x="129539" y="32003"/>
                  </a:lnTo>
                  <a:lnTo>
                    <a:pt x="99059" y="44195"/>
                  </a:lnTo>
                  <a:lnTo>
                    <a:pt x="77723" y="54863"/>
                  </a:lnTo>
                  <a:lnTo>
                    <a:pt x="59435" y="67055"/>
                  </a:lnTo>
                  <a:lnTo>
                    <a:pt x="57911" y="68579"/>
                  </a:lnTo>
                  <a:lnTo>
                    <a:pt x="73151" y="88391"/>
                  </a:lnTo>
                  <a:lnTo>
                    <a:pt x="74675" y="88391"/>
                  </a:lnTo>
                  <a:lnTo>
                    <a:pt x="82295" y="82295"/>
                  </a:lnTo>
                  <a:lnTo>
                    <a:pt x="91439" y="77723"/>
                  </a:lnTo>
                  <a:lnTo>
                    <a:pt x="111251" y="67055"/>
                  </a:lnTo>
                  <a:lnTo>
                    <a:pt x="132587" y="57911"/>
                  </a:lnTo>
                  <a:lnTo>
                    <a:pt x="137159" y="56387"/>
                  </a:lnTo>
                  <a:close/>
                </a:path>
                <a:path w="654050" h="321945">
                  <a:moveTo>
                    <a:pt x="234695" y="32003"/>
                  </a:moveTo>
                  <a:lnTo>
                    <a:pt x="230123" y="6095"/>
                  </a:lnTo>
                  <a:lnTo>
                    <a:pt x="201167" y="12191"/>
                  </a:lnTo>
                  <a:lnTo>
                    <a:pt x="173735" y="18287"/>
                  </a:lnTo>
                  <a:lnTo>
                    <a:pt x="153923" y="24383"/>
                  </a:lnTo>
                  <a:lnTo>
                    <a:pt x="161543" y="48767"/>
                  </a:lnTo>
                  <a:lnTo>
                    <a:pt x="181355" y="42671"/>
                  </a:lnTo>
                  <a:lnTo>
                    <a:pt x="207263" y="36575"/>
                  </a:lnTo>
                  <a:lnTo>
                    <a:pt x="234695" y="32003"/>
                  </a:lnTo>
                  <a:close/>
                </a:path>
                <a:path w="654050" h="321945">
                  <a:moveTo>
                    <a:pt x="326897" y="12191"/>
                  </a:moveTo>
                  <a:lnTo>
                    <a:pt x="326135" y="0"/>
                  </a:lnTo>
                  <a:lnTo>
                    <a:pt x="294131" y="0"/>
                  </a:lnTo>
                  <a:lnTo>
                    <a:pt x="262127" y="3047"/>
                  </a:lnTo>
                  <a:lnTo>
                    <a:pt x="256031" y="3047"/>
                  </a:lnTo>
                  <a:lnTo>
                    <a:pt x="259079" y="28955"/>
                  </a:lnTo>
                  <a:lnTo>
                    <a:pt x="265175" y="27431"/>
                  </a:lnTo>
                  <a:lnTo>
                    <a:pt x="295655" y="25907"/>
                  </a:lnTo>
                  <a:lnTo>
                    <a:pt x="326135" y="24456"/>
                  </a:lnTo>
                  <a:lnTo>
                    <a:pt x="326897" y="12191"/>
                  </a:lnTo>
                  <a:close/>
                </a:path>
                <a:path w="654050" h="321945">
                  <a:moveTo>
                    <a:pt x="327659" y="24383"/>
                  </a:moveTo>
                  <a:lnTo>
                    <a:pt x="326897" y="12191"/>
                  </a:lnTo>
                  <a:lnTo>
                    <a:pt x="326135" y="24383"/>
                  </a:lnTo>
                  <a:lnTo>
                    <a:pt x="326379" y="24444"/>
                  </a:lnTo>
                  <a:lnTo>
                    <a:pt x="327659" y="24383"/>
                  </a:lnTo>
                  <a:close/>
                </a:path>
                <a:path w="654050" h="321945">
                  <a:moveTo>
                    <a:pt x="326379" y="24444"/>
                  </a:moveTo>
                  <a:lnTo>
                    <a:pt x="326135" y="24383"/>
                  </a:lnTo>
                  <a:lnTo>
                    <a:pt x="326379" y="24444"/>
                  </a:lnTo>
                  <a:close/>
                </a:path>
                <a:path w="654050" h="321945">
                  <a:moveTo>
                    <a:pt x="327659" y="24764"/>
                  </a:moveTo>
                  <a:lnTo>
                    <a:pt x="327659" y="24383"/>
                  </a:lnTo>
                  <a:lnTo>
                    <a:pt x="326379" y="24444"/>
                  </a:lnTo>
                  <a:lnTo>
                    <a:pt x="327659" y="24764"/>
                  </a:lnTo>
                  <a:close/>
                </a:path>
                <a:path w="654050" h="321945">
                  <a:moveTo>
                    <a:pt x="333755" y="0"/>
                  </a:moveTo>
                  <a:lnTo>
                    <a:pt x="327659" y="0"/>
                  </a:lnTo>
                  <a:lnTo>
                    <a:pt x="326897" y="12191"/>
                  </a:lnTo>
                  <a:lnTo>
                    <a:pt x="327659" y="24383"/>
                  </a:lnTo>
                  <a:lnTo>
                    <a:pt x="327659" y="24764"/>
                  </a:lnTo>
                  <a:lnTo>
                    <a:pt x="332231" y="25907"/>
                  </a:lnTo>
                  <a:lnTo>
                    <a:pt x="333755" y="0"/>
                  </a:lnTo>
                  <a:close/>
                </a:path>
                <a:path w="654050" h="321945">
                  <a:moveTo>
                    <a:pt x="435863" y="9143"/>
                  </a:moveTo>
                  <a:lnTo>
                    <a:pt x="422147" y="6095"/>
                  </a:lnTo>
                  <a:lnTo>
                    <a:pt x="391667" y="3047"/>
                  </a:lnTo>
                  <a:lnTo>
                    <a:pt x="359663" y="0"/>
                  </a:lnTo>
                  <a:lnTo>
                    <a:pt x="358139" y="25907"/>
                  </a:lnTo>
                  <a:lnTo>
                    <a:pt x="388619" y="27431"/>
                  </a:lnTo>
                  <a:lnTo>
                    <a:pt x="419099" y="32003"/>
                  </a:lnTo>
                  <a:lnTo>
                    <a:pt x="432815" y="33527"/>
                  </a:lnTo>
                  <a:lnTo>
                    <a:pt x="435863" y="9143"/>
                  </a:lnTo>
                  <a:close/>
                </a:path>
                <a:path w="654050" h="321945">
                  <a:moveTo>
                    <a:pt x="536447" y="36575"/>
                  </a:moveTo>
                  <a:lnTo>
                    <a:pt x="530351" y="33527"/>
                  </a:lnTo>
                  <a:lnTo>
                    <a:pt x="505967" y="25907"/>
                  </a:lnTo>
                  <a:lnTo>
                    <a:pt x="480059" y="18287"/>
                  </a:lnTo>
                  <a:lnTo>
                    <a:pt x="461771" y="13715"/>
                  </a:lnTo>
                  <a:lnTo>
                    <a:pt x="455675" y="38099"/>
                  </a:lnTo>
                  <a:lnTo>
                    <a:pt x="473963" y="42671"/>
                  </a:lnTo>
                  <a:lnTo>
                    <a:pt x="522731" y="57911"/>
                  </a:lnTo>
                  <a:lnTo>
                    <a:pt x="527303" y="60959"/>
                  </a:lnTo>
                  <a:lnTo>
                    <a:pt x="536447" y="36575"/>
                  </a:lnTo>
                  <a:close/>
                </a:path>
                <a:path w="654050" h="321945">
                  <a:moveTo>
                    <a:pt x="626363" y="94487"/>
                  </a:moveTo>
                  <a:lnTo>
                    <a:pt x="624839" y="94487"/>
                  </a:lnTo>
                  <a:lnTo>
                    <a:pt x="618743" y="86867"/>
                  </a:lnTo>
                  <a:lnTo>
                    <a:pt x="611123" y="80771"/>
                  </a:lnTo>
                  <a:lnTo>
                    <a:pt x="603503" y="73151"/>
                  </a:lnTo>
                  <a:lnTo>
                    <a:pt x="585215" y="60959"/>
                  </a:lnTo>
                  <a:lnTo>
                    <a:pt x="574547" y="54863"/>
                  </a:lnTo>
                  <a:lnTo>
                    <a:pt x="560831" y="47243"/>
                  </a:lnTo>
                  <a:lnTo>
                    <a:pt x="548639" y="70103"/>
                  </a:lnTo>
                  <a:lnTo>
                    <a:pt x="563879" y="77723"/>
                  </a:lnTo>
                  <a:lnTo>
                    <a:pt x="571499" y="82295"/>
                  </a:lnTo>
                  <a:lnTo>
                    <a:pt x="580643" y="88391"/>
                  </a:lnTo>
                  <a:lnTo>
                    <a:pt x="588263" y="94487"/>
                  </a:lnTo>
                  <a:lnTo>
                    <a:pt x="594359" y="99059"/>
                  </a:lnTo>
                  <a:lnTo>
                    <a:pt x="601979" y="105155"/>
                  </a:lnTo>
                  <a:lnTo>
                    <a:pt x="606551" y="111251"/>
                  </a:lnTo>
                  <a:lnTo>
                    <a:pt x="626363" y="94487"/>
                  </a:lnTo>
                  <a:close/>
                </a:path>
                <a:path w="654050" h="321945">
                  <a:moveTo>
                    <a:pt x="653795" y="160019"/>
                  </a:moveTo>
                  <a:lnTo>
                    <a:pt x="650747" y="141731"/>
                  </a:lnTo>
                  <a:lnTo>
                    <a:pt x="649223" y="134111"/>
                  </a:lnTo>
                  <a:lnTo>
                    <a:pt x="646175" y="124967"/>
                  </a:lnTo>
                  <a:lnTo>
                    <a:pt x="643127" y="118871"/>
                  </a:lnTo>
                  <a:lnTo>
                    <a:pt x="620267" y="129539"/>
                  </a:lnTo>
                  <a:lnTo>
                    <a:pt x="623315" y="135635"/>
                  </a:lnTo>
                  <a:lnTo>
                    <a:pt x="624839" y="143255"/>
                  </a:lnTo>
                  <a:lnTo>
                    <a:pt x="627887" y="155447"/>
                  </a:lnTo>
                  <a:lnTo>
                    <a:pt x="627887" y="160019"/>
                  </a:lnTo>
                  <a:lnTo>
                    <a:pt x="640841" y="160781"/>
                  </a:lnTo>
                  <a:lnTo>
                    <a:pt x="653795" y="160019"/>
                  </a:lnTo>
                  <a:close/>
                </a:path>
                <a:path w="654050" h="321945">
                  <a:moveTo>
                    <a:pt x="653795" y="169163"/>
                  </a:moveTo>
                  <a:lnTo>
                    <a:pt x="653795" y="161543"/>
                  </a:lnTo>
                  <a:lnTo>
                    <a:pt x="640841" y="160781"/>
                  </a:lnTo>
                  <a:lnTo>
                    <a:pt x="627887" y="161543"/>
                  </a:lnTo>
                  <a:lnTo>
                    <a:pt x="627887" y="167639"/>
                  </a:lnTo>
                  <a:lnTo>
                    <a:pt x="624839" y="179831"/>
                  </a:lnTo>
                  <a:lnTo>
                    <a:pt x="621791" y="185927"/>
                  </a:lnTo>
                  <a:lnTo>
                    <a:pt x="620267" y="192023"/>
                  </a:lnTo>
                  <a:lnTo>
                    <a:pt x="643127" y="202691"/>
                  </a:lnTo>
                  <a:lnTo>
                    <a:pt x="646175" y="195071"/>
                  </a:lnTo>
                  <a:lnTo>
                    <a:pt x="649223" y="185927"/>
                  </a:lnTo>
                  <a:lnTo>
                    <a:pt x="652271" y="178307"/>
                  </a:lnTo>
                  <a:lnTo>
                    <a:pt x="653795" y="169163"/>
                  </a:lnTo>
                  <a:close/>
                </a:path>
                <a:path w="654050" h="321945">
                  <a:moveTo>
                    <a:pt x="640841" y="160781"/>
                  </a:moveTo>
                  <a:lnTo>
                    <a:pt x="627887" y="160019"/>
                  </a:lnTo>
                  <a:lnTo>
                    <a:pt x="627887" y="161543"/>
                  </a:lnTo>
                  <a:lnTo>
                    <a:pt x="640841" y="160781"/>
                  </a:lnTo>
                  <a:close/>
                </a:path>
                <a:path w="654050" h="321945">
                  <a:moveTo>
                    <a:pt x="626363" y="225551"/>
                  </a:moveTo>
                  <a:lnTo>
                    <a:pt x="606551" y="210311"/>
                  </a:lnTo>
                  <a:lnTo>
                    <a:pt x="594359" y="222503"/>
                  </a:lnTo>
                  <a:lnTo>
                    <a:pt x="586739" y="227075"/>
                  </a:lnTo>
                  <a:lnTo>
                    <a:pt x="571499" y="239267"/>
                  </a:lnTo>
                  <a:lnTo>
                    <a:pt x="562355" y="243839"/>
                  </a:lnTo>
                  <a:lnTo>
                    <a:pt x="548639" y="251459"/>
                  </a:lnTo>
                  <a:lnTo>
                    <a:pt x="560831" y="272795"/>
                  </a:lnTo>
                  <a:lnTo>
                    <a:pt x="576071" y="265175"/>
                  </a:lnTo>
                  <a:lnTo>
                    <a:pt x="603503" y="246887"/>
                  </a:lnTo>
                  <a:lnTo>
                    <a:pt x="611123" y="240791"/>
                  </a:lnTo>
                  <a:lnTo>
                    <a:pt x="626363" y="225551"/>
                  </a:lnTo>
                  <a:close/>
                </a:path>
                <a:path w="654050" h="321945">
                  <a:moveTo>
                    <a:pt x="536447" y="283463"/>
                  </a:moveTo>
                  <a:lnTo>
                    <a:pt x="527303" y="260603"/>
                  </a:lnTo>
                  <a:lnTo>
                    <a:pt x="521207" y="263651"/>
                  </a:lnTo>
                  <a:lnTo>
                    <a:pt x="498347" y="271271"/>
                  </a:lnTo>
                  <a:lnTo>
                    <a:pt x="472439" y="278891"/>
                  </a:lnTo>
                  <a:lnTo>
                    <a:pt x="455675" y="281939"/>
                  </a:lnTo>
                  <a:lnTo>
                    <a:pt x="461771" y="306323"/>
                  </a:lnTo>
                  <a:lnTo>
                    <a:pt x="480059" y="303275"/>
                  </a:lnTo>
                  <a:lnTo>
                    <a:pt x="505967" y="295655"/>
                  </a:lnTo>
                  <a:lnTo>
                    <a:pt x="531875" y="286511"/>
                  </a:lnTo>
                  <a:lnTo>
                    <a:pt x="536447" y="283463"/>
                  </a:lnTo>
                  <a:close/>
                </a:path>
                <a:path w="654050" h="321945">
                  <a:moveTo>
                    <a:pt x="435863" y="312419"/>
                  </a:moveTo>
                  <a:lnTo>
                    <a:pt x="432815" y="286511"/>
                  </a:lnTo>
                  <a:lnTo>
                    <a:pt x="417575" y="289559"/>
                  </a:lnTo>
                  <a:lnTo>
                    <a:pt x="388619" y="292607"/>
                  </a:lnTo>
                  <a:lnTo>
                    <a:pt x="358139" y="295655"/>
                  </a:lnTo>
                  <a:lnTo>
                    <a:pt x="358139" y="320039"/>
                  </a:lnTo>
                  <a:lnTo>
                    <a:pt x="359663" y="320039"/>
                  </a:lnTo>
                  <a:lnTo>
                    <a:pt x="391667" y="318515"/>
                  </a:lnTo>
                  <a:lnTo>
                    <a:pt x="422147" y="313943"/>
                  </a:lnTo>
                  <a:lnTo>
                    <a:pt x="435863" y="312419"/>
                  </a:lnTo>
                  <a:close/>
                </a:path>
                <a:path w="654050" h="321945">
                  <a:moveTo>
                    <a:pt x="326897" y="308609"/>
                  </a:moveTo>
                  <a:lnTo>
                    <a:pt x="326135" y="295655"/>
                  </a:lnTo>
                  <a:lnTo>
                    <a:pt x="295655" y="295655"/>
                  </a:lnTo>
                  <a:lnTo>
                    <a:pt x="265175" y="292607"/>
                  </a:lnTo>
                  <a:lnTo>
                    <a:pt x="259079" y="292607"/>
                  </a:lnTo>
                  <a:lnTo>
                    <a:pt x="256031" y="316991"/>
                  </a:lnTo>
                  <a:lnTo>
                    <a:pt x="262127" y="318515"/>
                  </a:lnTo>
                  <a:lnTo>
                    <a:pt x="326135" y="321563"/>
                  </a:lnTo>
                  <a:lnTo>
                    <a:pt x="326897" y="308609"/>
                  </a:lnTo>
                  <a:close/>
                </a:path>
                <a:path w="654050" h="321945">
                  <a:moveTo>
                    <a:pt x="327659" y="295655"/>
                  </a:moveTo>
                  <a:lnTo>
                    <a:pt x="326135" y="295655"/>
                  </a:lnTo>
                  <a:lnTo>
                    <a:pt x="326897" y="308609"/>
                  </a:lnTo>
                  <a:lnTo>
                    <a:pt x="327659" y="295655"/>
                  </a:lnTo>
                  <a:close/>
                </a:path>
                <a:path w="654050" h="321945">
                  <a:moveTo>
                    <a:pt x="333755" y="321563"/>
                  </a:moveTo>
                  <a:lnTo>
                    <a:pt x="332231" y="295655"/>
                  </a:lnTo>
                  <a:lnTo>
                    <a:pt x="327659" y="295655"/>
                  </a:lnTo>
                  <a:lnTo>
                    <a:pt x="326897" y="308609"/>
                  </a:lnTo>
                  <a:lnTo>
                    <a:pt x="327659" y="321563"/>
                  </a:lnTo>
                  <a:lnTo>
                    <a:pt x="333755" y="321563"/>
                  </a:lnTo>
                  <a:close/>
                </a:path>
                <a:path w="654050" h="321945">
                  <a:moveTo>
                    <a:pt x="234695" y="289559"/>
                  </a:moveTo>
                  <a:lnTo>
                    <a:pt x="207263" y="284987"/>
                  </a:lnTo>
                  <a:lnTo>
                    <a:pt x="179831" y="278891"/>
                  </a:lnTo>
                  <a:lnTo>
                    <a:pt x="161543" y="272795"/>
                  </a:lnTo>
                  <a:lnTo>
                    <a:pt x="153923" y="297179"/>
                  </a:lnTo>
                  <a:lnTo>
                    <a:pt x="173735" y="303275"/>
                  </a:lnTo>
                  <a:lnTo>
                    <a:pt x="202691" y="309371"/>
                  </a:lnTo>
                  <a:lnTo>
                    <a:pt x="230123" y="313943"/>
                  </a:lnTo>
                  <a:lnTo>
                    <a:pt x="234695" y="289559"/>
                  </a:lnTo>
                  <a:close/>
                </a:path>
                <a:path w="654050" h="321945">
                  <a:moveTo>
                    <a:pt x="137159" y="265175"/>
                  </a:moveTo>
                  <a:lnTo>
                    <a:pt x="131063" y="262127"/>
                  </a:lnTo>
                  <a:lnTo>
                    <a:pt x="109727" y="252983"/>
                  </a:lnTo>
                  <a:lnTo>
                    <a:pt x="89915" y="243839"/>
                  </a:lnTo>
                  <a:lnTo>
                    <a:pt x="82295" y="237743"/>
                  </a:lnTo>
                  <a:lnTo>
                    <a:pt x="73151" y="233171"/>
                  </a:lnTo>
                  <a:lnTo>
                    <a:pt x="73151" y="231647"/>
                  </a:lnTo>
                  <a:lnTo>
                    <a:pt x="57911" y="252983"/>
                  </a:lnTo>
                  <a:lnTo>
                    <a:pt x="59435" y="254507"/>
                  </a:lnTo>
                  <a:lnTo>
                    <a:pt x="68579" y="260603"/>
                  </a:lnTo>
                  <a:lnTo>
                    <a:pt x="79247" y="265175"/>
                  </a:lnTo>
                  <a:lnTo>
                    <a:pt x="100583" y="277367"/>
                  </a:lnTo>
                  <a:lnTo>
                    <a:pt x="123443" y="286511"/>
                  </a:lnTo>
                  <a:lnTo>
                    <a:pt x="129539" y="289559"/>
                  </a:lnTo>
                  <a:lnTo>
                    <a:pt x="137159" y="26517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603824" y="5422390"/>
            <a:ext cx="1623060" cy="564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/>
            <a:r>
              <a:rPr spc="-5" dirty="0">
                <a:latin typeface="Tahoma"/>
                <a:cs typeface="Tahoma"/>
              </a:rPr>
              <a:t>Start: </a:t>
            </a:r>
            <a:r>
              <a:rPr spc="-15" dirty="0">
                <a:latin typeface="Tahoma"/>
                <a:cs typeface="Tahoma"/>
              </a:rPr>
              <a:t>Arad  </a:t>
            </a:r>
            <a:r>
              <a:rPr spc="-5" dirty="0">
                <a:latin typeface="Tahoma"/>
                <a:cs typeface="Tahoma"/>
              </a:rPr>
              <a:t>Goal:</a:t>
            </a:r>
            <a:r>
              <a:rPr spc="-55" dirty="0">
                <a:latin typeface="Tahoma"/>
                <a:cs typeface="Tahoma"/>
              </a:rPr>
              <a:t> </a:t>
            </a:r>
            <a:r>
              <a:rPr spc="-5" dirty="0">
                <a:latin typeface="Tahoma"/>
                <a:cs typeface="Tahoma"/>
              </a:rPr>
              <a:t>Bucharest</a:t>
            </a:r>
            <a:endParaRPr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86262" y="-16510"/>
            <a:ext cx="4660900" cy="687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4400" spc="-85" dirty="0"/>
              <a:t>Tree </a:t>
            </a:r>
            <a:r>
              <a:rPr sz="4400" spc="-10" dirty="0"/>
              <a:t>search</a:t>
            </a:r>
            <a:r>
              <a:rPr sz="4400" spc="15" dirty="0"/>
              <a:t> </a:t>
            </a:r>
            <a:r>
              <a:rPr sz="4400" spc="-25" dirty="0"/>
              <a:t>example</a:t>
            </a:r>
            <a:endParaRPr sz="4400" dirty="0"/>
          </a:p>
        </p:txBody>
      </p:sp>
      <p:sp>
        <p:nvSpPr>
          <p:cNvPr id="3" name="object 3"/>
          <p:cNvSpPr/>
          <p:nvPr/>
        </p:nvSpPr>
        <p:spPr>
          <a:xfrm>
            <a:off x="1586619" y="568514"/>
            <a:ext cx="6133905" cy="31565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603824" y="5422390"/>
            <a:ext cx="1623060" cy="564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/>
            <a:r>
              <a:rPr spc="-5" dirty="0">
                <a:latin typeface="Tahoma"/>
                <a:cs typeface="Tahoma"/>
              </a:rPr>
              <a:t>Start: </a:t>
            </a:r>
            <a:r>
              <a:rPr spc="-15" dirty="0">
                <a:latin typeface="Tahoma"/>
                <a:cs typeface="Tahoma"/>
              </a:rPr>
              <a:t>Arad  </a:t>
            </a:r>
            <a:r>
              <a:rPr spc="-5" dirty="0">
                <a:latin typeface="Tahoma"/>
                <a:cs typeface="Tahoma"/>
              </a:rPr>
              <a:t>Goal:</a:t>
            </a:r>
            <a:r>
              <a:rPr spc="-55" dirty="0">
                <a:latin typeface="Tahoma"/>
                <a:cs typeface="Tahoma"/>
              </a:rPr>
              <a:t> </a:t>
            </a:r>
            <a:r>
              <a:rPr spc="-5" dirty="0">
                <a:latin typeface="Tahoma"/>
                <a:cs typeface="Tahoma"/>
              </a:rPr>
              <a:t>Bucharest</a:t>
            </a:r>
            <a:endParaRPr>
              <a:latin typeface="Tahoma"/>
              <a:cs typeface="Tahoma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F7FC68E-38DA-FCA4-E34C-4116AF2A0C79}"/>
              </a:ext>
            </a:extLst>
          </p:cNvPr>
          <p:cNvGrpSpPr/>
          <p:nvPr/>
        </p:nvGrpSpPr>
        <p:grpSpPr>
          <a:xfrm>
            <a:off x="6558474" y="3778250"/>
            <a:ext cx="6870823" cy="3770504"/>
            <a:chOff x="5637089" y="4308348"/>
            <a:chExt cx="5422393" cy="2630806"/>
          </a:xfrm>
        </p:grpSpPr>
        <p:sp>
          <p:nvSpPr>
            <p:cNvPr id="4" name="object 4"/>
            <p:cNvSpPr/>
            <p:nvPr/>
          </p:nvSpPr>
          <p:spPr>
            <a:xfrm>
              <a:off x="5725482" y="4311397"/>
              <a:ext cx="5334000" cy="261518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637089" y="4908804"/>
              <a:ext cx="483234" cy="330835"/>
            </a:xfrm>
            <a:custGeom>
              <a:avLst/>
              <a:gdLst/>
              <a:ahLst/>
              <a:cxnLst/>
              <a:rect l="l" t="t" r="r" b="b"/>
              <a:pathLst>
                <a:path w="483235" h="330835">
                  <a:moveTo>
                    <a:pt x="48767" y="102107"/>
                  </a:moveTo>
                  <a:lnTo>
                    <a:pt x="28955" y="88391"/>
                  </a:lnTo>
                  <a:lnTo>
                    <a:pt x="19811" y="100583"/>
                  </a:lnTo>
                  <a:lnTo>
                    <a:pt x="10667" y="115823"/>
                  </a:lnTo>
                  <a:lnTo>
                    <a:pt x="4571" y="131063"/>
                  </a:lnTo>
                  <a:lnTo>
                    <a:pt x="1523" y="147827"/>
                  </a:lnTo>
                  <a:lnTo>
                    <a:pt x="0" y="156971"/>
                  </a:lnTo>
                  <a:lnTo>
                    <a:pt x="0" y="164591"/>
                  </a:lnTo>
                  <a:lnTo>
                    <a:pt x="25907" y="166115"/>
                  </a:lnTo>
                  <a:lnTo>
                    <a:pt x="25907" y="158495"/>
                  </a:lnTo>
                  <a:lnTo>
                    <a:pt x="27431" y="150875"/>
                  </a:lnTo>
                  <a:lnTo>
                    <a:pt x="30479" y="137159"/>
                  </a:lnTo>
                  <a:lnTo>
                    <a:pt x="35051" y="124967"/>
                  </a:lnTo>
                  <a:lnTo>
                    <a:pt x="42671" y="112775"/>
                  </a:lnTo>
                  <a:lnTo>
                    <a:pt x="48767" y="102107"/>
                  </a:lnTo>
                  <a:close/>
                </a:path>
                <a:path w="483235" h="330835">
                  <a:moveTo>
                    <a:pt x="124967" y="48767"/>
                  </a:moveTo>
                  <a:lnTo>
                    <a:pt x="115823" y="24383"/>
                  </a:lnTo>
                  <a:lnTo>
                    <a:pt x="108203" y="27431"/>
                  </a:lnTo>
                  <a:lnTo>
                    <a:pt x="89915" y="36575"/>
                  </a:lnTo>
                  <a:lnTo>
                    <a:pt x="71627" y="47243"/>
                  </a:lnTo>
                  <a:lnTo>
                    <a:pt x="56387" y="59435"/>
                  </a:lnTo>
                  <a:lnTo>
                    <a:pt x="47243" y="67055"/>
                  </a:lnTo>
                  <a:lnTo>
                    <a:pt x="64007" y="85343"/>
                  </a:lnTo>
                  <a:lnTo>
                    <a:pt x="73151" y="77723"/>
                  </a:lnTo>
                  <a:lnTo>
                    <a:pt x="86867" y="68579"/>
                  </a:lnTo>
                  <a:lnTo>
                    <a:pt x="102107" y="57911"/>
                  </a:lnTo>
                  <a:lnTo>
                    <a:pt x="118871" y="50291"/>
                  </a:lnTo>
                  <a:lnTo>
                    <a:pt x="124967" y="48767"/>
                  </a:lnTo>
                  <a:close/>
                </a:path>
                <a:path w="483235" h="330835">
                  <a:moveTo>
                    <a:pt x="219455" y="25907"/>
                  </a:moveTo>
                  <a:lnTo>
                    <a:pt x="217931" y="1523"/>
                  </a:lnTo>
                  <a:lnTo>
                    <a:pt x="216407" y="1523"/>
                  </a:lnTo>
                  <a:lnTo>
                    <a:pt x="193547" y="3047"/>
                  </a:lnTo>
                  <a:lnTo>
                    <a:pt x="170687" y="7619"/>
                  </a:lnTo>
                  <a:lnTo>
                    <a:pt x="149351" y="12191"/>
                  </a:lnTo>
                  <a:lnTo>
                    <a:pt x="140207" y="15239"/>
                  </a:lnTo>
                  <a:lnTo>
                    <a:pt x="147827" y="39623"/>
                  </a:lnTo>
                  <a:lnTo>
                    <a:pt x="156971" y="36575"/>
                  </a:lnTo>
                  <a:lnTo>
                    <a:pt x="176783" y="32003"/>
                  </a:lnTo>
                  <a:lnTo>
                    <a:pt x="219455" y="25907"/>
                  </a:lnTo>
                  <a:close/>
                </a:path>
                <a:path w="483235" h="330835">
                  <a:moveTo>
                    <a:pt x="323087" y="9143"/>
                  </a:moveTo>
                  <a:lnTo>
                    <a:pt x="310895" y="7619"/>
                  </a:lnTo>
                  <a:lnTo>
                    <a:pt x="289559" y="3047"/>
                  </a:lnTo>
                  <a:lnTo>
                    <a:pt x="265175" y="1523"/>
                  </a:lnTo>
                  <a:lnTo>
                    <a:pt x="243839" y="0"/>
                  </a:lnTo>
                  <a:lnTo>
                    <a:pt x="243839" y="25907"/>
                  </a:lnTo>
                  <a:lnTo>
                    <a:pt x="265175" y="25907"/>
                  </a:lnTo>
                  <a:lnTo>
                    <a:pt x="307847" y="32003"/>
                  </a:lnTo>
                  <a:lnTo>
                    <a:pt x="316991" y="35051"/>
                  </a:lnTo>
                  <a:lnTo>
                    <a:pt x="323087" y="9143"/>
                  </a:lnTo>
                  <a:close/>
                </a:path>
                <a:path w="483235" h="330835">
                  <a:moveTo>
                    <a:pt x="419099" y="53339"/>
                  </a:moveTo>
                  <a:lnTo>
                    <a:pt x="373379" y="27431"/>
                  </a:lnTo>
                  <a:lnTo>
                    <a:pt x="347471" y="16763"/>
                  </a:lnTo>
                  <a:lnTo>
                    <a:pt x="339851" y="41147"/>
                  </a:lnTo>
                  <a:lnTo>
                    <a:pt x="345947" y="42671"/>
                  </a:lnTo>
                  <a:lnTo>
                    <a:pt x="364235" y="50291"/>
                  </a:lnTo>
                  <a:lnTo>
                    <a:pt x="380999" y="59435"/>
                  </a:lnTo>
                  <a:lnTo>
                    <a:pt x="396239" y="68579"/>
                  </a:lnTo>
                  <a:lnTo>
                    <a:pt x="403859" y="74675"/>
                  </a:lnTo>
                  <a:lnTo>
                    <a:pt x="419099" y="53339"/>
                  </a:lnTo>
                  <a:close/>
                </a:path>
                <a:path w="483235" h="330835">
                  <a:moveTo>
                    <a:pt x="480059" y="143255"/>
                  </a:moveTo>
                  <a:lnTo>
                    <a:pt x="477011" y="129539"/>
                  </a:lnTo>
                  <a:lnTo>
                    <a:pt x="470915" y="114299"/>
                  </a:lnTo>
                  <a:lnTo>
                    <a:pt x="452627" y="83819"/>
                  </a:lnTo>
                  <a:lnTo>
                    <a:pt x="438911" y="70103"/>
                  </a:lnTo>
                  <a:lnTo>
                    <a:pt x="422147" y="89915"/>
                  </a:lnTo>
                  <a:lnTo>
                    <a:pt x="432815" y="100583"/>
                  </a:lnTo>
                  <a:lnTo>
                    <a:pt x="441959" y="112775"/>
                  </a:lnTo>
                  <a:lnTo>
                    <a:pt x="448055" y="126491"/>
                  </a:lnTo>
                  <a:lnTo>
                    <a:pt x="454151" y="138683"/>
                  </a:lnTo>
                  <a:lnTo>
                    <a:pt x="455675" y="147827"/>
                  </a:lnTo>
                  <a:lnTo>
                    <a:pt x="480059" y="143255"/>
                  </a:lnTo>
                  <a:close/>
                </a:path>
                <a:path w="483235" h="330835">
                  <a:moveTo>
                    <a:pt x="431291" y="266699"/>
                  </a:moveTo>
                  <a:lnTo>
                    <a:pt x="414527" y="248411"/>
                  </a:lnTo>
                  <a:lnTo>
                    <a:pt x="409955" y="252983"/>
                  </a:lnTo>
                  <a:lnTo>
                    <a:pt x="396239" y="263651"/>
                  </a:lnTo>
                  <a:lnTo>
                    <a:pt x="380999" y="272795"/>
                  </a:lnTo>
                  <a:lnTo>
                    <a:pt x="364235" y="280415"/>
                  </a:lnTo>
                  <a:lnTo>
                    <a:pt x="353567" y="284987"/>
                  </a:lnTo>
                  <a:lnTo>
                    <a:pt x="362711" y="307847"/>
                  </a:lnTo>
                  <a:lnTo>
                    <a:pt x="374903" y="303275"/>
                  </a:lnTo>
                  <a:lnTo>
                    <a:pt x="393191" y="294131"/>
                  </a:lnTo>
                  <a:lnTo>
                    <a:pt x="409955" y="283463"/>
                  </a:lnTo>
                  <a:lnTo>
                    <a:pt x="426719" y="271271"/>
                  </a:lnTo>
                  <a:lnTo>
                    <a:pt x="431291" y="266699"/>
                  </a:lnTo>
                  <a:close/>
                </a:path>
                <a:path w="483235" h="330835">
                  <a:moveTo>
                    <a:pt x="483107" y="173735"/>
                  </a:moveTo>
                  <a:lnTo>
                    <a:pt x="483107" y="170687"/>
                  </a:lnTo>
                  <a:lnTo>
                    <a:pt x="457199" y="170687"/>
                  </a:lnTo>
                  <a:lnTo>
                    <a:pt x="457199" y="172211"/>
                  </a:lnTo>
                  <a:lnTo>
                    <a:pt x="455675" y="179831"/>
                  </a:lnTo>
                  <a:lnTo>
                    <a:pt x="452627" y="193547"/>
                  </a:lnTo>
                  <a:lnTo>
                    <a:pt x="448055" y="205739"/>
                  </a:lnTo>
                  <a:lnTo>
                    <a:pt x="432815" y="230123"/>
                  </a:lnTo>
                  <a:lnTo>
                    <a:pt x="431291" y="231647"/>
                  </a:lnTo>
                  <a:lnTo>
                    <a:pt x="451103" y="248411"/>
                  </a:lnTo>
                  <a:lnTo>
                    <a:pt x="452627" y="245363"/>
                  </a:lnTo>
                  <a:lnTo>
                    <a:pt x="463295" y="230123"/>
                  </a:lnTo>
                  <a:lnTo>
                    <a:pt x="478535" y="199643"/>
                  </a:lnTo>
                  <a:lnTo>
                    <a:pt x="481583" y="182879"/>
                  </a:lnTo>
                  <a:lnTo>
                    <a:pt x="483107" y="173735"/>
                  </a:lnTo>
                  <a:close/>
                </a:path>
                <a:path w="483235" h="330835">
                  <a:moveTo>
                    <a:pt x="338327" y="316991"/>
                  </a:moveTo>
                  <a:lnTo>
                    <a:pt x="330707" y="292607"/>
                  </a:lnTo>
                  <a:lnTo>
                    <a:pt x="326135" y="294131"/>
                  </a:lnTo>
                  <a:lnTo>
                    <a:pt x="306323" y="298703"/>
                  </a:lnTo>
                  <a:lnTo>
                    <a:pt x="263651" y="304799"/>
                  </a:lnTo>
                  <a:lnTo>
                    <a:pt x="259079" y="304799"/>
                  </a:lnTo>
                  <a:lnTo>
                    <a:pt x="259079" y="329183"/>
                  </a:lnTo>
                  <a:lnTo>
                    <a:pt x="266699" y="329183"/>
                  </a:lnTo>
                  <a:lnTo>
                    <a:pt x="289559" y="327659"/>
                  </a:lnTo>
                  <a:lnTo>
                    <a:pt x="312419" y="323087"/>
                  </a:lnTo>
                  <a:lnTo>
                    <a:pt x="333755" y="318515"/>
                  </a:lnTo>
                  <a:lnTo>
                    <a:pt x="338327" y="316991"/>
                  </a:lnTo>
                  <a:close/>
                </a:path>
                <a:path w="483235" h="330835">
                  <a:moveTo>
                    <a:pt x="234695" y="304799"/>
                  </a:moveTo>
                  <a:lnTo>
                    <a:pt x="217931" y="304799"/>
                  </a:lnTo>
                  <a:lnTo>
                    <a:pt x="175259" y="298703"/>
                  </a:lnTo>
                  <a:lnTo>
                    <a:pt x="161543" y="294131"/>
                  </a:lnTo>
                  <a:lnTo>
                    <a:pt x="155447" y="320039"/>
                  </a:lnTo>
                  <a:lnTo>
                    <a:pt x="193547" y="327659"/>
                  </a:lnTo>
                  <a:lnTo>
                    <a:pt x="217931" y="329183"/>
                  </a:lnTo>
                  <a:lnTo>
                    <a:pt x="233171" y="330707"/>
                  </a:lnTo>
                  <a:lnTo>
                    <a:pt x="234695" y="304799"/>
                  </a:lnTo>
                  <a:close/>
                </a:path>
                <a:path w="483235" h="330835">
                  <a:moveTo>
                    <a:pt x="137159" y="288035"/>
                  </a:moveTo>
                  <a:lnTo>
                    <a:pt x="137159" y="286511"/>
                  </a:lnTo>
                  <a:lnTo>
                    <a:pt x="118871" y="280415"/>
                  </a:lnTo>
                  <a:lnTo>
                    <a:pt x="102107" y="271271"/>
                  </a:lnTo>
                  <a:lnTo>
                    <a:pt x="86867" y="262127"/>
                  </a:lnTo>
                  <a:lnTo>
                    <a:pt x="74675" y="252983"/>
                  </a:lnTo>
                  <a:lnTo>
                    <a:pt x="59435" y="274319"/>
                  </a:lnTo>
                  <a:lnTo>
                    <a:pt x="73151" y="283463"/>
                  </a:lnTo>
                  <a:lnTo>
                    <a:pt x="89915" y="294131"/>
                  </a:lnTo>
                  <a:lnTo>
                    <a:pt x="108203" y="303275"/>
                  </a:lnTo>
                  <a:lnTo>
                    <a:pt x="128015" y="310895"/>
                  </a:lnTo>
                  <a:lnTo>
                    <a:pt x="129539" y="312419"/>
                  </a:lnTo>
                  <a:lnTo>
                    <a:pt x="137159" y="288035"/>
                  </a:lnTo>
                  <a:close/>
                </a:path>
                <a:path w="483235" h="330835">
                  <a:moveTo>
                    <a:pt x="57911" y="237743"/>
                  </a:moveTo>
                  <a:lnTo>
                    <a:pt x="50291" y="230123"/>
                  </a:lnTo>
                  <a:lnTo>
                    <a:pt x="41147" y="217931"/>
                  </a:lnTo>
                  <a:lnTo>
                    <a:pt x="35051" y="204215"/>
                  </a:lnTo>
                  <a:lnTo>
                    <a:pt x="28955" y="192023"/>
                  </a:lnTo>
                  <a:lnTo>
                    <a:pt x="25907" y="178307"/>
                  </a:lnTo>
                  <a:lnTo>
                    <a:pt x="1523" y="181355"/>
                  </a:lnTo>
                  <a:lnTo>
                    <a:pt x="1523" y="184403"/>
                  </a:lnTo>
                  <a:lnTo>
                    <a:pt x="6095" y="201167"/>
                  </a:lnTo>
                  <a:lnTo>
                    <a:pt x="12191" y="216407"/>
                  </a:lnTo>
                  <a:lnTo>
                    <a:pt x="30479" y="246887"/>
                  </a:lnTo>
                  <a:lnTo>
                    <a:pt x="39623" y="254507"/>
                  </a:lnTo>
                  <a:lnTo>
                    <a:pt x="57911" y="23774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789490" y="5518403"/>
              <a:ext cx="788035" cy="318770"/>
            </a:xfrm>
            <a:custGeom>
              <a:avLst/>
              <a:gdLst/>
              <a:ahLst/>
              <a:cxnLst/>
              <a:rect l="l" t="t" r="r" b="b"/>
              <a:pathLst>
                <a:path w="788035" h="318770">
                  <a:moveTo>
                    <a:pt x="57911" y="105155"/>
                  </a:moveTo>
                  <a:lnTo>
                    <a:pt x="42671" y="86867"/>
                  </a:lnTo>
                  <a:lnTo>
                    <a:pt x="33527" y="92963"/>
                  </a:lnTo>
                  <a:lnTo>
                    <a:pt x="25907" y="100583"/>
                  </a:lnTo>
                  <a:lnTo>
                    <a:pt x="13715" y="115823"/>
                  </a:lnTo>
                  <a:lnTo>
                    <a:pt x="9143" y="124967"/>
                  </a:lnTo>
                  <a:lnTo>
                    <a:pt x="4571" y="132587"/>
                  </a:lnTo>
                  <a:lnTo>
                    <a:pt x="3047" y="141731"/>
                  </a:lnTo>
                  <a:lnTo>
                    <a:pt x="0" y="150875"/>
                  </a:lnTo>
                  <a:lnTo>
                    <a:pt x="0" y="158495"/>
                  </a:lnTo>
                  <a:lnTo>
                    <a:pt x="12953" y="159257"/>
                  </a:lnTo>
                  <a:lnTo>
                    <a:pt x="25907" y="158495"/>
                  </a:lnTo>
                  <a:lnTo>
                    <a:pt x="25907" y="152399"/>
                  </a:lnTo>
                  <a:lnTo>
                    <a:pt x="27431" y="146303"/>
                  </a:lnTo>
                  <a:lnTo>
                    <a:pt x="28955" y="141731"/>
                  </a:lnTo>
                  <a:lnTo>
                    <a:pt x="35051" y="129539"/>
                  </a:lnTo>
                  <a:lnTo>
                    <a:pt x="39623" y="123443"/>
                  </a:lnTo>
                  <a:lnTo>
                    <a:pt x="57911" y="105155"/>
                  </a:lnTo>
                  <a:close/>
                </a:path>
                <a:path w="788035" h="318770">
                  <a:moveTo>
                    <a:pt x="27431" y="169163"/>
                  </a:moveTo>
                  <a:lnTo>
                    <a:pt x="25907" y="164591"/>
                  </a:lnTo>
                  <a:lnTo>
                    <a:pt x="25907" y="160019"/>
                  </a:lnTo>
                  <a:lnTo>
                    <a:pt x="12953" y="159257"/>
                  </a:lnTo>
                  <a:lnTo>
                    <a:pt x="0" y="160019"/>
                  </a:lnTo>
                  <a:lnTo>
                    <a:pt x="1523" y="169163"/>
                  </a:lnTo>
                  <a:lnTo>
                    <a:pt x="1523" y="175259"/>
                  </a:lnTo>
                  <a:lnTo>
                    <a:pt x="27431" y="169163"/>
                  </a:lnTo>
                  <a:close/>
                </a:path>
                <a:path w="788035" h="318770">
                  <a:moveTo>
                    <a:pt x="25907" y="160019"/>
                  </a:moveTo>
                  <a:lnTo>
                    <a:pt x="25907" y="158495"/>
                  </a:lnTo>
                  <a:lnTo>
                    <a:pt x="12953" y="159257"/>
                  </a:lnTo>
                  <a:lnTo>
                    <a:pt x="25907" y="160019"/>
                  </a:lnTo>
                  <a:close/>
                </a:path>
                <a:path w="788035" h="318770">
                  <a:moveTo>
                    <a:pt x="144779" y="62483"/>
                  </a:moveTo>
                  <a:lnTo>
                    <a:pt x="137159" y="38099"/>
                  </a:lnTo>
                  <a:lnTo>
                    <a:pt x="132587" y="39623"/>
                  </a:lnTo>
                  <a:lnTo>
                    <a:pt x="120395" y="44195"/>
                  </a:lnTo>
                  <a:lnTo>
                    <a:pt x="106679" y="48767"/>
                  </a:lnTo>
                  <a:lnTo>
                    <a:pt x="82295" y="60959"/>
                  </a:lnTo>
                  <a:lnTo>
                    <a:pt x="71627" y="67055"/>
                  </a:lnTo>
                  <a:lnTo>
                    <a:pt x="64007" y="70103"/>
                  </a:lnTo>
                  <a:lnTo>
                    <a:pt x="77723" y="92963"/>
                  </a:lnTo>
                  <a:lnTo>
                    <a:pt x="83819" y="88391"/>
                  </a:lnTo>
                  <a:lnTo>
                    <a:pt x="94487" y="82295"/>
                  </a:lnTo>
                  <a:lnTo>
                    <a:pt x="105155" y="77723"/>
                  </a:lnTo>
                  <a:lnTo>
                    <a:pt x="117347" y="73151"/>
                  </a:lnTo>
                  <a:lnTo>
                    <a:pt x="129539" y="67055"/>
                  </a:lnTo>
                  <a:lnTo>
                    <a:pt x="141731" y="62483"/>
                  </a:lnTo>
                  <a:lnTo>
                    <a:pt x="144779" y="62483"/>
                  </a:lnTo>
                  <a:close/>
                </a:path>
                <a:path w="788035" h="318770">
                  <a:moveTo>
                    <a:pt x="240791" y="38099"/>
                  </a:moveTo>
                  <a:lnTo>
                    <a:pt x="236219" y="13715"/>
                  </a:lnTo>
                  <a:lnTo>
                    <a:pt x="208787" y="18287"/>
                  </a:lnTo>
                  <a:lnTo>
                    <a:pt x="176783" y="25907"/>
                  </a:lnTo>
                  <a:lnTo>
                    <a:pt x="161543" y="30479"/>
                  </a:lnTo>
                  <a:lnTo>
                    <a:pt x="167639" y="54863"/>
                  </a:lnTo>
                  <a:lnTo>
                    <a:pt x="184403" y="50291"/>
                  </a:lnTo>
                  <a:lnTo>
                    <a:pt x="214883" y="42671"/>
                  </a:lnTo>
                  <a:lnTo>
                    <a:pt x="240791" y="38099"/>
                  </a:lnTo>
                  <a:close/>
                </a:path>
                <a:path w="788035" h="318770">
                  <a:moveTo>
                    <a:pt x="341375" y="27431"/>
                  </a:moveTo>
                  <a:lnTo>
                    <a:pt x="339851" y="1523"/>
                  </a:lnTo>
                  <a:lnTo>
                    <a:pt x="315467" y="3047"/>
                  </a:lnTo>
                  <a:lnTo>
                    <a:pt x="278891" y="7619"/>
                  </a:lnTo>
                  <a:lnTo>
                    <a:pt x="262127" y="9143"/>
                  </a:lnTo>
                  <a:lnTo>
                    <a:pt x="265175" y="35051"/>
                  </a:lnTo>
                  <a:lnTo>
                    <a:pt x="281939" y="32003"/>
                  </a:lnTo>
                  <a:lnTo>
                    <a:pt x="318515" y="28955"/>
                  </a:lnTo>
                  <a:lnTo>
                    <a:pt x="341375" y="27431"/>
                  </a:lnTo>
                  <a:close/>
                </a:path>
                <a:path w="788035" h="318770">
                  <a:moveTo>
                    <a:pt x="393953" y="12953"/>
                  </a:moveTo>
                  <a:lnTo>
                    <a:pt x="393191" y="0"/>
                  </a:lnTo>
                  <a:lnTo>
                    <a:pt x="365759" y="1523"/>
                  </a:lnTo>
                  <a:lnTo>
                    <a:pt x="365759" y="25907"/>
                  </a:lnTo>
                  <a:lnTo>
                    <a:pt x="393191" y="25907"/>
                  </a:lnTo>
                  <a:lnTo>
                    <a:pt x="393953" y="12953"/>
                  </a:lnTo>
                  <a:close/>
                </a:path>
                <a:path w="788035" h="318770">
                  <a:moveTo>
                    <a:pt x="394715" y="25907"/>
                  </a:moveTo>
                  <a:lnTo>
                    <a:pt x="393953" y="12953"/>
                  </a:lnTo>
                  <a:lnTo>
                    <a:pt x="393191" y="25907"/>
                  </a:lnTo>
                  <a:lnTo>
                    <a:pt x="394715" y="25907"/>
                  </a:lnTo>
                  <a:close/>
                </a:path>
                <a:path w="788035" h="318770">
                  <a:moveTo>
                    <a:pt x="441959" y="1523"/>
                  </a:moveTo>
                  <a:lnTo>
                    <a:pt x="432815" y="1523"/>
                  </a:lnTo>
                  <a:lnTo>
                    <a:pt x="394715" y="0"/>
                  </a:lnTo>
                  <a:lnTo>
                    <a:pt x="393953" y="12953"/>
                  </a:lnTo>
                  <a:lnTo>
                    <a:pt x="394715" y="25907"/>
                  </a:lnTo>
                  <a:lnTo>
                    <a:pt x="432815" y="25907"/>
                  </a:lnTo>
                  <a:lnTo>
                    <a:pt x="440435" y="27431"/>
                  </a:lnTo>
                  <a:lnTo>
                    <a:pt x="441959" y="1523"/>
                  </a:lnTo>
                  <a:close/>
                </a:path>
                <a:path w="788035" h="318770">
                  <a:moveTo>
                    <a:pt x="544067" y="12191"/>
                  </a:moveTo>
                  <a:lnTo>
                    <a:pt x="509015" y="6095"/>
                  </a:lnTo>
                  <a:lnTo>
                    <a:pt x="470915" y="3047"/>
                  </a:lnTo>
                  <a:lnTo>
                    <a:pt x="467867" y="3047"/>
                  </a:lnTo>
                  <a:lnTo>
                    <a:pt x="466343" y="28955"/>
                  </a:lnTo>
                  <a:lnTo>
                    <a:pt x="469391" y="28955"/>
                  </a:lnTo>
                  <a:lnTo>
                    <a:pt x="505967" y="32003"/>
                  </a:lnTo>
                  <a:lnTo>
                    <a:pt x="541019" y="36575"/>
                  </a:lnTo>
                  <a:lnTo>
                    <a:pt x="544067" y="12191"/>
                  </a:lnTo>
                  <a:close/>
                </a:path>
                <a:path w="788035" h="318770">
                  <a:moveTo>
                    <a:pt x="644651" y="36575"/>
                  </a:moveTo>
                  <a:lnTo>
                    <a:pt x="640079" y="33527"/>
                  </a:lnTo>
                  <a:lnTo>
                    <a:pt x="609599" y="25907"/>
                  </a:lnTo>
                  <a:lnTo>
                    <a:pt x="577595" y="18287"/>
                  </a:lnTo>
                  <a:lnTo>
                    <a:pt x="569975" y="16763"/>
                  </a:lnTo>
                  <a:lnTo>
                    <a:pt x="565403" y="41147"/>
                  </a:lnTo>
                  <a:lnTo>
                    <a:pt x="573023" y="42671"/>
                  </a:lnTo>
                  <a:lnTo>
                    <a:pt x="603503" y="50291"/>
                  </a:lnTo>
                  <a:lnTo>
                    <a:pt x="632459" y="57911"/>
                  </a:lnTo>
                  <a:lnTo>
                    <a:pt x="637031" y="59435"/>
                  </a:lnTo>
                  <a:lnTo>
                    <a:pt x="644651" y="36575"/>
                  </a:lnTo>
                  <a:close/>
                </a:path>
                <a:path w="788035" h="318770">
                  <a:moveTo>
                    <a:pt x="739139" y="82295"/>
                  </a:moveTo>
                  <a:lnTo>
                    <a:pt x="736091" y="79247"/>
                  </a:lnTo>
                  <a:lnTo>
                    <a:pt x="726947" y="73151"/>
                  </a:lnTo>
                  <a:lnTo>
                    <a:pt x="716279" y="67055"/>
                  </a:lnTo>
                  <a:lnTo>
                    <a:pt x="704087" y="60959"/>
                  </a:lnTo>
                  <a:lnTo>
                    <a:pt x="693419" y="54863"/>
                  </a:lnTo>
                  <a:lnTo>
                    <a:pt x="681227" y="48767"/>
                  </a:lnTo>
                  <a:lnTo>
                    <a:pt x="670559" y="44195"/>
                  </a:lnTo>
                  <a:lnTo>
                    <a:pt x="659891" y="68579"/>
                  </a:lnTo>
                  <a:lnTo>
                    <a:pt x="670559" y="73151"/>
                  </a:lnTo>
                  <a:lnTo>
                    <a:pt x="682751" y="77723"/>
                  </a:lnTo>
                  <a:lnTo>
                    <a:pt x="693419" y="83819"/>
                  </a:lnTo>
                  <a:lnTo>
                    <a:pt x="704087" y="88391"/>
                  </a:lnTo>
                  <a:lnTo>
                    <a:pt x="722375" y="100583"/>
                  </a:lnTo>
                  <a:lnTo>
                    <a:pt x="725423" y="102107"/>
                  </a:lnTo>
                  <a:lnTo>
                    <a:pt x="739139" y="82295"/>
                  </a:lnTo>
                  <a:close/>
                </a:path>
                <a:path w="788035" h="318770">
                  <a:moveTo>
                    <a:pt x="787907" y="158495"/>
                  </a:moveTo>
                  <a:lnTo>
                    <a:pt x="784859" y="140207"/>
                  </a:lnTo>
                  <a:lnTo>
                    <a:pt x="781811" y="131063"/>
                  </a:lnTo>
                  <a:lnTo>
                    <a:pt x="778763" y="123443"/>
                  </a:lnTo>
                  <a:lnTo>
                    <a:pt x="760475" y="100583"/>
                  </a:lnTo>
                  <a:lnTo>
                    <a:pt x="760475" y="99059"/>
                  </a:lnTo>
                  <a:lnTo>
                    <a:pt x="742187" y="117347"/>
                  </a:lnTo>
                  <a:lnTo>
                    <a:pt x="742187" y="118871"/>
                  </a:lnTo>
                  <a:lnTo>
                    <a:pt x="748283" y="124967"/>
                  </a:lnTo>
                  <a:lnTo>
                    <a:pt x="752855" y="131063"/>
                  </a:lnTo>
                  <a:lnTo>
                    <a:pt x="755903" y="137159"/>
                  </a:lnTo>
                  <a:lnTo>
                    <a:pt x="758951" y="141731"/>
                  </a:lnTo>
                  <a:lnTo>
                    <a:pt x="761999" y="153923"/>
                  </a:lnTo>
                  <a:lnTo>
                    <a:pt x="761999" y="158495"/>
                  </a:lnTo>
                  <a:lnTo>
                    <a:pt x="774953" y="159257"/>
                  </a:lnTo>
                  <a:lnTo>
                    <a:pt x="787907" y="158495"/>
                  </a:lnTo>
                  <a:close/>
                </a:path>
                <a:path w="788035" h="318770">
                  <a:moveTo>
                    <a:pt x="787907" y="160019"/>
                  </a:moveTo>
                  <a:lnTo>
                    <a:pt x="774953" y="159257"/>
                  </a:lnTo>
                  <a:lnTo>
                    <a:pt x="761999" y="160019"/>
                  </a:lnTo>
                  <a:lnTo>
                    <a:pt x="761999" y="166115"/>
                  </a:lnTo>
                  <a:lnTo>
                    <a:pt x="760475" y="172211"/>
                  </a:lnTo>
                  <a:lnTo>
                    <a:pt x="758951" y="173735"/>
                  </a:lnTo>
                  <a:lnTo>
                    <a:pt x="783335" y="181355"/>
                  </a:lnTo>
                  <a:lnTo>
                    <a:pt x="784859" y="176783"/>
                  </a:lnTo>
                  <a:lnTo>
                    <a:pt x="786383" y="167639"/>
                  </a:lnTo>
                  <a:lnTo>
                    <a:pt x="787907" y="160019"/>
                  </a:lnTo>
                  <a:close/>
                </a:path>
                <a:path w="788035" h="318770">
                  <a:moveTo>
                    <a:pt x="774953" y="159257"/>
                  </a:moveTo>
                  <a:lnTo>
                    <a:pt x="761999" y="158495"/>
                  </a:lnTo>
                  <a:lnTo>
                    <a:pt x="761999" y="160019"/>
                  </a:lnTo>
                  <a:lnTo>
                    <a:pt x="774953" y="159257"/>
                  </a:lnTo>
                  <a:close/>
                </a:path>
                <a:path w="788035" h="318770">
                  <a:moveTo>
                    <a:pt x="769619" y="207263"/>
                  </a:moveTo>
                  <a:lnTo>
                    <a:pt x="749807" y="192023"/>
                  </a:lnTo>
                  <a:lnTo>
                    <a:pt x="748283" y="195071"/>
                  </a:lnTo>
                  <a:lnTo>
                    <a:pt x="736091" y="207263"/>
                  </a:lnTo>
                  <a:lnTo>
                    <a:pt x="720851" y="219455"/>
                  </a:lnTo>
                  <a:lnTo>
                    <a:pt x="713231" y="224027"/>
                  </a:lnTo>
                  <a:lnTo>
                    <a:pt x="702563" y="230123"/>
                  </a:lnTo>
                  <a:lnTo>
                    <a:pt x="693419" y="234695"/>
                  </a:lnTo>
                  <a:lnTo>
                    <a:pt x="705611" y="257555"/>
                  </a:lnTo>
                  <a:lnTo>
                    <a:pt x="745235" y="233171"/>
                  </a:lnTo>
                  <a:lnTo>
                    <a:pt x="768095" y="210311"/>
                  </a:lnTo>
                  <a:lnTo>
                    <a:pt x="769619" y="207263"/>
                  </a:lnTo>
                  <a:close/>
                </a:path>
                <a:path w="788035" h="318770">
                  <a:moveTo>
                    <a:pt x="682751" y="269747"/>
                  </a:moveTo>
                  <a:lnTo>
                    <a:pt x="672083" y="245363"/>
                  </a:lnTo>
                  <a:lnTo>
                    <a:pt x="670559" y="246887"/>
                  </a:lnTo>
                  <a:lnTo>
                    <a:pt x="646175" y="256031"/>
                  </a:lnTo>
                  <a:lnTo>
                    <a:pt x="632459" y="260603"/>
                  </a:lnTo>
                  <a:lnTo>
                    <a:pt x="603503" y="268223"/>
                  </a:lnTo>
                  <a:lnTo>
                    <a:pt x="601979" y="268223"/>
                  </a:lnTo>
                  <a:lnTo>
                    <a:pt x="608075" y="294131"/>
                  </a:lnTo>
                  <a:lnTo>
                    <a:pt x="611123" y="292607"/>
                  </a:lnTo>
                  <a:lnTo>
                    <a:pt x="640079" y="284987"/>
                  </a:lnTo>
                  <a:lnTo>
                    <a:pt x="653795" y="280415"/>
                  </a:lnTo>
                  <a:lnTo>
                    <a:pt x="667511" y="274319"/>
                  </a:lnTo>
                  <a:lnTo>
                    <a:pt x="681227" y="269747"/>
                  </a:lnTo>
                  <a:lnTo>
                    <a:pt x="682751" y="269747"/>
                  </a:lnTo>
                  <a:close/>
                </a:path>
                <a:path w="788035" h="318770">
                  <a:moveTo>
                    <a:pt x="583691" y="300227"/>
                  </a:moveTo>
                  <a:lnTo>
                    <a:pt x="577595" y="274319"/>
                  </a:lnTo>
                  <a:lnTo>
                    <a:pt x="573023" y="275843"/>
                  </a:lnTo>
                  <a:lnTo>
                    <a:pt x="539495" y="281939"/>
                  </a:lnTo>
                  <a:lnTo>
                    <a:pt x="505967" y="286511"/>
                  </a:lnTo>
                  <a:lnTo>
                    <a:pt x="504443" y="286511"/>
                  </a:lnTo>
                  <a:lnTo>
                    <a:pt x="505967" y="312419"/>
                  </a:lnTo>
                  <a:lnTo>
                    <a:pt x="509015" y="312419"/>
                  </a:lnTo>
                  <a:lnTo>
                    <a:pt x="579119" y="300227"/>
                  </a:lnTo>
                  <a:lnTo>
                    <a:pt x="583691" y="300227"/>
                  </a:lnTo>
                  <a:close/>
                </a:path>
                <a:path w="788035" h="318770">
                  <a:moveTo>
                    <a:pt x="481583" y="313943"/>
                  </a:moveTo>
                  <a:lnTo>
                    <a:pt x="478535" y="289559"/>
                  </a:lnTo>
                  <a:lnTo>
                    <a:pt x="469391" y="289559"/>
                  </a:lnTo>
                  <a:lnTo>
                    <a:pt x="432815" y="292607"/>
                  </a:lnTo>
                  <a:lnTo>
                    <a:pt x="403859" y="292607"/>
                  </a:lnTo>
                  <a:lnTo>
                    <a:pt x="403859" y="318515"/>
                  </a:lnTo>
                  <a:lnTo>
                    <a:pt x="434339" y="318515"/>
                  </a:lnTo>
                  <a:lnTo>
                    <a:pt x="472439" y="315467"/>
                  </a:lnTo>
                  <a:lnTo>
                    <a:pt x="481583" y="313943"/>
                  </a:lnTo>
                  <a:close/>
                </a:path>
                <a:path w="788035" h="318770">
                  <a:moveTo>
                    <a:pt x="377951" y="318515"/>
                  </a:moveTo>
                  <a:lnTo>
                    <a:pt x="377951" y="292607"/>
                  </a:lnTo>
                  <a:lnTo>
                    <a:pt x="355091" y="292607"/>
                  </a:lnTo>
                  <a:lnTo>
                    <a:pt x="318515" y="289559"/>
                  </a:lnTo>
                  <a:lnTo>
                    <a:pt x="303275" y="289559"/>
                  </a:lnTo>
                  <a:lnTo>
                    <a:pt x="300227" y="313943"/>
                  </a:lnTo>
                  <a:lnTo>
                    <a:pt x="316991" y="315467"/>
                  </a:lnTo>
                  <a:lnTo>
                    <a:pt x="355091" y="318515"/>
                  </a:lnTo>
                  <a:lnTo>
                    <a:pt x="377951" y="318515"/>
                  </a:lnTo>
                  <a:close/>
                </a:path>
                <a:path w="788035" h="318770">
                  <a:moveTo>
                    <a:pt x="278891" y="286511"/>
                  </a:moveTo>
                  <a:lnTo>
                    <a:pt x="246887" y="281939"/>
                  </a:lnTo>
                  <a:lnTo>
                    <a:pt x="214883" y="275843"/>
                  </a:lnTo>
                  <a:lnTo>
                    <a:pt x="204215" y="272795"/>
                  </a:lnTo>
                  <a:lnTo>
                    <a:pt x="199643" y="298703"/>
                  </a:lnTo>
                  <a:lnTo>
                    <a:pt x="210311" y="300227"/>
                  </a:lnTo>
                  <a:lnTo>
                    <a:pt x="243839" y="306323"/>
                  </a:lnTo>
                  <a:lnTo>
                    <a:pt x="274319" y="310895"/>
                  </a:lnTo>
                  <a:lnTo>
                    <a:pt x="278891" y="286511"/>
                  </a:lnTo>
                  <a:close/>
                </a:path>
                <a:path w="788035" h="318770">
                  <a:moveTo>
                    <a:pt x="181355" y="268223"/>
                  </a:moveTo>
                  <a:lnTo>
                    <a:pt x="155447" y="260603"/>
                  </a:lnTo>
                  <a:lnTo>
                    <a:pt x="141731" y="256031"/>
                  </a:lnTo>
                  <a:lnTo>
                    <a:pt x="129539" y="251459"/>
                  </a:lnTo>
                  <a:lnTo>
                    <a:pt x="115823" y="245363"/>
                  </a:lnTo>
                  <a:lnTo>
                    <a:pt x="109727" y="243839"/>
                  </a:lnTo>
                  <a:lnTo>
                    <a:pt x="100583" y="266699"/>
                  </a:lnTo>
                  <a:lnTo>
                    <a:pt x="106679" y="269747"/>
                  </a:lnTo>
                  <a:lnTo>
                    <a:pt x="120395" y="274319"/>
                  </a:lnTo>
                  <a:lnTo>
                    <a:pt x="134111" y="280415"/>
                  </a:lnTo>
                  <a:lnTo>
                    <a:pt x="147827" y="284987"/>
                  </a:lnTo>
                  <a:lnTo>
                    <a:pt x="173735" y="292607"/>
                  </a:lnTo>
                  <a:lnTo>
                    <a:pt x="181355" y="268223"/>
                  </a:lnTo>
                  <a:close/>
                </a:path>
                <a:path w="788035" h="318770">
                  <a:moveTo>
                    <a:pt x="88391" y="233171"/>
                  </a:moveTo>
                  <a:lnTo>
                    <a:pt x="65531" y="217931"/>
                  </a:lnTo>
                  <a:lnTo>
                    <a:pt x="57911" y="213359"/>
                  </a:lnTo>
                  <a:lnTo>
                    <a:pt x="51815" y="207263"/>
                  </a:lnTo>
                  <a:lnTo>
                    <a:pt x="44195" y="201167"/>
                  </a:lnTo>
                  <a:lnTo>
                    <a:pt x="35051" y="188975"/>
                  </a:lnTo>
                  <a:lnTo>
                    <a:pt x="13715" y="201167"/>
                  </a:lnTo>
                  <a:lnTo>
                    <a:pt x="15239" y="204215"/>
                  </a:lnTo>
                  <a:lnTo>
                    <a:pt x="19811" y="211835"/>
                  </a:lnTo>
                  <a:lnTo>
                    <a:pt x="27431" y="219455"/>
                  </a:lnTo>
                  <a:lnTo>
                    <a:pt x="35051" y="225551"/>
                  </a:lnTo>
                  <a:lnTo>
                    <a:pt x="42671" y="233171"/>
                  </a:lnTo>
                  <a:lnTo>
                    <a:pt x="51815" y="239267"/>
                  </a:lnTo>
                  <a:lnTo>
                    <a:pt x="60959" y="246887"/>
                  </a:lnTo>
                  <a:lnTo>
                    <a:pt x="71627" y="252983"/>
                  </a:lnTo>
                  <a:lnTo>
                    <a:pt x="76199" y="254507"/>
                  </a:lnTo>
                  <a:lnTo>
                    <a:pt x="88391" y="23317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741990" y="5137404"/>
              <a:ext cx="1377695" cy="1092707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999801" y="4613148"/>
              <a:ext cx="654050" cy="321945"/>
            </a:xfrm>
            <a:custGeom>
              <a:avLst/>
              <a:gdLst/>
              <a:ahLst/>
              <a:cxnLst/>
              <a:rect l="l" t="t" r="r" b="b"/>
              <a:pathLst>
                <a:path w="654050" h="321945">
                  <a:moveTo>
                    <a:pt x="54863" y="103631"/>
                  </a:moveTo>
                  <a:lnTo>
                    <a:pt x="38099" y="85343"/>
                  </a:lnTo>
                  <a:lnTo>
                    <a:pt x="35051" y="86867"/>
                  </a:lnTo>
                  <a:lnTo>
                    <a:pt x="27431" y="94487"/>
                  </a:lnTo>
                  <a:lnTo>
                    <a:pt x="4571" y="134111"/>
                  </a:lnTo>
                  <a:lnTo>
                    <a:pt x="0" y="152399"/>
                  </a:lnTo>
                  <a:lnTo>
                    <a:pt x="0" y="160019"/>
                  </a:lnTo>
                  <a:lnTo>
                    <a:pt x="12953" y="160781"/>
                  </a:lnTo>
                  <a:lnTo>
                    <a:pt x="25907" y="160019"/>
                  </a:lnTo>
                  <a:lnTo>
                    <a:pt x="25907" y="153923"/>
                  </a:lnTo>
                  <a:lnTo>
                    <a:pt x="28955" y="141731"/>
                  </a:lnTo>
                  <a:lnTo>
                    <a:pt x="38099" y="123443"/>
                  </a:lnTo>
                  <a:lnTo>
                    <a:pt x="47243" y="111251"/>
                  </a:lnTo>
                  <a:lnTo>
                    <a:pt x="54863" y="103631"/>
                  </a:lnTo>
                  <a:close/>
                </a:path>
                <a:path w="654050" h="321945">
                  <a:moveTo>
                    <a:pt x="54863" y="217931"/>
                  </a:moveTo>
                  <a:lnTo>
                    <a:pt x="51815" y="214883"/>
                  </a:lnTo>
                  <a:lnTo>
                    <a:pt x="47243" y="208787"/>
                  </a:lnTo>
                  <a:lnTo>
                    <a:pt x="41147" y="202691"/>
                  </a:lnTo>
                  <a:lnTo>
                    <a:pt x="38099" y="196595"/>
                  </a:lnTo>
                  <a:lnTo>
                    <a:pt x="33527" y="190499"/>
                  </a:lnTo>
                  <a:lnTo>
                    <a:pt x="30479" y="184403"/>
                  </a:lnTo>
                  <a:lnTo>
                    <a:pt x="25907" y="166115"/>
                  </a:lnTo>
                  <a:lnTo>
                    <a:pt x="25907" y="161543"/>
                  </a:lnTo>
                  <a:lnTo>
                    <a:pt x="12953" y="160781"/>
                  </a:lnTo>
                  <a:lnTo>
                    <a:pt x="0" y="161543"/>
                  </a:lnTo>
                  <a:lnTo>
                    <a:pt x="1523" y="170687"/>
                  </a:lnTo>
                  <a:lnTo>
                    <a:pt x="3047" y="178307"/>
                  </a:lnTo>
                  <a:lnTo>
                    <a:pt x="4571" y="187451"/>
                  </a:lnTo>
                  <a:lnTo>
                    <a:pt x="7619" y="196595"/>
                  </a:lnTo>
                  <a:lnTo>
                    <a:pt x="16763" y="211835"/>
                  </a:lnTo>
                  <a:lnTo>
                    <a:pt x="35051" y="234695"/>
                  </a:lnTo>
                  <a:lnTo>
                    <a:pt x="38099" y="236219"/>
                  </a:lnTo>
                  <a:lnTo>
                    <a:pt x="54863" y="217931"/>
                  </a:lnTo>
                  <a:close/>
                </a:path>
                <a:path w="654050" h="321945">
                  <a:moveTo>
                    <a:pt x="25907" y="161543"/>
                  </a:moveTo>
                  <a:lnTo>
                    <a:pt x="25907" y="160019"/>
                  </a:lnTo>
                  <a:lnTo>
                    <a:pt x="12953" y="160781"/>
                  </a:lnTo>
                  <a:lnTo>
                    <a:pt x="25907" y="161543"/>
                  </a:lnTo>
                  <a:close/>
                </a:path>
                <a:path w="654050" h="321945">
                  <a:moveTo>
                    <a:pt x="137159" y="56387"/>
                  </a:moveTo>
                  <a:lnTo>
                    <a:pt x="129539" y="32003"/>
                  </a:lnTo>
                  <a:lnTo>
                    <a:pt x="99059" y="44195"/>
                  </a:lnTo>
                  <a:lnTo>
                    <a:pt x="77723" y="54863"/>
                  </a:lnTo>
                  <a:lnTo>
                    <a:pt x="59435" y="67055"/>
                  </a:lnTo>
                  <a:lnTo>
                    <a:pt x="57911" y="68579"/>
                  </a:lnTo>
                  <a:lnTo>
                    <a:pt x="73151" y="88391"/>
                  </a:lnTo>
                  <a:lnTo>
                    <a:pt x="74675" y="88391"/>
                  </a:lnTo>
                  <a:lnTo>
                    <a:pt x="82295" y="82295"/>
                  </a:lnTo>
                  <a:lnTo>
                    <a:pt x="91439" y="77723"/>
                  </a:lnTo>
                  <a:lnTo>
                    <a:pt x="111251" y="67055"/>
                  </a:lnTo>
                  <a:lnTo>
                    <a:pt x="132587" y="57911"/>
                  </a:lnTo>
                  <a:lnTo>
                    <a:pt x="137159" y="56387"/>
                  </a:lnTo>
                  <a:close/>
                </a:path>
                <a:path w="654050" h="321945">
                  <a:moveTo>
                    <a:pt x="234695" y="32003"/>
                  </a:moveTo>
                  <a:lnTo>
                    <a:pt x="230123" y="6095"/>
                  </a:lnTo>
                  <a:lnTo>
                    <a:pt x="201167" y="12191"/>
                  </a:lnTo>
                  <a:lnTo>
                    <a:pt x="173735" y="18287"/>
                  </a:lnTo>
                  <a:lnTo>
                    <a:pt x="153923" y="24383"/>
                  </a:lnTo>
                  <a:lnTo>
                    <a:pt x="161543" y="48767"/>
                  </a:lnTo>
                  <a:lnTo>
                    <a:pt x="181355" y="42671"/>
                  </a:lnTo>
                  <a:lnTo>
                    <a:pt x="207263" y="36575"/>
                  </a:lnTo>
                  <a:lnTo>
                    <a:pt x="234695" y="32003"/>
                  </a:lnTo>
                  <a:close/>
                </a:path>
                <a:path w="654050" h="321945">
                  <a:moveTo>
                    <a:pt x="326897" y="12191"/>
                  </a:moveTo>
                  <a:lnTo>
                    <a:pt x="326135" y="0"/>
                  </a:lnTo>
                  <a:lnTo>
                    <a:pt x="294131" y="0"/>
                  </a:lnTo>
                  <a:lnTo>
                    <a:pt x="262127" y="3047"/>
                  </a:lnTo>
                  <a:lnTo>
                    <a:pt x="256031" y="3047"/>
                  </a:lnTo>
                  <a:lnTo>
                    <a:pt x="259079" y="28955"/>
                  </a:lnTo>
                  <a:lnTo>
                    <a:pt x="265175" y="27431"/>
                  </a:lnTo>
                  <a:lnTo>
                    <a:pt x="295655" y="25907"/>
                  </a:lnTo>
                  <a:lnTo>
                    <a:pt x="326135" y="24456"/>
                  </a:lnTo>
                  <a:lnTo>
                    <a:pt x="326897" y="12191"/>
                  </a:lnTo>
                  <a:close/>
                </a:path>
                <a:path w="654050" h="321945">
                  <a:moveTo>
                    <a:pt x="327659" y="24383"/>
                  </a:moveTo>
                  <a:lnTo>
                    <a:pt x="326897" y="12191"/>
                  </a:lnTo>
                  <a:lnTo>
                    <a:pt x="326135" y="24383"/>
                  </a:lnTo>
                  <a:lnTo>
                    <a:pt x="326379" y="24444"/>
                  </a:lnTo>
                  <a:lnTo>
                    <a:pt x="327659" y="24383"/>
                  </a:lnTo>
                  <a:close/>
                </a:path>
                <a:path w="654050" h="321945">
                  <a:moveTo>
                    <a:pt x="326379" y="24444"/>
                  </a:moveTo>
                  <a:lnTo>
                    <a:pt x="326135" y="24383"/>
                  </a:lnTo>
                  <a:lnTo>
                    <a:pt x="326379" y="24444"/>
                  </a:lnTo>
                  <a:close/>
                </a:path>
                <a:path w="654050" h="321945">
                  <a:moveTo>
                    <a:pt x="327659" y="24764"/>
                  </a:moveTo>
                  <a:lnTo>
                    <a:pt x="327659" y="24383"/>
                  </a:lnTo>
                  <a:lnTo>
                    <a:pt x="326379" y="24444"/>
                  </a:lnTo>
                  <a:lnTo>
                    <a:pt x="327659" y="24764"/>
                  </a:lnTo>
                  <a:close/>
                </a:path>
                <a:path w="654050" h="321945">
                  <a:moveTo>
                    <a:pt x="333755" y="0"/>
                  </a:moveTo>
                  <a:lnTo>
                    <a:pt x="327659" y="0"/>
                  </a:lnTo>
                  <a:lnTo>
                    <a:pt x="326897" y="12191"/>
                  </a:lnTo>
                  <a:lnTo>
                    <a:pt x="327659" y="24383"/>
                  </a:lnTo>
                  <a:lnTo>
                    <a:pt x="327659" y="24764"/>
                  </a:lnTo>
                  <a:lnTo>
                    <a:pt x="332231" y="25907"/>
                  </a:lnTo>
                  <a:lnTo>
                    <a:pt x="333755" y="0"/>
                  </a:lnTo>
                  <a:close/>
                </a:path>
                <a:path w="654050" h="321945">
                  <a:moveTo>
                    <a:pt x="435863" y="9143"/>
                  </a:moveTo>
                  <a:lnTo>
                    <a:pt x="422147" y="6095"/>
                  </a:lnTo>
                  <a:lnTo>
                    <a:pt x="391667" y="3047"/>
                  </a:lnTo>
                  <a:lnTo>
                    <a:pt x="359663" y="0"/>
                  </a:lnTo>
                  <a:lnTo>
                    <a:pt x="358139" y="25907"/>
                  </a:lnTo>
                  <a:lnTo>
                    <a:pt x="388619" y="27431"/>
                  </a:lnTo>
                  <a:lnTo>
                    <a:pt x="419099" y="32003"/>
                  </a:lnTo>
                  <a:lnTo>
                    <a:pt x="432815" y="33527"/>
                  </a:lnTo>
                  <a:lnTo>
                    <a:pt x="435863" y="9143"/>
                  </a:lnTo>
                  <a:close/>
                </a:path>
                <a:path w="654050" h="321945">
                  <a:moveTo>
                    <a:pt x="536447" y="36575"/>
                  </a:moveTo>
                  <a:lnTo>
                    <a:pt x="530351" y="33527"/>
                  </a:lnTo>
                  <a:lnTo>
                    <a:pt x="505967" y="25907"/>
                  </a:lnTo>
                  <a:lnTo>
                    <a:pt x="480059" y="18287"/>
                  </a:lnTo>
                  <a:lnTo>
                    <a:pt x="461771" y="13715"/>
                  </a:lnTo>
                  <a:lnTo>
                    <a:pt x="455675" y="38099"/>
                  </a:lnTo>
                  <a:lnTo>
                    <a:pt x="473963" y="42671"/>
                  </a:lnTo>
                  <a:lnTo>
                    <a:pt x="522731" y="57911"/>
                  </a:lnTo>
                  <a:lnTo>
                    <a:pt x="527303" y="60959"/>
                  </a:lnTo>
                  <a:lnTo>
                    <a:pt x="536447" y="36575"/>
                  </a:lnTo>
                  <a:close/>
                </a:path>
                <a:path w="654050" h="321945">
                  <a:moveTo>
                    <a:pt x="626363" y="94487"/>
                  </a:moveTo>
                  <a:lnTo>
                    <a:pt x="624839" y="94487"/>
                  </a:lnTo>
                  <a:lnTo>
                    <a:pt x="618743" y="86867"/>
                  </a:lnTo>
                  <a:lnTo>
                    <a:pt x="611123" y="80771"/>
                  </a:lnTo>
                  <a:lnTo>
                    <a:pt x="603503" y="73151"/>
                  </a:lnTo>
                  <a:lnTo>
                    <a:pt x="585215" y="60959"/>
                  </a:lnTo>
                  <a:lnTo>
                    <a:pt x="574547" y="54863"/>
                  </a:lnTo>
                  <a:lnTo>
                    <a:pt x="560831" y="47243"/>
                  </a:lnTo>
                  <a:lnTo>
                    <a:pt x="548639" y="70103"/>
                  </a:lnTo>
                  <a:lnTo>
                    <a:pt x="563879" y="77723"/>
                  </a:lnTo>
                  <a:lnTo>
                    <a:pt x="571499" y="82295"/>
                  </a:lnTo>
                  <a:lnTo>
                    <a:pt x="580643" y="88391"/>
                  </a:lnTo>
                  <a:lnTo>
                    <a:pt x="588263" y="94487"/>
                  </a:lnTo>
                  <a:lnTo>
                    <a:pt x="594359" y="99059"/>
                  </a:lnTo>
                  <a:lnTo>
                    <a:pt x="601979" y="105155"/>
                  </a:lnTo>
                  <a:lnTo>
                    <a:pt x="606551" y="111251"/>
                  </a:lnTo>
                  <a:lnTo>
                    <a:pt x="626363" y="94487"/>
                  </a:lnTo>
                  <a:close/>
                </a:path>
                <a:path w="654050" h="321945">
                  <a:moveTo>
                    <a:pt x="653795" y="160019"/>
                  </a:moveTo>
                  <a:lnTo>
                    <a:pt x="650747" y="141731"/>
                  </a:lnTo>
                  <a:lnTo>
                    <a:pt x="649223" y="134111"/>
                  </a:lnTo>
                  <a:lnTo>
                    <a:pt x="646175" y="124967"/>
                  </a:lnTo>
                  <a:lnTo>
                    <a:pt x="643127" y="118871"/>
                  </a:lnTo>
                  <a:lnTo>
                    <a:pt x="620267" y="129539"/>
                  </a:lnTo>
                  <a:lnTo>
                    <a:pt x="623315" y="135635"/>
                  </a:lnTo>
                  <a:lnTo>
                    <a:pt x="624839" y="143255"/>
                  </a:lnTo>
                  <a:lnTo>
                    <a:pt x="627887" y="155447"/>
                  </a:lnTo>
                  <a:lnTo>
                    <a:pt x="627887" y="160019"/>
                  </a:lnTo>
                  <a:lnTo>
                    <a:pt x="640841" y="160781"/>
                  </a:lnTo>
                  <a:lnTo>
                    <a:pt x="653795" y="160019"/>
                  </a:lnTo>
                  <a:close/>
                </a:path>
                <a:path w="654050" h="321945">
                  <a:moveTo>
                    <a:pt x="653795" y="169163"/>
                  </a:moveTo>
                  <a:lnTo>
                    <a:pt x="653795" y="161543"/>
                  </a:lnTo>
                  <a:lnTo>
                    <a:pt x="640841" y="160781"/>
                  </a:lnTo>
                  <a:lnTo>
                    <a:pt x="627887" y="161543"/>
                  </a:lnTo>
                  <a:lnTo>
                    <a:pt x="627887" y="167639"/>
                  </a:lnTo>
                  <a:lnTo>
                    <a:pt x="624839" y="179831"/>
                  </a:lnTo>
                  <a:lnTo>
                    <a:pt x="621791" y="185927"/>
                  </a:lnTo>
                  <a:lnTo>
                    <a:pt x="620267" y="192023"/>
                  </a:lnTo>
                  <a:lnTo>
                    <a:pt x="643127" y="202691"/>
                  </a:lnTo>
                  <a:lnTo>
                    <a:pt x="646175" y="195071"/>
                  </a:lnTo>
                  <a:lnTo>
                    <a:pt x="649223" y="185927"/>
                  </a:lnTo>
                  <a:lnTo>
                    <a:pt x="652271" y="178307"/>
                  </a:lnTo>
                  <a:lnTo>
                    <a:pt x="653795" y="169163"/>
                  </a:lnTo>
                  <a:close/>
                </a:path>
                <a:path w="654050" h="321945">
                  <a:moveTo>
                    <a:pt x="640841" y="160781"/>
                  </a:moveTo>
                  <a:lnTo>
                    <a:pt x="627887" y="160019"/>
                  </a:lnTo>
                  <a:lnTo>
                    <a:pt x="627887" y="161543"/>
                  </a:lnTo>
                  <a:lnTo>
                    <a:pt x="640841" y="160781"/>
                  </a:lnTo>
                  <a:close/>
                </a:path>
                <a:path w="654050" h="321945">
                  <a:moveTo>
                    <a:pt x="626363" y="225551"/>
                  </a:moveTo>
                  <a:lnTo>
                    <a:pt x="606551" y="210311"/>
                  </a:lnTo>
                  <a:lnTo>
                    <a:pt x="594359" y="222503"/>
                  </a:lnTo>
                  <a:lnTo>
                    <a:pt x="586739" y="227075"/>
                  </a:lnTo>
                  <a:lnTo>
                    <a:pt x="571499" y="239267"/>
                  </a:lnTo>
                  <a:lnTo>
                    <a:pt x="562355" y="243839"/>
                  </a:lnTo>
                  <a:lnTo>
                    <a:pt x="548639" y="251459"/>
                  </a:lnTo>
                  <a:lnTo>
                    <a:pt x="560831" y="272795"/>
                  </a:lnTo>
                  <a:lnTo>
                    <a:pt x="576071" y="265175"/>
                  </a:lnTo>
                  <a:lnTo>
                    <a:pt x="603503" y="246887"/>
                  </a:lnTo>
                  <a:lnTo>
                    <a:pt x="611123" y="240791"/>
                  </a:lnTo>
                  <a:lnTo>
                    <a:pt x="626363" y="225551"/>
                  </a:lnTo>
                  <a:close/>
                </a:path>
                <a:path w="654050" h="321945">
                  <a:moveTo>
                    <a:pt x="536447" y="283463"/>
                  </a:moveTo>
                  <a:lnTo>
                    <a:pt x="527303" y="260603"/>
                  </a:lnTo>
                  <a:lnTo>
                    <a:pt x="521207" y="263651"/>
                  </a:lnTo>
                  <a:lnTo>
                    <a:pt x="498347" y="271271"/>
                  </a:lnTo>
                  <a:lnTo>
                    <a:pt x="472439" y="278891"/>
                  </a:lnTo>
                  <a:lnTo>
                    <a:pt x="455675" y="281939"/>
                  </a:lnTo>
                  <a:lnTo>
                    <a:pt x="461771" y="306323"/>
                  </a:lnTo>
                  <a:lnTo>
                    <a:pt x="480059" y="303275"/>
                  </a:lnTo>
                  <a:lnTo>
                    <a:pt x="505967" y="295655"/>
                  </a:lnTo>
                  <a:lnTo>
                    <a:pt x="531875" y="286511"/>
                  </a:lnTo>
                  <a:lnTo>
                    <a:pt x="536447" y="283463"/>
                  </a:lnTo>
                  <a:close/>
                </a:path>
                <a:path w="654050" h="321945">
                  <a:moveTo>
                    <a:pt x="435863" y="312419"/>
                  </a:moveTo>
                  <a:lnTo>
                    <a:pt x="432815" y="286511"/>
                  </a:lnTo>
                  <a:lnTo>
                    <a:pt x="417575" y="289559"/>
                  </a:lnTo>
                  <a:lnTo>
                    <a:pt x="388619" y="292607"/>
                  </a:lnTo>
                  <a:lnTo>
                    <a:pt x="358139" y="295655"/>
                  </a:lnTo>
                  <a:lnTo>
                    <a:pt x="358139" y="320039"/>
                  </a:lnTo>
                  <a:lnTo>
                    <a:pt x="359663" y="320039"/>
                  </a:lnTo>
                  <a:lnTo>
                    <a:pt x="391667" y="318515"/>
                  </a:lnTo>
                  <a:lnTo>
                    <a:pt x="422147" y="313943"/>
                  </a:lnTo>
                  <a:lnTo>
                    <a:pt x="435863" y="312419"/>
                  </a:lnTo>
                  <a:close/>
                </a:path>
                <a:path w="654050" h="321945">
                  <a:moveTo>
                    <a:pt x="326897" y="308609"/>
                  </a:moveTo>
                  <a:lnTo>
                    <a:pt x="326135" y="295655"/>
                  </a:lnTo>
                  <a:lnTo>
                    <a:pt x="295655" y="295655"/>
                  </a:lnTo>
                  <a:lnTo>
                    <a:pt x="265175" y="292607"/>
                  </a:lnTo>
                  <a:lnTo>
                    <a:pt x="259079" y="292607"/>
                  </a:lnTo>
                  <a:lnTo>
                    <a:pt x="256031" y="316991"/>
                  </a:lnTo>
                  <a:lnTo>
                    <a:pt x="262127" y="318515"/>
                  </a:lnTo>
                  <a:lnTo>
                    <a:pt x="326135" y="321563"/>
                  </a:lnTo>
                  <a:lnTo>
                    <a:pt x="326897" y="308609"/>
                  </a:lnTo>
                  <a:close/>
                </a:path>
                <a:path w="654050" h="321945">
                  <a:moveTo>
                    <a:pt x="327659" y="295655"/>
                  </a:moveTo>
                  <a:lnTo>
                    <a:pt x="326135" y="295655"/>
                  </a:lnTo>
                  <a:lnTo>
                    <a:pt x="326897" y="308609"/>
                  </a:lnTo>
                  <a:lnTo>
                    <a:pt x="327659" y="295655"/>
                  </a:lnTo>
                  <a:close/>
                </a:path>
                <a:path w="654050" h="321945">
                  <a:moveTo>
                    <a:pt x="333755" y="321563"/>
                  </a:moveTo>
                  <a:lnTo>
                    <a:pt x="332231" y="295655"/>
                  </a:lnTo>
                  <a:lnTo>
                    <a:pt x="327659" y="295655"/>
                  </a:lnTo>
                  <a:lnTo>
                    <a:pt x="326897" y="308609"/>
                  </a:lnTo>
                  <a:lnTo>
                    <a:pt x="327659" y="321563"/>
                  </a:lnTo>
                  <a:lnTo>
                    <a:pt x="333755" y="321563"/>
                  </a:lnTo>
                  <a:close/>
                </a:path>
                <a:path w="654050" h="321945">
                  <a:moveTo>
                    <a:pt x="234695" y="289559"/>
                  </a:moveTo>
                  <a:lnTo>
                    <a:pt x="207263" y="284987"/>
                  </a:lnTo>
                  <a:lnTo>
                    <a:pt x="179831" y="278891"/>
                  </a:lnTo>
                  <a:lnTo>
                    <a:pt x="161543" y="272795"/>
                  </a:lnTo>
                  <a:lnTo>
                    <a:pt x="153923" y="297179"/>
                  </a:lnTo>
                  <a:lnTo>
                    <a:pt x="173735" y="303275"/>
                  </a:lnTo>
                  <a:lnTo>
                    <a:pt x="202691" y="309371"/>
                  </a:lnTo>
                  <a:lnTo>
                    <a:pt x="230123" y="313943"/>
                  </a:lnTo>
                  <a:lnTo>
                    <a:pt x="234695" y="289559"/>
                  </a:lnTo>
                  <a:close/>
                </a:path>
                <a:path w="654050" h="321945">
                  <a:moveTo>
                    <a:pt x="137159" y="265175"/>
                  </a:moveTo>
                  <a:lnTo>
                    <a:pt x="131063" y="262127"/>
                  </a:lnTo>
                  <a:lnTo>
                    <a:pt x="109727" y="252983"/>
                  </a:lnTo>
                  <a:lnTo>
                    <a:pt x="89915" y="243839"/>
                  </a:lnTo>
                  <a:lnTo>
                    <a:pt x="82295" y="237743"/>
                  </a:lnTo>
                  <a:lnTo>
                    <a:pt x="73151" y="233171"/>
                  </a:lnTo>
                  <a:lnTo>
                    <a:pt x="73151" y="231647"/>
                  </a:lnTo>
                  <a:lnTo>
                    <a:pt x="57911" y="252983"/>
                  </a:lnTo>
                  <a:lnTo>
                    <a:pt x="59435" y="254507"/>
                  </a:lnTo>
                  <a:lnTo>
                    <a:pt x="68579" y="260603"/>
                  </a:lnTo>
                  <a:lnTo>
                    <a:pt x="79247" y="265175"/>
                  </a:lnTo>
                  <a:lnTo>
                    <a:pt x="100583" y="277367"/>
                  </a:lnTo>
                  <a:lnTo>
                    <a:pt x="123443" y="286511"/>
                  </a:lnTo>
                  <a:lnTo>
                    <a:pt x="129539" y="289559"/>
                  </a:lnTo>
                  <a:lnTo>
                    <a:pt x="137159" y="26517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122990" y="6533389"/>
              <a:ext cx="597535" cy="405765"/>
            </a:xfrm>
            <a:custGeom>
              <a:avLst/>
              <a:gdLst/>
              <a:ahLst/>
              <a:cxnLst/>
              <a:rect l="l" t="t" r="r" b="b"/>
              <a:pathLst>
                <a:path w="597535" h="405765">
                  <a:moveTo>
                    <a:pt x="45719" y="137159"/>
                  </a:moveTo>
                  <a:lnTo>
                    <a:pt x="22859" y="123443"/>
                  </a:lnTo>
                  <a:lnTo>
                    <a:pt x="18287" y="131063"/>
                  </a:lnTo>
                  <a:lnTo>
                    <a:pt x="13715" y="141731"/>
                  </a:lnTo>
                  <a:lnTo>
                    <a:pt x="10667" y="150875"/>
                  </a:lnTo>
                  <a:lnTo>
                    <a:pt x="6095" y="161543"/>
                  </a:lnTo>
                  <a:lnTo>
                    <a:pt x="3047" y="170687"/>
                  </a:lnTo>
                  <a:lnTo>
                    <a:pt x="0" y="192023"/>
                  </a:lnTo>
                  <a:lnTo>
                    <a:pt x="0" y="202691"/>
                  </a:lnTo>
                  <a:lnTo>
                    <a:pt x="25907" y="202691"/>
                  </a:lnTo>
                  <a:lnTo>
                    <a:pt x="25907" y="193547"/>
                  </a:lnTo>
                  <a:lnTo>
                    <a:pt x="27431" y="184403"/>
                  </a:lnTo>
                  <a:lnTo>
                    <a:pt x="28955" y="176783"/>
                  </a:lnTo>
                  <a:lnTo>
                    <a:pt x="30479" y="167639"/>
                  </a:lnTo>
                  <a:lnTo>
                    <a:pt x="33527" y="160019"/>
                  </a:lnTo>
                  <a:lnTo>
                    <a:pt x="38099" y="150875"/>
                  </a:lnTo>
                  <a:lnTo>
                    <a:pt x="41147" y="143255"/>
                  </a:lnTo>
                  <a:lnTo>
                    <a:pt x="45719" y="137159"/>
                  </a:lnTo>
                  <a:close/>
                </a:path>
                <a:path w="597535" h="405765">
                  <a:moveTo>
                    <a:pt x="114299" y="73151"/>
                  </a:moveTo>
                  <a:lnTo>
                    <a:pt x="100583" y="50291"/>
                  </a:lnTo>
                  <a:lnTo>
                    <a:pt x="88391" y="57911"/>
                  </a:lnTo>
                  <a:lnTo>
                    <a:pt x="70103" y="71627"/>
                  </a:lnTo>
                  <a:lnTo>
                    <a:pt x="51815" y="88391"/>
                  </a:lnTo>
                  <a:lnTo>
                    <a:pt x="39623" y="102107"/>
                  </a:lnTo>
                  <a:lnTo>
                    <a:pt x="57911" y="118871"/>
                  </a:lnTo>
                  <a:lnTo>
                    <a:pt x="71627" y="105155"/>
                  </a:lnTo>
                  <a:lnTo>
                    <a:pt x="86867" y="91439"/>
                  </a:lnTo>
                  <a:lnTo>
                    <a:pt x="103631" y="77723"/>
                  </a:lnTo>
                  <a:lnTo>
                    <a:pt x="114299" y="73151"/>
                  </a:lnTo>
                  <a:close/>
                </a:path>
                <a:path w="597535" h="405765">
                  <a:moveTo>
                    <a:pt x="204215" y="36575"/>
                  </a:moveTo>
                  <a:lnTo>
                    <a:pt x="198119" y="12191"/>
                  </a:lnTo>
                  <a:lnTo>
                    <a:pt x="182879" y="15239"/>
                  </a:lnTo>
                  <a:lnTo>
                    <a:pt x="156971" y="22859"/>
                  </a:lnTo>
                  <a:lnTo>
                    <a:pt x="132587" y="33527"/>
                  </a:lnTo>
                  <a:lnTo>
                    <a:pt x="123443" y="38099"/>
                  </a:lnTo>
                  <a:lnTo>
                    <a:pt x="135635" y="60959"/>
                  </a:lnTo>
                  <a:lnTo>
                    <a:pt x="144779" y="56387"/>
                  </a:lnTo>
                  <a:lnTo>
                    <a:pt x="167639" y="47243"/>
                  </a:lnTo>
                  <a:lnTo>
                    <a:pt x="192023" y="39623"/>
                  </a:lnTo>
                  <a:lnTo>
                    <a:pt x="204215" y="36575"/>
                  </a:lnTo>
                  <a:close/>
                </a:path>
                <a:path w="597535" h="405765">
                  <a:moveTo>
                    <a:pt x="301751" y="24383"/>
                  </a:moveTo>
                  <a:lnTo>
                    <a:pt x="301751" y="0"/>
                  </a:lnTo>
                  <a:lnTo>
                    <a:pt x="268223" y="0"/>
                  </a:lnTo>
                  <a:lnTo>
                    <a:pt x="239267" y="3047"/>
                  </a:lnTo>
                  <a:lnTo>
                    <a:pt x="224027" y="6095"/>
                  </a:lnTo>
                  <a:lnTo>
                    <a:pt x="228599" y="32003"/>
                  </a:lnTo>
                  <a:lnTo>
                    <a:pt x="243839" y="28955"/>
                  </a:lnTo>
                  <a:lnTo>
                    <a:pt x="271271" y="25907"/>
                  </a:lnTo>
                  <a:lnTo>
                    <a:pt x="298703" y="24383"/>
                  </a:lnTo>
                  <a:lnTo>
                    <a:pt x="301751" y="24383"/>
                  </a:lnTo>
                  <a:close/>
                </a:path>
                <a:path w="597535" h="405765">
                  <a:moveTo>
                    <a:pt x="405383" y="13715"/>
                  </a:moveTo>
                  <a:lnTo>
                    <a:pt x="385571" y="9143"/>
                  </a:lnTo>
                  <a:lnTo>
                    <a:pt x="358139" y="3047"/>
                  </a:lnTo>
                  <a:lnTo>
                    <a:pt x="327659" y="0"/>
                  </a:lnTo>
                  <a:lnTo>
                    <a:pt x="326135" y="25907"/>
                  </a:lnTo>
                  <a:lnTo>
                    <a:pt x="327659" y="25907"/>
                  </a:lnTo>
                  <a:lnTo>
                    <a:pt x="355091" y="28955"/>
                  </a:lnTo>
                  <a:lnTo>
                    <a:pt x="380999" y="33527"/>
                  </a:lnTo>
                  <a:lnTo>
                    <a:pt x="399287" y="38099"/>
                  </a:lnTo>
                  <a:lnTo>
                    <a:pt x="405383" y="13715"/>
                  </a:lnTo>
                  <a:close/>
                </a:path>
                <a:path w="597535" h="405765">
                  <a:moveTo>
                    <a:pt x="501395" y="54863"/>
                  </a:moveTo>
                  <a:lnTo>
                    <a:pt x="486155" y="44195"/>
                  </a:lnTo>
                  <a:lnTo>
                    <a:pt x="463295" y="33527"/>
                  </a:lnTo>
                  <a:lnTo>
                    <a:pt x="438911" y="22859"/>
                  </a:lnTo>
                  <a:lnTo>
                    <a:pt x="431291" y="21335"/>
                  </a:lnTo>
                  <a:lnTo>
                    <a:pt x="422147" y="44195"/>
                  </a:lnTo>
                  <a:lnTo>
                    <a:pt x="431291" y="47243"/>
                  </a:lnTo>
                  <a:lnTo>
                    <a:pt x="454151" y="56387"/>
                  </a:lnTo>
                  <a:lnTo>
                    <a:pt x="473963" y="67055"/>
                  </a:lnTo>
                  <a:lnTo>
                    <a:pt x="489203" y="76199"/>
                  </a:lnTo>
                  <a:lnTo>
                    <a:pt x="501395" y="54863"/>
                  </a:lnTo>
                  <a:close/>
                </a:path>
                <a:path w="597535" h="405765">
                  <a:moveTo>
                    <a:pt x="577595" y="129539"/>
                  </a:moveTo>
                  <a:lnTo>
                    <a:pt x="544067" y="86867"/>
                  </a:lnTo>
                  <a:lnTo>
                    <a:pt x="527303" y="71627"/>
                  </a:lnTo>
                  <a:lnTo>
                    <a:pt x="524255" y="68579"/>
                  </a:lnTo>
                  <a:lnTo>
                    <a:pt x="509015" y="89915"/>
                  </a:lnTo>
                  <a:lnTo>
                    <a:pt x="512063" y="91439"/>
                  </a:lnTo>
                  <a:lnTo>
                    <a:pt x="527303" y="105155"/>
                  </a:lnTo>
                  <a:lnTo>
                    <a:pt x="541019" y="120395"/>
                  </a:lnTo>
                  <a:lnTo>
                    <a:pt x="545591" y="128015"/>
                  </a:lnTo>
                  <a:lnTo>
                    <a:pt x="551687" y="135635"/>
                  </a:lnTo>
                  <a:lnTo>
                    <a:pt x="556259" y="143255"/>
                  </a:lnTo>
                  <a:lnTo>
                    <a:pt x="577595" y="129539"/>
                  </a:lnTo>
                  <a:close/>
                </a:path>
                <a:path w="597535" h="405765">
                  <a:moveTo>
                    <a:pt x="597407" y="202691"/>
                  </a:moveTo>
                  <a:lnTo>
                    <a:pt x="597407" y="192023"/>
                  </a:lnTo>
                  <a:lnTo>
                    <a:pt x="595883" y="181355"/>
                  </a:lnTo>
                  <a:lnTo>
                    <a:pt x="592835" y="170687"/>
                  </a:lnTo>
                  <a:lnTo>
                    <a:pt x="591311" y="160019"/>
                  </a:lnTo>
                  <a:lnTo>
                    <a:pt x="588263" y="155447"/>
                  </a:lnTo>
                  <a:lnTo>
                    <a:pt x="565403" y="163067"/>
                  </a:lnTo>
                  <a:lnTo>
                    <a:pt x="566927" y="169163"/>
                  </a:lnTo>
                  <a:lnTo>
                    <a:pt x="568451" y="176783"/>
                  </a:lnTo>
                  <a:lnTo>
                    <a:pt x="571499" y="195071"/>
                  </a:lnTo>
                  <a:lnTo>
                    <a:pt x="571499" y="202691"/>
                  </a:lnTo>
                  <a:lnTo>
                    <a:pt x="597407" y="202691"/>
                  </a:lnTo>
                  <a:close/>
                </a:path>
                <a:path w="597535" h="405765">
                  <a:moveTo>
                    <a:pt x="597407" y="213359"/>
                  </a:moveTo>
                  <a:lnTo>
                    <a:pt x="597407" y="202691"/>
                  </a:lnTo>
                  <a:lnTo>
                    <a:pt x="571499" y="202691"/>
                  </a:lnTo>
                  <a:lnTo>
                    <a:pt x="571499" y="211835"/>
                  </a:lnTo>
                  <a:lnTo>
                    <a:pt x="569975" y="220979"/>
                  </a:lnTo>
                  <a:lnTo>
                    <a:pt x="568451" y="228599"/>
                  </a:lnTo>
                  <a:lnTo>
                    <a:pt x="568451" y="231647"/>
                  </a:lnTo>
                  <a:lnTo>
                    <a:pt x="592835" y="237743"/>
                  </a:lnTo>
                  <a:lnTo>
                    <a:pt x="592835" y="234695"/>
                  </a:lnTo>
                  <a:lnTo>
                    <a:pt x="595883" y="224027"/>
                  </a:lnTo>
                  <a:lnTo>
                    <a:pt x="597407" y="213359"/>
                  </a:lnTo>
                  <a:close/>
                </a:path>
                <a:path w="597535" h="405765">
                  <a:moveTo>
                    <a:pt x="583691" y="265175"/>
                  </a:moveTo>
                  <a:lnTo>
                    <a:pt x="583691" y="263651"/>
                  </a:lnTo>
                  <a:lnTo>
                    <a:pt x="560831" y="252983"/>
                  </a:lnTo>
                  <a:lnTo>
                    <a:pt x="559307" y="254507"/>
                  </a:lnTo>
                  <a:lnTo>
                    <a:pt x="556259" y="262127"/>
                  </a:lnTo>
                  <a:lnTo>
                    <a:pt x="551687" y="269747"/>
                  </a:lnTo>
                  <a:lnTo>
                    <a:pt x="545591" y="278891"/>
                  </a:lnTo>
                  <a:lnTo>
                    <a:pt x="539495" y="286511"/>
                  </a:lnTo>
                  <a:lnTo>
                    <a:pt x="525779" y="300227"/>
                  </a:lnTo>
                  <a:lnTo>
                    <a:pt x="516635" y="307847"/>
                  </a:lnTo>
                  <a:lnTo>
                    <a:pt x="534923" y="327659"/>
                  </a:lnTo>
                  <a:lnTo>
                    <a:pt x="545591" y="318515"/>
                  </a:lnTo>
                  <a:lnTo>
                    <a:pt x="559307" y="301751"/>
                  </a:lnTo>
                  <a:lnTo>
                    <a:pt x="566927" y="292607"/>
                  </a:lnTo>
                  <a:lnTo>
                    <a:pt x="579119" y="274319"/>
                  </a:lnTo>
                  <a:lnTo>
                    <a:pt x="583691" y="265175"/>
                  </a:lnTo>
                  <a:close/>
                </a:path>
                <a:path w="597535" h="405765">
                  <a:moveTo>
                    <a:pt x="513587" y="344423"/>
                  </a:moveTo>
                  <a:lnTo>
                    <a:pt x="498347" y="323087"/>
                  </a:lnTo>
                  <a:lnTo>
                    <a:pt x="493775" y="327659"/>
                  </a:lnTo>
                  <a:lnTo>
                    <a:pt x="473963" y="338327"/>
                  </a:lnTo>
                  <a:lnTo>
                    <a:pt x="452627" y="348995"/>
                  </a:lnTo>
                  <a:lnTo>
                    <a:pt x="434339" y="356615"/>
                  </a:lnTo>
                  <a:lnTo>
                    <a:pt x="443483" y="380999"/>
                  </a:lnTo>
                  <a:lnTo>
                    <a:pt x="463295" y="371855"/>
                  </a:lnTo>
                  <a:lnTo>
                    <a:pt x="487679" y="361187"/>
                  </a:lnTo>
                  <a:lnTo>
                    <a:pt x="507491" y="347471"/>
                  </a:lnTo>
                  <a:lnTo>
                    <a:pt x="513587" y="344423"/>
                  </a:lnTo>
                  <a:close/>
                </a:path>
                <a:path w="597535" h="405765">
                  <a:moveTo>
                    <a:pt x="417575" y="388619"/>
                  </a:moveTo>
                  <a:lnTo>
                    <a:pt x="409955" y="364235"/>
                  </a:lnTo>
                  <a:lnTo>
                    <a:pt x="405383" y="365759"/>
                  </a:lnTo>
                  <a:lnTo>
                    <a:pt x="380999" y="371855"/>
                  </a:lnTo>
                  <a:lnTo>
                    <a:pt x="353567" y="376427"/>
                  </a:lnTo>
                  <a:lnTo>
                    <a:pt x="338327" y="377951"/>
                  </a:lnTo>
                  <a:lnTo>
                    <a:pt x="341375" y="403859"/>
                  </a:lnTo>
                  <a:lnTo>
                    <a:pt x="358139" y="402335"/>
                  </a:lnTo>
                  <a:lnTo>
                    <a:pt x="387095" y="397763"/>
                  </a:lnTo>
                  <a:lnTo>
                    <a:pt x="414527" y="390143"/>
                  </a:lnTo>
                  <a:lnTo>
                    <a:pt x="417575" y="388619"/>
                  </a:lnTo>
                  <a:close/>
                </a:path>
                <a:path w="597535" h="405765">
                  <a:moveTo>
                    <a:pt x="315467" y="405383"/>
                  </a:moveTo>
                  <a:lnTo>
                    <a:pt x="313943" y="379475"/>
                  </a:lnTo>
                  <a:lnTo>
                    <a:pt x="298703" y="380999"/>
                  </a:lnTo>
                  <a:lnTo>
                    <a:pt x="269747" y="379475"/>
                  </a:lnTo>
                  <a:lnTo>
                    <a:pt x="242315" y="376427"/>
                  </a:lnTo>
                  <a:lnTo>
                    <a:pt x="240791" y="376427"/>
                  </a:lnTo>
                  <a:lnTo>
                    <a:pt x="236219" y="400811"/>
                  </a:lnTo>
                  <a:lnTo>
                    <a:pt x="239267" y="402335"/>
                  </a:lnTo>
                  <a:lnTo>
                    <a:pt x="269747" y="405383"/>
                  </a:lnTo>
                  <a:lnTo>
                    <a:pt x="315467" y="405383"/>
                  </a:lnTo>
                  <a:close/>
                </a:path>
                <a:path w="597535" h="405765">
                  <a:moveTo>
                    <a:pt x="216407" y="371855"/>
                  </a:moveTo>
                  <a:lnTo>
                    <a:pt x="190499" y="365759"/>
                  </a:lnTo>
                  <a:lnTo>
                    <a:pt x="166115" y="358139"/>
                  </a:lnTo>
                  <a:lnTo>
                    <a:pt x="146303" y="348995"/>
                  </a:lnTo>
                  <a:lnTo>
                    <a:pt x="135635" y="373379"/>
                  </a:lnTo>
                  <a:lnTo>
                    <a:pt x="158495" y="382523"/>
                  </a:lnTo>
                  <a:lnTo>
                    <a:pt x="184403" y="390143"/>
                  </a:lnTo>
                  <a:lnTo>
                    <a:pt x="210311" y="396239"/>
                  </a:lnTo>
                  <a:lnTo>
                    <a:pt x="216407" y="371855"/>
                  </a:lnTo>
                  <a:close/>
                </a:path>
                <a:path w="597535" h="405765">
                  <a:moveTo>
                    <a:pt x="123443" y="338327"/>
                  </a:moveTo>
                  <a:lnTo>
                    <a:pt x="121919" y="338327"/>
                  </a:lnTo>
                  <a:lnTo>
                    <a:pt x="85343" y="313943"/>
                  </a:lnTo>
                  <a:lnTo>
                    <a:pt x="70103" y="300227"/>
                  </a:lnTo>
                  <a:lnTo>
                    <a:pt x="67055" y="295655"/>
                  </a:lnTo>
                  <a:lnTo>
                    <a:pt x="48767" y="313943"/>
                  </a:lnTo>
                  <a:lnTo>
                    <a:pt x="53339" y="318515"/>
                  </a:lnTo>
                  <a:lnTo>
                    <a:pt x="70103" y="333755"/>
                  </a:lnTo>
                  <a:lnTo>
                    <a:pt x="89915" y="348995"/>
                  </a:lnTo>
                  <a:lnTo>
                    <a:pt x="111251" y="361187"/>
                  </a:lnTo>
                  <a:lnTo>
                    <a:pt x="112775" y="361187"/>
                  </a:lnTo>
                  <a:lnTo>
                    <a:pt x="123443" y="338327"/>
                  </a:lnTo>
                  <a:close/>
                </a:path>
                <a:path w="597535" h="405765">
                  <a:moveTo>
                    <a:pt x="51815" y="278891"/>
                  </a:moveTo>
                  <a:lnTo>
                    <a:pt x="30479" y="237743"/>
                  </a:lnTo>
                  <a:lnTo>
                    <a:pt x="27431" y="219455"/>
                  </a:lnTo>
                  <a:lnTo>
                    <a:pt x="25907" y="213359"/>
                  </a:lnTo>
                  <a:lnTo>
                    <a:pt x="1523" y="216407"/>
                  </a:lnTo>
                  <a:lnTo>
                    <a:pt x="1523" y="224027"/>
                  </a:lnTo>
                  <a:lnTo>
                    <a:pt x="4571" y="234695"/>
                  </a:lnTo>
                  <a:lnTo>
                    <a:pt x="6095" y="245363"/>
                  </a:lnTo>
                  <a:lnTo>
                    <a:pt x="10667" y="256031"/>
                  </a:lnTo>
                  <a:lnTo>
                    <a:pt x="13715" y="265175"/>
                  </a:lnTo>
                  <a:lnTo>
                    <a:pt x="19811" y="274319"/>
                  </a:lnTo>
                  <a:lnTo>
                    <a:pt x="24383" y="283463"/>
                  </a:lnTo>
                  <a:lnTo>
                    <a:pt x="30479" y="292607"/>
                  </a:lnTo>
                  <a:lnTo>
                    <a:pt x="51815" y="27889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152201" y="4308348"/>
              <a:ext cx="654050" cy="321945"/>
            </a:xfrm>
            <a:custGeom>
              <a:avLst/>
              <a:gdLst/>
              <a:ahLst/>
              <a:cxnLst/>
              <a:rect l="l" t="t" r="r" b="b"/>
              <a:pathLst>
                <a:path w="654050" h="321945">
                  <a:moveTo>
                    <a:pt x="54863" y="103631"/>
                  </a:moveTo>
                  <a:lnTo>
                    <a:pt x="38099" y="85343"/>
                  </a:lnTo>
                  <a:lnTo>
                    <a:pt x="35051" y="86867"/>
                  </a:lnTo>
                  <a:lnTo>
                    <a:pt x="27431" y="94487"/>
                  </a:lnTo>
                  <a:lnTo>
                    <a:pt x="4571" y="134111"/>
                  </a:lnTo>
                  <a:lnTo>
                    <a:pt x="0" y="152399"/>
                  </a:lnTo>
                  <a:lnTo>
                    <a:pt x="0" y="160019"/>
                  </a:lnTo>
                  <a:lnTo>
                    <a:pt x="12953" y="160781"/>
                  </a:lnTo>
                  <a:lnTo>
                    <a:pt x="25907" y="160019"/>
                  </a:lnTo>
                  <a:lnTo>
                    <a:pt x="25907" y="153923"/>
                  </a:lnTo>
                  <a:lnTo>
                    <a:pt x="28955" y="141731"/>
                  </a:lnTo>
                  <a:lnTo>
                    <a:pt x="38099" y="123443"/>
                  </a:lnTo>
                  <a:lnTo>
                    <a:pt x="47243" y="111251"/>
                  </a:lnTo>
                  <a:lnTo>
                    <a:pt x="54863" y="103631"/>
                  </a:lnTo>
                  <a:close/>
                </a:path>
                <a:path w="654050" h="321945">
                  <a:moveTo>
                    <a:pt x="54863" y="217931"/>
                  </a:moveTo>
                  <a:lnTo>
                    <a:pt x="51815" y="214883"/>
                  </a:lnTo>
                  <a:lnTo>
                    <a:pt x="47243" y="208787"/>
                  </a:lnTo>
                  <a:lnTo>
                    <a:pt x="41147" y="202691"/>
                  </a:lnTo>
                  <a:lnTo>
                    <a:pt x="38099" y="196595"/>
                  </a:lnTo>
                  <a:lnTo>
                    <a:pt x="33527" y="190499"/>
                  </a:lnTo>
                  <a:lnTo>
                    <a:pt x="30479" y="184403"/>
                  </a:lnTo>
                  <a:lnTo>
                    <a:pt x="25907" y="166115"/>
                  </a:lnTo>
                  <a:lnTo>
                    <a:pt x="25907" y="161543"/>
                  </a:lnTo>
                  <a:lnTo>
                    <a:pt x="12953" y="160781"/>
                  </a:lnTo>
                  <a:lnTo>
                    <a:pt x="0" y="161543"/>
                  </a:lnTo>
                  <a:lnTo>
                    <a:pt x="1523" y="170687"/>
                  </a:lnTo>
                  <a:lnTo>
                    <a:pt x="3047" y="178307"/>
                  </a:lnTo>
                  <a:lnTo>
                    <a:pt x="4571" y="187451"/>
                  </a:lnTo>
                  <a:lnTo>
                    <a:pt x="7619" y="196595"/>
                  </a:lnTo>
                  <a:lnTo>
                    <a:pt x="16763" y="211835"/>
                  </a:lnTo>
                  <a:lnTo>
                    <a:pt x="35051" y="234695"/>
                  </a:lnTo>
                  <a:lnTo>
                    <a:pt x="38099" y="236219"/>
                  </a:lnTo>
                  <a:lnTo>
                    <a:pt x="54863" y="217931"/>
                  </a:lnTo>
                  <a:close/>
                </a:path>
                <a:path w="654050" h="321945">
                  <a:moveTo>
                    <a:pt x="25907" y="161543"/>
                  </a:moveTo>
                  <a:lnTo>
                    <a:pt x="25907" y="160019"/>
                  </a:lnTo>
                  <a:lnTo>
                    <a:pt x="12953" y="160781"/>
                  </a:lnTo>
                  <a:lnTo>
                    <a:pt x="25907" y="161543"/>
                  </a:lnTo>
                  <a:close/>
                </a:path>
                <a:path w="654050" h="321945">
                  <a:moveTo>
                    <a:pt x="137159" y="56387"/>
                  </a:moveTo>
                  <a:lnTo>
                    <a:pt x="129539" y="32003"/>
                  </a:lnTo>
                  <a:lnTo>
                    <a:pt x="99059" y="44195"/>
                  </a:lnTo>
                  <a:lnTo>
                    <a:pt x="77723" y="54863"/>
                  </a:lnTo>
                  <a:lnTo>
                    <a:pt x="59435" y="67055"/>
                  </a:lnTo>
                  <a:lnTo>
                    <a:pt x="57911" y="68579"/>
                  </a:lnTo>
                  <a:lnTo>
                    <a:pt x="73151" y="88391"/>
                  </a:lnTo>
                  <a:lnTo>
                    <a:pt x="74675" y="88391"/>
                  </a:lnTo>
                  <a:lnTo>
                    <a:pt x="82295" y="82295"/>
                  </a:lnTo>
                  <a:lnTo>
                    <a:pt x="91439" y="77723"/>
                  </a:lnTo>
                  <a:lnTo>
                    <a:pt x="111251" y="67055"/>
                  </a:lnTo>
                  <a:lnTo>
                    <a:pt x="132587" y="57911"/>
                  </a:lnTo>
                  <a:lnTo>
                    <a:pt x="137159" y="56387"/>
                  </a:lnTo>
                  <a:close/>
                </a:path>
                <a:path w="654050" h="321945">
                  <a:moveTo>
                    <a:pt x="234695" y="32003"/>
                  </a:moveTo>
                  <a:lnTo>
                    <a:pt x="230123" y="6095"/>
                  </a:lnTo>
                  <a:lnTo>
                    <a:pt x="201167" y="12191"/>
                  </a:lnTo>
                  <a:lnTo>
                    <a:pt x="173735" y="18287"/>
                  </a:lnTo>
                  <a:lnTo>
                    <a:pt x="153923" y="24383"/>
                  </a:lnTo>
                  <a:lnTo>
                    <a:pt x="161543" y="48767"/>
                  </a:lnTo>
                  <a:lnTo>
                    <a:pt x="181355" y="42671"/>
                  </a:lnTo>
                  <a:lnTo>
                    <a:pt x="207263" y="36575"/>
                  </a:lnTo>
                  <a:lnTo>
                    <a:pt x="234695" y="32003"/>
                  </a:lnTo>
                  <a:close/>
                </a:path>
                <a:path w="654050" h="321945">
                  <a:moveTo>
                    <a:pt x="326897" y="12191"/>
                  </a:moveTo>
                  <a:lnTo>
                    <a:pt x="326135" y="0"/>
                  </a:lnTo>
                  <a:lnTo>
                    <a:pt x="294131" y="0"/>
                  </a:lnTo>
                  <a:lnTo>
                    <a:pt x="262127" y="3047"/>
                  </a:lnTo>
                  <a:lnTo>
                    <a:pt x="256031" y="3047"/>
                  </a:lnTo>
                  <a:lnTo>
                    <a:pt x="259079" y="28955"/>
                  </a:lnTo>
                  <a:lnTo>
                    <a:pt x="265175" y="27431"/>
                  </a:lnTo>
                  <a:lnTo>
                    <a:pt x="295655" y="25907"/>
                  </a:lnTo>
                  <a:lnTo>
                    <a:pt x="326135" y="24456"/>
                  </a:lnTo>
                  <a:lnTo>
                    <a:pt x="326897" y="12191"/>
                  </a:lnTo>
                  <a:close/>
                </a:path>
                <a:path w="654050" h="321945">
                  <a:moveTo>
                    <a:pt x="327659" y="24383"/>
                  </a:moveTo>
                  <a:lnTo>
                    <a:pt x="326897" y="12191"/>
                  </a:lnTo>
                  <a:lnTo>
                    <a:pt x="326135" y="24383"/>
                  </a:lnTo>
                  <a:lnTo>
                    <a:pt x="326379" y="24444"/>
                  </a:lnTo>
                  <a:lnTo>
                    <a:pt x="327659" y="24383"/>
                  </a:lnTo>
                  <a:close/>
                </a:path>
                <a:path w="654050" h="321945">
                  <a:moveTo>
                    <a:pt x="326379" y="24444"/>
                  </a:moveTo>
                  <a:lnTo>
                    <a:pt x="326135" y="24383"/>
                  </a:lnTo>
                  <a:lnTo>
                    <a:pt x="326379" y="24444"/>
                  </a:lnTo>
                  <a:close/>
                </a:path>
                <a:path w="654050" h="321945">
                  <a:moveTo>
                    <a:pt x="327659" y="24764"/>
                  </a:moveTo>
                  <a:lnTo>
                    <a:pt x="327659" y="24383"/>
                  </a:lnTo>
                  <a:lnTo>
                    <a:pt x="326379" y="24444"/>
                  </a:lnTo>
                  <a:lnTo>
                    <a:pt x="327659" y="24764"/>
                  </a:lnTo>
                  <a:close/>
                </a:path>
                <a:path w="654050" h="321945">
                  <a:moveTo>
                    <a:pt x="333755" y="0"/>
                  </a:moveTo>
                  <a:lnTo>
                    <a:pt x="327659" y="0"/>
                  </a:lnTo>
                  <a:lnTo>
                    <a:pt x="326897" y="12191"/>
                  </a:lnTo>
                  <a:lnTo>
                    <a:pt x="327659" y="24383"/>
                  </a:lnTo>
                  <a:lnTo>
                    <a:pt x="327659" y="24764"/>
                  </a:lnTo>
                  <a:lnTo>
                    <a:pt x="332231" y="25907"/>
                  </a:lnTo>
                  <a:lnTo>
                    <a:pt x="333755" y="0"/>
                  </a:lnTo>
                  <a:close/>
                </a:path>
                <a:path w="654050" h="321945">
                  <a:moveTo>
                    <a:pt x="435863" y="9143"/>
                  </a:moveTo>
                  <a:lnTo>
                    <a:pt x="422147" y="6095"/>
                  </a:lnTo>
                  <a:lnTo>
                    <a:pt x="391667" y="3047"/>
                  </a:lnTo>
                  <a:lnTo>
                    <a:pt x="359663" y="0"/>
                  </a:lnTo>
                  <a:lnTo>
                    <a:pt x="358139" y="25907"/>
                  </a:lnTo>
                  <a:lnTo>
                    <a:pt x="388619" y="27431"/>
                  </a:lnTo>
                  <a:lnTo>
                    <a:pt x="419099" y="32003"/>
                  </a:lnTo>
                  <a:lnTo>
                    <a:pt x="432815" y="33527"/>
                  </a:lnTo>
                  <a:lnTo>
                    <a:pt x="435863" y="9143"/>
                  </a:lnTo>
                  <a:close/>
                </a:path>
                <a:path w="654050" h="321945">
                  <a:moveTo>
                    <a:pt x="536447" y="36575"/>
                  </a:moveTo>
                  <a:lnTo>
                    <a:pt x="530351" y="33527"/>
                  </a:lnTo>
                  <a:lnTo>
                    <a:pt x="505967" y="25907"/>
                  </a:lnTo>
                  <a:lnTo>
                    <a:pt x="480059" y="18287"/>
                  </a:lnTo>
                  <a:lnTo>
                    <a:pt x="461771" y="13715"/>
                  </a:lnTo>
                  <a:lnTo>
                    <a:pt x="455675" y="38099"/>
                  </a:lnTo>
                  <a:lnTo>
                    <a:pt x="473963" y="42671"/>
                  </a:lnTo>
                  <a:lnTo>
                    <a:pt x="522731" y="57911"/>
                  </a:lnTo>
                  <a:lnTo>
                    <a:pt x="527303" y="60959"/>
                  </a:lnTo>
                  <a:lnTo>
                    <a:pt x="536447" y="36575"/>
                  </a:lnTo>
                  <a:close/>
                </a:path>
                <a:path w="654050" h="321945">
                  <a:moveTo>
                    <a:pt x="626363" y="94487"/>
                  </a:moveTo>
                  <a:lnTo>
                    <a:pt x="624839" y="94487"/>
                  </a:lnTo>
                  <a:lnTo>
                    <a:pt x="618743" y="86867"/>
                  </a:lnTo>
                  <a:lnTo>
                    <a:pt x="611123" y="80771"/>
                  </a:lnTo>
                  <a:lnTo>
                    <a:pt x="603503" y="73151"/>
                  </a:lnTo>
                  <a:lnTo>
                    <a:pt x="585215" y="60959"/>
                  </a:lnTo>
                  <a:lnTo>
                    <a:pt x="574547" y="54863"/>
                  </a:lnTo>
                  <a:lnTo>
                    <a:pt x="560831" y="47243"/>
                  </a:lnTo>
                  <a:lnTo>
                    <a:pt x="548639" y="70103"/>
                  </a:lnTo>
                  <a:lnTo>
                    <a:pt x="563879" y="77723"/>
                  </a:lnTo>
                  <a:lnTo>
                    <a:pt x="571499" y="82295"/>
                  </a:lnTo>
                  <a:lnTo>
                    <a:pt x="580643" y="88391"/>
                  </a:lnTo>
                  <a:lnTo>
                    <a:pt x="588263" y="94487"/>
                  </a:lnTo>
                  <a:lnTo>
                    <a:pt x="594359" y="99059"/>
                  </a:lnTo>
                  <a:lnTo>
                    <a:pt x="601979" y="105155"/>
                  </a:lnTo>
                  <a:lnTo>
                    <a:pt x="606551" y="111251"/>
                  </a:lnTo>
                  <a:lnTo>
                    <a:pt x="626363" y="94487"/>
                  </a:lnTo>
                  <a:close/>
                </a:path>
                <a:path w="654050" h="321945">
                  <a:moveTo>
                    <a:pt x="653795" y="160019"/>
                  </a:moveTo>
                  <a:lnTo>
                    <a:pt x="650747" y="141731"/>
                  </a:lnTo>
                  <a:lnTo>
                    <a:pt x="649223" y="134111"/>
                  </a:lnTo>
                  <a:lnTo>
                    <a:pt x="646175" y="124967"/>
                  </a:lnTo>
                  <a:lnTo>
                    <a:pt x="643127" y="118871"/>
                  </a:lnTo>
                  <a:lnTo>
                    <a:pt x="620267" y="129539"/>
                  </a:lnTo>
                  <a:lnTo>
                    <a:pt x="623315" y="135635"/>
                  </a:lnTo>
                  <a:lnTo>
                    <a:pt x="624839" y="143255"/>
                  </a:lnTo>
                  <a:lnTo>
                    <a:pt x="627887" y="155447"/>
                  </a:lnTo>
                  <a:lnTo>
                    <a:pt x="627887" y="160019"/>
                  </a:lnTo>
                  <a:lnTo>
                    <a:pt x="640841" y="160781"/>
                  </a:lnTo>
                  <a:lnTo>
                    <a:pt x="653795" y="160019"/>
                  </a:lnTo>
                  <a:close/>
                </a:path>
                <a:path w="654050" h="321945">
                  <a:moveTo>
                    <a:pt x="653795" y="169163"/>
                  </a:moveTo>
                  <a:lnTo>
                    <a:pt x="653795" y="161543"/>
                  </a:lnTo>
                  <a:lnTo>
                    <a:pt x="640841" y="160781"/>
                  </a:lnTo>
                  <a:lnTo>
                    <a:pt x="627887" y="161543"/>
                  </a:lnTo>
                  <a:lnTo>
                    <a:pt x="627887" y="167639"/>
                  </a:lnTo>
                  <a:lnTo>
                    <a:pt x="624839" y="179831"/>
                  </a:lnTo>
                  <a:lnTo>
                    <a:pt x="621791" y="185927"/>
                  </a:lnTo>
                  <a:lnTo>
                    <a:pt x="620267" y="192023"/>
                  </a:lnTo>
                  <a:lnTo>
                    <a:pt x="643127" y="202691"/>
                  </a:lnTo>
                  <a:lnTo>
                    <a:pt x="646175" y="195071"/>
                  </a:lnTo>
                  <a:lnTo>
                    <a:pt x="649223" y="185927"/>
                  </a:lnTo>
                  <a:lnTo>
                    <a:pt x="652271" y="178307"/>
                  </a:lnTo>
                  <a:lnTo>
                    <a:pt x="653795" y="169163"/>
                  </a:lnTo>
                  <a:close/>
                </a:path>
                <a:path w="654050" h="321945">
                  <a:moveTo>
                    <a:pt x="640841" y="160781"/>
                  </a:moveTo>
                  <a:lnTo>
                    <a:pt x="627887" y="160019"/>
                  </a:lnTo>
                  <a:lnTo>
                    <a:pt x="627887" y="161543"/>
                  </a:lnTo>
                  <a:lnTo>
                    <a:pt x="640841" y="160781"/>
                  </a:lnTo>
                  <a:close/>
                </a:path>
                <a:path w="654050" h="321945">
                  <a:moveTo>
                    <a:pt x="626363" y="225551"/>
                  </a:moveTo>
                  <a:lnTo>
                    <a:pt x="606551" y="210311"/>
                  </a:lnTo>
                  <a:lnTo>
                    <a:pt x="594359" y="222503"/>
                  </a:lnTo>
                  <a:lnTo>
                    <a:pt x="586739" y="227075"/>
                  </a:lnTo>
                  <a:lnTo>
                    <a:pt x="571499" y="239267"/>
                  </a:lnTo>
                  <a:lnTo>
                    <a:pt x="562355" y="243839"/>
                  </a:lnTo>
                  <a:lnTo>
                    <a:pt x="548639" y="251459"/>
                  </a:lnTo>
                  <a:lnTo>
                    <a:pt x="560831" y="272795"/>
                  </a:lnTo>
                  <a:lnTo>
                    <a:pt x="576071" y="265175"/>
                  </a:lnTo>
                  <a:lnTo>
                    <a:pt x="603503" y="246887"/>
                  </a:lnTo>
                  <a:lnTo>
                    <a:pt x="611123" y="240791"/>
                  </a:lnTo>
                  <a:lnTo>
                    <a:pt x="626363" y="225551"/>
                  </a:lnTo>
                  <a:close/>
                </a:path>
                <a:path w="654050" h="321945">
                  <a:moveTo>
                    <a:pt x="536447" y="283463"/>
                  </a:moveTo>
                  <a:lnTo>
                    <a:pt x="527303" y="260603"/>
                  </a:lnTo>
                  <a:lnTo>
                    <a:pt x="521207" y="263651"/>
                  </a:lnTo>
                  <a:lnTo>
                    <a:pt x="498347" y="271271"/>
                  </a:lnTo>
                  <a:lnTo>
                    <a:pt x="472439" y="278891"/>
                  </a:lnTo>
                  <a:lnTo>
                    <a:pt x="455675" y="281939"/>
                  </a:lnTo>
                  <a:lnTo>
                    <a:pt x="461771" y="306323"/>
                  </a:lnTo>
                  <a:lnTo>
                    <a:pt x="480059" y="303275"/>
                  </a:lnTo>
                  <a:lnTo>
                    <a:pt x="505967" y="295655"/>
                  </a:lnTo>
                  <a:lnTo>
                    <a:pt x="531875" y="286511"/>
                  </a:lnTo>
                  <a:lnTo>
                    <a:pt x="536447" y="283463"/>
                  </a:lnTo>
                  <a:close/>
                </a:path>
                <a:path w="654050" h="321945">
                  <a:moveTo>
                    <a:pt x="435863" y="312419"/>
                  </a:moveTo>
                  <a:lnTo>
                    <a:pt x="432815" y="286511"/>
                  </a:lnTo>
                  <a:lnTo>
                    <a:pt x="417575" y="289559"/>
                  </a:lnTo>
                  <a:lnTo>
                    <a:pt x="388619" y="292607"/>
                  </a:lnTo>
                  <a:lnTo>
                    <a:pt x="358139" y="295655"/>
                  </a:lnTo>
                  <a:lnTo>
                    <a:pt x="358139" y="320039"/>
                  </a:lnTo>
                  <a:lnTo>
                    <a:pt x="359663" y="320039"/>
                  </a:lnTo>
                  <a:lnTo>
                    <a:pt x="391667" y="318515"/>
                  </a:lnTo>
                  <a:lnTo>
                    <a:pt x="422147" y="313943"/>
                  </a:lnTo>
                  <a:lnTo>
                    <a:pt x="435863" y="312419"/>
                  </a:lnTo>
                  <a:close/>
                </a:path>
                <a:path w="654050" h="321945">
                  <a:moveTo>
                    <a:pt x="326897" y="308609"/>
                  </a:moveTo>
                  <a:lnTo>
                    <a:pt x="326135" y="295655"/>
                  </a:lnTo>
                  <a:lnTo>
                    <a:pt x="295655" y="295655"/>
                  </a:lnTo>
                  <a:lnTo>
                    <a:pt x="265175" y="292607"/>
                  </a:lnTo>
                  <a:lnTo>
                    <a:pt x="259079" y="292607"/>
                  </a:lnTo>
                  <a:lnTo>
                    <a:pt x="256031" y="316991"/>
                  </a:lnTo>
                  <a:lnTo>
                    <a:pt x="262127" y="318515"/>
                  </a:lnTo>
                  <a:lnTo>
                    <a:pt x="326135" y="321563"/>
                  </a:lnTo>
                  <a:lnTo>
                    <a:pt x="326897" y="308609"/>
                  </a:lnTo>
                  <a:close/>
                </a:path>
                <a:path w="654050" h="321945">
                  <a:moveTo>
                    <a:pt x="327659" y="295655"/>
                  </a:moveTo>
                  <a:lnTo>
                    <a:pt x="326135" y="295655"/>
                  </a:lnTo>
                  <a:lnTo>
                    <a:pt x="326897" y="308609"/>
                  </a:lnTo>
                  <a:lnTo>
                    <a:pt x="327659" y="295655"/>
                  </a:lnTo>
                  <a:close/>
                </a:path>
                <a:path w="654050" h="321945">
                  <a:moveTo>
                    <a:pt x="333755" y="321563"/>
                  </a:moveTo>
                  <a:lnTo>
                    <a:pt x="332231" y="295655"/>
                  </a:lnTo>
                  <a:lnTo>
                    <a:pt x="327659" y="295655"/>
                  </a:lnTo>
                  <a:lnTo>
                    <a:pt x="326897" y="308609"/>
                  </a:lnTo>
                  <a:lnTo>
                    <a:pt x="327659" y="321563"/>
                  </a:lnTo>
                  <a:lnTo>
                    <a:pt x="333755" y="321563"/>
                  </a:lnTo>
                  <a:close/>
                </a:path>
                <a:path w="654050" h="321945">
                  <a:moveTo>
                    <a:pt x="234695" y="289559"/>
                  </a:moveTo>
                  <a:lnTo>
                    <a:pt x="207263" y="284987"/>
                  </a:lnTo>
                  <a:lnTo>
                    <a:pt x="179831" y="278891"/>
                  </a:lnTo>
                  <a:lnTo>
                    <a:pt x="161543" y="272795"/>
                  </a:lnTo>
                  <a:lnTo>
                    <a:pt x="153923" y="297179"/>
                  </a:lnTo>
                  <a:lnTo>
                    <a:pt x="173735" y="303275"/>
                  </a:lnTo>
                  <a:lnTo>
                    <a:pt x="202691" y="309371"/>
                  </a:lnTo>
                  <a:lnTo>
                    <a:pt x="230123" y="313943"/>
                  </a:lnTo>
                  <a:lnTo>
                    <a:pt x="234695" y="289559"/>
                  </a:lnTo>
                  <a:close/>
                </a:path>
                <a:path w="654050" h="321945">
                  <a:moveTo>
                    <a:pt x="137159" y="265175"/>
                  </a:moveTo>
                  <a:lnTo>
                    <a:pt x="131063" y="262127"/>
                  </a:lnTo>
                  <a:lnTo>
                    <a:pt x="109727" y="252983"/>
                  </a:lnTo>
                  <a:lnTo>
                    <a:pt x="89915" y="243839"/>
                  </a:lnTo>
                  <a:lnTo>
                    <a:pt x="82295" y="237743"/>
                  </a:lnTo>
                  <a:lnTo>
                    <a:pt x="73151" y="233171"/>
                  </a:lnTo>
                  <a:lnTo>
                    <a:pt x="73151" y="231647"/>
                  </a:lnTo>
                  <a:lnTo>
                    <a:pt x="57911" y="252983"/>
                  </a:lnTo>
                  <a:lnTo>
                    <a:pt x="59435" y="254507"/>
                  </a:lnTo>
                  <a:lnTo>
                    <a:pt x="68579" y="260603"/>
                  </a:lnTo>
                  <a:lnTo>
                    <a:pt x="79247" y="265175"/>
                  </a:lnTo>
                  <a:lnTo>
                    <a:pt x="100583" y="277367"/>
                  </a:lnTo>
                  <a:lnTo>
                    <a:pt x="123443" y="286511"/>
                  </a:lnTo>
                  <a:lnTo>
                    <a:pt x="129539" y="289559"/>
                  </a:lnTo>
                  <a:lnTo>
                    <a:pt x="137159" y="26517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1540" y="59055"/>
            <a:ext cx="4660900" cy="687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4400" spc="-85" dirty="0"/>
              <a:t>Tree </a:t>
            </a:r>
            <a:r>
              <a:rPr sz="4400" spc="-10" dirty="0"/>
              <a:t>search</a:t>
            </a:r>
            <a:r>
              <a:rPr sz="4400" spc="15" dirty="0"/>
              <a:t> </a:t>
            </a:r>
            <a:r>
              <a:rPr sz="4400" spc="-25" dirty="0"/>
              <a:t>example</a:t>
            </a:r>
            <a:endParaRPr sz="4400" dirty="0"/>
          </a:p>
        </p:txBody>
      </p:sp>
      <p:sp>
        <p:nvSpPr>
          <p:cNvPr id="3" name="object 3"/>
          <p:cNvSpPr/>
          <p:nvPr/>
        </p:nvSpPr>
        <p:spPr>
          <a:xfrm>
            <a:off x="549791" y="813311"/>
            <a:ext cx="6256460" cy="29649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603824" y="5422390"/>
            <a:ext cx="1623060" cy="564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/>
            <a:r>
              <a:rPr spc="-5" dirty="0">
                <a:latin typeface="Tahoma"/>
                <a:cs typeface="Tahoma"/>
              </a:rPr>
              <a:t>Start: </a:t>
            </a:r>
            <a:r>
              <a:rPr spc="-15" dirty="0">
                <a:latin typeface="Tahoma"/>
                <a:cs typeface="Tahoma"/>
              </a:rPr>
              <a:t>Arad  </a:t>
            </a:r>
            <a:r>
              <a:rPr spc="-5" dirty="0">
                <a:latin typeface="Tahoma"/>
                <a:cs typeface="Tahoma"/>
              </a:rPr>
              <a:t>Goal:</a:t>
            </a:r>
            <a:r>
              <a:rPr spc="-55" dirty="0">
                <a:latin typeface="Tahoma"/>
                <a:cs typeface="Tahoma"/>
              </a:rPr>
              <a:t> </a:t>
            </a:r>
            <a:r>
              <a:rPr spc="-5" dirty="0">
                <a:latin typeface="Tahoma"/>
                <a:cs typeface="Tahoma"/>
              </a:rPr>
              <a:t>Bucharest</a:t>
            </a:r>
            <a:endParaRPr>
              <a:latin typeface="Tahoma"/>
              <a:cs typeface="Tahoma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72F7AB3-D4BE-52E8-0D8E-051FAB0F0C13}"/>
              </a:ext>
            </a:extLst>
          </p:cNvPr>
          <p:cNvGrpSpPr/>
          <p:nvPr/>
        </p:nvGrpSpPr>
        <p:grpSpPr>
          <a:xfrm>
            <a:off x="6697344" y="3422838"/>
            <a:ext cx="6413623" cy="3999104"/>
            <a:chOff x="5637089" y="4308348"/>
            <a:chExt cx="5422393" cy="2630806"/>
          </a:xfrm>
        </p:grpSpPr>
        <p:sp>
          <p:nvSpPr>
            <p:cNvPr id="4" name="object 4"/>
            <p:cNvSpPr/>
            <p:nvPr/>
          </p:nvSpPr>
          <p:spPr>
            <a:xfrm>
              <a:off x="5725482" y="4311397"/>
              <a:ext cx="5334000" cy="261518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227891" y="6204203"/>
              <a:ext cx="711835" cy="407034"/>
            </a:xfrm>
            <a:custGeom>
              <a:avLst/>
              <a:gdLst/>
              <a:ahLst/>
              <a:cxnLst/>
              <a:rect l="l" t="t" r="r" b="b"/>
              <a:pathLst>
                <a:path w="711834" h="407034">
                  <a:moveTo>
                    <a:pt x="47243" y="140207"/>
                  </a:moveTo>
                  <a:lnTo>
                    <a:pt x="27431" y="124967"/>
                  </a:lnTo>
                  <a:lnTo>
                    <a:pt x="22859" y="131063"/>
                  </a:lnTo>
                  <a:lnTo>
                    <a:pt x="16763" y="140207"/>
                  </a:lnTo>
                  <a:lnTo>
                    <a:pt x="7619" y="161543"/>
                  </a:lnTo>
                  <a:lnTo>
                    <a:pt x="1523" y="182879"/>
                  </a:lnTo>
                  <a:lnTo>
                    <a:pt x="0" y="193547"/>
                  </a:lnTo>
                  <a:lnTo>
                    <a:pt x="0" y="202691"/>
                  </a:lnTo>
                  <a:lnTo>
                    <a:pt x="25907" y="204215"/>
                  </a:lnTo>
                  <a:lnTo>
                    <a:pt x="25907" y="193547"/>
                  </a:lnTo>
                  <a:lnTo>
                    <a:pt x="27431" y="185927"/>
                  </a:lnTo>
                  <a:lnTo>
                    <a:pt x="28955" y="176783"/>
                  </a:lnTo>
                  <a:lnTo>
                    <a:pt x="32003" y="169163"/>
                  </a:lnTo>
                  <a:lnTo>
                    <a:pt x="35051" y="160019"/>
                  </a:lnTo>
                  <a:lnTo>
                    <a:pt x="44195" y="144779"/>
                  </a:lnTo>
                  <a:lnTo>
                    <a:pt x="47243" y="140207"/>
                  </a:lnTo>
                  <a:close/>
                </a:path>
                <a:path w="711834" h="407034">
                  <a:moveTo>
                    <a:pt x="120395" y="79247"/>
                  </a:moveTo>
                  <a:lnTo>
                    <a:pt x="109727" y="56387"/>
                  </a:lnTo>
                  <a:lnTo>
                    <a:pt x="94487" y="64007"/>
                  </a:lnTo>
                  <a:lnTo>
                    <a:pt x="62483" y="86867"/>
                  </a:lnTo>
                  <a:lnTo>
                    <a:pt x="44195" y="105155"/>
                  </a:lnTo>
                  <a:lnTo>
                    <a:pt x="62483" y="121919"/>
                  </a:lnTo>
                  <a:lnTo>
                    <a:pt x="64007" y="121919"/>
                  </a:lnTo>
                  <a:lnTo>
                    <a:pt x="79247" y="106679"/>
                  </a:lnTo>
                  <a:lnTo>
                    <a:pt x="88391" y="99059"/>
                  </a:lnTo>
                  <a:lnTo>
                    <a:pt x="99059" y="92963"/>
                  </a:lnTo>
                  <a:lnTo>
                    <a:pt x="108203" y="85343"/>
                  </a:lnTo>
                  <a:lnTo>
                    <a:pt x="120395" y="79247"/>
                  </a:lnTo>
                  <a:close/>
                </a:path>
                <a:path w="711834" h="407034">
                  <a:moveTo>
                    <a:pt x="211835" y="44195"/>
                  </a:moveTo>
                  <a:lnTo>
                    <a:pt x="205739" y="19811"/>
                  </a:lnTo>
                  <a:lnTo>
                    <a:pt x="188975" y="24383"/>
                  </a:lnTo>
                  <a:lnTo>
                    <a:pt x="158495" y="33527"/>
                  </a:lnTo>
                  <a:lnTo>
                    <a:pt x="132587" y="45719"/>
                  </a:lnTo>
                  <a:lnTo>
                    <a:pt x="131063" y="45719"/>
                  </a:lnTo>
                  <a:lnTo>
                    <a:pt x="143255" y="68579"/>
                  </a:lnTo>
                  <a:lnTo>
                    <a:pt x="143255" y="67055"/>
                  </a:lnTo>
                  <a:lnTo>
                    <a:pt x="169163" y="57911"/>
                  </a:lnTo>
                  <a:lnTo>
                    <a:pt x="196595" y="47243"/>
                  </a:lnTo>
                  <a:lnTo>
                    <a:pt x="211835" y="44195"/>
                  </a:lnTo>
                  <a:close/>
                </a:path>
                <a:path w="711834" h="407034">
                  <a:moveTo>
                    <a:pt x="310895" y="27431"/>
                  </a:moveTo>
                  <a:lnTo>
                    <a:pt x="307847" y="1523"/>
                  </a:lnTo>
                  <a:lnTo>
                    <a:pt x="284987" y="4571"/>
                  </a:lnTo>
                  <a:lnTo>
                    <a:pt x="251459" y="9143"/>
                  </a:lnTo>
                  <a:lnTo>
                    <a:pt x="231647" y="13715"/>
                  </a:lnTo>
                  <a:lnTo>
                    <a:pt x="236219" y="38099"/>
                  </a:lnTo>
                  <a:lnTo>
                    <a:pt x="256031" y="33527"/>
                  </a:lnTo>
                  <a:lnTo>
                    <a:pt x="288035" y="28955"/>
                  </a:lnTo>
                  <a:lnTo>
                    <a:pt x="310895" y="27431"/>
                  </a:lnTo>
                  <a:close/>
                </a:path>
                <a:path w="711834" h="407034">
                  <a:moveTo>
                    <a:pt x="355853" y="12953"/>
                  </a:moveTo>
                  <a:lnTo>
                    <a:pt x="355091" y="0"/>
                  </a:lnTo>
                  <a:lnTo>
                    <a:pt x="333755" y="1523"/>
                  </a:lnTo>
                  <a:lnTo>
                    <a:pt x="335279" y="25907"/>
                  </a:lnTo>
                  <a:lnTo>
                    <a:pt x="355091" y="25907"/>
                  </a:lnTo>
                  <a:lnTo>
                    <a:pt x="355853" y="12953"/>
                  </a:lnTo>
                  <a:close/>
                </a:path>
                <a:path w="711834" h="407034">
                  <a:moveTo>
                    <a:pt x="356615" y="25907"/>
                  </a:moveTo>
                  <a:lnTo>
                    <a:pt x="355853" y="12953"/>
                  </a:lnTo>
                  <a:lnTo>
                    <a:pt x="355091" y="25907"/>
                  </a:lnTo>
                  <a:lnTo>
                    <a:pt x="356615" y="25907"/>
                  </a:lnTo>
                  <a:close/>
                </a:path>
                <a:path w="711834" h="407034">
                  <a:moveTo>
                    <a:pt x="411479" y="3047"/>
                  </a:moveTo>
                  <a:lnTo>
                    <a:pt x="391667" y="1523"/>
                  </a:lnTo>
                  <a:lnTo>
                    <a:pt x="356615" y="0"/>
                  </a:lnTo>
                  <a:lnTo>
                    <a:pt x="355853" y="12953"/>
                  </a:lnTo>
                  <a:lnTo>
                    <a:pt x="356615" y="25907"/>
                  </a:lnTo>
                  <a:lnTo>
                    <a:pt x="390143" y="25907"/>
                  </a:lnTo>
                  <a:lnTo>
                    <a:pt x="409955" y="28955"/>
                  </a:lnTo>
                  <a:lnTo>
                    <a:pt x="411479" y="3047"/>
                  </a:lnTo>
                  <a:close/>
                </a:path>
                <a:path w="711834" h="407034">
                  <a:moveTo>
                    <a:pt x="513587" y="21335"/>
                  </a:moveTo>
                  <a:lnTo>
                    <a:pt x="492251" y="15239"/>
                  </a:lnTo>
                  <a:lnTo>
                    <a:pt x="460247" y="9143"/>
                  </a:lnTo>
                  <a:lnTo>
                    <a:pt x="437387" y="6095"/>
                  </a:lnTo>
                  <a:lnTo>
                    <a:pt x="434339" y="30479"/>
                  </a:lnTo>
                  <a:lnTo>
                    <a:pt x="455675" y="33527"/>
                  </a:lnTo>
                  <a:lnTo>
                    <a:pt x="486155" y="39623"/>
                  </a:lnTo>
                  <a:lnTo>
                    <a:pt x="507491" y="45719"/>
                  </a:lnTo>
                  <a:lnTo>
                    <a:pt x="513587" y="21335"/>
                  </a:lnTo>
                  <a:close/>
                </a:path>
                <a:path w="711834" h="407034">
                  <a:moveTo>
                    <a:pt x="611123" y="60959"/>
                  </a:moveTo>
                  <a:lnTo>
                    <a:pt x="603503" y="57911"/>
                  </a:lnTo>
                  <a:lnTo>
                    <a:pt x="579119" y="44195"/>
                  </a:lnTo>
                  <a:lnTo>
                    <a:pt x="551687" y="33527"/>
                  </a:lnTo>
                  <a:lnTo>
                    <a:pt x="539495" y="28955"/>
                  </a:lnTo>
                  <a:lnTo>
                    <a:pt x="530351" y="53339"/>
                  </a:lnTo>
                  <a:lnTo>
                    <a:pt x="544067" y="57911"/>
                  </a:lnTo>
                  <a:lnTo>
                    <a:pt x="568451" y="68579"/>
                  </a:lnTo>
                  <a:lnTo>
                    <a:pt x="592835" y="80771"/>
                  </a:lnTo>
                  <a:lnTo>
                    <a:pt x="597407" y="83819"/>
                  </a:lnTo>
                  <a:lnTo>
                    <a:pt x="611123" y="60959"/>
                  </a:lnTo>
                  <a:close/>
                </a:path>
                <a:path w="711834" h="407034">
                  <a:moveTo>
                    <a:pt x="690371" y="132587"/>
                  </a:moveTo>
                  <a:lnTo>
                    <a:pt x="688847" y="131063"/>
                  </a:lnTo>
                  <a:lnTo>
                    <a:pt x="665987" y="103631"/>
                  </a:lnTo>
                  <a:lnTo>
                    <a:pt x="656843" y="94487"/>
                  </a:lnTo>
                  <a:lnTo>
                    <a:pt x="638555" y="79247"/>
                  </a:lnTo>
                  <a:lnTo>
                    <a:pt x="632459" y="76199"/>
                  </a:lnTo>
                  <a:lnTo>
                    <a:pt x="618743" y="96011"/>
                  </a:lnTo>
                  <a:lnTo>
                    <a:pt x="623315" y="100583"/>
                  </a:lnTo>
                  <a:lnTo>
                    <a:pt x="632459" y="106679"/>
                  </a:lnTo>
                  <a:lnTo>
                    <a:pt x="640079" y="114299"/>
                  </a:lnTo>
                  <a:lnTo>
                    <a:pt x="649223" y="121919"/>
                  </a:lnTo>
                  <a:lnTo>
                    <a:pt x="667511" y="144779"/>
                  </a:lnTo>
                  <a:lnTo>
                    <a:pt x="667511" y="146303"/>
                  </a:lnTo>
                  <a:lnTo>
                    <a:pt x="690371" y="132587"/>
                  </a:lnTo>
                  <a:close/>
                </a:path>
                <a:path w="711834" h="407034">
                  <a:moveTo>
                    <a:pt x="711707" y="202691"/>
                  </a:moveTo>
                  <a:lnTo>
                    <a:pt x="707135" y="170687"/>
                  </a:lnTo>
                  <a:lnTo>
                    <a:pt x="704087" y="160019"/>
                  </a:lnTo>
                  <a:lnTo>
                    <a:pt x="702563" y="156971"/>
                  </a:lnTo>
                  <a:lnTo>
                    <a:pt x="678179" y="167639"/>
                  </a:lnTo>
                  <a:lnTo>
                    <a:pt x="679703" y="169163"/>
                  </a:lnTo>
                  <a:lnTo>
                    <a:pt x="682751" y="178307"/>
                  </a:lnTo>
                  <a:lnTo>
                    <a:pt x="684275" y="187451"/>
                  </a:lnTo>
                  <a:lnTo>
                    <a:pt x="685799" y="195071"/>
                  </a:lnTo>
                  <a:lnTo>
                    <a:pt x="685799" y="202691"/>
                  </a:lnTo>
                  <a:lnTo>
                    <a:pt x="698753" y="203453"/>
                  </a:lnTo>
                  <a:lnTo>
                    <a:pt x="711707" y="202691"/>
                  </a:lnTo>
                  <a:close/>
                </a:path>
                <a:path w="711834" h="407034">
                  <a:moveTo>
                    <a:pt x="711707" y="204215"/>
                  </a:moveTo>
                  <a:lnTo>
                    <a:pt x="698753" y="203453"/>
                  </a:lnTo>
                  <a:lnTo>
                    <a:pt x="685799" y="204215"/>
                  </a:lnTo>
                  <a:lnTo>
                    <a:pt x="685799" y="213359"/>
                  </a:lnTo>
                  <a:lnTo>
                    <a:pt x="684275" y="220979"/>
                  </a:lnTo>
                  <a:lnTo>
                    <a:pt x="682751" y="230123"/>
                  </a:lnTo>
                  <a:lnTo>
                    <a:pt x="681227" y="233171"/>
                  </a:lnTo>
                  <a:lnTo>
                    <a:pt x="705611" y="240791"/>
                  </a:lnTo>
                  <a:lnTo>
                    <a:pt x="707135" y="234695"/>
                  </a:lnTo>
                  <a:lnTo>
                    <a:pt x="710183" y="224027"/>
                  </a:lnTo>
                  <a:lnTo>
                    <a:pt x="710183" y="213359"/>
                  </a:lnTo>
                  <a:lnTo>
                    <a:pt x="711707" y="204215"/>
                  </a:lnTo>
                  <a:close/>
                </a:path>
                <a:path w="711834" h="407034">
                  <a:moveTo>
                    <a:pt x="698753" y="203453"/>
                  </a:moveTo>
                  <a:lnTo>
                    <a:pt x="685799" y="202691"/>
                  </a:lnTo>
                  <a:lnTo>
                    <a:pt x="685799" y="204215"/>
                  </a:lnTo>
                  <a:lnTo>
                    <a:pt x="698753" y="203453"/>
                  </a:lnTo>
                  <a:close/>
                </a:path>
                <a:path w="711834" h="407034">
                  <a:moveTo>
                    <a:pt x="693419" y="266699"/>
                  </a:moveTo>
                  <a:lnTo>
                    <a:pt x="672083" y="252983"/>
                  </a:lnTo>
                  <a:lnTo>
                    <a:pt x="667511" y="262127"/>
                  </a:lnTo>
                  <a:lnTo>
                    <a:pt x="655319" y="277367"/>
                  </a:lnTo>
                  <a:lnTo>
                    <a:pt x="632459" y="300227"/>
                  </a:lnTo>
                  <a:lnTo>
                    <a:pt x="624839" y="306323"/>
                  </a:lnTo>
                  <a:lnTo>
                    <a:pt x="640079" y="326135"/>
                  </a:lnTo>
                  <a:lnTo>
                    <a:pt x="647699" y="320039"/>
                  </a:lnTo>
                  <a:lnTo>
                    <a:pt x="658367" y="310895"/>
                  </a:lnTo>
                  <a:lnTo>
                    <a:pt x="667511" y="303275"/>
                  </a:lnTo>
                  <a:lnTo>
                    <a:pt x="682751" y="284987"/>
                  </a:lnTo>
                  <a:lnTo>
                    <a:pt x="688847" y="275843"/>
                  </a:lnTo>
                  <a:lnTo>
                    <a:pt x="693419" y="266699"/>
                  </a:lnTo>
                  <a:close/>
                </a:path>
                <a:path w="711834" h="407034">
                  <a:moveTo>
                    <a:pt x="618743" y="341375"/>
                  </a:moveTo>
                  <a:lnTo>
                    <a:pt x="605027" y="320039"/>
                  </a:lnTo>
                  <a:lnTo>
                    <a:pt x="603503" y="321563"/>
                  </a:lnTo>
                  <a:lnTo>
                    <a:pt x="591311" y="327659"/>
                  </a:lnTo>
                  <a:lnTo>
                    <a:pt x="568451" y="338327"/>
                  </a:lnTo>
                  <a:lnTo>
                    <a:pt x="542543" y="348995"/>
                  </a:lnTo>
                  <a:lnTo>
                    <a:pt x="537971" y="350519"/>
                  </a:lnTo>
                  <a:lnTo>
                    <a:pt x="547115" y="374903"/>
                  </a:lnTo>
                  <a:lnTo>
                    <a:pt x="551687" y="373379"/>
                  </a:lnTo>
                  <a:lnTo>
                    <a:pt x="579119" y="361187"/>
                  </a:lnTo>
                  <a:lnTo>
                    <a:pt x="605027" y="348995"/>
                  </a:lnTo>
                  <a:lnTo>
                    <a:pt x="617219" y="342899"/>
                  </a:lnTo>
                  <a:lnTo>
                    <a:pt x="618743" y="341375"/>
                  </a:lnTo>
                  <a:close/>
                </a:path>
                <a:path w="711834" h="407034">
                  <a:moveTo>
                    <a:pt x="521207" y="384047"/>
                  </a:moveTo>
                  <a:lnTo>
                    <a:pt x="515111" y="358139"/>
                  </a:lnTo>
                  <a:lnTo>
                    <a:pt x="486155" y="367283"/>
                  </a:lnTo>
                  <a:lnTo>
                    <a:pt x="455675" y="373379"/>
                  </a:lnTo>
                  <a:lnTo>
                    <a:pt x="441959" y="374903"/>
                  </a:lnTo>
                  <a:lnTo>
                    <a:pt x="446531" y="399287"/>
                  </a:lnTo>
                  <a:lnTo>
                    <a:pt x="460247" y="397763"/>
                  </a:lnTo>
                  <a:lnTo>
                    <a:pt x="492251" y="391667"/>
                  </a:lnTo>
                  <a:lnTo>
                    <a:pt x="521207" y="384047"/>
                  </a:lnTo>
                  <a:close/>
                </a:path>
                <a:path w="711834" h="407034">
                  <a:moveTo>
                    <a:pt x="355853" y="393953"/>
                  </a:moveTo>
                  <a:lnTo>
                    <a:pt x="355091" y="380999"/>
                  </a:lnTo>
                  <a:lnTo>
                    <a:pt x="342899" y="380999"/>
                  </a:lnTo>
                  <a:lnTo>
                    <a:pt x="342899" y="406907"/>
                  </a:lnTo>
                  <a:lnTo>
                    <a:pt x="355091" y="406907"/>
                  </a:lnTo>
                  <a:lnTo>
                    <a:pt x="355853" y="393953"/>
                  </a:lnTo>
                  <a:close/>
                </a:path>
                <a:path w="711834" h="407034">
                  <a:moveTo>
                    <a:pt x="420623" y="403859"/>
                  </a:moveTo>
                  <a:lnTo>
                    <a:pt x="417575" y="377951"/>
                  </a:lnTo>
                  <a:lnTo>
                    <a:pt x="390143" y="379475"/>
                  </a:lnTo>
                  <a:lnTo>
                    <a:pt x="355091" y="380999"/>
                  </a:lnTo>
                  <a:lnTo>
                    <a:pt x="356615" y="380999"/>
                  </a:lnTo>
                  <a:lnTo>
                    <a:pt x="356615" y="406907"/>
                  </a:lnTo>
                  <a:lnTo>
                    <a:pt x="391667" y="405383"/>
                  </a:lnTo>
                  <a:lnTo>
                    <a:pt x="420623" y="403859"/>
                  </a:lnTo>
                  <a:close/>
                </a:path>
                <a:path w="711834" h="407034">
                  <a:moveTo>
                    <a:pt x="356615" y="380999"/>
                  </a:moveTo>
                  <a:lnTo>
                    <a:pt x="355091" y="380999"/>
                  </a:lnTo>
                  <a:lnTo>
                    <a:pt x="355853" y="393953"/>
                  </a:lnTo>
                  <a:lnTo>
                    <a:pt x="356615" y="380999"/>
                  </a:lnTo>
                  <a:close/>
                </a:path>
                <a:path w="711834" h="407034">
                  <a:moveTo>
                    <a:pt x="356615" y="406907"/>
                  </a:moveTo>
                  <a:lnTo>
                    <a:pt x="356615" y="380999"/>
                  </a:lnTo>
                  <a:lnTo>
                    <a:pt x="355853" y="393953"/>
                  </a:lnTo>
                  <a:lnTo>
                    <a:pt x="356615" y="406907"/>
                  </a:lnTo>
                  <a:close/>
                </a:path>
                <a:path w="711834" h="407034">
                  <a:moveTo>
                    <a:pt x="318515" y="379475"/>
                  </a:moveTo>
                  <a:lnTo>
                    <a:pt x="288035" y="377951"/>
                  </a:lnTo>
                  <a:lnTo>
                    <a:pt x="256031" y="373379"/>
                  </a:lnTo>
                  <a:lnTo>
                    <a:pt x="243839" y="370331"/>
                  </a:lnTo>
                  <a:lnTo>
                    <a:pt x="239267" y="394715"/>
                  </a:lnTo>
                  <a:lnTo>
                    <a:pt x="251459" y="397763"/>
                  </a:lnTo>
                  <a:lnTo>
                    <a:pt x="284987" y="402335"/>
                  </a:lnTo>
                  <a:lnTo>
                    <a:pt x="316991" y="405383"/>
                  </a:lnTo>
                  <a:lnTo>
                    <a:pt x="318515" y="379475"/>
                  </a:lnTo>
                  <a:close/>
                </a:path>
                <a:path w="711834" h="407034">
                  <a:moveTo>
                    <a:pt x="220979" y="365759"/>
                  </a:moveTo>
                  <a:lnTo>
                    <a:pt x="195071" y="358139"/>
                  </a:lnTo>
                  <a:lnTo>
                    <a:pt x="167639" y="348995"/>
                  </a:lnTo>
                  <a:lnTo>
                    <a:pt x="149351" y="341375"/>
                  </a:lnTo>
                  <a:lnTo>
                    <a:pt x="140207" y="365759"/>
                  </a:lnTo>
                  <a:lnTo>
                    <a:pt x="160019" y="373379"/>
                  </a:lnTo>
                  <a:lnTo>
                    <a:pt x="188975" y="382523"/>
                  </a:lnTo>
                  <a:lnTo>
                    <a:pt x="213359" y="390143"/>
                  </a:lnTo>
                  <a:lnTo>
                    <a:pt x="220979" y="365759"/>
                  </a:lnTo>
                  <a:close/>
                </a:path>
                <a:path w="711834" h="407034">
                  <a:moveTo>
                    <a:pt x="51815" y="272795"/>
                  </a:moveTo>
                  <a:lnTo>
                    <a:pt x="50291" y="269747"/>
                  </a:lnTo>
                  <a:lnTo>
                    <a:pt x="44195" y="262127"/>
                  </a:lnTo>
                  <a:lnTo>
                    <a:pt x="39623" y="252983"/>
                  </a:lnTo>
                  <a:lnTo>
                    <a:pt x="35051" y="245363"/>
                  </a:lnTo>
                  <a:lnTo>
                    <a:pt x="32003" y="236219"/>
                  </a:lnTo>
                  <a:lnTo>
                    <a:pt x="28955" y="228599"/>
                  </a:lnTo>
                  <a:lnTo>
                    <a:pt x="27431" y="219455"/>
                  </a:lnTo>
                  <a:lnTo>
                    <a:pt x="25907" y="211835"/>
                  </a:lnTo>
                  <a:lnTo>
                    <a:pt x="25907" y="210311"/>
                  </a:lnTo>
                  <a:lnTo>
                    <a:pt x="0" y="211835"/>
                  </a:lnTo>
                  <a:lnTo>
                    <a:pt x="1523" y="214883"/>
                  </a:lnTo>
                  <a:lnTo>
                    <a:pt x="4571" y="236219"/>
                  </a:lnTo>
                  <a:lnTo>
                    <a:pt x="22859" y="275843"/>
                  </a:lnTo>
                  <a:lnTo>
                    <a:pt x="30479" y="284987"/>
                  </a:lnTo>
                  <a:lnTo>
                    <a:pt x="32003" y="289559"/>
                  </a:lnTo>
                  <a:lnTo>
                    <a:pt x="51815" y="272795"/>
                  </a:lnTo>
                  <a:close/>
                </a:path>
                <a:path w="711834" h="407034">
                  <a:moveTo>
                    <a:pt x="128015" y="330707"/>
                  </a:moveTo>
                  <a:lnTo>
                    <a:pt x="118871" y="326135"/>
                  </a:lnTo>
                  <a:lnTo>
                    <a:pt x="97535" y="313943"/>
                  </a:lnTo>
                  <a:lnTo>
                    <a:pt x="88391" y="306323"/>
                  </a:lnTo>
                  <a:lnTo>
                    <a:pt x="79247" y="300227"/>
                  </a:lnTo>
                  <a:lnTo>
                    <a:pt x="70103" y="292607"/>
                  </a:lnTo>
                  <a:lnTo>
                    <a:pt x="68579" y="289559"/>
                  </a:lnTo>
                  <a:lnTo>
                    <a:pt x="50291" y="307847"/>
                  </a:lnTo>
                  <a:lnTo>
                    <a:pt x="83819" y="335279"/>
                  </a:lnTo>
                  <a:lnTo>
                    <a:pt x="108203" y="348995"/>
                  </a:lnTo>
                  <a:lnTo>
                    <a:pt x="115823" y="353567"/>
                  </a:lnTo>
                  <a:lnTo>
                    <a:pt x="128015" y="33070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637089" y="4908804"/>
              <a:ext cx="483234" cy="330835"/>
            </a:xfrm>
            <a:custGeom>
              <a:avLst/>
              <a:gdLst/>
              <a:ahLst/>
              <a:cxnLst/>
              <a:rect l="l" t="t" r="r" b="b"/>
              <a:pathLst>
                <a:path w="483235" h="330835">
                  <a:moveTo>
                    <a:pt x="48767" y="102107"/>
                  </a:moveTo>
                  <a:lnTo>
                    <a:pt x="28955" y="88391"/>
                  </a:lnTo>
                  <a:lnTo>
                    <a:pt x="19811" y="100583"/>
                  </a:lnTo>
                  <a:lnTo>
                    <a:pt x="10667" y="115823"/>
                  </a:lnTo>
                  <a:lnTo>
                    <a:pt x="4571" y="131063"/>
                  </a:lnTo>
                  <a:lnTo>
                    <a:pt x="1523" y="147827"/>
                  </a:lnTo>
                  <a:lnTo>
                    <a:pt x="0" y="156971"/>
                  </a:lnTo>
                  <a:lnTo>
                    <a:pt x="0" y="164591"/>
                  </a:lnTo>
                  <a:lnTo>
                    <a:pt x="25907" y="166115"/>
                  </a:lnTo>
                  <a:lnTo>
                    <a:pt x="25907" y="158495"/>
                  </a:lnTo>
                  <a:lnTo>
                    <a:pt x="27431" y="150875"/>
                  </a:lnTo>
                  <a:lnTo>
                    <a:pt x="30479" y="137159"/>
                  </a:lnTo>
                  <a:lnTo>
                    <a:pt x="35051" y="124967"/>
                  </a:lnTo>
                  <a:lnTo>
                    <a:pt x="42671" y="112775"/>
                  </a:lnTo>
                  <a:lnTo>
                    <a:pt x="48767" y="102107"/>
                  </a:lnTo>
                  <a:close/>
                </a:path>
                <a:path w="483235" h="330835">
                  <a:moveTo>
                    <a:pt x="124967" y="48767"/>
                  </a:moveTo>
                  <a:lnTo>
                    <a:pt x="115823" y="24383"/>
                  </a:lnTo>
                  <a:lnTo>
                    <a:pt x="108203" y="27431"/>
                  </a:lnTo>
                  <a:lnTo>
                    <a:pt x="89915" y="36575"/>
                  </a:lnTo>
                  <a:lnTo>
                    <a:pt x="71627" y="47243"/>
                  </a:lnTo>
                  <a:lnTo>
                    <a:pt x="56387" y="59435"/>
                  </a:lnTo>
                  <a:lnTo>
                    <a:pt x="47243" y="67055"/>
                  </a:lnTo>
                  <a:lnTo>
                    <a:pt x="64007" y="85343"/>
                  </a:lnTo>
                  <a:lnTo>
                    <a:pt x="73151" y="77723"/>
                  </a:lnTo>
                  <a:lnTo>
                    <a:pt x="86867" y="68579"/>
                  </a:lnTo>
                  <a:lnTo>
                    <a:pt x="102107" y="57911"/>
                  </a:lnTo>
                  <a:lnTo>
                    <a:pt x="118871" y="50291"/>
                  </a:lnTo>
                  <a:lnTo>
                    <a:pt x="124967" y="48767"/>
                  </a:lnTo>
                  <a:close/>
                </a:path>
                <a:path w="483235" h="330835">
                  <a:moveTo>
                    <a:pt x="219455" y="25907"/>
                  </a:moveTo>
                  <a:lnTo>
                    <a:pt x="217931" y="1523"/>
                  </a:lnTo>
                  <a:lnTo>
                    <a:pt x="216407" y="1523"/>
                  </a:lnTo>
                  <a:lnTo>
                    <a:pt x="193547" y="3047"/>
                  </a:lnTo>
                  <a:lnTo>
                    <a:pt x="170687" y="7619"/>
                  </a:lnTo>
                  <a:lnTo>
                    <a:pt x="149351" y="12191"/>
                  </a:lnTo>
                  <a:lnTo>
                    <a:pt x="140207" y="15239"/>
                  </a:lnTo>
                  <a:lnTo>
                    <a:pt x="147827" y="39623"/>
                  </a:lnTo>
                  <a:lnTo>
                    <a:pt x="156971" y="36575"/>
                  </a:lnTo>
                  <a:lnTo>
                    <a:pt x="176783" y="32003"/>
                  </a:lnTo>
                  <a:lnTo>
                    <a:pt x="219455" y="25907"/>
                  </a:lnTo>
                  <a:close/>
                </a:path>
                <a:path w="483235" h="330835">
                  <a:moveTo>
                    <a:pt x="323087" y="9143"/>
                  </a:moveTo>
                  <a:lnTo>
                    <a:pt x="310895" y="7619"/>
                  </a:lnTo>
                  <a:lnTo>
                    <a:pt x="289559" y="3047"/>
                  </a:lnTo>
                  <a:lnTo>
                    <a:pt x="265175" y="1523"/>
                  </a:lnTo>
                  <a:lnTo>
                    <a:pt x="243839" y="0"/>
                  </a:lnTo>
                  <a:lnTo>
                    <a:pt x="243839" y="25907"/>
                  </a:lnTo>
                  <a:lnTo>
                    <a:pt x="265175" y="25907"/>
                  </a:lnTo>
                  <a:lnTo>
                    <a:pt x="307847" y="32003"/>
                  </a:lnTo>
                  <a:lnTo>
                    <a:pt x="316991" y="35051"/>
                  </a:lnTo>
                  <a:lnTo>
                    <a:pt x="323087" y="9143"/>
                  </a:lnTo>
                  <a:close/>
                </a:path>
                <a:path w="483235" h="330835">
                  <a:moveTo>
                    <a:pt x="419099" y="53339"/>
                  </a:moveTo>
                  <a:lnTo>
                    <a:pt x="373379" y="27431"/>
                  </a:lnTo>
                  <a:lnTo>
                    <a:pt x="347471" y="16763"/>
                  </a:lnTo>
                  <a:lnTo>
                    <a:pt x="339851" y="41147"/>
                  </a:lnTo>
                  <a:lnTo>
                    <a:pt x="345947" y="42671"/>
                  </a:lnTo>
                  <a:lnTo>
                    <a:pt x="364235" y="50291"/>
                  </a:lnTo>
                  <a:lnTo>
                    <a:pt x="380999" y="59435"/>
                  </a:lnTo>
                  <a:lnTo>
                    <a:pt x="396239" y="68579"/>
                  </a:lnTo>
                  <a:lnTo>
                    <a:pt x="403859" y="74675"/>
                  </a:lnTo>
                  <a:lnTo>
                    <a:pt x="419099" y="53339"/>
                  </a:lnTo>
                  <a:close/>
                </a:path>
                <a:path w="483235" h="330835">
                  <a:moveTo>
                    <a:pt x="480059" y="143255"/>
                  </a:moveTo>
                  <a:lnTo>
                    <a:pt x="477011" y="129539"/>
                  </a:lnTo>
                  <a:lnTo>
                    <a:pt x="470915" y="114299"/>
                  </a:lnTo>
                  <a:lnTo>
                    <a:pt x="452627" y="83819"/>
                  </a:lnTo>
                  <a:lnTo>
                    <a:pt x="438911" y="70103"/>
                  </a:lnTo>
                  <a:lnTo>
                    <a:pt x="422147" y="89915"/>
                  </a:lnTo>
                  <a:lnTo>
                    <a:pt x="432815" y="100583"/>
                  </a:lnTo>
                  <a:lnTo>
                    <a:pt x="441959" y="112775"/>
                  </a:lnTo>
                  <a:lnTo>
                    <a:pt x="448055" y="126491"/>
                  </a:lnTo>
                  <a:lnTo>
                    <a:pt x="454151" y="138683"/>
                  </a:lnTo>
                  <a:lnTo>
                    <a:pt x="455675" y="147827"/>
                  </a:lnTo>
                  <a:lnTo>
                    <a:pt x="480059" y="143255"/>
                  </a:lnTo>
                  <a:close/>
                </a:path>
                <a:path w="483235" h="330835">
                  <a:moveTo>
                    <a:pt x="431291" y="266699"/>
                  </a:moveTo>
                  <a:lnTo>
                    <a:pt x="414527" y="248411"/>
                  </a:lnTo>
                  <a:lnTo>
                    <a:pt x="409955" y="252983"/>
                  </a:lnTo>
                  <a:lnTo>
                    <a:pt x="396239" y="263651"/>
                  </a:lnTo>
                  <a:lnTo>
                    <a:pt x="380999" y="272795"/>
                  </a:lnTo>
                  <a:lnTo>
                    <a:pt x="364235" y="280415"/>
                  </a:lnTo>
                  <a:lnTo>
                    <a:pt x="353567" y="284987"/>
                  </a:lnTo>
                  <a:lnTo>
                    <a:pt x="362711" y="307847"/>
                  </a:lnTo>
                  <a:lnTo>
                    <a:pt x="374903" y="303275"/>
                  </a:lnTo>
                  <a:lnTo>
                    <a:pt x="393191" y="294131"/>
                  </a:lnTo>
                  <a:lnTo>
                    <a:pt x="409955" y="283463"/>
                  </a:lnTo>
                  <a:lnTo>
                    <a:pt x="426719" y="271271"/>
                  </a:lnTo>
                  <a:lnTo>
                    <a:pt x="431291" y="266699"/>
                  </a:lnTo>
                  <a:close/>
                </a:path>
                <a:path w="483235" h="330835">
                  <a:moveTo>
                    <a:pt x="483107" y="173735"/>
                  </a:moveTo>
                  <a:lnTo>
                    <a:pt x="483107" y="170687"/>
                  </a:lnTo>
                  <a:lnTo>
                    <a:pt x="457199" y="170687"/>
                  </a:lnTo>
                  <a:lnTo>
                    <a:pt x="457199" y="172211"/>
                  </a:lnTo>
                  <a:lnTo>
                    <a:pt x="455675" y="179831"/>
                  </a:lnTo>
                  <a:lnTo>
                    <a:pt x="452627" y="193547"/>
                  </a:lnTo>
                  <a:lnTo>
                    <a:pt x="448055" y="205739"/>
                  </a:lnTo>
                  <a:lnTo>
                    <a:pt x="432815" y="230123"/>
                  </a:lnTo>
                  <a:lnTo>
                    <a:pt x="431291" y="231647"/>
                  </a:lnTo>
                  <a:lnTo>
                    <a:pt x="451103" y="248411"/>
                  </a:lnTo>
                  <a:lnTo>
                    <a:pt x="452627" y="245363"/>
                  </a:lnTo>
                  <a:lnTo>
                    <a:pt x="463295" y="230123"/>
                  </a:lnTo>
                  <a:lnTo>
                    <a:pt x="478535" y="199643"/>
                  </a:lnTo>
                  <a:lnTo>
                    <a:pt x="481583" y="182879"/>
                  </a:lnTo>
                  <a:lnTo>
                    <a:pt x="483107" y="173735"/>
                  </a:lnTo>
                  <a:close/>
                </a:path>
                <a:path w="483235" h="330835">
                  <a:moveTo>
                    <a:pt x="338327" y="316991"/>
                  </a:moveTo>
                  <a:lnTo>
                    <a:pt x="330707" y="292607"/>
                  </a:lnTo>
                  <a:lnTo>
                    <a:pt x="326135" y="294131"/>
                  </a:lnTo>
                  <a:lnTo>
                    <a:pt x="306323" y="298703"/>
                  </a:lnTo>
                  <a:lnTo>
                    <a:pt x="263651" y="304799"/>
                  </a:lnTo>
                  <a:lnTo>
                    <a:pt x="259079" y="304799"/>
                  </a:lnTo>
                  <a:lnTo>
                    <a:pt x="259079" y="329183"/>
                  </a:lnTo>
                  <a:lnTo>
                    <a:pt x="266699" y="329183"/>
                  </a:lnTo>
                  <a:lnTo>
                    <a:pt x="289559" y="327659"/>
                  </a:lnTo>
                  <a:lnTo>
                    <a:pt x="312419" y="323087"/>
                  </a:lnTo>
                  <a:lnTo>
                    <a:pt x="333755" y="318515"/>
                  </a:lnTo>
                  <a:lnTo>
                    <a:pt x="338327" y="316991"/>
                  </a:lnTo>
                  <a:close/>
                </a:path>
                <a:path w="483235" h="330835">
                  <a:moveTo>
                    <a:pt x="234695" y="304799"/>
                  </a:moveTo>
                  <a:lnTo>
                    <a:pt x="217931" y="304799"/>
                  </a:lnTo>
                  <a:lnTo>
                    <a:pt x="175259" y="298703"/>
                  </a:lnTo>
                  <a:lnTo>
                    <a:pt x="161543" y="294131"/>
                  </a:lnTo>
                  <a:lnTo>
                    <a:pt x="155447" y="320039"/>
                  </a:lnTo>
                  <a:lnTo>
                    <a:pt x="193547" y="327659"/>
                  </a:lnTo>
                  <a:lnTo>
                    <a:pt x="217931" y="329183"/>
                  </a:lnTo>
                  <a:lnTo>
                    <a:pt x="233171" y="330707"/>
                  </a:lnTo>
                  <a:lnTo>
                    <a:pt x="234695" y="304799"/>
                  </a:lnTo>
                  <a:close/>
                </a:path>
                <a:path w="483235" h="330835">
                  <a:moveTo>
                    <a:pt x="137159" y="288035"/>
                  </a:moveTo>
                  <a:lnTo>
                    <a:pt x="137159" y="286511"/>
                  </a:lnTo>
                  <a:lnTo>
                    <a:pt x="118871" y="280415"/>
                  </a:lnTo>
                  <a:lnTo>
                    <a:pt x="102107" y="271271"/>
                  </a:lnTo>
                  <a:lnTo>
                    <a:pt x="86867" y="262127"/>
                  </a:lnTo>
                  <a:lnTo>
                    <a:pt x="74675" y="252983"/>
                  </a:lnTo>
                  <a:lnTo>
                    <a:pt x="59435" y="274319"/>
                  </a:lnTo>
                  <a:lnTo>
                    <a:pt x="73151" y="283463"/>
                  </a:lnTo>
                  <a:lnTo>
                    <a:pt x="89915" y="294131"/>
                  </a:lnTo>
                  <a:lnTo>
                    <a:pt x="108203" y="303275"/>
                  </a:lnTo>
                  <a:lnTo>
                    <a:pt x="128015" y="310895"/>
                  </a:lnTo>
                  <a:lnTo>
                    <a:pt x="129539" y="312419"/>
                  </a:lnTo>
                  <a:lnTo>
                    <a:pt x="137159" y="288035"/>
                  </a:lnTo>
                  <a:close/>
                </a:path>
                <a:path w="483235" h="330835">
                  <a:moveTo>
                    <a:pt x="57911" y="237743"/>
                  </a:moveTo>
                  <a:lnTo>
                    <a:pt x="50291" y="230123"/>
                  </a:lnTo>
                  <a:lnTo>
                    <a:pt x="41147" y="217931"/>
                  </a:lnTo>
                  <a:lnTo>
                    <a:pt x="35051" y="204215"/>
                  </a:lnTo>
                  <a:lnTo>
                    <a:pt x="28955" y="192023"/>
                  </a:lnTo>
                  <a:lnTo>
                    <a:pt x="25907" y="178307"/>
                  </a:lnTo>
                  <a:lnTo>
                    <a:pt x="1523" y="181355"/>
                  </a:lnTo>
                  <a:lnTo>
                    <a:pt x="1523" y="184403"/>
                  </a:lnTo>
                  <a:lnTo>
                    <a:pt x="6095" y="201167"/>
                  </a:lnTo>
                  <a:lnTo>
                    <a:pt x="12191" y="216407"/>
                  </a:lnTo>
                  <a:lnTo>
                    <a:pt x="30479" y="246887"/>
                  </a:lnTo>
                  <a:lnTo>
                    <a:pt x="39623" y="254507"/>
                  </a:lnTo>
                  <a:lnTo>
                    <a:pt x="57911" y="23774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89490" y="5518403"/>
              <a:ext cx="788035" cy="318770"/>
            </a:xfrm>
            <a:custGeom>
              <a:avLst/>
              <a:gdLst/>
              <a:ahLst/>
              <a:cxnLst/>
              <a:rect l="l" t="t" r="r" b="b"/>
              <a:pathLst>
                <a:path w="788035" h="318770">
                  <a:moveTo>
                    <a:pt x="57911" y="105155"/>
                  </a:moveTo>
                  <a:lnTo>
                    <a:pt x="42671" y="86867"/>
                  </a:lnTo>
                  <a:lnTo>
                    <a:pt x="33527" y="92963"/>
                  </a:lnTo>
                  <a:lnTo>
                    <a:pt x="25907" y="100583"/>
                  </a:lnTo>
                  <a:lnTo>
                    <a:pt x="13715" y="115823"/>
                  </a:lnTo>
                  <a:lnTo>
                    <a:pt x="9143" y="124967"/>
                  </a:lnTo>
                  <a:lnTo>
                    <a:pt x="4571" y="132587"/>
                  </a:lnTo>
                  <a:lnTo>
                    <a:pt x="3047" y="141731"/>
                  </a:lnTo>
                  <a:lnTo>
                    <a:pt x="0" y="150875"/>
                  </a:lnTo>
                  <a:lnTo>
                    <a:pt x="0" y="158495"/>
                  </a:lnTo>
                  <a:lnTo>
                    <a:pt x="12953" y="159257"/>
                  </a:lnTo>
                  <a:lnTo>
                    <a:pt x="25907" y="158495"/>
                  </a:lnTo>
                  <a:lnTo>
                    <a:pt x="25907" y="152399"/>
                  </a:lnTo>
                  <a:lnTo>
                    <a:pt x="27431" y="146303"/>
                  </a:lnTo>
                  <a:lnTo>
                    <a:pt x="28955" y="141731"/>
                  </a:lnTo>
                  <a:lnTo>
                    <a:pt x="35051" y="129539"/>
                  </a:lnTo>
                  <a:lnTo>
                    <a:pt x="39623" y="123443"/>
                  </a:lnTo>
                  <a:lnTo>
                    <a:pt x="57911" y="105155"/>
                  </a:lnTo>
                  <a:close/>
                </a:path>
                <a:path w="788035" h="318770">
                  <a:moveTo>
                    <a:pt x="27431" y="169163"/>
                  </a:moveTo>
                  <a:lnTo>
                    <a:pt x="25907" y="164591"/>
                  </a:lnTo>
                  <a:lnTo>
                    <a:pt x="25907" y="160019"/>
                  </a:lnTo>
                  <a:lnTo>
                    <a:pt x="12953" y="159257"/>
                  </a:lnTo>
                  <a:lnTo>
                    <a:pt x="0" y="160019"/>
                  </a:lnTo>
                  <a:lnTo>
                    <a:pt x="1523" y="169163"/>
                  </a:lnTo>
                  <a:lnTo>
                    <a:pt x="1523" y="175259"/>
                  </a:lnTo>
                  <a:lnTo>
                    <a:pt x="27431" y="169163"/>
                  </a:lnTo>
                  <a:close/>
                </a:path>
                <a:path w="788035" h="318770">
                  <a:moveTo>
                    <a:pt x="25907" y="160019"/>
                  </a:moveTo>
                  <a:lnTo>
                    <a:pt x="25907" y="158495"/>
                  </a:lnTo>
                  <a:lnTo>
                    <a:pt x="12953" y="159257"/>
                  </a:lnTo>
                  <a:lnTo>
                    <a:pt x="25907" y="160019"/>
                  </a:lnTo>
                  <a:close/>
                </a:path>
                <a:path w="788035" h="318770">
                  <a:moveTo>
                    <a:pt x="144779" y="62483"/>
                  </a:moveTo>
                  <a:lnTo>
                    <a:pt x="137159" y="38099"/>
                  </a:lnTo>
                  <a:lnTo>
                    <a:pt x="132587" y="39623"/>
                  </a:lnTo>
                  <a:lnTo>
                    <a:pt x="120395" y="44195"/>
                  </a:lnTo>
                  <a:lnTo>
                    <a:pt x="106679" y="48767"/>
                  </a:lnTo>
                  <a:lnTo>
                    <a:pt x="82295" y="60959"/>
                  </a:lnTo>
                  <a:lnTo>
                    <a:pt x="71627" y="67055"/>
                  </a:lnTo>
                  <a:lnTo>
                    <a:pt x="64007" y="70103"/>
                  </a:lnTo>
                  <a:lnTo>
                    <a:pt x="77723" y="92963"/>
                  </a:lnTo>
                  <a:lnTo>
                    <a:pt x="83819" y="88391"/>
                  </a:lnTo>
                  <a:lnTo>
                    <a:pt x="94487" y="82295"/>
                  </a:lnTo>
                  <a:lnTo>
                    <a:pt x="105155" y="77723"/>
                  </a:lnTo>
                  <a:lnTo>
                    <a:pt x="117347" y="73151"/>
                  </a:lnTo>
                  <a:lnTo>
                    <a:pt x="129539" y="67055"/>
                  </a:lnTo>
                  <a:lnTo>
                    <a:pt x="141731" y="62483"/>
                  </a:lnTo>
                  <a:lnTo>
                    <a:pt x="144779" y="62483"/>
                  </a:lnTo>
                  <a:close/>
                </a:path>
                <a:path w="788035" h="318770">
                  <a:moveTo>
                    <a:pt x="240791" y="38099"/>
                  </a:moveTo>
                  <a:lnTo>
                    <a:pt x="236219" y="13715"/>
                  </a:lnTo>
                  <a:lnTo>
                    <a:pt x="208787" y="18287"/>
                  </a:lnTo>
                  <a:lnTo>
                    <a:pt x="176783" y="25907"/>
                  </a:lnTo>
                  <a:lnTo>
                    <a:pt x="161543" y="30479"/>
                  </a:lnTo>
                  <a:lnTo>
                    <a:pt x="167639" y="54863"/>
                  </a:lnTo>
                  <a:lnTo>
                    <a:pt x="184403" y="50291"/>
                  </a:lnTo>
                  <a:lnTo>
                    <a:pt x="214883" y="42671"/>
                  </a:lnTo>
                  <a:lnTo>
                    <a:pt x="240791" y="38099"/>
                  </a:lnTo>
                  <a:close/>
                </a:path>
                <a:path w="788035" h="318770">
                  <a:moveTo>
                    <a:pt x="341375" y="27431"/>
                  </a:moveTo>
                  <a:lnTo>
                    <a:pt x="339851" y="1523"/>
                  </a:lnTo>
                  <a:lnTo>
                    <a:pt x="315467" y="3047"/>
                  </a:lnTo>
                  <a:lnTo>
                    <a:pt x="278891" y="7619"/>
                  </a:lnTo>
                  <a:lnTo>
                    <a:pt x="262127" y="9143"/>
                  </a:lnTo>
                  <a:lnTo>
                    <a:pt x="265175" y="35051"/>
                  </a:lnTo>
                  <a:lnTo>
                    <a:pt x="281939" y="32003"/>
                  </a:lnTo>
                  <a:lnTo>
                    <a:pt x="318515" y="28955"/>
                  </a:lnTo>
                  <a:lnTo>
                    <a:pt x="341375" y="27431"/>
                  </a:lnTo>
                  <a:close/>
                </a:path>
                <a:path w="788035" h="318770">
                  <a:moveTo>
                    <a:pt x="393953" y="12953"/>
                  </a:moveTo>
                  <a:lnTo>
                    <a:pt x="393191" y="0"/>
                  </a:lnTo>
                  <a:lnTo>
                    <a:pt x="365759" y="1523"/>
                  </a:lnTo>
                  <a:lnTo>
                    <a:pt x="365759" y="25907"/>
                  </a:lnTo>
                  <a:lnTo>
                    <a:pt x="393191" y="25907"/>
                  </a:lnTo>
                  <a:lnTo>
                    <a:pt x="393953" y="12953"/>
                  </a:lnTo>
                  <a:close/>
                </a:path>
                <a:path w="788035" h="318770">
                  <a:moveTo>
                    <a:pt x="394715" y="25907"/>
                  </a:moveTo>
                  <a:lnTo>
                    <a:pt x="393953" y="12953"/>
                  </a:lnTo>
                  <a:lnTo>
                    <a:pt x="393191" y="25907"/>
                  </a:lnTo>
                  <a:lnTo>
                    <a:pt x="394715" y="25907"/>
                  </a:lnTo>
                  <a:close/>
                </a:path>
                <a:path w="788035" h="318770">
                  <a:moveTo>
                    <a:pt x="441959" y="1523"/>
                  </a:moveTo>
                  <a:lnTo>
                    <a:pt x="432815" y="1523"/>
                  </a:lnTo>
                  <a:lnTo>
                    <a:pt x="394715" y="0"/>
                  </a:lnTo>
                  <a:lnTo>
                    <a:pt x="393953" y="12953"/>
                  </a:lnTo>
                  <a:lnTo>
                    <a:pt x="394715" y="25907"/>
                  </a:lnTo>
                  <a:lnTo>
                    <a:pt x="432815" y="25907"/>
                  </a:lnTo>
                  <a:lnTo>
                    <a:pt x="440435" y="27431"/>
                  </a:lnTo>
                  <a:lnTo>
                    <a:pt x="441959" y="1523"/>
                  </a:lnTo>
                  <a:close/>
                </a:path>
                <a:path w="788035" h="318770">
                  <a:moveTo>
                    <a:pt x="544067" y="12191"/>
                  </a:moveTo>
                  <a:lnTo>
                    <a:pt x="509015" y="6095"/>
                  </a:lnTo>
                  <a:lnTo>
                    <a:pt x="470915" y="3047"/>
                  </a:lnTo>
                  <a:lnTo>
                    <a:pt x="467867" y="3047"/>
                  </a:lnTo>
                  <a:lnTo>
                    <a:pt x="466343" y="28955"/>
                  </a:lnTo>
                  <a:lnTo>
                    <a:pt x="469391" y="28955"/>
                  </a:lnTo>
                  <a:lnTo>
                    <a:pt x="505967" y="32003"/>
                  </a:lnTo>
                  <a:lnTo>
                    <a:pt x="541019" y="36575"/>
                  </a:lnTo>
                  <a:lnTo>
                    <a:pt x="544067" y="12191"/>
                  </a:lnTo>
                  <a:close/>
                </a:path>
                <a:path w="788035" h="318770">
                  <a:moveTo>
                    <a:pt x="644651" y="36575"/>
                  </a:moveTo>
                  <a:lnTo>
                    <a:pt x="640079" y="33527"/>
                  </a:lnTo>
                  <a:lnTo>
                    <a:pt x="609599" y="25907"/>
                  </a:lnTo>
                  <a:lnTo>
                    <a:pt x="577595" y="18287"/>
                  </a:lnTo>
                  <a:lnTo>
                    <a:pt x="569975" y="16763"/>
                  </a:lnTo>
                  <a:lnTo>
                    <a:pt x="565403" y="41147"/>
                  </a:lnTo>
                  <a:lnTo>
                    <a:pt x="573023" y="42671"/>
                  </a:lnTo>
                  <a:lnTo>
                    <a:pt x="603503" y="50291"/>
                  </a:lnTo>
                  <a:lnTo>
                    <a:pt x="632459" y="57911"/>
                  </a:lnTo>
                  <a:lnTo>
                    <a:pt x="637031" y="59435"/>
                  </a:lnTo>
                  <a:lnTo>
                    <a:pt x="644651" y="36575"/>
                  </a:lnTo>
                  <a:close/>
                </a:path>
                <a:path w="788035" h="318770">
                  <a:moveTo>
                    <a:pt x="739139" y="82295"/>
                  </a:moveTo>
                  <a:lnTo>
                    <a:pt x="736091" y="79247"/>
                  </a:lnTo>
                  <a:lnTo>
                    <a:pt x="726947" y="73151"/>
                  </a:lnTo>
                  <a:lnTo>
                    <a:pt x="716279" y="67055"/>
                  </a:lnTo>
                  <a:lnTo>
                    <a:pt x="704087" y="60959"/>
                  </a:lnTo>
                  <a:lnTo>
                    <a:pt x="693419" y="54863"/>
                  </a:lnTo>
                  <a:lnTo>
                    <a:pt x="681227" y="48767"/>
                  </a:lnTo>
                  <a:lnTo>
                    <a:pt x="670559" y="44195"/>
                  </a:lnTo>
                  <a:lnTo>
                    <a:pt x="659891" y="68579"/>
                  </a:lnTo>
                  <a:lnTo>
                    <a:pt x="670559" y="73151"/>
                  </a:lnTo>
                  <a:lnTo>
                    <a:pt x="682751" y="77723"/>
                  </a:lnTo>
                  <a:lnTo>
                    <a:pt x="693419" y="83819"/>
                  </a:lnTo>
                  <a:lnTo>
                    <a:pt x="704087" y="88391"/>
                  </a:lnTo>
                  <a:lnTo>
                    <a:pt x="722375" y="100583"/>
                  </a:lnTo>
                  <a:lnTo>
                    <a:pt x="725423" y="102107"/>
                  </a:lnTo>
                  <a:lnTo>
                    <a:pt x="739139" y="82295"/>
                  </a:lnTo>
                  <a:close/>
                </a:path>
                <a:path w="788035" h="318770">
                  <a:moveTo>
                    <a:pt x="787907" y="158495"/>
                  </a:moveTo>
                  <a:lnTo>
                    <a:pt x="784859" y="140207"/>
                  </a:lnTo>
                  <a:lnTo>
                    <a:pt x="781811" y="131063"/>
                  </a:lnTo>
                  <a:lnTo>
                    <a:pt x="778763" y="123443"/>
                  </a:lnTo>
                  <a:lnTo>
                    <a:pt x="760475" y="100583"/>
                  </a:lnTo>
                  <a:lnTo>
                    <a:pt x="760475" y="99059"/>
                  </a:lnTo>
                  <a:lnTo>
                    <a:pt x="742187" y="117347"/>
                  </a:lnTo>
                  <a:lnTo>
                    <a:pt x="742187" y="118871"/>
                  </a:lnTo>
                  <a:lnTo>
                    <a:pt x="748283" y="124967"/>
                  </a:lnTo>
                  <a:lnTo>
                    <a:pt x="752855" y="131063"/>
                  </a:lnTo>
                  <a:lnTo>
                    <a:pt x="755903" y="137159"/>
                  </a:lnTo>
                  <a:lnTo>
                    <a:pt x="758951" y="141731"/>
                  </a:lnTo>
                  <a:lnTo>
                    <a:pt x="761999" y="153923"/>
                  </a:lnTo>
                  <a:lnTo>
                    <a:pt x="761999" y="158495"/>
                  </a:lnTo>
                  <a:lnTo>
                    <a:pt x="774953" y="159257"/>
                  </a:lnTo>
                  <a:lnTo>
                    <a:pt x="787907" y="158495"/>
                  </a:lnTo>
                  <a:close/>
                </a:path>
                <a:path w="788035" h="318770">
                  <a:moveTo>
                    <a:pt x="787907" y="160019"/>
                  </a:moveTo>
                  <a:lnTo>
                    <a:pt x="774953" y="159257"/>
                  </a:lnTo>
                  <a:lnTo>
                    <a:pt x="761999" y="160019"/>
                  </a:lnTo>
                  <a:lnTo>
                    <a:pt x="761999" y="166115"/>
                  </a:lnTo>
                  <a:lnTo>
                    <a:pt x="760475" y="172211"/>
                  </a:lnTo>
                  <a:lnTo>
                    <a:pt x="758951" y="173735"/>
                  </a:lnTo>
                  <a:lnTo>
                    <a:pt x="783335" y="181355"/>
                  </a:lnTo>
                  <a:lnTo>
                    <a:pt x="784859" y="176783"/>
                  </a:lnTo>
                  <a:lnTo>
                    <a:pt x="786383" y="167639"/>
                  </a:lnTo>
                  <a:lnTo>
                    <a:pt x="787907" y="160019"/>
                  </a:lnTo>
                  <a:close/>
                </a:path>
                <a:path w="788035" h="318770">
                  <a:moveTo>
                    <a:pt x="774953" y="159257"/>
                  </a:moveTo>
                  <a:lnTo>
                    <a:pt x="761999" y="158495"/>
                  </a:lnTo>
                  <a:lnTo>
                    <a:pt x="761999" y="160019"/>
                  </a:lnTo>
                  <a:lnTo>
                    <a:pt x="774953" y="159257"/>
                  </a:lnTo>
                  <a:close/>
                </a:path>
                <a:path w="788035" h="318770">
                  <a:moveTo>
                    <a:pt x="769619" y="207263"/>
                  </a:moveTo>
                  <a:lnTo>
                    <a:pt x="749807" y="192023"/>
                  </a:lnTo>
                  <a:lnTo>
                    <a:pt x="748283" y="195071"/>
                  </a:lnTo>
                  <a:lnTo>
                    <a:pt x="736091" y="207263"/>
                  </a:lnTo>
                  <a:lnTo>
                    <a:pt x="720851" y="219455"/>
                  </a:lnTo>
                  <a:lnTo>
                    <a:pt x="713231" y="224027"/>
                  </a:lnTo>
                  <a:lnTo>
                    <a:pt x="702563" y="230123"/>
                  </a:lnTo>
                  <a:lnTo>
                    <a:pt x="693419" y="234695"/>
                  </a:lnTo>
                  <a:lnTo>
                    <a:pt x="705611" y="257555"/>
                  </a:lnTo>
                  <a:lnTo>
                    <a:pt x="745235" y="233171"/>
                  </a:lnTo>
                  <a:lnTo>
                    <a:pt x="768095" y="210311"/>
                  </a:lnTo>
                  <a:lnTo>
                    <a:pt x="769619" y="207263"/>
                  </a:lnTo>
                  <a:close/>
                </a:path>
                <a:path w="788035" h="318770">
                  <a:moveTo>
                    <a:pt x="682751" y="269747"/>
                  </a:moveTo>
                  <a:lnTo>
                    <a:pt x="672083" y="245363"/>
                  </a:lnTo>
                  <a:lnTo>
                    <a:pt x="670559" y="246887"/>
                  </a:lnTo>
                  <a:lnTo>
                    <a:pt x="646175" y="256031"/>
                  </a:lnTo>
                  <a:lnTo>
                    <a:pt x="632459" y="260603"/>
                  </a:lnTo>
                  <a:lnTo>
                    <a:pt x="603503" y="268223"/>
                  </a:lnTo>
                  <a:lnTo>
                    <a:pt x="601979" y="268223"/>
                  </a:lnTo>
                  <a:lnTo>
                    <a:pt x="608075" y="294131"/>
                  </a:lnTo>
                  <a:lnTo>
                    <a:pt x="611123" y="292607"/>
                  </a:lnTo>
                  <a:lnTo>
                    <a:pt x="640079" y="284987"/>
                  </a:lnTo>
                  <a:lnTo>
                    <a:pt x="653795" y="280415"/>
                  </a:lnTo>
                  <a:lnTo>
                    <a:pt x="667511" y="274319"/>
                  </a:lnTo>
                  <a:lnTo>
                    <a:pt x="681227" y="269747"/>
                  </a:lnTo>
                  <a:lnTo>
                    <a:pt x="682751" y="269747"/>
                  </a:lnTo>
                  <a:close/>
                </a:path>
                <a:path w="788035" h="318770">
                  <a:moveTo>
                    <a:pt x="583691" y="300227"/>
                  </a:moveTo>
                  <a:lnTo>
                    <a:pt x="577595" y="274319"/>
                  </a:lnTo>
                  <a:lnTo>
                    <a:pt x="573023" y="275843"/>
                  </a:lnTo>
                  <a:lnTo>
                    <a:pt x="539495" y="281939"/>
                  </a:lnTo>
                  <a:lnTo>
                    <a:pt x="505967" y="286511"/>
                  </a:lnTo>
                  <a:lnTo>
                    <a:pt x="504443" y="286511"/>
                  </a:lnTo>
                  <a:lnTo>
                    <a:pt x="505967" y="312419"/>
                  </a:lnTo>
                  <a:lnTo>
                    <a:pt x="509015" y="312419"/>
                  </a:lnTo>
                  <a:lnTo>
                    <a:pt x="579119" y="300227"/>
                  </a:lnTo>
                  <a:lnTo>
                    <a:pt x="583691" y="300227"/>
                  </a:lnTo>
                  <a:close/>
                </a:path>
                <a:path w="788035" h="318770">
                  <a:moveTo>
                    <a:pt x="481583" y="313943"/>
                  </a:moveTo>
                  <a:lnTo>
                    <a:pt x="478535" y="289559"/>
                  </a:lnTo>
                  <a:lnTo>
                    <a:pt x="469391" y="289559"/>
                  </a:lnTo>
                  <a:lnTo>
                    <a:pt x="432815" y="292607"/>
                  </a:lnTo>
                  <a:lnTo>
                    <a:pt x="403859" y="292607"/>
                  </a:lnTo>
                  <a:lnTo>
                    <a:pt x="403859" y="318515"/>
                  </a:lnTo>
                  <a:lnTo>
                    <a:pt x="434339" y="318515"/>
                  </a:lnTo>
                  <a:lnTo>
                    <a:pt x="472439" y="315467"/>
                  </a:lnTo>
                  <a:lnTo>
                    <a:pt x="481583" y="313943"/>
                  </a:lnTo>
                  <a:close/>
                </a:path>
                <a:path w="788035" h="318770">
                  <a:moveTo>
                    <a:pt x="377951" y="318515"/>
                  </a:moveTo>
                  <a:lnTo>
                    <a:pt x="377951" y="292607"/>
                  </a:lnTo>
                  <a:lnTo>
                    <a:pt x="355091" y="292607"/>
                  </a:lnTo>
                  <a:lnTo>
                    <a:pt x="318515" y="289559"/>
                  </a:lnTo>
                  <a:lnTo>
                    <a:pt x="303275" y="289559"/>
                  </a:lnTo>
                  <a:lnTo>
                    <a:pt x="300227" y="313943"/>
                  </a:lnTo>
                  <a:lnTo>
                    <a:pt x="316991" y="315467"/>
                  </a:lnTo>
                  <a:lnTo>
                    <a:pt x="355091" y="318515"/>
                  </a:lnTo>
                  <a:lnTo>
                    <a:pt x="377951" y="318515"/>
                  </a:lnTo>
                  <a:close/>
                </a:path>
                <a:path w="788035" h="318770">
                  <a:moveTo>
                    <a:pt x="278891" y="286511"/>
                  </a:moveTo>
                  <a:lnTo>
                    <a:pt x="246887" y="281939"/>
                  </a:lnTo>
                  <a:lnTo>
                    <a:pt x="214883" y="275843"/>
                  </a:lnTo>
                  <a:lnTo>
                    <a:pt x="204215" y="272795"/>
                  </a:lnTo>
                  <a:lnTo>
                    <a:pt x="199643" y="298703"/>
                  </a:lnTo>
                  <a:lnTo>
                    <a:pt x="210311" y="300227"/>
                  </a:lnTo>
                  <a:lnTo>
                    <a:pt x="243839" y="306323"/>
                  </a:lnTo>
                  <a:lnTo>
                    <a:pt x="274319" y="310895"/>
                  </a:lnTo>
                  <a:lnTo>
                    <a:pt x="278891" y="286511"/>
                  </a:lnTo>
                  <a:close/>
                </a:path>
                <a:path w="788035" h="318770">
                  <a:moveTo>
                    <a:pt x="181355" y="268223"/>
                  </a:moveTo>
                  <a:lnTo>
                    <a:pt x="155447" y="260603"/>
                  </a:lnTo>
                  <a:lnTo>
                    <a:pt x="141731" y="256031"/>
                  </a:lnTo>
                  <a:lnTo>
                    <a:pt x="129539" y="251459"/>
                  </a:lnTo>
                  <a:lnTo>
                    <a:pt x="115823" y="245363"/>
                  </a:lnTo>
                  <a:lnTo>
                    <a:pt x="109727" y="243839"/>
                  </a:lnTo>
                  <a:lnTo>
                    <a:pt x="100583" y="266699"/>
                  </a:lnTo>
                  <a:lnTo>
                    <a:pt x="106679" y="269747"/>
                  </a:lnTo>
                  <a:lnTo>
                    <a:pt x="120395" y="274319"/>
                  </a:lnTo>
                  <a:lnTo>
                    <a:pt x="134111" y="280415"/>
                  </a:lnTo>
                  <a:lnTo>
                    <a:pt x="147827" y="284987"/>
                  </a:lnTo>
                  <a:lnTo>
                    <a:pt x="173735" y="292607"/>
                  </a:lnTo>
                  <a:lnTo>
                    <a:pt x="181355" y="268223"/>
                  </a:lnTo>
                  <a:close/>
                </a:path>
                <a:path w="788035" h="318770">
                  <a:moveTo>
                    <a:pt x="88391" y="233171"/>
                  </a:moveTo>
                  <a:lnTo>
                    <a:pt x="65531" y="217931"/>
                  </a:lnTo>
                  <a:lnTo>
                    <a:pt x="57911" y="213359"/>
                  </a:lnTo>
                  <a:lnTo>
                    <a:pt x="51815" y="207263"/>
                  </a:lnTo>
                  <a:lnTo>
                    <a:pt x="44195" y="201167"/>
                  </a:lnTo>
                  <a:lnTo>
                    <a:pt x="35051" y="188975"/>
                  </a:lnTo>
                  <a:lnTo>
                    <a:pt x="13715" y="201167"/>
                  </a:lnTo>
                  <a:lnTo>
                    <a:pt x="15239" y="204215"/>
                  </a:lnTo>
                  <a:lnTo>
                    <a:pt x="19811" y="211835"/>
                  </a:lnTo>
                  <a:lnTo>
                    <a:pt x="27431" y="219455"/>
                  </a:lnTo>
                  <a:lnTo>
                    <a:pt x="35051" y="225551"/>
                  </a:lnTo>
                  <a:lnTo>
                    <a:pt x="42671" y="233171"/>
                  </a:lnTo>
                  <a:lnTo>
                    <a:pt x="51815" y="239267"/>
                  </a:lnTo>
                  <a:lnTo>
                    <a:pt x="60959" y="246887"/>
                  </a:lnTo>
                  <a:lnTo>
                    <a:pt x="71627" y="252983"/>
                  </a:lnTo>
                  <a:lnTo>
                    <a:pt x="76199" y="254507"/>
                  </a:lnTo>
                  <a:lnTo>
                    <a:pt x="88391" y="23317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741990" y="5137403"/>
              <a:ext cx="596265" cy="318770"/>
            </a:xfrm>
            <a:custGeom>
              <a:avLst/>
              <a:gdLst/>
              <a:ahLst/>
              <a:cxnLst/>
              <a:rect l="l" t="t" r="r" b="b"/>
              <a:pathLst>
                <a:path w="596264" h="318770">
                  <a:moveTo>
                    <a:pt x="53339" y="100583"/>
                  </a:moveTo>
                  <a:lnTo>
                    <a:pt x="35051" y="83819"/>
                  </a:lnTo>
                  <a:lnTo>
                    <a:pt x="32003" y="86867"/>
                  </a:lnTo>
                  <a:lnTo>
                    <a:pt x="19811" y="102107"/>
                  </a:lnTo>
                  <a:lnTo>
                    <a:pt x="10667" y="117347"/>
                  </a:lnTo>
                  <a:lnTo>
                    <a:pt x="6095" y="126491"/>
                  </a:lnTo>
                  <a:lnTo>
                    <a:pt x="4571" y="134111"/>
                  </a:lnTo>
                  <a:lnTo>
                    <a:pt x="1523" y="143255"/>
                  </a:lnTo>
                  <a:lnTo>
                    <a:pt x="0" y="150875"/>
                  </a:lnTo>
                  <a:lnTo>
                    <a:pt x="0" y="158495"/>
                  </a:lnTo>
                  <a:lnTo>
                    <a:pt x="12953" y="159257"/>
                  </a:lnTo>
                  <a:lnTo>
                    <a:pt x="25907" y="158495"/>
                  </a:lnTo>
                  <a:lnTo>
                    <a:pt x="25907" y="152399"/>
                  </a:lnTo>
                  <a:lnTo>
                    <a:pt x="30479" y="134111"/>
                  </a:lnTo>
                  <a:lnTo>
                    <a:pt x="36575" y="121919"/>
                  </a:lnTo>
                  <a:lnTo>
                    <a:pt x="50291" y="103631"/>
                  </a:lnTo>
                  <a:lnTo>
                    <a:pt x="53339" y="100583"/>
                  </a:lnTo>
                  <a:close/>
                </a:path>
                <a:path w="596264" h="318770">
                  <a:moveTo>
                    <a:pt x="50291" y="214883"/>
                  </a:moveTo>
                  <a:lnTo>
                    <a:pt x="50291" y="213359"/>
                  </a:lnTo>
                  <a:lnTo>
                    <a:pt x="45719" y="207263"/>
                  </a:lnTo>
                  <a:lnTo>
                    <a:pt x="39623" y="202691"/>
                  </a:lnTo>
                  <a:lnTo>
                    <a:pt x="33527" y="190499"/>
                  </a:lnTo>
                  <a:lnTo>
                    <a:pt x="30479" y="182879"/>
                  </a:lnTo>
                  <a:lnTo>
                    <a:pt x="28955" y="178307"/>
                  </a:lnTo>
                  <a:lnTo>
                    <a:pt x="25907" y="170687"/>
                  </a:lnTo>
                  <a:lnTo>
                    <a:pt x="25907" y="160019"/>
                  </a:lnTo>
                  <a:lnTo>
                    <a:pt x="12953" y="159257"/>
                  </a:lnTo>
                  <a:lnTo>
                    <a:pt x="0" y="160019"/>
                  </a:lnTo>
                  <a:lnTo>
                    <a:pt x="0" y="169163"/>
                  </a:lnTo>
                  <a:lnTo>
                    <a:pt x="1523" y="176783"/>
                  </a:lnTo>
                  <a:lnTo>
                    <a:pt x="4571" y="185927"/>
                  </a:lnTo>
                  <a:lnTo>
                    <a:pt x="7619" y="193547"/>
                  </a:lnTo>
                  <a:lnTo>
                    <a:pt x="10667" y="202691"/>
                  </a:lnTo>
                  <a:lnTo>
                    <a:pt x="19811" y="217931"/>
                  </a:lnTo>
                  <a:lnTo>
                    <a:pt x="25907" y="224027"/>
                  </a:lnTo>
                  <a:lnTo>
                    <a:pt x="32003" y="231647"/>
                  </a:lnTo>
                  <a:lnTo>
                    <a:pt x="33527" y="233171"/>
                  </a:lnTo>
                  <a:lnTo>
                    <a:pt x="50291" y="214883"/>
                  </a:lnTo>
                  <a:close/>
                </a:path>
                <a:path w="596264" h="318770">
                  <a:moveTo>
                    <a:pt x="25907" y="160019"/>
                  </a:moveTo>
                  <a:lnTo>
                    <a:pt x="25907" y="158495"/>
                  </a:lnTo>
                  <a:lnTo>
                    <a:pt x="12953" y="159257"/>
                  </a:lnTo>
                  <a:lnTo>
                    <a:pt x="25907" y="160019"/>
                  </a:lnTo>
                  <a:close/>
                </a:path>
                <a:path w="596264" h="318770">
                  <a:moveTo>
                    <a:pt x="132587" y="265175"/>
                  </a:moveTo>
                  <a:lnTo>
                    <a:pt x="121919" y="260603"/>
                  </a:lnTo>
                  <a:lnTo>
                    <a:pt x="102107" y="251459"/>
                  </a:lnTo>
                  <a:lnTo>
                    <a:pt x="83819" y="240791"/>
                  </a:lnTo>
                  <a:lnTo>
                    <a:pt x="68579" y="230123"/>
                  </a:lnTo>
                  <a:lnTo>
                    <a:pt x="53339" y="249935"/>
                  </a:lnTo>
                  <a:lnTo>
                    <a:pt x="91439" y="274319"/>
                  </a:lnTo>
                  <a:lnTo>
                    <a:pt x="123443" y="288035"/>
                  </a:lnTo>
                  <a:lnTo>
                    <a:pt x="132587" y="265175"/>
                  </a:lnTo>
                  <a:close/>
                </a:path>
                <a:path w="596264" h="318770">
                  <a:moveTo>
                    <a:pt x="135635" y="53339"/>
                  </a:moveTo>
                  <a:lnTo>
                    <a:pt x="126491" y="28955"/>
                  </a:lnTo>
                  <a:lnTo>
                    <a:pt x="111251" y="35051"/>
                  </a:lnTo>
                  <a:lnTo>
                    <a:pt x="89915" y="44195"/>
                  </a:lnTo>
                  <a:lnTo>
                    <a:pt x="71627" y="56387"/>
                  </a:lnTo>
                  <a:lnTo>
                    <a:pt x="56387" y="65531"/>
                  </a:lnTo>
                  <a:lnTo>
                    <a:pt x="71627" y="86867"/>
                  </a:lnTo>
                  <a:lnTo>
                    <a:pt x="85343" y="76199"/>
                  </a:lnTo>
                  <a:lnTo>
                    <a:pt x="102107" y="67055"/>
                  </a:lnTo>
                  <a:lnTo>
                    <a:pt x="121919" y="57911"/>
                  </a:lnTo>
                  <a:lnTo>
                    <a:pt x="135635" y="53339"/>
                  </a:lnTo>
                  <a:close/>
                </a:path>
                <a:path w="596264" h="318770">
                  <a:moveTo>
                    <a:pt x="231647" y="30479"/>
                  </a:moveTo>
                  <a:lnTo>
                    <a:pt x="228599" y="4571"/>
                  </a:lnTo>
                  <a:lnTo>
                    <a:pt x="211835" y="7619"/>
                  </a:lnTo>
                  <a:lnTo>
                    <a:pt x="184403" y="12191"/>
                  </a:lnTo>
                  <a:lnTo>
                    <a:pt x="158495" y="18287"/>
                  </a:lnTo>
                  <a:lnTo>
                    <a:pt x="152399" y="21335"/>
                  </a:lnTo>
                  <a:lnTo>
                    <a:pt x="158495" y="44195"/>
                  </a:lnTo>
                  <a:lnTo>
                    <a:pt x="166115" y="42671"/>
                  </a:lnTo>
                  <a:lnTo>
                    <a:pt x="190499" y="36575"/>
                  </a:lnTo>
                  <a:lnTo>
                    <a:pt x="216407" y="32003"/>
                  </a:lnTo>
                  <a:lnTo>
                    <a:pt x="231647" y="30479"/>
                  </a:lnTo>
                  <a:close/>
                </a:path>
                <a:path w="596264" h="318770">
                  <a:moveTo>
                    <a:pt x="332231" y="1523"/>
                  </a:moveTo>
                  <a:lnTo>
                    <a:pt x="327659" y="1523"/>
                  </a:lnTo>
                  <a:lnTo>
                    <a:pt x="298703" y="0"/>
                  </a:lnTo>
                  <a:lnTo>
                    <a:pt x="268223" y="1523"/>
                  </a:lnTo>
                  <a:lnTo>
                    <a:pt x="254507" y="1523"/>
                  </a:lnTo>
                  <a:lnTo>
                    <a:pt x="256031" y="27431"/>
                  </a:lnTo>
                  <a:lnTo>
                    <a:pt x="269747" y="25907"/>
                  </a:lnTo>
                  <a:lnTo>
                    <a:pt x="330707" y="25907"/>
                  </a:lnTo>
                  <a:lnTo>
                    <a:pt x="332231" y="1523"/>
                  </a:lnTo>
                  <a:close/>
                </a:path>
                <a:path w="596264" h="318770">
                  <a:moveTo>
                    <a:pt x="434339" y="16763"/>
                  </a:moveTo>
                  <a:lnTo>
                    <a:pt x="413003" y="12191"/>
                  </a:lnTo>
                  <a:lnTo>
                    <a:pt x="358139" y="3047"/>
                  </a:lnTo>
                  <a:lnTo>
                    <a:pt x="355091" y="28955"/>
                  </a:lnTo>
                  <a:lnTo>
                    <a:pt x="382523" y="32003"/>
                  </a:lnTo>
                  <a:lnTo>
                    <a:pt x="406907" y="36575"/>
                  </a:lnTo>
                  <a:lnTo>
                    <a:pt x="428243" y="42671"/>
                  </a:lnTo>
                  <a:lnTo>
                    <a:pt x="434339" y="16763"/>
                  </a:lnTo>
                  <a:close/>
                </a:path>
                <a:path w="596264" h="318770">
                  <a:moveTo>
                    <a:pt x="531875" y="59435"/>
                  </a:moveTo>
                  <a:lnTo>
                    <a:pt x="525779" y="54863"/>
                  </a:lnTo>
                  <a:lnTo>
                    <a:pt x="505967" y="44195"/>
                  </a:lnTo>
                  <a:lnTo>
                    <a:pt x="484631" y="35051"/>
                  </a:lnTo>
                  <a:lnTo>
                    <a:pt x="461771" y="25907"/>
                  </a:lnTo>
                  <a:lnTo>
                    <a:pt x="460247" y="24383"/>
                  </a:lnTo>
                  <a:lnTo>
                    <a:pt x="452627" y="48767"/>
                  </a:lnTo>
                  <a:lnTo>
                    <a:pt x="454151" y="50291"/>
                  </a:lnTo>
                  <a:lnTo>
                    <a:pt x="475487" y="57911"/>
                  </a:lnTo>
                  <a:lnTo>
                    <a:pt x="495299" y="67055"/>
                  </a:lnTo>
                  <a:lnTo>
                    <a:pt x="513587" y="77723"/>
                  </a:lnTo>
                  <a:lnTo>
                    <a:pt x="516635" y="80771"/>
                  </a:lnTo>
                  <a:lnTo>
                    <a:pt x="531875" y="59435"/>
                  </a:lnTo>
                  <a:close/>
                </a:path>
                <a:path w="596264" h="318770">
                  <a:moveTo>
                    <a:pt x="595883" y="146303"/>
                  </a:moveTo>
                  <a:lnTo>
                    <a:pt x="595883" y="141731"/>
                  </a:lnTo>
                  <a:lnTo>
                    <a:pt x="592835" y="132587"/>
                  </a:lnTo>
                  <a:lnTo>
                    <a:pt x="586739" y="117347"/>
                  </a:lnTo>
                  <a:lnTo>
                    <a:pt x="582167" y="108203"/>
                  </a:lnTo>
                  <a:lnTo>
                    <a:pt x="577595" y="100583"/>
                  </a:lnTo>
                  <a:lnTo>
                    <a:pt x="571499" y="94487"/>
                  </a:lnTo>
                  <a:lnTo>
                    <a:pt x="565403" y="86867"/>
                  </a:lnTo>
                  <a:lnTo>
                    <a:pt x="553211" y="74675"/>
                  </a:lnTo>
                  <a:lnTo>
                    <a:pt x="536447" y="94487"/>
                  </a:lnTo>
                  <a:lnTo>
                    <a:pt x="547115" y="105155"/>
                  </a:lnTo>
                  <a:lnTo>
                    <a:pt x="551687" y="111251"/>
                  </a:lnTo>
                  <a:lnTo>
                    <a:pt x="557783" y="117347"/>
                  </a:lnTo>
                  <a:lnTo>
                    <a:pt x="566927" y="135635"/>
                  </a:lnTo>
                  <a:lnTo>
                    <a:pt x="569975" y="147827"/>
                  </a:lnTo>
                  <a:lnTo>
                    <a:pt x="571499" y="150875"/>
                  </a:lnTo>
                  <a:lnTo>
                    <a:pt x="595883" y="146303"/>
                  </a:lnTo>
                  <a:close/>
                </a:path>
                <a:path w="596264" h="318770">
                  <a:moveTo>
                    <a:pt x="595883" y="176783"/>
                  </a:moveTo>
                  <a:lnTo>
                    <a:pt x="595883" y="175259"/>
                  </a:lnTo>
                  <a:lnTo>
                    <a:pt x="569975" y="172211"/>
                  </a:lnTo>
                  <a:lnTo>
                    <a:pt x="566927" y="184403"/>
                  </a:lnTo>
                  <a:lnTo>
                    <a:pt x="560831" y="196595"/>
                  </a:lnTo>
                  <a:lnTo>
                    <a:pt x="547115" y="214883"/>
                  </a:lnTo>
                  <a:lnTo>
                    <a:pt x="541019" y="220979"/>
                  </a:lnTo>
                  <a:lnTo>
                    <a:pt x="533399" y="227075"/>
                  </a:lnTo>
                  <a:lnTo>
                    <a:pt x="550163" y="245363"/>
                  </a:lnTo>
                  <a:lnTo>
                    <a:pt x="577595" y="216407"/>
                  </a:lnTo>
                  <a:lnTo>
                    <a:pt x="592835" y="184403"/>
                  </a:lnTo>
                  <a:lnTo>
                    <a:pt x="595883" y="176783"/>
                  </a:lnTo>
                  <a:close/>
                </a:path>
                <a:path w="596264" h="318770">
                  <a:moveTo>
                    <a:pt x="528827" y="262127"/>
                  </a:moveTo>
                  <a:lnTo>
                    <a:pt x="513587" y="240791"/>
                  </a:lnTo>
                  <a:lnTo>
                    <a:pt x="512063" y="242315"/>
                  </a:lnTo>
                  <a:lnTo>
                    <a:pt x="475487" y="260603"/>
                  </a:lnTo>
                  <a:lnTo>
                    <a:pt x="454151" y="268223"/>
                  </a:lnTo>
                  <a:lnTo>
                    <a:pt x="448055" y="271271"/>
                  </a:lnTo>
                  <a:lnTo>
                    <a:pt x="455675" y="294131"/>
                  </a:lnTo>
                  <a:lnTo>
                    <a:pt x="463295" y="292607"/>
                  </a:lnTo>
                  <a:lnTo>
                    <a:pt x="486155" y="283463"/>
                  </a:lnTo>
                  <a:lnTo>
                    <a:pt x="507491" y="274319"/>
                  </a:lnTo>
                  <a:lnTo>
                    <a:pt x="525779" y="263651"/>
                  </a:lnTo>
                  <a:lnTo>
                    <a:pt x="528827" y="262127"/>
                  </a:lnTo>
                  <a:close/>
                </a:path>
                <a:path w="596264" h="318770">
                  <a:moveTo>
                    <a:pt x="431291" y="301751"/>
                  </a:moveTo>
                  <a:lnTo>
                    <a:pt x="425195" y="277367"/>
                  </a:lnTo>
                  <a:lnTo>
                    <a:pt x="406907" y="281939"/>
                  </a:lnTo>
                  <a:lnTo>
                    <a:pt x="355091" y="291083"/>
                  </a:lnTo>
                  <a:lnTo>
                    <a:pt x="352043" y="291083"/>
                  </a:lnTo>
                  <a:lnTo>
                    <a:pt x="353567" y="315467"/>
                  </a:lnTo>
                  <a:lnTo>
                    <a:pt x="358139" y="315467"/>
                  </a:lnTo>
                  <a:lnTo>
                    <a:pt x="385571" y="312419"/>
                  </a:lnTo>
                  <a:lnTo>
                    <a:pt x="413003" y="306323"/>
                  </a:lnTo>
                  <a:lnTo>
                    <a:pt x="431291" y="301751"/>
                  </a:lnTo>
                  <a:close/>
                </a:path>
                <a:path w="596264" h="318770">
                  <a:moveTo>
                    <a:pt x="327659" y="318515"/>
                  </a:moveTo>
                  <a:lnTo>
                    <a:pt x="327659" y="292607"/>
                  </a:lnTo>
                  <a:lnTo>
                    <a:pt x="269747" y="292607"/>
                  </a:lnTo>
                  <a:lnTo>
                    <a:pt x="252983" y="291083"/>
                  </a:lnTo>
                  <a:lnTo>
                    <a:pt x="249935" y="316991"/>
                  </a:lnTo>
                  <a:lnTo>
                    <a:pt x="269747" y="318515"/>
                  </a:lnTo>
                  <a:lnTo>
                    <a:pt x="327659" y="318515"/>
                  </a:lnTo>
                  <a:close/>
                </a:path>
                <a:path w="596264" h="318770">
                  <a:moveTo>
                    <a:pt x="228599" y="288035"/>
                  </a:moveTo>
                  <a:lnTo>
                    <a:pt x="214883" y="286511"/>
                  </a:lnTo>
                  <a:lnTo>
                    <a:pt x="190499" y="281939"/>
                  </a:lnTo>
                  <a:lnTo>
                    <a:pt x="166115" y="275843"/>
                  </a:lnTo>
                  <a:lnTo>
                    <a:pt x="155447" y="272795"/>
                  </a:lnTo>
                  <a:lnTo>
                    <a:pt x="147827" y="297179"/>
                  </a:lnTo>
                  <a:lnTo>
                    <a:pt x="184403" y="306323"/>
                  </a:lnTo>
                  <a:lnTo>
                    <a:pt x="211835" y="312419"/>
                  </a:lnTo>
                  <a:lnTo>
                    <a:pt x="224027" y="313943"/>
                  </a:lnTo>
                  <a:lnTo>
                    <a:pt x="228599" y="28803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99801" y="4613148"/>
              <a:ext cx="654050" cy="321945"/>
            </a:xfrm>
            <a:custGeom>
              <a:avLst/>
              <a:gdLst/>
              <a:ahLst/>
              <a:cxnLst/>
              <a:rect l="l" t="t" r="r" b="b"/>
              <a:pathLst>
                <a:path w="654050" h="321945">
                  <a:moveTo>
                    <a:pt x="54863" y="103631"/>
                  </a:moveTo>
                  <a:lnTo>
                    <a:pt x="38099" y="85343"/>
                  </a:lnTo>
                  <a:lnTo>
                    <a:pt x="35051" y="86867"/>
                  </a:lnTo>
                  <a:lnTo>
                    <a:pt x="27431" y="94487"/>
                  </a:lnTo>
                  <a:lnTo>
                    <a:pt x="4571" y="134111"/>
                  </a:lnTo>
                  <a:lnTo>
                    <a:pt x="0" y="152399"/>
                  </a:lnTo>
                  <a:lnTo>
                    <a:pt x="0" y="160019"/>
                  </a:lnTo>
                  <a:lnTo>
                    <a:pt x="12953" y="160781"/>
                  </a:lnTo>
                  <a:lnTo>
                    <a:pt x="25907" y="160019"/>
                  </a:lnTo>
                  <a:lnTo>
                    <a:pt x="25907" y="153923"/>
                  </a:lnTo>
                  <a:lnTo>
                    <a:pt x="28955" y="141731"/>
                  </a:lnTo>
                  <a:lnTo>
                    <a:pt x="38099" y="123443"/>
                  </a:lnTo>
                  <a:lnTo>
                    <a:pt x="47243" y="111251"/>
                  </a:lnTo>
                  <a:lnTo>
                    <a:pt x="54863" y="103631"/>
                  </a:lnTo>
                  <a:close/>
                </a:path>
                <a:path w="654050" h="321945">
                  <a:moveTo>
                    <a:pt x="54863" y="217931"/>
                  </a:moveTo>
                  <a:lnTo>
                    <a:pt x="51815" y="214883"/>
                  </a:lnTo>
                  <a:lnTo>
                    <a:pt x="47243" y="208787"/>
                  </a:lnTo>
                  <a:lnTo>
                    <a:pt x="41147" y="202691"/>
                  </a:lnTo>
                  <a:lnTo>
                    <a:pt x="38099" y="196595"/>
                  </a:lnTo>
                  <a:lnTo>
                    <a:pt x="33527" y="190499"/>
                  </a:lnTo>
                  <a:lnTo>
                    <a:pt x="30479" y="184403"/>
                  </a:lnTo>
                  <a:lnTo>
                    <a:pt x="25907" y="166115"/>
                  </a:lnTo>
                  <a:lnTo>
                    <a:pt x="25907" y="161543"/>
                  </a:lnTo>
                  <a:lnTo>
                    <a:pt x="12953" y="160781"/>
                  </a:lnTo>
                  <a:lnTo>
                    <a:pt x="0" y="161543"/>
                  </a:lnTo>
                  <a:lnTo>
                    <a:pt x="1523" y="170687"/>
                  </a:lnTo>
                  <a:lnTo>
                    <a:pt x="3047" y="178307"/>
                  </a:lnTo>
                  <a:lnTo>
                    <a:pt x="4571" y="187451"/>
                  </a:lnTo>
                  <a:lnTo>
                    <a:pt x="7619" y="196595"/>
                  </a:lnTo>
                  <a:lnTo>
                    <a:pt x="16763" y="211835"/>
                  </a:lnTo>
                  <a:lnTo>
                    <a:pt x="35051" y="234695"/>
                  </a:lnTo>
                  <a:lnTo>
                    <a:pt x="38099" y="236219"/>
                  </a:lnTo>
                  <a:lnTo>
                    <a:pt x="54863" y="217931"/>
                  </a:lnTo>
                  <a:close/>
                </a:path>
                <a:path w="654050" h="321945">
                  <a:moveTo>
                    <a:pt x="25907" y="161543"/>
                  </a:moveTo>
                  <a:lnTo>
                    <a:pt x="25907" y="160019"/>
                  </a:lnTo>
                  <a:lnTo>
                    <a:pt x="12953" y="160781"/>
                  </a:lnTo>
                  <a:lnTo>
                    <a:pt x="25907" y="161543"/>
                  </a:lnTo>
                  <a:close/>
                </a:path>
                <a:path w="654050" h="321945">
                  <a:moveTo>
                    <a:pt x="137159" y="56387"/>
                  </a:moveTo>
                  <a:lnTo>
                    <a:pt x="129539" y="32003"/>
                  </a:lnTo>
                  <a:lnTo>
                    <a:pt x="99059" y="44195"/>
                  </a:lnTo>
                  <a:lnTo>
                    <a:pt x="77723" y="54863"/>
                  </a:lnTo>
                  <a:lnTo>
                    <a:pt x="59435" y="67055"/>
                  </a:lnTo>
                  <a:lnTo>
                    <a:pt x="57911" y="68579"/>
                  </a:lnTo>
                  <a:lnTo>
                    <a:pt x="73151" y="88391"/>
                  </a:lnTo>
                  <a:lnTo>
                    <a:pt x="74675" y="88391"/>
                  </a:lnTo>
                  <a:lnTo>
                    <a:pt x="82295" y="82295"/>
                  </a:lnTo>
                  <a:lnTo>
                    <a:pt x="91439" y="77723"/>
                  </a:lnTo>
                  <a:lnTo>
                    <a:pt x="111251" y="67055"/>
                  </a:lnTo>
                  <a:lnTo>
                    <a:pt x="132587" y="57911"/>
                  </a:lnTo>
                  <a:lnTo>
                    <a:pt x="137159" y="56387"/>
                  </a:lnTo>
                  <a:close/>
                </a:path>
                <a:path w="654050" h="321945">
                  <a:moveTo>
                    <a:pt x="234695" y="32003"/>
                  </a:moveTo>
                  <a:lnTo>
                    <a:pt x="230123" y="6095"/>
                  </a:lnTo>
                  <a:lnTo>
                    <a:pt x="201167" y="12191"/>
                  </a:lnTo>
                  <a:lnTo>
                    <a:pt x="173735" y="18287"/>
                  </a:lnTo>
                  <a:lnTo>
                    <a:pt x="153923" y="24383"/>
                  </a:lnTo>
                  <a:lnTo>
                    <a:pt x="161543" y="48767"/>
                  </a:lnTo>
                  <a:lnTo>
                    <a:pt x="181355" y="42671"/>
                  </a:lnTo>
                  <a:lnTo>
                    <a:pt x="207263" y="36575"/>
                  </a:lnTo>
                  <a:lnTo>
                    <a:pt x="234695" y="32003"/>
                  </a:lnTo>
                  <a:close/>
                </a:path>
                <a:path w="654050" h="321945">
                  <a:moveTo>
                    <a:pt x="326897" y="12191"/>
                  </a:moveTo>
                  <a:lnTo>
                    <a:pt x="326135" y="0"/>
                  </a:lnTo>
                  <a:lnTo>
                    <a:pt x="294131" y="0"/>
                  </a:lnTo>
                  <a:lnTo>
                    <a:pt x="262127" y="3047"/>
                  </a:lnTo>
                  <a:lnTo>
                    <a:pt x="256031" y="3047"/>
                  </a:lnTo>
                  <a:lnTo>
                    <a:pt x="259079" y="28955"/>
                  </a:lnTo>
                  <a:lnTo>
                    <a:pt x="265175" y="27431"/>
                  </a:lnTo>
                  <a:lnTo>
                    <a:pt x="295655" y="25907"/>
                  </a:lnTo>
                  <a:lnTo>
                    <a:pt x="326135" y="24456"/>
                  </a:lnTo>
                  <a:lnTo>
                    <a:pt x="326897" y="12191"/>
                  </a:lnTo>
                  <a:close/>
                </a:path>
                <a:path w="654050" h="321945">
                  <a:moveTo>
                    <a:pt x="327659" y="24383"/>
                  </a:moveTo>
                  <a:lnTo>
                    <a:pt x="326897" y="12191"/>
                  </a:lnTo>
                  <a:lnTo>
                    <a:pt x="326135" y="24383"/>
                  </a:lnTo>
                  <a:lnTo>
                    <a:pt x="326379" y="24444"/>
                  </a:lnTo>
                  <a:lnTo>
                    <a:pt x="327659" y="24383"/>
                  </a:lnTo>
                  <a:close/>
                </a:path>
                <a:path w="654050" h="321945">
                  <a:moveTo>
                    <a:pt x="326379" y="24444"/>
                  </a:moveTo>
                  <a:lnTo>
                    <a:pt x="326135" y="24383"/>
                  </a:lnTo>
                  <a:lnTo>
                    <a:pt x="326379" y="24444"/>
                  </a:lnTo>
                  <a:close/>
                </a:path>
                <a:path w="654050" h="321945">
                  <a:moveTo>
                    <a:pt x="327659" y="24764"/>
                  </a:moveTo>
                  <a:lnTo>
                    <a:pt x="327659" y="24383"/>
                  </a:lnTo>
                  <a:lnTo>
                    <a:pt x="326379" y="24444"/>
                  </a:lnTo>
                  <a:lnTo>
                    <a:pt x="327659" y="24764"/>
                  </a:lnTo>
                  <a:close/>
                </a:path>
                <a:path w="654050" h="321945">
                  <a:moveTo>
                    <a:pt x="333755" y="0"/>
                  </a:moveTo>
                  <a:lnTo>
                    <a:pt x="327659" y="0"/>
                  </a:lnTo>
                  <a:lnTo>
                    <a:pt x="326897" y="12191"/>
                  </a:lnTo>
                  <a:lnTo>
                    <a:pt x="327659" y="24383"/>
                  </a:lnTo>
                  <a:lnTo>
                    <a:pt x="327659" y="24764"/>
                  </a:lnTo>
                  <a:lnTo>
                    <a:pt x="332231" y="25907"/>
                  </a:lnTo>
                  <a:lnTo>
                    <a:pt x="333755" y="0"/>
                  </a:lnTo>
                  <a:close/>
                </a:path>
                <a:path w="654050" h="321945">
                  <a:moveTo>
                    <a:pt x="435863" y="9143"/>
                  </a:moveTo>
                  <a:lnTo>
                    <a:pt x="422147" y="6095"/>
                  </a:lnTo>
                  <a:lnTo>
                    <a:pt x="391667" y="3047"/>
                  </a:lnTo>
                  <a:lnTo>
                    <a:pt x="359663" y="0"/>
                  </a:lnTo>
                  <a:lnTo>
                    <a:pt x="358139" y="25907"/>
                  </a:lnTo>
                  <a:lnTo>
                    <a:pt x="388619" y="27431"/>
                  </a:lnTo>
                  <a:lnTo>
                    <a:pt x="419099" y="32003"/>
                  </a:lnTo>
                  <a:lnTo>
                    <a:pt x="432815" y="33527"/>
                  </a:lnTo>
                  <a:lnTo>
                    <a:pt x="435863" y="9143"/>
                  </a:lnTo>
                  <a:close/>
                </a:path>
                <a:path w="654050" h="321945">
                  <a:moveTo>
                    <a:pt x="536447" y="36575"/>
                  </a:moveTo>
                  <a:lnTo>
                    <a:pt x="530351" y="33527"/>
                  </a:lnTo>
                  <a:lnTo>
                    <a:pt x="505967" y="25907"/>
                  </a:lnTo>
                  <a:lnTo>
                    <a:pt x="480059" y="18287"/>
                  </a:lnTo>
                  <a:lnTo>
                    <a:pt x="461771" y="13715"/>
                  </a:lnTo>
                  <a:lnTo>
                    <a:pt x="455675" y="38099"/>
                  </a:lnTo>
                  <a:lnTo>
                    <a:pt x="473963" y="42671"/>
                  </a:lnTo>
                  <a:lnTo>
                    <a:pt x="522731" y="57911"/>
                  </a:lnTo>
                  <a:lnTo>
                    <a:pt x="527303" y="60959"/>
                  </a:lnTo>
                  <a:lnTo>
                    <a:pt x="536447" y="36575"/>
                  </a:lnTo>
                  <a:close/>
                </a:path>
                <a:path w="654050" h="321945">
                  <a:moveTo>
                    <a:pt x="626363" y="94487"/>
                  </a:moveTo>
                  <a:lnTo>
                    <a:pt x="624839" y="94487"/>
                  </a:lnTo>
                  <a:lnTo>
                    <a:pt x="618743" y="86867"/>
                  </a:lnTo>
                  <a:lnTo>
                    <a:pt x="611123" y="80771"/>
                  </a:lnTo>
                  <a:lnTo>
                    <a:pt x="603503" y="73151"/>
                  </a:lnTo>
                  <a:lnTo>
                    <a:pt x="585215" y="60959"/>
                  </a:lnTo>
                  <a:lnTo>
                    <a:pt x="574547" y="54863"/>
                  </a:lnTo>
                  <a:lnTo>
                    <a:pt x="560831" y="47243"/>
                  </a:lnTo>
                  <a:lnTo>
                    <a:pt x="548639" y="70103"/>
                  </a:lnTo>
                  <a:lnTo>
                    <a:pt x="563879" y="77723"/>
                  </a:lnTo>
                  <a:lnTo>
                    <a:pt x="571499" y="82295"/>
                  </a:lnTo>
                  <a:lnTo>
                    <a:pt x="580643" y="88391"/>
                  </a:lnTo>
                  <a:lnTo>
                    <a:pt x="588263" y="94487"/>
                  </a:lnTo>
                  <a:lnTo>
                    <a:pt x="594359" y="99059"/>
                  </a:lnTo>
                  <a:lnTo>
                    <a:pt x="601979" y="105155"/>
                  </a:lnTo>
                  <a:lnTo>
                    <a:pt x="606551" y="111251"/>
                  </a:lnTo>
                  <a:lnTo>
                    <a:pt x="626363" y="94487"/>
                  </a:lnTo>
                  <a:close/>
                </a:path>
                <a:path w="654050" h="321945">
                  <a:moveTo>
                    <a:pt x="653795" y="160019"/>
                  </a:moveTo>
                  <a:lnTo>
                    <a:pt x="650747" y="141731"/>
                  </a:lnTo>
                  <a:lnTo>
                    <a:pt x="649223" y="134111"/>
                  </a:lnTo>
                  <a:lnTo>
                    <a:pt x="646175" y="124967"/>
                  </a:lnTo>
                  <a:lnTo>
                    <a:pt x="643127" y="118871"/>
                  </a:lnTo>
                  <a:lnTo>
                    <a:pt x="620267" y="129539"/>
                  </a:lnTo>
                  <a:lnTo>
                    <a:pt x="623315" y="135635"/>
                  </a:lnTo>
                  <a:lnTo>
                    <a:pt x="624839" y="143255"/>
                  </a:lnTo>
                  <a:lnTo>
                    <a:pt x="627887" y="155447"/>
                  </a:lnTo>
                  <a:lnTo>
                    <a:pt x="627887" y="160019"/>
                  </a:lnTo>
                  <a:lnTo>
                    <a:pt x="640841" y="160781"/>
                  </a:lnTo>
                  <a:lnTo>
                    <a:pt x="653795" y="160019"/>
                  </a:lnTo>
                  <a:close/>
                </a:path>
                <a:path w="654050" h="321945">
                  <a:moveTo>
                    <a:pt x="653795" y="169163"/>
                  </a:moveTo>
                  <a:lnTo>
                    <a:pt x="653795" y="161543"/>
                  </a:lnTo>
                  <a:lnTo>
                    <a:pt x="640841" y="160781"/>
                  </a:lnTo>
                  <a:lnTo>
                    <a:pt x="627887" y="161543"/>
                  </a:lnTo>
                  <a:lnTo>
                    <a:pt x="627887" y="167639"/>
                  </a:lnTo>
                  <a:lnTo>
                    <a:pt x="624839" y="179831"/>
                  </a:lnTo>
                  <a:lnTo>
                    <a:pt x="621791" y="185927"/>
                  </a:lnTo>
                  <a:lnTo>
                    <a:pt x="620267" y="192023"/>
                  </a:lnTo>
                  <a:lnTo>
                    <a:pt x="643127" y="202691"/>
                  </a:lnTo>
                  <a:lnTo>
                    <a:pt x="646175" y="195071"/>
                  </a:lnTo>
                  <a:lnTo>
                    <a:pt x="649223" y="185927"/>
                  </a:lnTo>
                  <a:lnTo>
                    <a:pt x="652271" y="178307"/>
                  </a:lnTo>
                  <a:lnTo>
                    <a:pt x="653795" y="169163"/>
                  </a:lnTo>
                  <a:close/>
                </a:path>
                <a:path w="654050" h="321945">
                  <a:moveTo>
                    <a:pt x="640841" y="160781"/>
                  </a:moveTo>
                  <a:lnTo>
                    <a:pt x="627887" y="160019"/>
                  </a:lnTo>
                  <a:lnTo>
                    <a:pt x="627887" y="161543"/>
                  </a:lnTo>
                  <a:lnTo>
                    <a:pt x="640841" y="160781"/>
                  </a:lnTo>
                  <a:close/>
                </a:path>
                <a:path w="654050" h="321945">
                  <a:moveTo>
                    <a:pt x="626363" y="225551"/>
                  </a:moveTo>
                  <a:lnTo>
                    <a:pt x="606551" y="210311"/>
                  </a:lnTo>
                  <a:lnTo>
                    <a:pt x="594359" y="222503"/>
                  </a:lnTo>
                  <a:lnTo>
                    <a:pt x="586739" y="227075"/>
                  </a:lnTo>
                  <a:lnTo>
                    <a:pt x="571499" y="239267"/>
                  </a:lnTo>
                  <a:lnTo>
                    <a:pt x="562355" y="243839"/>
                  </a:lnTo>
                  <a:lnTo>
                    <a:pt x="548639" y="251459"/>
                  </a:lnTo>
                  <a:lnTo>
                    <a:pt x="560831" y="272795"/>
                  </a:lnTo>
                  <a:lnTo>
                    <a:pt x="576071" y="265175"/>
                  </a:lnTo>
                  <a:lnTo>
                    <a:pt x="603503" y="246887"/>
                  </a:lnTo>
                  <a:lnTo>
                    <a:pt x="611123" y="240791"/>
                  </a:lnTo>
                  <a:lnTo>
                    <a:pt x="626363" y="225551"/>
                  </a:lnTo>
                  <a:close/>
                </a:path>
                <a:path w="654050" h="321945">
                  <a:moveTo>
                    <a:pt x="536447" y="283463"/>
                  </a:moveTo>
                  <a:lnTo>
                    <a:pt x="527303" y="260603"/>
                  </a:lnTo>
                  <a:lnTo>
                    <a:pt x="521207" y="263651"/>
                  </a:lnTo>
                  <a:lnTo>
                    <a:pt x="498347" y="271271"/>
                  </a:lnTo>
                  <a:lnTo>
                    <a:pt x="472439" y="278891"/>
                  </a:lnTo>
                  <a:lnTo>
                    <a:pt x="455675" y="281939"/>
                  </a:lnTo>
                  <a:lnTo>
                    <a:pt x="461771" y="306323"/>
                  </a:lnTo>
                  <a:lnTo>
                    <a:pt x="480059" y="303275"/>
                  </a:lnTo>
                  <a:lnTo>
                    <a:pt x="505967" y="295655"/>
                  </a:lnTo>
                  <a:lnTo>
                    <a:pt x="531875" y="286511"/>
                  </a:lnTo>
                  <a:lnTo>
                    <a:pt x="536447" y="283463"/>
                  </a:lnTo>
                  <a:close/>
                </a:path>
                <a:path w="654050" h="321945">
                  <a:moveTo>
                    <a:pt x="435863" y="312419"/>
                  </a:moveTo>
                  <a:lnTo>
                    <a:pt x="432815" y="286511"/>
                  </a:lnTo>
                  <a:lnTo>
                    <a:pt x="417575" y="289559"/>
                  </a:lnTo>
                  <a:lnTo>
                    <a:pt x="388619" y="292607"/>
                  </a:lnTo>
                  <a:lnTo>
                    <a:pt x="358139" y="295655"/>
                  </a:lnTo>
                  <a:lnTo>
                    <a:pt x="358139" y="320039"/>
                  </a:lnTo>
                  <a:lnTo>
                    <a:pt x="359663" y="320039"/>
                  </a:lnTo>
                  <a:lnTo>
                    <a:pt x="391667" y="318515"/>
                  </a:lnTo>
                  <a:lnTo>
                    <a:pt x="422147" y="313943"/>
                  </a:lnTo>
                  <a:lnTo>
                    <a:pt x="435863" y="312419"/>
                  </a:lnTo>
                  <a:close/>
                </a:path>
                <a:path w="654050" h="321945">
                  <a:moveTo>
                    <a:pt x="326897" y="308609"/>
                  </a:moveTo>
                  <a:lnTo>
                    <a:pt x="326135" y="295655"/>
                  </a:lnTo>
                  <a:lnTo>
                    <a:pt x="295655" y="295655"/>
                  </a:lnTo>
                  <a:lnTo>
                    <a:pt x="265175" y="292607"/>
                  </a:lnTo>
                  <a:lnTo>
                    <a:pt x="259079" y="292607"/>
                  </a:lnTo>
                  <a:lnTo>
                    <a:pt x="256031" y="316991"/>
                  </a:lnTo>
                  <a:lnTo>
                    <a:pt x="262127" y="318515"/>
                  </a:lnTo>
                  <a:lnTo>
                    <a:pt x="326135" y="321563"/>
                  </a:lnTo>
                  <a:lnTo>
                    <a:pt x="326897" y="308609"/>
                  </a:lnTo>
                  <a:close/>
                </a:path>
                <a:path w="654050" h="321945">
                  <a:moveTo>
                    <a:pt x="327659" y="295655"/>
                  </a:moveTo>
                  <a:lnTo>
                    <a:pt x="326135" y="295655"/>
                  </a:lnTo>
                  <a:lnTo>
                    <a:pt x="326897" y="308609"/>
                  </a:lnTo>
                  <a:lnTo>
                    <a:pt x="327659" y="295655"/>
                  </a:lnTo>
                  <a:close/>
                </a:path>
                <a:path w="654050" h="321945">
                  <a:moveTo>
                    <a:pt x="333755" y="321563"/>
                  </a:moveTo>
                  <a:lnTo>
                    <a:pt x="332231" y="295655"/>
                  </a:lnTo>
                  <a:lnTo>
                    <a:pt x="327659" y="295655"/>
                  </a:lnTo>
                  <a:lnTo>
                    <a:pt x="326897" y="308609"/>
                  </a:lnTo>
                  <a:lnTo>
                    <a:pt x="327659" y="321563"/>
                  </a:lnTo>
                  <a:lnTo>
                    <a:pt x="333755" y="321563"/>
                  </a:lnTo>
                  <a:close/>
                </a:path>
                <a:path w="654050" h="321945">
                  <a:moveTo>
                    <a:pt x="234695" y="289559"/>
                  </a:moveTo>
                  <a:lnTo>
                    <a:pt x="207263" y="284987"/>
                  </a:lnTo>
                  <a:lnTo>
                    <a:pt x="179831" y="278891"/>
                  </a:lnTo>
                  <a:lnTo>
                    <a:pt x="161543" y="272795"/>
                  </a:lnTo>
                  <a:lnTo>
                    <a:pt x="153923" y="297179"/>
                  </a:lnTo>
                  <a:lnTo>
                    <a:pt x="173735" y="303275"/>
                  </a:lnTo>
                  <a:lnTo>
                    <a:pt x="202691" y="309371"/>
                  </a:lnTo>
                  <a:lnTo>
                    <a:pt x="230123" y="313943"/>
                  </a:lnTo>
                  <a:lnTo>
                    <a:pt x="234695" y="289559"/>
                  </a:lnTo>
                  <a:close/>
                </a:path>
                <a:path w="654050" h="321945">
                  <a:moveTo>
                    <a:pt x="137159" y="265175"/>
                  </a:moveTo>
                  <a:lnTo>
                    <a:pt x="131063" y="262127"/>
                  </a:lnTo>
                  <a:lnTo>
                    <a:pt x="109727" y="252983"/>
                  </a:lnTo>
                  <a:lnTo>
                    <a:pt x="89915" y="243839"/>
                  </a:lnTo>
                  <a:lnTo>
                    <a:pt x="82295" y="237743"/>
                  </a:lnTo>
                  <a:lnTo>
                    <a:pt x="73151" y="233171"/>
                  </a:lnTo>
                  <a:lnTo>
                    <a:pt x="73151" y="231647"/>
                  </a:lnTo>
                  <a:lnTo>
                    <a:pt x="57911" y="252983"/>
                  </a:lnTo>
                  <a:lnTo>
                    <a:pt x="59435" y="254507"/>
                  </a:lnTo>
                  <a:lnTo>
                    <a:pt x="68579" y="260603"/>
                  </a:lnTo>
                  <a:lnTo>
                    <a:pt x="79247" y="265175"/>
                  </a:lnTo>
                  <a:lnTo>
                    <a:pt x="100583" y="277367"/>
                  </a:lnTo>
                  <a:lnTo>
                    <a:pt x="123443" y="286511"/>
                  </a:lnTo>
                  <a:lnTo>
                    <a:pt x="129539" y="289559"/>
                  </a:lnTo>
                  <a:lnTo>
                    <a:pt x="137159" y="26517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427790" y="5137403"/>
              <a:ext cx="597535" cy="407034"/>
            </a:xfrm>
            <a:custGeom>
              <a:avLst/>
              <a:gdLst/>
              <a:ahLst/>
              <a:cxnLst/>
              <a:rect l="l" t="t" r="r" b="b"/>
              <a:pathLst>
                <a:path w="597534" h="407035">
                  <a:moveTo>
                    <a:pt x="597407" y="213359"/>
                  </a:moveTo>
                  <a:lnTo>
                    <a:pt x="597407" y="192023"/>
                  </a:lnTo>
                  <a:lnTo>
                    <a:pt x="595883" y="181355"/>
                  </a:lnTo>
                  <a:lnTo>
                    <a:pt x="592835" y="170687"/>
                  </a:lnTo>
                  <a:lnTo>
                    <a:pt x="591311" y="161543"/>
                  </a:lnTo>
                  <a:lnTo>
                    <a:pt x="573023" y="121919"/>
                  </a:lnTo>
                  <a:lnTo>
                    <a:pt x="544067" y="86867"/>
                  </a:lnTo>
                  <a:lnTo>
                    <a:pt x="507491" y="57911"/>
                  </a:lnTo>
                  <a:lnTo>
                    <a:pt x="463295" y="33527"/>
                  </a:lnTo>
                  <a:lnTo>
                    <a:pt x="413003" y="15239"/>
                  </a:lnTo>
                  <a:lnTo>
                    <a:pt x="358139" y="4571"/>
                  </a:lnTo>
                  <a:lnTo>
                    <a:pt x="298703" y="0"/>
                  </a:lnTo>
                  <a:lnTo>
                    <a:pt x="268223" y="1523"/>
                  </a:lnTo>
                  <a:lnTo>
                    <a:pt x="210311" y="9143"/>
                  </a:lnTo>
                  <a:lnTo>
                    <a:pt x="156971" y="24383"/>
                  </a:lnTo>
                  <a:lnTo>
                    <a:pt x="109727" y="45719"/>
                  </a:lnTo>
                  <a:lnTo>
                    <a:pt x="51815" y="88391"/>
                  </a:lnTo>
                  <a:lnTo>
                    <a:pt x="18287" y="132587"/>
                  </a:lnTo>
                  <a:lnTo>
                    <a:pt x="10667" y="150875"/>
                  </a:lnTo>
                  <a:lnTo>
                    <a:pt x="6095" y="161543"/>
                  </a:lnTo>
                  <a:lnTo>
                    <a:pt x="3047" y="172211"/>
                  </a:lnTo>
                  <a:lnTo>
                    <a:pt x="0" y="193547"/>
                  </a:lnTo>
                  <a:lnTo>
                    <a:pt x="0" y="214883"/>
                  </a:lnTo>
                  <a:lnTo>
                    <a:pt x="1523" y="225551"/>
                  </a:lnTo>
                  <a:lnTo>
                    <a:pt x="4571" y="236219"/>
                  </a:lnTo>
                  <a:lnTo>
                    <a:pt x="6095" y="245363"/>
                  </a:lnTo>
                  <a:lnTo>
                    <a:pt x="10667" y="256031"/>
                  </a:lnTo>
                  <a:lnTo>
                    <a:pt x="13715" y="265175"/>
                  </a:lnTo>
                  <a:lnTo>
                    <a:pt x="19811" y="275843"/>
                  </a:lnTo>
                  <a:lnTo>
                    <a:pt x="24383" y="284987"/>
                  </a:lnTo>
                  <a:lnTo>
                    <a:pt x="25907" y="287273"/>
                  </a:lnTo>
                  <a:lnTo>
                    <a:pt x="25907" y="193547"/>
                  </a:lnTo>
                  <a:lnTo>
                    <a:pt x="27431" y="185927"/>
                  </a:lnTo>
                  <a:lnTo>
                    <a:pt x="30479" y="167639"/>
                  </a:lnTo>
                  <a:lnTo>
                    <a:pt x="33527" y="160019"/>
                  </a:lnTo>
                  <a:lnTo>
                    <a:pt x="38099" y="152399"/>
                  </a:lnTo>
                  <a:lnTo>
                    <a:pt x="41147" y="143255"/>
                  </a:lnTo>
                  <a:lnTo>
                    <a:pt x="71627" y="105155"/>
                  </a:lnTo>
                  <a:lnTo>
                    <a:pt x="103631" y="79247"/>
                  </a:lnTo>
                  <a:lnTo>
                    <a:pt x="144779" y="56387"/>
                  </a:lnTo>
                  <a:lnTo>
                    <a:pt x="192023" y="39623"/>
                  </a:lnTo>
                  <a:lnTo>
                    <a:pt x="243839" y="28955"/>
                  </a:lnTo>
                  <a:lnTo>
                    <a:pt x="271271" y="25907"/>
                  </a:lnTo>
                  <a:lnTo>
                    <a:pt x="327659" y="25907"/>
                  </a:lnTo>
                  <a:lnTo>
                    <a:pt x="380999" y="33527"/>
                  </a:lnTo>
                  <a:lnTo>
                    <a:pt x="431291" y="48767"/>
                  </a:lnTo>
                  <a:lnTo>
                    <a:pt x="475487" y="67055"/>
                  </a:lnTo>
                  <a:lnTo>
                    <a:pt x="512063" y="92963"/>
                  </a:lnTo>
                  <a:lnTo>
                    <a:pt x="541019" y="121919"/>
                  </a:lnTo>
                  <a:lnTo>
                    <a:pt x="563879" y="161543"/>
                  </a:lnTo>
                  <a:lnTo>
                    <a:pt x="566927" y="169163"/>
                  </a:lnTo>
                  <a:lnTo>
                    <a:pt x="568451" y="178307"/>
                  </a:lnTo>
                  <a:lnTo>
                    <a:pt x="569975" y="185927"/>
                  </a:lnTo>
                  <a:lnTo>
                    <a:pt x="571499" y="195071"/>
                  </a:lnTo>
                  <a:lnTo>
                    <a:pt x="571499" y="285749"/>
                  </a:lnTo>
                  <a:lnTo>
                    <a:pt x="579119" y="274319"/>
                  </a:lnTo>
                  <a:lnTo>
                    <a:pt x="583691" y="265175"/>
                  </a:lnTo>
                  <a:lnTo>
                    <a:pt x="586739" y="254507"/>
                  </a:lnTo>
                  <a:lnTo>
                    <a:pt x="591311" y="245363"/>
                  </a:lnTo>
                  <a:lnTo>
                    <a:pt x="592835" y="234695"/>
                  </a:lnTo>
                  <a:lnTo>
                    <a:pt x="595883" y="224027"/>
                  </a:lnTo>
                  <a:lnTo>
                    <a:pt x="597407" y="213359"/>
                  </a:lnTo>
                  <a:close/>
                </a:path>
                <a:path w="597534" h="407035">
                  <a:moveTo>
                    <a:pt x="571499" y="285749"/>
                  </a:moveTo>
                  <a:lnTo>
                    <a:pt x="571499" y="213359"/>
                  </a:lnTo>
                  <a:lnTo>
                    <a:pt x="569975" y="220979"/>
                  </a:lnTo>
                  <a:lnTo>
                    <a:pt x="566927" y="239267"/>
                  </a:lnTo>
                  <a:lnTo>
                    <a:pt x="563879" y="246887"/>
                  </a:lnTo>
                  <a:lnTo>
                    <a:pt x="559307" y="254507"/>
                  </a:lnTo>
                  <a:lnTo>
                    <a:pt x="556259" y="263651"/>
                  </a:lnTo>
                  <a:lnTo>
                    <a:pt x="551687" y="271271"/>
                  </a:lnTo>
                  <a:lnTo>
                    <a:pt x="525779" y="301751"/>
                  </a:lnTo>
                  <a:lnTo>
                    <a:pt x="493775" y="327659"/>
                  </a:lnTo>
                  <a:lnTo>
                    <a:pt x="452627" y="350519"/>
                  </a:lnTo>
                  <a:lnTo>
                    <a:pt x="405383" y="367283"/>
                  </a:lnTo>
                  <a:lnTo>
                    <a:pt x="353567" y="377951"/>
                  </a:lnTo>
                  <a:lnTo>
                    <a:pt x="298703" y="380999"/>
                  </a:lnTo>
                  <a:lnTo>
                    <a:pt x="269747" y="380999"/>
                  </a:lnTo>
                  <a:lnTo>
                    <a:pt x="216407" y="373379"/>
                  </a:lnTo>
                  <a:lnTo>
                    <a:pt x="166115" y="358139"/>
                  </a:lnTo>
                  <a:lnTo>
                    <a:pt x="121919" y="338327"/>
                  </a:lnTo>
                  <a:lnTo>
                    <a:pt x="85343" y="313943"/>
                  </a:lnTo>
                  <a:lnTo>
                    <a:pt x="56387" y="284987"/>
                  </a:lnTo>
                  <a:lnTo>
                    <a:pt x="33527" y="245363"/>
                  </a:lnTo>
                  <a:lnTo>
                    <a:pt x="30479" y="237743"/>
                  </a:lnTo>
                  <a:lnTo>
                    <a:pt x="28955" y="228599"/>
                  </a:lnTo>
                  <a:lnTo>
                    <a:pt x="27431" y="220979"/>
                  </a:lnTo>
                  <a:lnTo>
                    <a:pt x="25907" y="211835"/>
                  </a:lnTo>
                  <a:lnTo>
                    <a:pt x="25907" y="287273"/>
                  </a:lnTo>
                  <a:lnTo>
                    <a:pt x="30479" y="294131"/>
                  </a:lnTo>
                  <a:lnTo>
                    <a:pt x="70103" y="335279"/>
                  </a:lnTo>
                  <a:lnTo>
                    <a:pt x="111251" y="361187"/>
                  </a:lnTo>
                  <a:lnTo>
                    <a:pt x="158495" y="382523"/>
                  </a:lnTo>
                  <a:lnTo>
                    <a:pt x="211835" y="397763"/>
                  </a:lnTo>
                  <a:lnTo>
                    <a:pt x="269747" y="405383"/>
                  </a:lnTo>
                  <a:lnTo>
                    <a:pt x="298703" y="406907"/>
                  </a:lnTo>
                  <a:lnTo>
                    <a:pt x="329183" y="405383"/>
                  </a:lnTo>
                  <a:lnTo>
                    <a:pt x="387095" y="397763"/>
                  </a:lnTo>
                  <a:lnTo>
                    <a:pt x="463295" y="373379"/>
                  </a:lnTo>
                  <a:lnTo>
                    <a:pt x="507491" y="348995"/>
                  </a:lnTo>
                  <a:lnTo>
                    <a:pt x="545591" y="318515"/>
                  </a:lnTo>
                  <a:lnTo>
                    <a:pt x="559307" y="301751"/>
                  </a:lnTo>
                  <a:lnTo>
                    <a:pt x="566927" y="292607"/>
                  </a:lnTo>
                  <a:lnTo>
                    <a:pt x="571499" y="28574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122990" y="6533389"/>
              <a:ext cx="597535" cy="405765"/>
            </a:xfrm>
            <a:custGeom>
              <a:avLst/>
              <a:gdLst/>
              <a:ahLst/>
              <a:cxnLst/>
              <a:rect l="l" t="t" r="r" b="b"/>
              <a:pathLst>
                <a:path w="597535" h="405765">
                  <a:moveTo>
                    <a:pt x="45719" y="137159"/>
                  </a:moveTo>
                  <a:lnTo>
                    <a:pt x="22859" y="123443"/>
                  </a:lnTo>
                  <a:lnTo>
                    <a:pt x="18287" y="131063"/>
                  </a:lnTo>
                  <a:lnTo>
                    <a:pt x="13715" y="141731"/>
                  </a:lnTo>
                  <a:lnTo>
                    <a:pt x="10667" y="150875"/>
                  </a:lnTo>
                  <a:lnTo>
                    <a:pt x="6095" y="161543"/>
                  </a:lnTo>
                  <a:lnTo>
                    <a:pt x="3047" y="170687"/>
                  </a:lnTo>
                  <a:lnTo>
                    <a:pt x="0" y="192023"/>
                  </a:lnTo>
                  <a:lnTo>
                    <a:pt x="0" y="202691"/>
                  </a:lnTo>
                  <a:lnTo>
                    <a:pt x="25907" y="202691"/>
                  </a:lnTo>
                  <a:lnTo>
                    <a:pt x="25907" y="193547"/>
                  </a:lnTo>
                  <a:lnTo>
                    <a:pt x="27431" y="184403"/>
                  </a:lnTo>
                  <a:lnTo>
                    <a:pt x="28955" y="176783"/>
                  </a:lnTo>
                  <a:lnTo>
                    <a:pt x="30479" y="167639"/>
                  </a:lnTo>
                  <a:lnTo>
                    <a:pt x="33527" y="160019"/>
                  </a:lnTo>
                  <a:lnTo>
                    <a:pt x="38099" y="150875"/>
                  </a:lnTo>
                  <a:lnTo>
                    <a:pt x="41147" y="143255"/>
                  </a:lnTo>
                  <a:lnTo>
                    <a:pt x="45719" y="137159"/>
                  </a:lnTo>
                  <a:close/>
                </a:path>
                <a:path w="597535" h="405765">
                  <a:moveTo>
                    <a:pt x="114299" y="73151"/>
                  </a:moveTo>
                  <a:lnTo>
                    <a:pt x="100583" y="50291"/>
                  </a:lnTo>
                  <a:lnTo>
                    <a:pt x="88391" y="57911"/>
                  </a:lnTo>
                  <a:lnTo>
                    <a:pt x="70103" y="71627"/>
                  </a:lnTo>
                  <a:lnTo>
                    <a:pt x="51815" y="88391"/>
                  </a:lnTo>
                  <a:lnTo>
                    <a:pt x="39623" y="102107"/>
                  </a:lnTo>
                  <a:lnTo>
                    <a:pt x="57911" y="118871"/>
                  </a:lnTo>
                  <a:lnTo>
                    <a:pt x="71627" y="105155"/>
                  </a:lnTo>
                  <a:lnTo>
                    <a:pt x="86867" y="91439"/>
                  </a:lnTo>
                  <a:lnTo>
                    <a:pt x="103631" y="77723"/>
                  </a:lnTo>
                  <a:lnTo>
                    <a:pt x="114299" y="73151"/>
                  </a:lnTo>
                  <a:close/>
                </a:path>
                <a:path w="597535" h="405765">
                  <a:moveTo>
                    <a:pt x="204215" y="36575"/>
                  </a:moveTo>
                  <a:lnTo>
                    <a:pt x="198119" y="12191"/>
                  </a:lnTo>
                  <a:lnTo>
                    <a:pt x="182879" y="15239"/>
                  </a:lnTo>
                  <a:lnTo>
                    <a:pt x="156971" y="22859"/>
                  </a:lnTo>
                  <a:lnTo>
                    <a:pt x="132587" y="33527"/>
                  </a:lnTo>
                  <a:lnTo>
                    <a:pt x="123443" y="38099"/>
                  </a:lnTo>
                  <a:lnTo>
                    <a:pt x="135635" y="60959"/>
                  </a:lnTo>
                  <a:lnTo>
                    <a:pt x="144779" y="56387"/>
                  </a:lnTo>
                  <a:lnTo>
                    <a:pt x="167639" y="47243"/>
                  </a:lnTo>
                  <a:lnTo>
                    <a:pt x="192023" y="39623"/>
                  </a:lnTo>
                  <a:lnTo>
                    <a:pt x="204215" y="36575"/>
                  </a:lnTo>
                  <a:close/>
                </a:path>
                <a:path w="597535" h="405765">
                  <a:moveTo>
                    <a:pt x="301751" y="24383"/>
                  </a:moveTo>
                  <a:lnTo>
                    <a:pt x="301751" y="0"/>
                  </a:lnTo>
                  <a:lnTo>
                    <a:pt x="268223" y="0"/>
                  </a:lnTo>
                  <a:lnTo>
                    <a:pt x="239267" y="3047"/>
                  </a:lnTo>
                  <a:lnTo>
                    <a:pt x="224027" y="6095"/>
                  </a:lnTo>
                  <a:lnTo>
                    <a:pt x="228599" y="32003"/>
                  </a:lnTo>
                  <a:lnTo>
                    <a:pt x="243839" y="28955"/>
                  </a:lnTo>
                  <a:lnTo>
                    <a:pt x="271271" y="25907"/>
                  </a:lnTo>
                  <a:lnTo>
                    <a:pt x="298703" y="24383"/>
                  </a:lnTo>
                  <a:lnTo>
                    <a:pt x="301751" y="24383"/>
                  </a:lnTo>
                  <a:close/>
                </a:path>
                <a:path w="597535" h="405765">
                  <a:moveTo>
                    <a:pt x="405383" y="13715"/>
                  </a:moveTo>
                  <a:lnTo>
                    <a:pt x="385571" y="9143"/>
                  </a:lnTo>
                  <a:lnTo>
                    <a:pt x="358139" y="3047"/>
                  </a:lnTo>
                  <a:lnTo>
                    <a:pt x="327659" y="0"/>
                  </a:lnTo>
                  <a:lnTo>
                    <a:pt x="326135" y="25907"/>
                  </a:lnTo>
                  <a:lnTo>
                    <a:pt x="327659" y="25907"/>
                  </a:lnTo>
                  <a:lnTo>
                    <a:pt x="355091" y="28955"/>
                  </a:lnTo>
                  <a:lnTo>
                    <a:pt x="380999" y="33527"/>
                  </a:lnTo>
                  <a:lnTo>
                    <a:pt x="399287" y="38099"/>
                  </a:lnTo>
                  <a:lnTo>
                    <a:pt x="405383" y="13715"/>
                  </a:lnTo>
                  <a:close/>
                </a:path>
                <a:path w="597535" h="405765">
                  <a:moveTo>
                    <a:pt x="501395" y="54863"/>
                  </a:moveTo>
                  <a:lnTo>
                    <a:pt x="486155" y="44195"/>
                  </a:lnTo>
                  <a:lnTo>
                    <a:pt x="463295" y="33527"/>
                  </a:lnTo>
                  <a:lnTo>
                    <a:pt x="438911" y="22859"/>
                  </a:lnTo>
                  <a:lnTo>
                    <a:pt x="431291" y="21335"/>
                  </a:lnTo>
                  <a:lnTo>
                    <a:pt x="422147" y="44195"/>
                  </a:lnTo>
                  <a:lnTo>
                    <a:pt x="431291" y="47243"/>
                  </a:lnTo>
                  <a:lnTo>
                    <a:pt x="454151" y="56387"/>
                  </a:lnTo>
                  <a:lnTo>
                    <a:pt x="473963" y="67055"/>
                  </a:lnTo>
                  <a:lnTo>
                    <a:pt x="489203" y="76199"/>
                  </a:lnTo>
                  <a:lnTo>
                    <a:pt x="501395" y="54863"/>
                  </a:lnTo>
                  <a:close/>
                </a:path>
                <a:path w="597535" h="405765">
                  <a:moveTo>
                    <a:pt x="577595" y="129539"/>
                  </a:moveTo>
                  <a:lnTo>
                    <a:pt x="544067" y="86867"/>
                  </a:lnTo>
                  <a:lnTo>
                    <a:pt x="527303" y="71627"/>
                  </a:lnTo>
                  <a:lnTo>
                    <a:pt x="524255" y="68579"/>
                  </a:lnTo>
                  <a:lnTo>
                    <a:pt x="509015" y="89915"/>
                  </a:lnTo>
                  <a:lnTo>
                    <a:pt x="512063" y="91439"/>
                  </a:lnTo>
                  <a:lnTo>
                    <a:pt x="527303" y="105155"/>
                  </a:lnTo>
                  <a:lnTo>
                    <a:pt x="541019" y="120395"/>
                  </a:lnTo>
                  <a:lnTo>
                    <a:pt x="545591" y="128015"/>
                  </a:lnTo>
                  <a:lnTo>
                    <a:pt x="551687" y="135635"/>
                  </a:lnTo>
                  <a:lnTo>
                    <a:pt x="556259" y="143255"/>
                  </a:lnTo>
                  <a:lnTo>
                    <a:pt x="577595" y="129539"/>
                  </a:lnTo>
                  <a:close/>
                </a:path>
                <a:path w="597535" h="405765">
                  <a:moveTo>
                    <a:pt x="597407" y="202691"/>
                  </a:moveTo>
                  <a:lnTo>
                    <a:pt x="597407" y="192023"/>
                  </a:lnTo>
                  <a:lnTo>
                    <a:pt x="595883" y="181355"/>
                  </a:lnTo>
                  <a:lnTo>
                    <a:pt x="592835" y="170687"/>
                  </a:lnTo>
                  <a:lnTo>
                    <a:pt x="591311" y="160019"/>
                  </a:lnTo>
                  <a:lnTo>
                    <a:pt x="588263" y="155447"/>
                  </a:lnTo>
                  <a:lnTo>
                    <a:pt x="565403" y="163067"/>
                  </a:lnTo>
                  <a:lnTo>
                    <a:pt x="566927" y="169163"/>
                  </a:lnTo>
                  <a:lnTo>
                    <a:pt x="568451" y="176783"/>
                  </a:lnTo>
                  <a:lnTo>
                    <a:pt x="571499" y="195071"/>
                  </a:lnTo>
                  <a:lnTo>
                    <a:pt x="571499" y="202691"/>
                  </a:lnTo>
                  <a:lnTo>
                    <a:pt x="597407" y="202691"/>
                  </a:lnTo>
                  <a:close/>
                </a:path>
                <a:path w="597535" h="405765">
                  <a:moveTo>
                    <a:pt x="597407" y="213359"/>
                  </a:moveTo>
                  <a:lnTo>
                    <a:pt x="597407" y="202691"/>
                  </a:lnTo>
                  <a:lnTo>
                    <a:pt x="571499" y="202691"/>
                  </a:lnTo>
                  <a:lnTo>
                    <a:pt x="571499" y="211835"/>
                  </a:lnTo>
                  <a:lnTo>
                    <a:pt x="569975" y="220979"/>
                  </a:lnTo>
                  <a:lnTo>
                    <a:pt x="568451" y="228599"/>
                  </a:lnTo>
                  <a:lnTo>
                    <a:pt x="568451" y="231647"/>
                  </a:lnTo>
                  <a:lnTo>
                    <a:pt x="592835" y="237743"/>
                  </a:lnTo>
                  <a:lnTo>
                    <a:pt x="592835" y="234695"/>
                  </a:lnTo>
                  <a:lnTo>
                    <a:pt x="595883" y="224027"/>
                  </a:lnTo>
                  <a:lnTo>
                    <a:pt x="597407" y="213359"/>
                  </a:lnTo>
                  <a:close/>
                </a:path>
                <a:path w="597535" h="405765">
                  <a:moveTo>
                    <a:pt x="583691" y="265175"/>
                  </a:moveTo>
                  <a:lnTo>
                    <a:pt x="583691" y="263651"/>
                  </a:lnTo>
                  <a:lnTo>
                    <a:pt x="560831" y="252983"/>
                  </a:lnTo>
                  <a:lnTo>
                    <a:pt x="559307" y="254507"/>
                  </a:lnTo>
                  <a:lnTo>
                    <a:pt x="556259" y="262127"/>
                  </a:lnTo>
                  <a:lnTo>
                    <a:pt x="551687" y="269747"/>
                  </a:lnTo>
                  <a:lnTo>
                    <a:pt x="545591" y="278891"/>
                  </a:lnTo>
                  <a:lnTo>
                    <a:pt x="539495" y="286511"/>
                  </a:lnTo>
                  <a:lnTo>
                    <a:pt x="525779" y="300227"/>
                  </a:lnTo>
                  <a:lnTo>
                    <a:pt x="516635" y="307847"/>
                  </a:lnTo>
                  <a:lnTo>
                    <a:pt x="534923" y="327659"/>
                  </a:lnTo>
                  <a:lnTo>
                    <a:pt x="545591" y="318515"/>
                  </a:lnTo>
                  <a:lnTo>
                    <a:pt x="559307" y="301751"/>
                  </a:lnTo>
                  <a:lnTo>
                    <a:pt x="566927" y="292607"/>
                  </a:lnTo>
                  <a:lnTo>
                    <a:pt x="579119" y="274319"/>
                  </a:lnTo>
                  <a:lnTo>
                    <a:pt x="583691" y="265175"/>
                  </a:lnTo>
                  <a:close/>
                </a:path>
                <a:path w="597535" h="405765">
                  <a:moveTo>
                    <a:pt x="513587" y="344423"/>
                  </a:moveTo>
                  <a:lnTo>
                    <a:pt x="498347" y="323087"/>
                  </a:lnTo>
                  <a:lnTo>
                    <a:pt x="493775" y="327659"/>
                  </a:lnTo>
                  <a:lnTo>
                    <a:pt x="473963" y="338327"/>
                  </a:lnTo>
                  <a:lnTo>
                    <a:pt x="452627" y="348995"/>
                  </a:lnTo>
                  <a:lnTo>
                    <a:pt x="434339" y="356615"/>
                  </a:lnTo>
                  <a:lnTo>
                    <a:pt x="443483" y="380999"/>
                  </a:lnTo>
                  <a:lnTo>
                    <a:pt x="463295" y="371855"/>
                  </a:lnTo>
                  <a:lnTo>
                    <a:pt x="487679" y="361187"/>
                  </a:lnTo>
                  <a:lnTo>
                    <a:pt x="507491" y="347471"/>
                  </a:lnTo>
                  <a:lnTo>
                    <a:pt x="513587" y="344423"/>
                  </a:lnTo>
                  <a:close/>
                </a:path>
                <a:path w="597535" h="405765">
                  <a:moveTo>
                    <a:pt x="417575" y="388619"/>
                  </a:moveTo>
                  <a:lnTo>
                    <a:pt x="409955" y="364235"/>
                  </a:lnTo>
                  <a:lnTo>
                    <a:pt x="405383" y="365759"/>
                  </a:lnTo>
                  <a:lnTo>
                    <a:pt x="380999" y="371855"/>
                  </a:lnTo>
                  <a:lnTo>
                    <a:pt x="353567" y="376427"/>
                  </a:lnTo>
                  <a:lnTo>
                    <a:pt x="338327" y="377951"/>
                  </a:lnTo>
                  <a:lnTo>
                    <a:pt x="341375" y="403859"/>
                  </a:lnTo>
                  <a:lnTo>
                    <a:pt x="358139" y="402335"/>
                  </a:lnTo>
                  <a:lnTo>
                    <a:pt x="387095" y="397763"/>
                  </a:lnTo>
                  <a:lnTo>
                    <a:pt x="414527" y="390143"/>
                  </a:lnTo>
                  <a:lnTo>
                    <a:pt x="417575" y="388619"/>
                  </a:lnTo>
                  <a:close/>
                </a:path>
                <a:path w="597535" h="405765">
                  <a:moveTo>
                    <a:pt x="315467" y="405383"/>
                  </a:moveTo>
                  <a:lnTo>
                    <a:pt x="313943" y="379475"/>
                  </a:lnTo>
                  <a:lnTo>
                    <a:pt x="298703" y="380999"/>
                  </a:lnTo>
                  <a:lnTo>
                    <a:pt x="269747" y="379475"/>
                  </a:lnTo>
                  <a:lnTo>
                    <a:pt x="242315" y="376427"/>
                  </a:lnTo>
                  <a:lnTo>
                    <a:pt x="240791" y="376427"/>
                  </a:lnTo>
                  <a:lnTo>
                    <a:pt x="236219" y="400811"/>
                  </a:lnTo>
                  <a:lnTo>
                    <a:pt x="239267" y="402335"/>
                  </a:lnTo>
                  <a:lnTo>
                    <a:pt x="269747" y="405383"/>
                  </a:lnTo>
                  <a:lnTo>
                    <a:pt x="315467" y="405383"/>
                  </a:lnTo>
                  <a:close/>
                </a:path>
                <a:path w="597535" h="405765">
                  <a:moveTo>
                    <a:pt x="216407" y="371855"/>
                  </a:moveTo>
                  <a:lnTo>
                    <a:pt x="190499" y="365759"/>
                  </a:lnTo>
                  <a:lnTo>
                    <a:pt x="166115" y="358139"/>
                  </a:lnTo>
                  <a:lnTo>
                    <a:pt x="146303" y="348995"/>
                  </a:lnTo>
                  <a:lnTo>
                    <a:pt x="135635" y="373379"/>
                  </a:lnTo>
                  <a:lnTo>
                    <a:pt x="158495" y="382523"/>
                  </a:lnTo>
                  <a:lnTo>
                    <a:pt x="184403" y="390143"/>
                  </a:lnTo>
                  <a:lnTo>
                    <a:pt x="210311" y="396239"/>
                  </a:lnTo>
                  <a:lnTo>
                    <a:pt x="216407" y="371855"/>
                  </a:lnTo>
                  <a:close/>
                </a:path>
                <a:path w="597535" h="405765">
                  <a:moveTo>
                    <a:pt x="123443" y="338327"/>
                  </a:moveTo>
                  <a:lnTo>
                    <a:pt x="121919" y="338327"/>
                  </a:lnTo>
                  <a:lnTo>
                    <a:pt x="85343" y="313943"/>
                  </a:lnTo>
                  <a:lnTo>
                    <a:pt x="70103" y="300227"/>
                  </a:lnTo>
                  <a:lnTo>
                    <a:pt x="67055" y="295655"/>
                  </a:lnTo>
                  <a:lnTo>
                    <a:pt x="48767" y="313943"/>
                  </a:lnTo>
                  <a:lnTo>
                    <a:pt x="53339" y="318515"/>
                  </a:lnTo>
                  <a:lnTo>
                    <a:pt x="70103" y="333755"/>
                  </a:lnTo>
                  <a:lnTo>
                    <a:pt x="89915" y="348995"/>
                  </a:lnTo>
                  <a:lnTo>
                    <a:pt x="111251" y="361187"/>
                  </a:lnTo>
                  <a:lnTo>
                    <a:pt x="112775" y="361187"/>
                  </a:lnTo>
                  <a:lnTo>
                    <a:pt x="123443" y="338327"/>
                  </a:lnTo>
                  <a:close/>
                </a:path>
                <a:path w="597535" h="405765">
                  <a:moveTo>
                    <a:pt x="51815" y="278891"/>
                  </a:moveTo>
                  <a:lnTo>
                    <a:pt x="30479" y="237743"/>
                  </a:lnTo>
                  <a:lnTo>
                    <a:pt x="27431" y="219455"/>
                  </a:lnTo>
                  <a:lnTo>
                    <a:pt x="25907" y="213359"/>
                  </a:lnTo>
                  <a:lnTo>
                    <a:pt x="1523" y="216407"/>
                  </a:lnTo>
                  <a:lnTo>
                    <a:pt x="1523" y="224027"/>
                  </a:lnTo>
                  <a:lnTo>
                    <a:pt x="4571" y="234695"/>
                  </a:lnTo>
                  <a:lnTo>
                    <a:pt x="6095" y="245363"/>
                  </a:lnTo>
                  <a:lnTo>
                    <a:pt x="10667" y="256031"/>
                  </a:lnTo>
                  <a:lnTo>
                    <a:pt x="13715" y="265175"/>
                  </a:lnTo>
                  <a:lnTo>
                    <a:pt x="19811" y="274319"/>
                  </a:lnTo>
                  <a:lnTo>
                    <a:pt x="24383" y="283463"/>
                  </a:lnTo>
                  <a:lnTo>
                    <a:pt x="30479" y="292607"/>
                  </a:lnTo>
                  <a:lnTo>
                    <a:pt x="51815" y="27889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523802" y="5823203"/>
              <a:ext cx="596265" cy="407034"/>
            </a:xfrm>
            <a:custGeom>
              <a:avLst/>
              <a:gdLst/>
              <a:ahLst/>
              <a:cxnLst/>
              <a:rect l="l" t="t" r="r" b="b"/>
              <a:pathLst>
                <a:path w="596265" h="407035">
                  <a:moveTo>
                    <a:pt x="44195" y="137159"/>
                  </a:moveTo>
                  <a:lnTo>
                    <a:pt x="22859" y="124967"/>
                  </a:lnTo>
                  <a:lnTo>
                    <a:pt x="18287" y="132587"/>
                  </a:lnTo>
                  <a:lnTo>
                    <a:pt x="13715" y="141731"/>
                  </a:lnTo>
                  <a:lnTo>
                    <a:pt x="9143" y="152399"/>
                  </a:lnTo>
                  <a:lnTo>
                    <a:pt x="6095" y="161543"/>
                  </a:lnTo>
                  <a:lnTo>
                    <a:pt x="3047" y="172211"/>
                  </a:lnTo>
                  <a:lnTo>
                    <a:pt x="0" y="193547"/>
                  </a:lnTo>
                  <a:lnTo>
                    <a:pt x="0" y="202691"/>
                  </a:lnTo>
                  <a:lnTo>
                    <a:pt x="24383" y="204215"/>
                  </a:lnTo>
                  <a:lnTo>
                    <a:pt x="25907" y="193547"/>
                  </a:lnTo>
                  <a:lnTo>
                    <a:pt x="25907" y="185927"/>
                  </a:lnTo>
                  <a:lnTo>
                    <a:pt x="28955" y="176783"/>
                  </a:lnTo>
                  <a:lnTo>
                    <a:pt x="30479" y="167639"/>
                  </a:lnTo>
                  <a:lnTo>
                    <a:pt x="36575" y="152399"/>
                  </a:lnTo>
                  <a:lnTo>
                    <a:pt x="44195" y="137159"/>
                  </a:lnTo>
                  <a:close/>
                </a:path>
                <a:path w="596265" h="407035">
                  <a:moveTo>
                    <a:pt x="112775" y="73151"/>
                  </a:moveTo>
                  <a:lnTo>
                    <a:pt x="100583" y="51815"/>
                  </a:lnTo>
                  <a:lnTo>
                    <a:pt x="88391" y="57911"/>
                  </a:lnTo>
                  <a:lnTo>
                    <a:pt x="68579" y="73151"/>
                  </a:lnTo>
                  <a:lnTo>
                    <a:pt x="51815" y="88391"/>
                  </a:lnTo>
                  <a:lnTo>
                    <a:pt x="39623" y="102107"/>
                  </a:lnTo>
                  <a:lnTo>
                    <a:pt x="57911" y="118871"/>
                  </a:lnTo>
                  <a:lnTo>
                    <a:pt x="70103" y="105155"/>
                  </a:lnTo>
                  <a:lnTo>
                    <a:pt x="86867" y="91439"/>
                  </a:lnTo>
                  <a:lnTo>
                    <a:pt x="103631" y="79247"/>
                  </a:lnTo>
                  <a:lnTo>
                    <a:pt x="112775" y="73151"/>
                  </a:lnTo>
                  <a:close/>
                </a:path>
                <a:path w="596265" h="407035">
                  <a:moveTo>
                    <a:pt x="204215" y="36575"/>
                  </a:moveTo>
                  <a:lnTo>
                    <a:pt x="198119" y="12191"/>
                  </a:lnTo>
                  <a:lnTo>
                    <a:pt x="182879" y="15239"/>
                  </a:lnTo>
                  <a:lnTo>
                    <a:pt x="156971" y="24383"/>
                  </a:lnTo>
                  <a:lnTo>
                    <a:pt x="132587" y="33527"/>
                  </a:lnTo>
                  <a:lnTo>
                    <a:pt x="123443" y="38099"/>
                  </a:lnTo>
                  <a:lnTo>
                    <a:pt x="134111" y="60959"/>
                  </a:lnTo>
                  <a:lnTo>
                    <a:pt x="166115" y="47243"/>
                  </a:lnTo>
                  <a:lnTo>
                    <a:pt x="190499" y="39623"/>
                  </a:lnTo>
                  <a:lnTo>
                    <a:pt x="204215" y="36575"/>
                  </a:lnTo>
                  <a:close/>
                </a:path>
                <a:path w="596265" h="407035">
                  <a:moveTo>
                    <a:pt x="297941" y="12953"/>
                  </a:moveTo>
                  <a:lnTo>
                    <a:pt x="297179" y="0"/>
                  </a:lnTo>
                  <a:lnTo>
                    <a:pt x="268223" y="1523"/>
                  </a:lnTo>
                  <a:lnTo>
                    <a:pt x="237743" y="4571"/>
                  </a:lnTo>
                  <a:lnTo>
                    <a:pt x="224027" y="6095"/>
                  </a:lnTo>
                  <a:lnTo>
                    <a:pt x="227075" y="32003"/>
                  </a:lnTo>
                  <a:lnTo>
                    <a:pt x="242315" y="28955"/>
                  </a:lnTo>
                  <a:lnTo>
                    <a:pt x="269747" y="25907"/>
                  </a:lnTo>
                  <a:lnTo>
                    <a:pt x="297179" y="25907"/>
                  </a:lnTo>
                  <a:lnTo>
                    <a:pt x="297941" y="12953"/>
                  </a:lnTo>
                  <a:close/>
                </a:path>
                <a:path w="596265" h="407035">
                  <a:moveTo>
                    <a:pt x="298703" y="25907"/>
                  </a:moveTo>
                  <a:lnTo>
                    <a:pt x="297941" y="12953"/>
                  </a:lnTo>
                  <a:lnTo>
                    <a:pt x="297179" y="25907"/>
                  </a:lnTo>
                  <a:lnTo>
                    <a:pt x="298703" y="25907"/>
                  </a:lnTo>
                  <a:close/>
                </a:path>
                <a:path w="596265" h="407035">
                  <a:moveTo>
                    <a:pt x="301751" y="25907"/>
                  </a:moveTo>
                  <a:lnTo>
                    <a:pt x="301751" y="0"/>
                  </a:lnTo>
                  <a:lnTo>
                    <a:pt x="298703" y="0"/>
                  </a:lnTo>
                  <a:lnTo>
                    <a:pt x="297941" y="12953"/>
                  </a:lnTo>
                  <a:lnTo>
                    <a:pt x="298703" y="25907"/>
                  </a:lnTo>
                  <a:lnTo>
                    <a:pt x="301751" y="25907"/>
                  </a:lnTo>
                  <a:close/>
                </a:path>
                <a:path w="596265" h="407035">
                  <a:moveTo>
                    <a:pt x="405383" y="13715"/>
                  </a:moveTo>
                  <a:lnTo>
                    <a:pt x="385571" y="9143"/>
                  </a:lnTo>
                  <a:lnTo>
                    <a:pt x="356615" y="4571"/>
                  </a:lnTo>
                  <a:lnTo>
                    <a:pt x="327659" y="1523"/>
                  </a:lnTo>
                  <a:lnTo>
                    <a:pt x="326135" y="25907"/>
                  </a:lnTo>
                  <a:lnTo>
                    <a:pt x="327659" y="25907"/>
                  </a:lnTo>
                  <a:lnTo>
                    <a:pt x="355091" y="28955"/>
                  </a:lnTo>
                  <a:lnTo>
                    <a:pt x="380999" y="33527"/>
                  </a:lnTo>
                  <a:lnTo>
                    <a:pt x="399287" y="38099"/>
                  </a:lnTo>
                  <a:lnTo>
                    <a:pt x="405383" y="13715"/>
                  </a:lnTo>
                  <a:close/>
                </a:path>
                <a:path w="596265" h="407035">
                  <a:moveTo>
                    <a:pt x="501395" y="54863"/>
                  </a:moveTo>
                  <a:lnTo>
                    <a:pt x="486155" y="45719"/>
                  </a:lnTo>
                  <a:lnTo>
                    <a:pt x="463295" y="33527"/>
                  </a:lnTo>
                  <a:lnTo>
                    <a:pt x="438911" y="24383"/>
                  </a:lnTo>
                  <a:lnTo>
                    <a:pt x="429767" y="21335"/>
                  </a:lnTo>
                  <a:lnTo>
                    <a:pt x="422147" y="45719"/>
                  </a:lnTo>
                  <a:lnTo>
                    <a:pt x="452627" y="57911"/>
                  </a:lnTo>
                  <a:lnTo>
                    <a:pt x="473963" y="67055"/>
                  </a:lnTo>
                  <a:lnTo>
                    <a:pt x="489203" y="76199"/>
                  </a:lnTo>
                  <a:lnTo>
                    <a:pt x="501395" y="54863"/>
                  </a:lnTo>
                  <a:close/>
                </a:path>
                <a:path w="596265" h="407035">
                  <a:moveTo>
                    <a:pt x="577595" y="131063"/>
                  </a:moveTo>
                  <a:lnTo>
                    <a:pt x="559307" y="103631"/>
                  </a:lnTo>
                  <a:lnTo>
                    <a:pt x="544067" y="86867"/>
                  </a:lnTo>
                  <a:lnTo>
                    <a:pt x="525779" y="71627"/>
                  </a:lnTo>
                  <a:lnTo>
                    <a:pt x="522731" y="70103"/>
                  </a:lnTo>
                  <a:lnTo>
                    <a:pt x="509015" y="89915"/>
                  </a:lnTo>
                  <a:lnTo>
                    <a:pt x="510539" y="92963"/>
                  </a:lnTo>
                  <a:lnTo>
                    <a:pt x="527303" y="106679"/>
                  </a:lnTo>
                  <a:lnTo>
                    <a:pt x="539495" y="121919"/>
                  </a:lnTo>
                  <a:lnTo>
                    <a:pt x="545591" y="128015"/>
                  </a:lnTo>
                  <a:lnTo>
                    <a:pt x="550163" y="137159"/>
                  </a:lnTo>
                  <a:lnTo>
                    <a:pt x="554735" y="143255"/>
                  </a:lnTo>
                  <a:lnTo>
                    <a:pt x="577595" y="131063"/>
                  </a:lnTo>
                  <a:close/>
                </a:path>
                <a:path w="596265" h="407035">
                  <a:moveTo>
                    <a:pt x="595883" y="202691"/>
                  </a:moveTo>
                  <a:lnTo>
                    <a:pt x="595883" y="192023"/>
                  </a:lnTo>
                  <a:lnTo>
                    <a:pt x="592835" y="170687"/>
                  </a:lnTo>
                  <a:lnTo>
                    <a:pt x="589787" y="161543"/>
                  </a:lnTo>
                  <a:lnTo>
                    <a:pt x="588263" y="155447"/>
                  </a:lnTo>
                  <a:lnTo>
                    <a:pt x="563879" y="164591"/>
                  </a:lnTo>
                  <a:lnTo>
                    <a:pt x="568451" y="178307"/>
                  </a:lnTo>
                  <a:lnTo>
                    <a:pt x="569975" y="185927"/>
                  </a:lnTo>
                  <a:lnTo>
                    <a:pt x="571499" y="195071"/>
                  </a:lnTo>
                  <a:lnTo>
                    <a:pt x="571499" y="202691"/>
                  </a:lnTo>
                  <a:lnTo>
                    <a:pt x="583691" y="203453"/>
                  </a:lnTo>
                  <a:lnTo>
                    <a:pt x="595883" y="202691"/>
                  </a:lnTo>
                  <a:close/>
                </a:path>
                <a:path w="596265" h="407035">
                  <a:moveTo>
                    <a:pt x="595883" y="224027"/>
                  </a:moveTo>
                  <a:lnTo>
                    <a:pt x="595883" y="204215"/>
                  </a:lnTo>
                  <a:lnTo>
                    <a:pt x="583691" y="203453"/>
                  </a:lnTo>
                  <a:lnTo>
                    <a:pt x="571499" y="204215"/>
                  </a:lnTo>
                  <a:lnTo>
                    <a:pt x="571499" y="213359"/>
                  </a:lnTo>
                  <a:lnTo>
                    <a:pt x="569975" y="220979"/>
                  </a:lnTo>
                  <a:lnTo>
                    <a:pt x="568451" y="230123"/>
                  </a:lnTo>
                  <a:lnTo>
                    <a:pt x="566927" y="231647"/>
                  </a:lnTo>
                  <a:lnTo>
                    <a:pt x="592835" y="237743"/>
                  </a:lnTo>
                  <a:lnTo>
                    <a:pt x="592835" y="234695"/>
                  </a:lnTo>
                  <a:lnTo>
                    <a:pt x="595883" y="224027"/>
                  </a:lnTo>
                  <a:close/>
                </a:path>
                <a:path w="596265" h="407035">
                  <a:moveTo>
                    <a:pt x="583691" y="203453"/>
                  </a:moveTo>
                  <a:lnTo>
                    <a:pt x="571499" y="202691"/>
                  </a:lnTo>
                  <a:lnTo>
                    <a:pt x="571499" y="204215"/>
                  </a:lnTo>
                  <a:lnTo>
                    <a:pt x="583691" y="203453"/>
                  </a:lnTo>
                  <a:close/>
                </a:path>
                <a:path w="596265" h="407035">
                  <a:moveTo>
                    <a:pt x="583691" y="263651"/>
                  </a:moveTo>
                  <a:lnTo>
                    <a:pt x="559307" y="254507"/>
                  </a:lnTo>
                  <a:lnTo>
                    <a:pt x="554735" y="263651"/>
                  </a:lnTo>
                  <a:lnTo>
                    <a:pt x="545591" y="278891"/>
                  </a:lnTo>
                  <a:lnTo>
                    <a:pt x="539495" y="286511"/>
                  </a:lnTo>
                  <a:lnTo>
                    <a:pt x="525779" y="301751"/>
                  </a:lnTo>
                  <a:lnTo>
                    <a:pt x="516635" y="309371"/>
                  </a:lnTo>
                  <a:lnTo>
                    <a:pt x="533399" y="327659"/>
                  </a:lnTo>
                  <a:lnTo>
                    <a:pt x="566927" y="292607"/>
                  </a:lnTo>
                  <a:lnTo>
                    <a:pt x="582167" y="265175"/>
                  </a:lnTo>
                  <a:lnTo>
                    <a:pt x="583691" y="263651"/>
                  </a:lnTo>
                  <a:close/>
                </a:path>
                <a:path w="596265" h="407035">
                  <a:moveTo>
                    <a:pt x="512063" y="344423"/>
                  </a:moveTo>
                  <a:lnTo>
                    <a:pt x="498347" y="324611"/>
                  </a:lnTo>
                  <a:lnTo>
                    <a:pt x="492251" y="327659"/>
                  </a:lnTo>
                  <a:lnTo>
                    <a:pt x="473963" y="339851"/>
                  </a:lnTo>
                  <a:lnTo>
                    <a:pt x="452627" y="350519"/>
                  </a:lnTo>
                  <a:lnTo>
                    <a:pt x="432815" y="358139"/>
                  </a:lnTo>
                  <a:lnTo>
                    <a:pt x="443483" y="380999"/>
                  </a:lnTo>
                  <a:lnTo>
                    <a:pt x="463295" y="373379"/>
                  </a:lnTo>
                  <a:lnTo>
                    <a:pt x="486155" y="361187"/>
                  </a:lnTo>
                  <a:lnTo>
                    <a:pt x="507491" y="348995"/>
                  </a:lnTo>
                  <a:lnTo>
                    <a:pt x="512063" y="344423"/>
                  </a:lnTo>
                  <a:close/>
                </a:path>
                <a:path w="596265" h="407035">
                  <a:moveTo>
                    <a:pt x="417575" y="390143"/>
                  </a:moveTo>
                  <a:lnTo>
                    <a:pt x="409955" y="365759"/>
                  </a:lnTo>
                  <a:lnTo>
                    <a:pt x="405383" y="367283"/>
                  </a:lnTo>
                  <a:lnTo>
                    <a:pt x="379475" y="373379"/>
                  </a:lnTo>
                  <a:lnTo>
                    <a:pt x="353567" y="377951"/>
                  </a:lnTo>
                  <a:lnTo>
                    <a:pt x="338327" y="379475"/>
                  </a:lnTo>
                  <a:lnTo>
                    <a:pt x="339851" y="403859"/>
                  </a:lnTo>
                  <a:lnTo>
                    <a:pt x="358139" y="402335"/>
                  </a:lnTo>
                  <a:lnTo>
                    <a:pt x="385571" y="397763"/>
                  </a:lnTo>
                  <a:lnTo>
                    <a:pt x="413003" y="391667"/>
                  </a:lnTo>
                  <a:lnTo>
                    <a:pt x="417575" y="390143"/>
                  </a:lnTo>
                  <a:close/>
                </a:path>
                <a:path w="596265" h="407035">
                  <a:moveTo>
                    <a:pt x="297941" y="393953"/>
                  </a:moveTo>
                  <a:lnTo>
                    <a:pt x="297179" y="380999"/>
                  </a:lnTo>
                  <a:lnTo>
                    <a:pt x="269747" y="380999"/>
                  </a:lnTo>
                  <a:lnTo>
                    <a:pt x="242315" y="377951"/>
                  </a:lnTo>
                  <a:lnTo>
                    <a:pt x="239267" y="376427"/>
                  </a:lnTo>
                  <a:lnTo>
                    <a:pt x="236219" y="402335"/>
                  </a:lnTo>
                  <a:lnTo>
                    <a:pt x="239267" y="402335"/>
                  </a:lnTo>
                  <a:lnTo>
                    <a:pt x="268223" y="405383"/>
                  </a:lnTo>
                  <a:lnTo>
                    <a:pt x="297179" y="406907"/>
                  </a:lnTo>
                  <a:lnTo>
                    <a:pt x="297941" y="393953"/>
                  </a:lnTo>
                  <a:close/>
                </a:path>
                <a:path w="596265" h="407035">
                  <a:moveTo>
                    <a:pt x="298703" y="380999"/>
                  </a:moveTo>
                  <a:lnTo>
                    <a:pt x="297179" y="380999"/>
                  </a:lnTo>
                  <a:lnTo>
                    <a:pt x="297941" y="393953"/>
                  </a:lnTo>
                  <a:lnTo>
                    <a:pt x="298703" y="380999"/>
                  </a:lnTo>
                  <a:close/>
                </a:path>
                <a:path w="596265" h="407035">
                  <a:moveTo>
                    <a:pt x="313943" y="405383"/>
                  </a:moveTo>
                  <a:lnTo>
                    <a:pt x="313943" y="380999"/>
                  </a:lnTo>
                  <a:lnTo>
                    <a:pt x="298703" y="380999"/>
                  </a:lnTo>
                  <a:lnTo>
                    <a:pt x="297941" y="393953"/>
                  </a:lnTo>
                  <a:lnTo>
                    <a:pt x="298703" y="406907"/>
                  </a:lnTo>
                  <a:lnTo>
                    <a:pt x="313943" y="405383"/>
                  </a:lnTo>
                  <a:close/>
                </a:path>
                <a:path w="596265" h="407035">
                  <a:moveTo>
                    <a:pt x="216407" y="373379"/>
                  </a:moveTo>
                  <a:lnTo>
                    <a:pt x="190499" y="367283"/>
                  </a:lnTo>
                  <a:lnTo>
                    <a:pt x="166115" y="358139"/>
                  </a:lnTo>
                  <a:lnTo>
                    <a:pt x="144779" y="350519"/>
                  </a:lnTo>
                  <a:lnTo>
                    <a:pt x="135635" y="373379"/>
                  </a:lnTo>
                  <a:lnTo>
                    <a:pt x="158495" y="382523"/>
                  </a:lnTo>
                  <a:lnTo>
                    <a:pt x="184403" y="391667"/>
                  </a:lnTo>
                  <a:lnTo>
                    <a:pt x="210311" y="397763"/>
                  </a:lnTo>
                  <a:lnTo>
                    <a:pt x="216407" y="373379"/>
                  </a:lnTo>
                  <a:close/>
                </a:path>
                <a:path w="596265" h="407035">
                  <a:moveTo>
                    <a:pt x="123443" y="339851"/>
                  </a:moveTo>
                  <a:lnTo>
                    <a:pt x="121919" y="338327"/>
                  </a:lnTo>
                  <a:lnTo>
                    <a:pt x="102107" y="327659"/>
                  </a:lnTo>
                  <a:lnTo>
                    <a:pt x="85343" y="313943"/>
                  </a:lnTo>
                  <a:lnTo>
                    <a:pt x="70103" y="300227"/>
                  </a:lnTo>
                  <a:lnTo>
                    <a:pt x="67055" y="297179"/>
                  </a:lnTo>
                  <a:lnTo>
                    <a:pt x="47243" y="313943"/>
                  </a:lnTo>
                  <a:lnTo>
                    <a:pt x="53339" y="320039"/>
                  </a:lnTo>
                  <a:lnTo>
                    <a:pt x="70103" y="335279"/>
                  </a:lnTo>
                  <a:lnTo>
                    <a:pt x="89915" y="348995"/>
                  </a:lnTo>
                  <a:lnTo>
                    <a:pt x="111251" y="361187"/>
                  </a:lnTo>
                  <a:lnTo>
                    <a:pt x="111251" y="362711"/>
                  </a:lnTo>
                  <a:lnTo>
                    <a:pt x="123443" y="339851"/>
                  </a:lnTo>
                  <a:close/>
                </a:path>
                <a:path w="596265" h="407035">
                  <a:moveTo>
                    <a:pt x="50291" y="278891"/>
                  </a:moveTo>
                  <a:lnTo>
                    <a:pt x="45719" y="269747"/>
                  </a:lnTo>
                  <a:lnTo>
                    <a:pt x="36575" y="254507"/>
                  </a:lnTo>
                  <a:lnTo>
                    <a:pt x="33527" y="245363"/>
                  </a:lnTo>
                  <a:lnTo>
                    <a:pt x="30479" y="237743"/>
                  </a:lnTo>
                  <a:lnTo>
                    <a:pt x="27431" y="228599"/>
                  </a:lnTo>
                  <a:lnTo>
                    <a:pt x="25907" y="220979"/>
                  </a:lnTo>
                  <a:lnTo>
                    <a:pt x="25907" y="214883"/>
                  </a:lnTo>
                  <a:lnTo>
                    <a:pt x="0" y="216407"/>
                  </a:lnTo>
                  <a:lnTo>
                    <a:pt x="1523" y="225551"/>
                  </a:lnTo>
                  <a:lnTo>
                    <a:pt x="3047" y="236219"/>
                  </a:lnTo>
                  <a:lnTo>
                    <a:pt x="6095" y="245363"/>
                  </a:lnTo>
                  <a:lnTo>
                    <a:pt x="9143" y="256031"/>
                  </a:lnTo>
                  <a:lnTo>
                    <a:pt x="13715" y="265175"/>
                  </a:lnTo>
                  <a:lnTo>
                    <a:pt x="18287" y="275843"/>
                  </a:lnTo>
                  <a:lnTo>
                    <a:pt x="24383" y="284987"/>
                  </a:lnTo>
                  <a:lnTo>
                    <a:pt x="30479" y="292607"/>
                  </a:lnTo>
                  <a:lnTo>
                    <a:pt x="50291" y="27889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526850" y="5823203"/>
              <a:ext cx="597535" cy="407034"/>
            </a:xfrm>
            <a:custGeom>
              <a:avLst/>
              <a:gdLst/>
              <a:ahLst/>
              <a:cxnLst/>
              <a:rect l="l" t="t" r="r" b="b"/>
              <a:pathLst>
                <a:path w="597534" h="407035">
                  <a:moveTo>
                    <a:pt x="597407" y="213359"/>
                  </a:moveTo>
                  <a:lnTo>
                    <a:pt x="597407" y="192023"/>
                  </a:lnTo>
                  <a:lnTo>
                    <a:pt x="595883" y="181355"/>
                  </a:lnTo>
                  <a:lnTo>
                    <a:pt x="592835" y="170687"/>
                  </a:lnTo>
                  <a:lnTo>
                    <a:pt x="591311" y="161543"/>
                  </a:lnTo>
                  <a:lnTo>
                    <a:pt x="573023" y="121919"/>
                  </a:lnTo>
                  <a:lnTo>
                    <a:pt x="544067" y="86867"/>
                  </a:lnTo>
                  <a:lnTo>
                    <a:pt x="507491" y="57911"/>
                  </a:lnTo>
                  <a:lnTo>
                    <a:pt x="463295" y="33527"/>
                  </a:lnTo>
                  <a:lnTo>
                    <a:pt x="413003" y="15239"/>
                  </a:lnTo>
                  <a:lnTo>
                    <a:pt x="358139" y="4571"/>
                  </a:lnTo>
                  <a:lnTo>
                    <a:pt x="298703" y="0"/>
                  </a:lnTo>
                  <a:lnTo>
                    <a:pt x="268223" y="1523"/>
                  </a:lnTo>
                  <a:lnTo>
                    <a:pt x="210311" y="9143"/>
                  </a:lnTo>
                  <a:lnTo>
                    <a:pt x="156971" y="24383"/>
                  </a:lnTo>
                  <a:lnTo>
                    <a:pt x="109727" y="45719"/>
                  </a:lnTo>
                  <a:lnTo>
                    <a:pt x="51815" y="88391"/>
                  </a:lnTo>
                  <a:lnTo>
                    <a:pt x="18287" y="132587"/>
                  </a:lnTo>
                  <a:lnTo>
                    <a:pt x="10667" y="150875"/>
                  </a:lnTo>
                  <a:lnTo>
                    <a:pt x="6095" y="161543"/>
                  </a:lnTo>
                  <a:lnTo>
                    <a:pt x="3047" y="172211"/>
                  </a:lnTo>
                  <a:lnTo>
                    <a:pt x="0" y="193547"/>
                  </a:lnTo>
                  <a:lnTo>
                    <a:pt x="0" y="214883"/>
                  </a:lnTo>
                  <a:lnTo>
                    <a:pt x="1523" y="225551"/>
                  </a:lnTo>
                  <a:lnTo>
                    <a:pt x="4571" y="236219"/>
                  </a:lnTo>
                  <a:lnTo>
                    <a:pt x="6095" y="245363"/>
                  </a:lnTo>
                  <a:lnTo>
                    <a:pt x="10667" y="256031"/>
                  </a:lnTo>
                  <a:lnTo>
                    <a:pt x="13715" y="265175"/>
                  </a:lnTo>
                  <a:lnTo>
                    <a:pt x="19811" y="275843"/>
                  </a:lnTo>
                  <a:lnTo>
                    <a:pt x="24383" y="284987"/>
                  </a:lnTo>
                  <a:lnTo>
                    <a:pt x="25907" y="287273"/>
                  </a:lnTo>
                  <a:lnTo>
                    <a:pt x="25907" y="193547"/>
                  </a:lnTo>
                  <a:lnTo>
                    <a:pt x="27431" y="185927"/>
                  </a:lnTo>
                  <a:lnTo>
                    <a:pt x="30479" y="167639"/>
                  </a:lnTo>
                  <a:lnTo>
                    <a:pt x="33527" y="160019"/>
                  </a:lnTo>
                  <a:lnTo>
                    <a:pt x="38099" y="152399"/>
                  </a:lnTo>
                  <a:lnTo>
                    <a:pt x="41147" y="143255"/>
                  </a:lnTo>
                  <a:lnTo>
                    <a:pt x="71627" y="105155"/>
                  </a:lnTo>
                  <a:lnTo>
                    <a:pt x="103631" y="79247"/>
                  </a:lnTo>
                  <a:lnTo>
                    <a:pt x="144779" y="56387"/>
                  </a:lnTo>
                  <a:lnTo>
                    <a:pt x="192023" y="39623"/>
                  </a:lnTo>
                  <a:lnTo>
                    <a:pt x="243839" y="28955"/>
                  </a:lnTo>
                  <a:lnTo>
                    <a:pt x="271271" y="25907"/>
                  </a:lnTo>
                  <a:lnTo>
                    <a:pt x="327659" y="25907"/>
                  </a:lnTo>
                  <a:lnTo>
                    <a:pt x="380999" y="33527"/>
                  </a:lnTo>
                  <a:lnTo>
                    <a:pt x="431291" y="48767"/>
                  </a:lnTo>
                  <a:lnTo>
                    <a:pt x="475487" y="67055"/>
                  </a:lnTo>
                  <a:lnTo>
                    <a:pt x="512063" y="92963"/>
                  </a:lnTo>
                  <a:lnTo>
                    <a:pt x="541019" y="121919"/>
                  </a:lnTo>
                  <a:lnTo>
                    <a:pt x="563879" y="161543"/>
                  </a:lnTo>
                  <a:lnTo>
                    <a:pt x="566927" y="169163"/>
                  </a:lnTo>
                  <a:lnTo>
                    <a:pt x="568451" y="178307"/>
                  </a:lnTo>
                  <a:lnTo>
                    <a:pt x="569975" y="185927"/>
                  </a:lnTo>
                  <a:lnTo>
                    <a:pt x="571499" y="195071"/>
                  </a:lnTo>
                  <a:lnTo>
                    <a:pt x="571499" y="285749"/>
                  </a:lnTo>
                  <a:lnTo>
                    <a:pt x="579119" y="274319"/>
                  </a:lnTo>
                  <a:lnTo>
                    <a:pt x="583691" y="265175"/>
                  </a:lnTo>
                  <a:lnTo>
                    <a:pt x="586739" y="254507"/>
                  </a:lnTo>
                  <a:lnTo>
                    <a:pt x="591311" y="245363"/>
                  </a:lnTo>
                  <a:lnTo>
                    <a:pt x="592835" y="234695"/>
                  </a:lnTo>
                  <a:lnTo>
                    <a:pt x="595883" y="224027"/>
                  </a:lnTo>
                  <a:lnTo>
                    <a:pt x="597407" y="213359"/>
                  </a:lnTo>
                  <a:close/>
                </a:path>
                <a:path w="597534" h="407035">
                  <a:moveTo>
                    <a:pt x="571499" y="285749"/>
                  </a:moveTo>
                  <a:lnTo>
                    <a:pt x="571499" y="213359"/>
                  </a:lnTo>
                  <a:lnTo>
                    <a:pt x="569975" y="220979"/>
                  </a:lnTo>
                  <a:lnTo>
                    <a:pt x="566927" y="239267"/>
                  </a:lnTo>
                  <a:lnTo>
                    <a:pt x="563879" y="246887"/>
                  </a:lnTo>
                  <a:lnTo>
                    <a:pt x="559307" y="254507"/>
                  </a:lnTo>
                  <a:lnTo>
                    <a:pt x="556259" y="263651"/>
                  </a:lnTo>
                  <a:lnTo>
                    <a:pt x="551687" y="271271"/>
                  </a:lnTo>
                  <a:lnTo>
                    <a:pt x="525779" y="301751"/>
                  </a:lnTo>
                  <a:lnTo>
                    <a:pt x="493775" y="327659"/>
                  </a:lnTo>
                  <a:lnTo>
                    <a:pt x="452627" y="350519"/>
                  </a:lnTo>
                  <a:lnTo>
                    <a:pt x="405383" y="367283"/>
                  </a:lnTo>
                  <a:lnTo>
                    <a:pt x="353567" y="377951"/>
                  </a:lnTo>
                  <a:lnTo>
                    <a:pt x="298703" y="380999"/>
                  </a:lnTo>
                  <a:lnTo>
                    <a:pt x="269747" y="380999"/>
                  </a:lnTo>
                  <a:lnTo>
                    <a:pt x="216407" y="373379"/>
                  </a:lnTo>
                  <a:lnTo>
                    <a:pt x="166115" y="358139"/>
                  </a:lnTo>
                  <a:lnTo>
                    <a:pt x="121919" y="338327"/>
                  </a:lnTo>
                  <a:lnTo>
                    <a:pt x="85343" y="313943"/>
                  </a:lnTo>
                  <a:lnTo>
                    <a:pt x="56387" y="284987"/>
                  </a:lnTo>
                  <a:lnTo>
                    <a:pt x="33527" y="245363"/>
                  </a:lnTo>
                  <a:lnTo>
                    <a:pt x="30479" y="237743"/>
                  </a:lnTo>
                  <a:lnTo>
                    <a:pt x="28955" y="228599"/>
                  </a:lnTo>
                  <a:lnTo>
                    <a:pt x="27431" y="220979"/>
                  </a:lnTo>
                  <a:lnTo>
                    <a:pt x="25907" y="211835"/>
                  </a:lnTo>
                  <a:lnTo>
                    <a:pt x="25907" y="287273"/>
                  </a:lnTo>
                  <a:lnTo>
                    <a:pt x="30479" y="294131"/>
                  </a:lnTo>
                  <a:lnTo>
                    <a:pt x="70103" y="335279"/>
                  </a:lnTo>
                  <a:lnTo>
                    <a:pt x="111251" y="361187"/>
                  </a:lnTo>
                  <a:lnTo>
                    <a:pt x="158495" y="382523"/>
                  </a:lnTo>
                  <a:lnTo>
                    <a:pt x="211835" y="397763"/>
                  </a:lnTo>
                  <a:lnTo>
                    <a:pt x="269747" y="405383"/>
                  </a:lnTo>
                  <a:lnTo>
                    <a:pt x="298703" y="406907"/>
                  </a:lnTo>
                  <a:lnTo>
                    <a:pt x="329183" y="405383"/>
                  </a:lnTo>
                  <a:lnTo>
                    <a:pt x="387095" y="397763"/>
                  </a:lnTo>
                  <a:lnTo>
                    <a:pt x="463295" y="373379"/>
                  </a:lnTo>
                  <a:lnTo>
                    <a:pt x="507491" y="348995"/>
                  </a:lnTo>
                  <a:lnTo>
                    <a:pt x="545591" y="318515"/>
                  </a:lnTo>
                  <a:lnTo>
                    <a:pt x="559307" y="301751"/>
                  </a:lnTo>
                  <a:lnTo>
                    <a:pt x="566927" y="292607"/>
                  </a:lnTo>
                  <a:lnTo>
                    <a:pt x="571499" y="28574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52201" y="4308348"/>
              <a:ext cx="654050" cy="321945"/>
            </a:xfrm>
            <a:custGeom>
              <a:avLst/>
              <a:gdLst/>
              <a:ahLst/>
              <a:cxnLst/>
              <a:rect l="l" t="t" r="r" b="b"/>
              <a:pathLst>
                <a:path w="654050" h="321945">
                  <a:moveTo>
                    <a:pt x="54863" y="103631"/>
                  </a:moveTo>
                  <a:lnTo>
                    <a:pt x="38099" y="85343"/>
                  </a:lnTo>
                  <a:lnTo>
                    <a:pt x="35051" y="86867"/>
                  </a:lnTo>
                  <a:lnTo>
                    <a:pt x="27431" y="94487"/>
                  </a:lnTo>
                  <a:lnTo>
                    <a:pt x="4571" y="134111"/>
                  </a:lnTo>
                  <a:lnTo>
                    <a:pt x="0" y="152399"/>
                  </a:lnTo>
                  <a:lnTo>
                    <a:pt x="0" y="160019"/>
                  </a:lnTo>
                  <a:lnTo>
                    <a:pt x="12953" y="160781"/>
                  </a:lnTo>
                  <a:lnTo>
                    <a:pt x="25907" y="160019"/>
                  </a:lnTo>
                  <a:lnTo>
                    <a:pt x="25907" y="153923"/>
                  </a:lnTo>
                  <a:lnTo>
                    <a:pt x="28955" y="141731"/>
                  </a:lnTo>
                  <a:lnTo>
                    <a:pt x="38099" y="123443"/>
                  </a:lnTo>
                  <a:lnTo>
                    <a:pt x="47243" y="111251"/>
                  </a:lnTo>
                  <a:lnTo>
                    <a:pt x="54863" y="103631"/>
                  </a:lnTo>
                  <a:close/>
                </a:path>
                <a:path w="654050" h="321945">
                  <a:moveTo>
                    <a:pt x="54863" y="217931"/>
                  </a:moveTo>
                  <a:lnTo>
                    <a:pt x="51815" y="214883"/>
                  </a:lnTo>
                  <a:lnTo>
                    <a:pt x="47243" y="208787"/>
                  </a:lnTo>
                  <a:lnTo>
                    <a:pt x="41147" y="202691"/>
                  </a:lnTo>
                  <a:lnTo>
                    <a:pt x="38099" y="196595"/>
                  </a:lnTo>
                  <a:lnTo>
                    <a:pt x="33527" y="190499"/>
                  </a:lnTo>
                  <a:lnTo>
                    <a:pt x="30479" y="184403"/>
                  </a:lnTo>
                  <a:lnTo>
                    <a:pt x="25907" y="166115"/>
                  </a:lnTo>
                  <a:lnTo>
                    <a:pt x="25907" y="161543"/>
                  </a:lnTo>
                  <a:lnTo>
                    <a:pt x="12953" y="160781"/>
                  </a:lnTo>
                  <a:lnTo>
                    <a:pt x="0" y="161543"/>
                  </a:lnTo>
                  <a:lnTo>
                    <a:pt x="1523" y="170687"/>
                  </a:lnTo>
                  <a:lnTo>
                    <a:pt x="3047" y="178307"/>
                  </a:lnTo>
                  <a:lnTo>
                    <a:pt x="4571" y="187451"/>
                  </a:lnTo>
                  <a:lnTo>
                    <a:pt x="7619" y="196595"/>
                  </a:lnTo>
                  <a:lnTo>
                    <a:pt x="16763" y="211835"/>
                  </a:lnTo>
                  <a:lnTo>
                    <a:pt x="35051" y="234695"/>
                  </a:lnTo>
                  <a:lnTo>
                    <a:pt x="38099" y="236219"/>
                  </a:lnTo>
                  <a:lnTo>
                    <a:pt x="54863" y="217931"/>
                  </a:lnTo>
                  <a:close/>
                </a:path>
                <a:path w="654050" h="321945">
                  <a:moveTo>
                    <a:pt x="25907" y="161543"/>
                  </a:moveTo>
                  <a:lnTo>
                    <a:pt x="25907" y="160019"/>
                  </a:lnTo>
                  <a:lnTo>
                    <a:pt x="12953" y="160781"/>
                  </a:lnTo>
                  <a:lnTo>
                    <a:pt x="25907" y="161543"/>
                  </a:lnTo>
                  <a:close/>
                </a:path>
                <a:path w="654050" h="321945">
                  <a:moveTo>
                    <a:pt x="137159" y="56387"/>
                  </a:moveTo>
                  <a:lnTo>
                    <a:pt x="129539" y="32003"/>
                  </a:lnTo>
                  <a:lnTo>
                    <a:pt x="99059" y="44195"/>
                  </a:lnTo>
                  <a:lnTo>
                    <a:pt x="77723" y="54863"/>
                  </a:lnTo>
                  <a:lnTo>
                    <a:pt x="59435" y="67055"/>
                  </a:lnTo>
                  <a:lnTo>
                    <a:pt x="57911" y="68579"/>
                  </a:lnTo>
                  <a:lnTo>
                    <a:pt x="73151" y="88391"/>
                  </a:lnTo>
                  <a:lnTo>
                    <a:pt x="74675" y="88391"/>
                  </a:lnTo>
                  <a:lnTo>
                    <a:pt x="82295" y="82295"/>
                  </a:lnTo>
                  <a:lnTo>
                    <a:pt x="91439" y="77723"/>
                  </a:lnTo>
                  <a:lnTo>
                    <a:pt x="111251" y="67055"/>
                  </a:lnTo>
                  <a:lnTo>
                    <a:pt x="132587" y="57911"/>
                  </a:lnTo>
                  <a:lnTo>
                    <a:pt x="137159" y="56387"/>
                  </a:lnTo>
                  <a:close/>
                </a:path>
                <a:path w="654050" h="321945">
                  <a:moveTo>
                    <a:pt x="234695" y="32003"/>
                  </a:moveTo>
                  <a:lnTo>
                    <a:pt x="230123" y="6095"/>
                  </a:lnTo>
                  <a:lnTo>
                    <a:pt x="201167" y="12191"/>
                  </a:lnTo>
                  <a:lnTo>
                    <a:pt x="173735" y="18287"/>
                  </a:lnTo>
                  <a:lnTo>
                    <a:pt x="153923" y="24383"/>
                  </a:lnTo>
                  <a:lnTo>
                    <a:pt x="161543" y="48767"/>
                  </a:lnTo>
                  <a:lnTo>
                    <a:pt x="181355" y="42671"/>
                  </a:lnTo>
                  <a:lnTo>
                    <a:pt x="207263" y="36575"/>
                  </a:lnTo>
                  <a:lnTo>
                    <a:pt x="234695" y="32003"/>
                  </a:lnTo>
                  <a:close/>
                </a:path>
                <a:path w="654050" h="321945">
                  <a:moveTo>
                    <a:pt x="326897" y="12191"/>
                  </a:moveTo>
                  <a:lnTo>
                    <a:pt x="326135" y="0"/>
                  </a:lnTo>
                  <a:lnTo>
                    <a:pt x="294131" y="0"/>
                  </a:lnTo>
                  <a:lnTo>
                    <a:pt x="262127" y="3047"/>
                  </a:lnTo>
                  <a:lnTo>
                    <a:pt x="256031" y="3047"/>
                  </a:lnTo>
                  <a:lnTo>
                    <a:pt x="259079" y="28955"/>
                  </a:lnTo>
                  <a:lnTo>
                    <a:pt x="265175" y="27431"/>
                  </a:lnTo>
                  <a:lnTo>
                    <a:pt x="295655" y="25907"/>
                  </a:lnTo>
                  <a:lnTo>
                    <a:pt x="326135" y="24456"/>
                  </a:lnTo>
                  <a:lnTo>
                    <a:pt x="326897" y="12191"/>
                  </a:lnTo>
                  <a:close/>
                </a:path>
                <a:path w="654050" h="321945">
                  <a:moveTo>
                    <a:pt x="327659" y="24383"/>
                  </a:moveTo>
                  <a:lnTo>
                    <a:pt x="326897" y="12191"/>
                  </a:lnTo>
                  <a:lnTo>
                    <a:pt x="326135" y="24383"/>
                  </a:lnTo>
                  <a:lnTo>
                    <a:pt x="326379" y="24444"/>
                  </a:lnTo>
                  <a:lnTo>
                    <a:pt x="327659" y="24383"/>
                  </a:lnTo>
                  <a:close/>
                </a:path>
                <a:path w="654050" h="321945">
                  <a:moveTo>
                    <a:pt x="326379" y="24444"/>
                  </a:moveTo>
                  <a:lnTo>
                    <a:pt x="326135" y="24383"/>
                  </a:lnTo>
                  <a:lnTo>
                    <a:pt x="326379" y="24444"/>
                  </a:lnTo>
                  <a:close/>
                </a:path>
                <a:path w="654050" h="321945">
                  <a:moveTo>
                    <a:pt x="327659" y="24764"/>
                  </a:moveTo>
                  <a:lnTo>
                    <a:pt x="327659" y="24383"/>
                  </a:lnTo>
                  <a:lnTo>
                    <a:pt x="326379" y="24444"/>
                  </a:lnTo>
                  <a:lnTo>
                    <a:pt x="327659" y="24764"/>
                  </a:lnTo>
                  <a:close/>
                </a:path>
                <a:path w="654050" h="321945">
                  <a:moveTo>
                    <a:pt x="333755" y="0"/>
                  </a:moveTo>
                  <a:lnTo>
                    <a:pt x="327659" y="0"/>
                  </a:lnTo>
                  <a:lnTo>
                    <a:pt x="326897" y="12191"/>
                  </a:lnTo>
                  <a:lnTo>
                    <a:pt x="327659" y="24383"/>
                  </a:lnTo>
                  <a:lnTo>
                    <a:pt x="327659" y="24764"/>
                  </a:lnTo>
                  <a:lnTo>
                    <a:pt x="332231" y="25907"/>
                  </a:lnTo>
                  <a:lnTo>
                    <a:pt x="333755" y="0"/>
                  </a:lnTo>
                  <a:close/>
                </a:path>
                <a:path w="654050" h="321945">
                  <a:moveTo>
                    <a:pt x="435863" y="9143"/>
                  </a:moveTo>
                  <a:lnTo>
                    <a:pt x="422147" y="6095"/>
                  </a:lnTo>
                  <a:lnTo>
                    <a:pt x="391667" y="3047"/>
                  </a:lnTo>
                  <a:lnTo>
                    <a:pt x="359663" y="0"/>
                  </a:lnTo>
                  <a:lnTo>
                    <a:pt x="358139" y="25907"/>
                  </a:lnTo>
                  <a:lnTo>
                    <a:pt x="388619" y="27431"/>
                  </a:lnTo>
                  <a:lnTo>
                    <a:pt x="419099" y="32003"/>
                  </a:lnTo>
                  <a:lnTo>
                    <a:pt x="432815" y="33527"/>
                  </a:lnTo>
                  <a:lnTo>
                    <a:pt x="435863" y="9143"/>
                  </a:lnTo>
                  <a:close/>
                </a:path>
                <a:path w="654050" h="321945">
                  <a:moveTo>
                    <a:pt x="536447" y="36575"/>
                  </a:moveTo>
                  <a:lnTo>
                    <a:pt x="530351" y="33527"/>
                  </a:lnTo>
                  <a:lnTo>
                    <a:pt x="505967" y="25907"/>
                  </a:lnTo>
                  <a:lnTo>
                    <a:pt x="480059" y="18287"/>
                  </a:lnTo>
                  <a:lnTo>
                    <a:pt x="461771" y="13715"/>
                  </a:lnTo>
                  <a:lnTo>
                    <a:pt x="455675" y="38099"/>
                  </a:lnTo>
                  <a:lnTo>
                    <a:pt x="473963" y="42671"/>
                  </a:lnTo>
                  <a:lnTo>
                    <a:pt x="522731" y="57911"/>
                  </a:lnTo>
                  <a:lnTo>
                    <a:pt x="527303" y="60959"/>
                  </a:lnTo>
                  <a:lnTo>
                    <a:pt x="536447" y="36575"/>
                  </a:lnTo>
                  <a:close/>
                </a:path>
                <a:path w="654050" h="321945">
                  <a:moveTo>
                    <a:pt x="626363" y="94487"/>
                  </a:moveTo>
                  <a:lnTo>
                    <a:pt x="624839" y="94487"/>
                  </a:lnTo>
                  <a:lnTo>
                    <a:pt x="618743" y="86867"/>
                  </a:lnTo>
                  <a:lnTo>
                    <a:pt x="611123" y="80771"/>
                  </a:lnTo>
                  <a:lnTo>
                    <a:pt x="603503" y="73151"/>
                  </a:lnTo>
                  <a:lnTo>
                    <a:pt x="585215" y="60959"/>
                  </a:lnTo>
                  <a:lnTo>
                    <a:pt x="574547" y="54863"/>
                  </a:lnTo>
                  <a:lnTo>
                    <a:pt x="560831" y="47243"/>
                  </a:lnTo>
                  <a:lnTo>
                    <a:pt x="548639" y="70103"/>
                  </a:lnTo>
                  <a:lnTo>
                    <a:pt x="563879" y="77723"/>
                  </a:lnTo>
                  <a:lnTo>
                    <a:pt x="571499" y="82295"/>
                  </a:lnTo>
                  <a:lnTo>
                    <a:pt x="580643" y="88391"/>
                  </a:lnTo>
                  <a:lnTo>
                    <a:pt x="588263" y="94487"/>
                  </a:lnTo>
                  <a:lnTo>
                    <a:pt x="594359" y="99059"/>
                  </a:lnTo>
                  <a:lnTo>
                    <a:pt x="601979" y="105155"/>
                  </a:lnTo>
                  <a:lnTo>
                    <a:pt x="606551" y="111251"/>
                  </a:lnTo>
                  <a:lnTo>
                    <a:pt x="626363" y="94487"/>
                  </a:lnTo>
                  <a:close/>
                </a:path>
                <a:path w="654050" h="321945">
                  <a:moveTo>
                    <a:pt x="653795" y="160019"/>
                  </a:moveTo>
                  <a:lnTo>
                    <a:pt x="650747" y="141731"/>
                  </a:lnTo>
                  <a:lnTo>
                    <a:pt x="649223" y="134111"/>
                  </a:lnTo>
                  <a:lnTo>
                    <a:pt x="646175" y="124967"/>
                  </a:lnTo>
                  <a:lnTo>
                    <a:pt x="643127" y="118871"/>
                  </a:lnTo>
                  <a:lnTo>
                    <a:pt x="620267" y="129539"/>
                  </a:lnTo>
                  <a:lnTo>
                    <a:pt x="623315" y="135635"/>
                  </a:lnTo>
                  <a:lnTo>
                    <a:pt x="624839" y="143255"/>
                  </a:lnTo>
                  <a:lnTo>
                    <a:pt x="627887" y="155447"/>
                  </a:lnTo>
                  <a:lnTo>
                    <a:pt x="627887" y="160019"/>
                  </a:lnTo>
                  <a:lnTo>
                    <a:pt x="640841" y="160781"/>
                  </a:lnTo>
                  <a:lnTo>
                    <a:pt x="653795" y="160019"/>
                  </a:lnTo>
                  <a:close/>
                </a:path>
                <a:path w="654050" h="321945">
                  <a:moveTo>
                    <a:pt x="653795" y="169163"/>
                  </a:moveTo>
                  <a:lnTo>
                    <a:pt x="653795" y="161543"/>
                  </a:lnTo>
                  <a:lnTo>
                    <a:pt x="640841" y="160781"/>
                  </a:lnTo>
                  <a:lnTo>
                    <a:pt x="627887" y="161543"/>
                  </a:lnTo>
                  <a:lnTo>
                    <a:pt x="627887" y="167639"/>
                  </a:lnTo>
                  <a:lnTo>
                    <a:pt x="624839" y="179831"/>
                  </a:lnTo>
                  <a:lnTo>
                    <a:pt x="621791" y="185927"/>
                  </a:lnTo>
                  <a:lnTo>
                    <a:pt x="620267" y="192023"/>
                  </a:lnTo>
                  <a:lnTo>
                    <a:pt x="643127" y="202691"/>
                  </a:lnTo>
                  <a:lnTo>
                    <a:pt x="646175" y="195071"/>
                  </a:lnTo>
                  <a:lnTo>
                    <a:pt x="649223" y="185927"/>
                  </a:lnTo>
                  <a:lnTo>
                    <a:pt x="652271" y="178307"/>
                  </a:lnTo>
                  <a:lnTo>
                    <a:pt x="653795" y="169163"/>
                  </a:lnTo>
                  <a:close/>
                </a:path>
                <a:path w="654050" h="321945">
                  <a:moveTo>
                    <a:pt x="640841" y="160781"/>
                  </a:moveTo>
                  <a:lnTo>
                    <a:pt x="627887" y="160019"/>
                  </a:lnTo>
                  <a:lnTo>
                    <a:pt x="627887" y="161543"/>
                  </a:lnTo>
                  <a:lnTo>
                    <a:pt x="640841" y="160781"/>
                  </a:lnTo>
                  <a:close/>
                </a:path>
                <a:path w="654050" h="321945">
                  <a:moveTo>
                    <a:pt x="626363" y="225551"/>
                  </a:moveTo>
                  <a:lnTo>
                    <a:pt x="606551" y="210311"/>
                  </a:lnTo>
                  <a:lnTo>
                    <a:pt x="594359" y="222503"/>
                  </a:lnTo>
                  <a:lnTo>
                    <a:pt x="586739" y="227075"/>
                  </a:lnTo>
                  <a:lnTo>
                    <a:pt x="571499" y="239267"/>
                  </a:lnTo>
                  <a:lnTo>
                    <a:pt x="562355" y="243839"/>
                  </a:lnTo>
                  <a:lnTo>
                    <a:pt x="548639" y="251459"/>
                  </a:lnTo>
                  <a:lnTo>
                    <a:pt x="560831" y="272795"/>
                  </a:lnTo>
                  <a:lnTo>
                    <a:pt x="576071" y="265175"/>
                  </a:lnTo>
                  <a:lnTo>
                    <a:pt x="603503" y="246887"/>
                  </a:lnTo>
                  <a:lnTo>
                    <a:pt x="611123" y="240791"/>
                  </a:lnTo>
                  <a:lnTo>
                    <a:pt x="626363" y="225551"/>
                  </a:lnTo>
                  <a:close/>
                </a:path>
                <a:path w="654050" h="321945">
                  <a:moveTo>
                    <a:pt x="536447" y="283463"/>
                  </a:moveTo>
                  <a:lnTo>
                    <a:pt x="527303" y="260603"/>
                  </a:lnTo>
                  <a:lnTo>
                    <a:pt x="521207" y="263651"/>
                  </a:lnTo>
                  <a:lnTo>
                    <a:pt x="498347" y="271271"/>
                  </a:lnTo>
                  <a:lnTo>
                    <a:pt x="472439" y="278891"/>
                  </a:lnTo>
                  <a:lnTo>
                    <a:pt x="455675" y="281939"/>
                  </a:lnTo>
                  <a:lnTo>
                    <a:pt x="461771" y="306323"/>
                  </a:lnTo>
                  <a:lnTo>
                    <a:pt x="480059" y="303275"/>
                  </a:lnTo>
                  <a:lnTo>
                    <a:pt x="505967" y="295655"/>
                  </a:lnTo>
                  <a:lnTo>
                    <a:pt x="531875" y="286511"/>
                  </a:lnTo>
                  <a:lnTo>
                    <a:pt x="536447" y="283463"/>
                  </a:lnTo>
                  <a:close/>
                </a:path>
                <a:path w="654050" h="321945">
                  <a:moveTo>
                    <a:pt x="435863" y="312419"/>
                  </a:moveTo>
                  <a:lnTo>
                    <a:pt x="432815" y="286511"/>
                  </a:lnTo>
                  <a:lnTo>
                    <a:pt x="417575" y="289559"/>
                  </a:lnTo>
                  <a:lnTo>
                    <a:pt x="388619" y="292607"/>
                  </a:lnTo>
                  <a:lnTo>
                    <a:pt x="358139" y="295655"/>
                  </a:lnTo>
                  <a:lnTo>
                    <a:pt x="358139" y="320039"/>
                  </a:lnTo>
                  <a:lnTo>
                    <a:pt x="359663" y="320039"/>
                  </a:lnTo>
                  <a:lnTo>
                    <a:pt x="391667" y="318515"/>
                  </a:lnTo>
                  <a:lnTo>
                    <a:pt x="422147" y="313943"/>
                  </a:lnTo>
                  <a:lnTo>
                    <a:pt x="435863" y="312419"/>
                  </a:lnTo>
                  <a:close/>
                </a:path>
                <a:path w="654050" h="321945">
                  <a:moveTo>
                    <a:pt x="326897" y="308609"/>
                  </a:moveTo>
                  <a:lnTo>
                    <a:pt x="326135" y="295655"/>
                  </a:lnTo>
                  <a:lnTo>
                    <a:pt x="295655" y="295655"/>
                  </a:lnTo>
                  <a:lnTo>
                    <a:pt x="265175" y="292607"/>
                  </a:lnTo>
                  <a:lnTo>
                    <a:pt x="259079" y="292607"/>
                  </a:lnTo>
                  <a:lnTo>
                    <a:pt x="256031" y="316991"/>
                  </a:lnTo>
                  <a:lnTo>
                    <a:pt x="262127" y="318515"/>
                  </a:lnTo>
                  <a:lnTo>
                    <a:pt x="326135" y="321563"/>
                  </a:lnTo>
                  <a:lnTo>
                    <a:pt x="326897" y="308609"/>
                  </a:lnTo>
                  <a:close/>
                </a:path>
                <a:path w="654050" h="321945">
                  <a:moveTo>
                    <a:pt x="327659" y="295655"/>
                  </a:moveTo>
                  <a:lnTo>
                    <a:pt x="326135" y="295655"/>
                  </a:lnTo>
                  <a:lnTo>
                    <a:pt x="326897" y="308609"/>
                  </a:lnTo>
                  <a:lnTo>
                    <a:pt x="327659" y="295655"/>
                  </a:lnTo>
                  <a:close/>
                </a:path>
                <a:path w="654050" h="321945">
                  <a:moveTo>
                    <a:pt x="333755" y="321563"/>
                  </a:moveTo>
                  <a:lnTo>
                    <a:pt x="332231" y="295655"/>
                  </a:lnTo>
                  <a:lnTo>
                    <a:pt x="327659" y="295655"/>
                  </a:lnTo>
                  <a:lnTo>
                    <a:pt x="326897" y="308609"/>
                  </a:lnTo>
                  <a:lnTo>
                    <a:pt x="327659" y="321563"/>
                  </a:lnTo>
                  <a:lnTo>
                    <a:pt x="333755" y="321563"/>
                  </a:lnTo>
                  <a:close/>
                </a:path>
                <a:path w="654050" h="321945">
                  <a:moveTo>
                    <a:pt x="234695" y="289559"/>
                  </a:moveTo>
                  <a:lnTo>
                    <a:pt x="207263" y="284987"/>
                  </a:lnTo>
                  <a:lnTo>
                    <a:pt x="179831" y="278891"/>
                  </a:lnTo>
                  <a:lnTo>
                    <a:pt x="161543" y="272795"/>
                  </a:lnTo>
                  <a:lnTo>
                    <a:pt x="153923" y="297179"/>
                  </a:lnTo>
                  <a:lnTo>
                    <a:pt x="173735" y="303275"/>
                  </a:lnTo>
                  <a:lnTo>
                    <a:pt x="202691" y="309371"/>
                  </a:lnTo>
                  <a:lnTo>
                    <a:pt x="230123" y="313943"/>
                  </a:lnTo>
                  <a:lnTo>
                    <a:pt x="234695" y="289559"/>
                  </a:lnTo>
                  <a:close/>
                </a:path>
                <a:path w="654050" h="321945">
                  <a:moveTo>
                    <a:pt x="137159" y="265175"/>
                  </a:moveTo>
                  <a:lnTo>
                    <a:pt x="131063" y="262127"/>
                  </a:lnTo>
                  <a:lnTo>
                    <a:pt x="109727" y="252983"/>
                  </a:lnTo>
                  <a:lnTo>
                    <a:pt x="89915" y="243839"/>
                  </a:lnTo>
                  <a:lnTo>
                    <a:pt x="82295" y="237743"/>
                  </a:lnTo>
                  <a:lnTo>
                    <a:pt x="73151" y="233171"/>
                  </a:lnTo>
                  <a:lnTo>
                    <a:pt x="73151" y="231647"/>
                  </a:lnTo>
                  <a:lnTo>
                    <a:pt x="57911" y="252983"/>
                  </a:lnTo>
                  <a:lnTo>
                    <a:pt x="59435" y="254507"/>
                  </a:lnTo>
                  <a:lnTo>
                    <a:pt x="68579" y="260603"/>
                  </a:lnTo>
                  <a:lnTo>
                    <a:pt x="79247" y="265175"/>
                  </a:lnTo>
                  <a:lnTo>
                    <a:pt x="100583" y="277367"/>
                  </a:lnTo>
                  <a:lnTo>
                    <a:pt x="123443" y="286511"/>
                  </a:lnTo>
                  <a:lnTo>
                    <a:pt x="129539" y="289559"/>
                  </a:lnTo>
                  <a:lnTo>
                    <a:pt x="137159" y="26517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23731" y="59055"/>
            <a:ext cx="4660900" cy="687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4400" spc="-85" dirty="0"/>
              <a:t>Tree </a:t>
            </a:r>
            <a:r>
              <a:rPr sz="4400" spc="-10" dirty="0"/>
              <a:t>search</a:t>
            </a:r>
            <a:r>
              <a:rPr sz="4400" spc="15" dirty="0"/>
              <a:t> </a:t>
            </a:r>
            <a:r>
              <a:rPr sz="4400" spc="-25" dirty="0"/>
              <a:t>example</a:t>
            </a:r>
            <a:endParaRPr sz="4400" dirty="0"/>
          </a:p>
        </p:txBody>
      </p:sp>
      <p:sp>
        <p:nvSpPr>
          <p:cNvPr id="3" name="object 3"/>
          <p:cNvSpPr/>
          <p:nvPr/>
        </p:nvSpPr>
        <p:spPr>
          <a:xfrm>
            <a:off x="456127" y="606997"/>
            <a:ext cx="6350124" cy="3059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603824" y="5422390"/>
            <a:ext cx="1623060" cy="564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/>
            <a:r>
              <a:rPr spc="-5" dirty="0">
                <a:latin typeface="Tahoma"/>
                <a:cs typeface="Tahoma"/>
              </a:rPr>
              <a:t>Start: </a:t>
            </a:r>
            <a:r>
              <a:rPr spc="-15" dirty="0">
                <a:latin typeface="Tahoma"/>
                <a:cs typeface="Tahoma"/>
              </a:rPr>
              <a:t>Arad  </a:t>
            </a:r>
            <a:r>
              <a:rPr spc="-5" dirty="0">
                <a:latin typeface="Tahoma"/>
                <a:cs typeface="Tahoma"/>
              </a:rPr>
              <a:t>Goal:</a:t>
            </a:r>
            <a:r>
              <a:rPr spc="-55" dirty="0">
                <a:latin typeface="Tahoma"/>
                <a:cs typeface="Tahoma"/>
              </a:rPr>
              <a:t> </a:t>
            </a:r>
            <a:r>
              <a:rPr spc="-5" dirty="0">
                <a:latin typeface="Tahoma"/>
                <a:cs typeface="Tahoma"/>
              </a:rPr>
              <a:t>Bucharest</a:t>
            </a:r>
            <a:endParaRPr>
              <a:latin typeface="Tahoma"/>
              <a:cs typeface="Tahoma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11D6268-3F02-62F1-E5FE-A10DE6738A5D}"/>
              </a:ext>
            </a:extLst>
          </p:cNvPr>
          <p:cNvGrpSpPr/>
          <p:nvPr/>
        </p:nvGrpSpPr>
        <p:grpSpPr>
          <a:xfrm>
            <a:off x="6030912" y="3321050"/>
            <a:ext cx="7175623" cy="3846704"/>
            <a:chOff x="5637089" y="4308348"/>
            <a:chExt cx="5422393" cy="2630806"/>
          </a:xfrm>
        </p:grpSpPr>
        <p:sp>
          <p:nvSpPr>
            <p:cNvPr id="4" name="object 4"/>
            <p:cNvSpPr/>
            <p:nvPr/>
          </p:nvSpPr>
          <p:spPr>
            <a:xfrm>
              <a:off x="5725482" y="4311397"/>
              <a:ext cx="5334000" cy="261518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227891" y="6204203"/>
              <a:ext cx="711835" cy="407034"/>
            </a:xfrm>
            <a:custGeom>
              <a:avLst/>
              <a:gdLst/>
              <a:ahLst/>
              <a:cxnLst/>
              <a:rect l="l" t="t" r="r" b="b"/>
              <a:pathLst>
                <a:path w="711834" h="407034">
                  <a:moveTo>
                    <a:pt x="47243" y="140207"/>
                  </a:moveTo>
                  <a:lnTo>
                    <a:pt x="27431" y="124967"/>
                  </a:lnTo>
                  <a:lnTo>
                    <a:pt x="22859" y="131063"/>
                  </a:lnTo>
                  <a:lnTo>
                    <a:pt x="16763" y="140207"/>
                  </a:lnTo>
                  <a:lnTo>
                    <a:pt x="7619" y="161543"/>
                  </a:lnTo>
                  <a:lnTo>
                    <a:pt x="1523" y="182879"/>
                  </a:lnTo>
                  <a:lnTo>
                    <a:pt x="0" y="193547"/>
                  </a:lnTo>
                  <a:lnTo>
                    <a:pt x="0" y="202691"/>
                  </a:lnTo>
                  <a:lnTo>
                    <a:pt x="25907" y="204215"/>
                  </a:lnTo>
                  <a:lnTo>
                    <a:pt x="25907" y="193547"/>
                  </a:lnTo>
                  <a:lnTo>
                    <a:pt x="27431" y="185927"/>
                  </a:lnTo>
                  <a:lnTo>
                    <a:pt x="28955" y="176783"/>
                  </a:lnTo>
                  <a:lnTo>
                    <a:pt x="32003" y="169163"/>
                  </a:lnTo>
                  <a:lnTo>
                    <a:pt x="35051" y="160019"/>
                  </a:lnTo>
                  <a:lnTo>
                    <a:pt x="44195" y="144779"/>
                  </a:lnTo>
                  <a:lnTo>
                    <a:pt x="47243" y="140207"/>
                  </a:lnTo>
                  <a:close/>
                </a:path>
                <a:path w="711834" h="407034">
                  <a:moveTo>
                    <a:pt x="120395" y="79247"/>
                  </a:moveTo>
                  <a:lnTo>
                    <a:pt x="109727" y="56387"/>
                  </a:lnTo>
                  <a:lnTo>
                    <a:pt x="94487" y="64007"/>
                  </a:lnTo>
                  <a:lnTo>
                    <a:pt x="62483" y="86867"/>
                  </a:lnTo>
                  <a:lnTo>
                    <a:pt x="44195" y="105155"/>
                  </a:lnTo>
                  <a:lnTo>
                    <a:pt x="62483" y="121919"/>
                  </a:lnTo>
                  <a:lnTo>
                    <a:pt x="64007" y="121919"/>
                  </a:lnTo>
                  <a:lnTo>
                    <a:pt x="79247" y="106679"/>
                  </a:lnTo>
                  <a:lnTo>
                    <a:pt x="88391" y="99059"/>
                  </a:lnTo>
                  <a:lnTo>
                    <a:pt x="99059" y="92963"/>
                  </a:lnTo>
                  <a:lnTo>
                    <a:pt x="108203" y="85343"/>
                  </a:lnTo>
                  <a:lnTo>
                    <a:pt x="120395" y="79247"/>
                  </a:lnTo>
                  <a:close/>
                </a:path>
                <a:path w="711834" h="407034">
                  <a:moveTo>
                    <a:pt x="211835" y="44195"/>
                  </a:moveTo>
                  <a:lnTo>
                    <a:pt x="205739" y="19811"/>
                  </a:lnTo>
                  <a:lnTo>
                    <a:pt x="188975" y="24383"/>
                  </a:lnTo>
                  <a:lnTo>
                    <a:pt x="158495" y="33527"/>
                  </a:lnTo>
                  <a:lnTo>
                    <a:pt x="132587" y="45719"/>
                  </a:lnTo>
                  <a:lnTo>
                    <a:pt x="131063" y="45719"/>
                  </a:lnTo>
                  <a:lnTo>
                    <a:pt x="143255" y="68579"/>
                  </a:lnTo>
                  <a:lnTo>
                    <a:pt x="143255" y="67055"/>
                  </a:lnTo>
                  <a:lnTo>
                    <a:pt x="169163" y="57911"/>
                  </a:lnTo>
                  <a:lnTo>
                    <a:pt x="196595" y="47243"/>
                  </a:lnTo>
                  <a:lnTo>
                    <a:pt x="211835" y="44195"/>
                  </a:lnTo>
                  <a:close/>
                </a:path>
                <a:path w="711834" h="407034">
                  <a:moveTo>
                    <a:pt x="310895" y="27431"/>
                  </a:moveTo>
                  <a:lnTo>
                    <a:pt x="307847" y="1523"/>
                  </a:lnTo>
                  <a:lnTo>
                    <a:pt x="284987" y="4571"/>
                  </a:lnTo>
                  <a:lnTo>
                    <a:pt x="251459" y="9143"/>
                  </a:lnTo>
                  <a:lnTo>
                    <a:pt x="231647" y="13715"/>
                  </a:lnTo>
                  <a:lnTo>
                    <a:pt x="236219" y="38099"/>
                  </a:lnTo>
                  <a:lnTo>
                    <a:pt x="256031" y="33527"/>
                  </a:lnTo>
                  <a:lnTo>
                    <a:pt x="288035" y="28955"/>
                  </a:lnTo>
                  <a:lnTo>
                    <a:pt x="310895" y="27431"/>
                  </a:lnTo>
                  <a:close/>
                </a:path>
                <a:path w="711834" h="407034">
                  <a:moveTo>
                    <a:pt x="355853" y="12953"/>
                  </a:moveTo>
                  <a:lnTo>
                    <a:pt x="355091" y="0"/>
                  </a:lnTo>
                  <a:lnTo>
                    <a:pt x="333755" y="1523"/>
                  </a:lnTo>
                  <a:lnTo>
                    <a:pt x="335279" y="25907"/>
                  </a:lnTo>
                  <a:lnTo>
                    <a:pt x="355091" y="25907"/>
                  </a:lnTo>
                  <a:lnTo>
                    <a:pt x="355853" y="12953"/>
                  </a:lnTo>
                  <a:close/>
                </a:path>
                <a:path w="711834" h="407034">
                  <a:moveTo>
                    <a:pt x="356615" y="25907"/>
                  </a:moveTo>
                  <a:lnTo>
                    <a:pt x="355853" y="12953"/>
                  </a:lnTo>
                  <a:lnTo>
                    <a:pt x="355091" y="25907"/>
                  </a:lnTo>
                  <a:lnTo>
                    <a:pt x="356615" y="25907"/>
                  </a:lnTo>
                  <a:close/>
                </a:path>
                <a:path w="711834" h="407034">
                  <a:moveTo>
                    <a:pt x="411479" y="3047"/>
                  </a:moveTo>
                  <a:lnTo>
                    <a:pt x="391667" y="1523"/>
                  </a:lnTo>
                  <a:lnTo>
                    <a:pt x="356615" y="0"/>
                  </a:lnTo>
                  <a:lnTo>
                    <a:pt x="355853" y="12953"/>
                  </a:lnTo>
                  <a:lnTo>
                    <a:pt x="356615" y="25907"/>
                  </a:lnTo>
                  <a:lnTo>
                    <a:pt x="390143" y="25907"/>
                  </a:lnTo>
                  <a:lnTo>
                    <a:pt x="409955" y="28955"/>
                  </a:lnTo>
                  <a:lnTo>
                    <a:pt x="411479" y="3047"/>
                  </a:lnTo>
                  <a:close/>
                </a:path>
                <a:path w="711834" h="407034">
                  <a:moveTo>
                    <a:pt x="513587" y="21335"/>
                  </a:moveTo>
                  <a:lnTo>
                    <a:pt x="492251" y="15239"/>
                  </a:lnTo>
                  <a:lnTo>
                    <a:pt x="460247" y="9143"/>
                  </a:lnTo>
                  <a:lnTo>
                    <a:pt x="437387" y="6095"/>
                  </a:lnTo>
                  <a:lnTo>
                    <a:pt x="434339" y="30479"/>
                  </a:lnTo>
                  <a:lnTo>
                    <a:pt x="455675" y="33527"/>
                  </a:lnTo>
                  <a:lnTo>
                    <a:pt x="486155" y="39623"/>
                  </a:lnTo>
                  <a:lnTo>
                    <a:pt x="507491" y="45719"/>
                  </a:lnTo>
                  <a:lnTo>
                    <a:pt x="513587" y="21335"/>
                  </a:lnTo>
                  <a:close/>
                </a:path>
                <a:path w="711834" h="407034">
                  <a:moveTo>
                    <a:pt x="611123" y="60959"/>
                  </a:moveTo>
                  <a:lnTo>
                    <a:pt x="603503" y="57911"/>
                  </a:lnTo>
                  <a:lnTo>
                    <a:pt x="579119" y="44195"/>
                  </a:lnTo>
                  <a:lnTo>
                    <a:pt x="551687" y="33527"/>
                  </a:lnTo>
                  <a:lnTo>
                    <a:pt x="539495" y="28955"/>
                  </a:lnTo>
                  <a:lnTo>
                    <a:pt x="530351" y="53339"/>
                  </a:lnTo>
                  <a:lnTo>
                    <a:pt x="544067" y="57911"/>
                  </a:lnTo>
                  <a:lnTo>
                    <a:pt x="568451" y="68579"/>
                  </a:lnTo>
                  <a:lnTo>
                    <a:pt x="592835" y="80771"/>
                  </a:lnTo>
                  <a:lnTo>
                    <a:pt x="597407" y="83819"/>
                  </a:lnTo>
                  <a:lnTo>
                    <a:pt x="611123" y="60959"/>
                  </a:lnTo>
                  <a:close/>
                </a:path>
                <a:path w="711834" h="407034">
                  <a:moveTo>
                    <a:pt x="690371" y="132587"/>
                  </a:moveTo>
                  <a:lnTo>
                    <a:pt x="688847" y="131063"/>
                  </a:lnTo>
                  <a:lnTo>
                    <a:pt x="665987" y="103631"/>
                  </a:lnTo>
                  <a:lnTo>
                    <a:pt x="656843" y="94487"/>
                  </a:lnTo>
                  <a:lnTo>
                    <a:pt x="638555" y="79247"/>
                  </a:lnTo>
                  <a:lnTo>
                    <a:pt x="632459" y="76199"/>
                  </a:lnTo>
                  <a:lnTo>
                    <a:pt x="618743" y="96011"/>
                  </a:lnTo>
                  <a:lnTo>
                    <a:pt x="623315" y="100583"/>
                  </a:lnTo>
                  <a:lnTo>
                    <a:pt x="632459" y="106679"/>
                  </a:lnTo>
                  <a:lnTo>
                    <a:pt x="640079" y="114299"/>
                  </a:lnTo>
                  <a:lnTo>
                    <a:pt x="649223" y="121919"/>
                  </a:lnTo>
                  <a:lnTo>
                    <a:pt x="667511" y="144779"/>
                  </a:lnTo>
                  <a:lnTo>
                    <a:pt x="667511" y="146303"/>
                  </a:lnTo>
                  <a:lnTo>
                    <a:pt x="690371" y="132587"/>
                  </a:lnTo>
                  <a:close/>
                </a:path>
                <a:path w="711834" h="407034">
                  <a:moveTo>
                    <a:pt x="711707" y="202691"/>
                  </a:moveTo>
                  <a:lnTo>
                    <a:pt x="707135" y="170687"/>
                  </a:lnTo>
                  <a:lnTo>
                    <a:pt x="704087" y="160019"/>
                  </a:lnTo>
                  <a:lnTo>
                    <a:pt x="702563" y="156971"/>
                  </a:lnTo>
                  <a:lnTo>
                    <a:pt x="678179" y="167639"/>
                  </a:lnTo>
                  <a:lnTo>
                    <a:pt x="679703" y="169163"/>
                  </a:lnTo>
                  <a:lnTo>
                    <a:pt x="682751" y="178307"/>
                  </a:lnTo>
                  <a:lnTo>
                    <a:pt x="684275" y="187451"/>
                  </a:lnTo>
                  <a:lnTo>
                    <a:pt x="685799" y="195071"/>
                  </a:lnTo>
                  <a:lnTo>
                    <a:pt x="685799" y="202691"/>
                  </a:lnTo>
                  <a:lnTo>
                    <a:pt x="698753" y="203453"/>
                  </a:lnTo>
                  <a:lnTo>
                    <a:pt x="711707" y="202691"/>
                  </a:lnTo>
                  <a:close/>
                </a:path>
                <a:path w="711834" h="407034">
                  <a:moveTo>
                    <a:pt x="711707" y="204215"/>
                  </a:moveTo>
                  <a:lnTo>
                    <a:pt x="698753" y="203453"/>
                  </a:lnTo>
                  <a:lnTo>
                    <a:pt x="685799" y="204215"/>
                  </a:lnTo>
                  <a:lnTo>
                    <a:pt x="685799" y="213359"/>
                  </a:lnTo>
                  <a:lnTo>
                    <a:pt x="684275" y="220979"/>
                  </a:lnTo>
                  <a:lnTo>
                    <a:pt x="682751" y="230123"/>
                  </a:lnTo>
                  <a:lnTo>
                    <a:pt x="681227" y="233171"/>
                  </a:lnTo>
                  <a:lnTo>
                    <a:pt x="705611" y="240791"/>
                  </a:lnTo>
                  <a:lnTo>
                    <a:pt x="707135" y="234695"/>
                  </a:lnTo>
                  <a:lnTo>
                    <a:pt x="710183" y="224027"/>
                  </a:lnTo>
                  <a:lnTo>
                    <a:pt x="710183" y="213359"/>
                  </a:lnTo>
                  <a:lnTo>
                    <a:pt x="711707" y="204215"/>
                  </a:lnTo>
                  <a:close/>
                </a:path>
                <a:path w="711834" h="407034">
                  <a:moveTo>
                    <a:pt x="698753" y="203453"/>
                  </a:moveTo>
                  <a:lnTo>
                    <a:pt x="685799" y="202691"/>
                  </a:lnTo>
                  <a:lnTo>
                    <a:pt x="685799" y="204215"/>
                  </a:lnTo>
                  <a:lnTo>
                    <a:pt x="698753" y="203453"/>
                  </a:lnTo>
                  <a:close/>
                </a:path>
                <a:path w="711834" h="407034">
                  <a:moveTo>
                    <a:pt x="693419" y="266699"/>
                  </a:moveTo>
                  <a:lnTo>
                    <a:pt x="672083" y="252983"/>
                  </a:lnTo>
                  <a:lnTo>
                    <a:pt x="667511" y="262127"/>
                  </a:lnTo>
                  <a:lnTo>
                    <a:pt x="655319" y="277367"/>
                  </a:lnTo>
                  <a:lnTo>
                    <a:pt x="632459" y="300227"/>
                  </a:lnTo>
                  <a:lnTo>
                    <a:pt x="624839" y="306323"/>
                  </a:lnTo>
                  <a:lnTo>
                    <a:pt x="640079" y="326135"/>
                  </a:lnTo>
                  <a:lnTo>
                    <a:pt x="647699" y="320039"/>
                  </a:lnTo>
                  <a:lnTo>
                    <a:pt x="658367" y="310895"/>
                  </a:lnTo>
                  <a:lnTo>
                    <a:pt x="667511" y="303275"/>
                  </a:lnTo>
                  <a:lnTo>
                    <a:pt x="682751" y="284987"/>
                  </a:lnTo>
                  <a:lnTo>
                    <a:pt x="688847" y="275843"/>
                  </a:lnTo>
                  <a:lnTo>
                    <a:pt x="693419" y="266699"/>
                  </a:lnTo>
                  <a:close/>
                </a:path>
                <a:path w="711834" h="407034">
                  <a:moveTo>
                    <a:pt x="618743" y="341375"/>
                  </a:moveTo>
                  <a:lnTo>
                    <a:pt x="605027" y="320039"/>
                  </a:lnTo>
                  <a:lnTo>
                    <a:pt x="603503" y="321563"/>
                  </a:lnTo>
                  <a:lnTo>
                    <a:pt x="591311" y="327659"/>
                  </a:lnTo>
                  <a:lnTo>
                    <a:pt x="568451" y="338327"/>
                  </a:lnTo>
                  <a:lnTo>
                    <a:pt x="542543" y="348995"/>
                  </a:lnTo>
                  <a:lnTo>
                    <a:pt x="537971" y="350519"/>
                  </a:lnTo>
                  <a:lnTo>
                    <a:pt x="547115" y="374903"/>
                  </a:lnTo>
                  <a:lnTo>
                    <a:pt x="551687" y="373379"/>
                  </a:lnTo>
                  <a:lnTo>
                    <a:pt x="579119" y="361187"/>
                  </a:lnTo>
                  <a:lnTo>
                    <a:pt x="605027" y="348995"/>
                  </a:lnTo>
                  <a:lnTo>
                    <a:pt x="617219" y="342899"/>
                  </a:lnTo>
                  <a:lnTo>
                    <a:pt x="618743" y="341375"/>
                  </a:lnTo>
                  <a:close/>
                </a:path>
                <a:path w="711834" h="407034">
                  <a:moveTo>
                    <a:pt x="521207" y="384047"/>
                  </a:moveTo>
                  <a:lnTo>
                    <a:pt x="515111" y="358139"/>
                  </a:lnTo>
                  <a:lnTo>
                    <a:pt x="486155" y="367283"/>
                  </a:lnTo>
                  <a:lnTo>
                    <a:pt x="455675" y="373379"/>
                  </a:lnTo>
                  <a:lnTo>
                    <a:pt x="441959" y="374903"/>
                  </a:lnTo>
                  <a:lnTo>
                    <a:pt x="446531" y="399287"/>
                  </a:lnTo>
                  <a:lnTo>
                    <a:pt x="460247" y="397763"/>
                  </a:lnTo>
                  <a:lnTo>
                    <a:pt x="492251" y="391667"/>
                  </a:lnTo>
                  <a:lnTo>
                    <a:pt x="521207" y="384047"/>
                  </a:lnTo>
                  <a:close/>
                </a:path>
                <a:path w="711834" h="407034">
                  <a:moveTo>
                    <a:pt x="355853" y="393953"/>
                  </a:moveTo>
                  <a:lnTo>
                    <a:pt x="355091" y="380999"/>
                  </a:lnTo>
                  <a:lnTo>
                    <a:pt x="342899" y="380999"/>
                  </a:lnTo>
                  <a:lnTo>
                    <a:pt x="342899" y="406907"/>
                  </a:lnTo>
                  <a:lnTo>
                    <a:pt x="355091" y="406907"/>
                  </a:lnTo>
                  <a:lnTo>
                    <a:pt x="355853" y="393953"/>
                  </a:lnTo>
                  <a:close/>
                </a:path>
                <a:path w="711834" h="407034">
                  <a:moveTo>
                    <a:pt x="420623" y="403859"/>
                  </a:moveTo>
                  <a:lnTo>
                    <a:pt x="417575" y="377951"/>
                  </a:lnTo>
                  <a:lnTo>
                    <a:pt x="390143" y="379475"/>
                  </a:lnTo>
                  <a:lnTo>
                    <a:pt x="355091" y="380999"/>
                  </a:lnTo>
                  <a:lnTo>
                    <a:pt x="356615" y="380999"/>
                  </a:lnTo>
                  <a:lnTo>
                    <a:pt x="356615" y="406907"/>
                  </a:lnTo>
                  <a:lnTo>
                    <a:pt x="391667" y="405383"/>
                  </a:lnTo>
                  <a:lnTo>
                    <a:pt x="420623" y="403859"/>
                  </a:lnTo>
                  <a:close/>
                </a:path>
                <a:path w="711834" h="407034">
                  <a:moveTo>
                    <a:pt x="356615" y="380999"/>
                  </a:moveTo>
                  <a:lnTo>
                    <a:pt x="355091" y="380999"/>
                  </a:lnTo>
                  <a:lnTo>
                    <a:pt x="355853" y="393953"/>
                  </a:lnTo>
                  <a:lnTo>
                    <a:pt x="356615" y="380999"/>
                  </a:lnTo>
                  <a:close/>
                </a:path>
                <a:path w="711834" h="407034">
                  <a:moveTo>
                    <a:pt x="356615" y="406907"/>
                  </a:moveTo>
                  <a:lnTo>
                    <a:pt x="356615" y="380999"/>
                  </a:lnTo>
                  <a:lnTo>
                    <a:pt x="355853" y="393953"/>
                  </a:lnTo>
                  <a:lnTo>
                    <a:pt x="356615" y="406907"/>
                  </a:lnTo>
                  <a:close/>
                </a:path>
                <a:path w="711834" h="407034">
                  <a:moveTo>
                    <a:pt x="318515" y="379475"/>
                  </a:moveTo>
                  <a:lnTo>
                    <a:pt x="288035" y="377951"/>
                  </a:lnTo>
                  <a:lnTo>
                    <a:pt x="256031" y="373379"/>
                  </a:lnTo>
                  <a:lnTo>
                    <a:pt x="243839" y="370331"/>
                  </a:lnTo>
                  <a:lnTo>
                    <a:pt x="239267" y="394715"/>
                  </a:lnTo>
                  <a:lnTo>
                    <a:pt x="251459" y="397763"/>
                  </a:lnTo>
                  <a:lnTo>
                    <a:pt x="284987" y="402335"/>
                  </a:lnTo>
                  <a:lnTo>
                    <a:pt x="316991" y="405383"/>
                  </a:lnTo>
                  <a:lnTo>
                    <a:pt x="318515" y="379475"/>
                  </a:lnTo>
                  <a:close/>
                </a:path>
                <a:path w="711834" h="407034">
                  <a:moveTo>
                    <a:pt x="220979" y="365759"/>
                  </a:moveTo>
                  <a:lnTo>
                    <a:pt x="195071" y="358139"/>
                  </a:lnTo>
                  <a:lnTo>
                    <a:pt x="167639" y="348995"/>
                  </a:lnTo>
                  <a:lnTo>
                    <a:pt x="149351" y="341375"/>
                  </a:lnTo>
                  <a:lnTo>
                    <a:pt x="140207" y="365759"/>
                  </a:lnTo>
                  <a:lnTo>
                    <a:pt x="160019" y="373379"/>
                  </a:lnTo>
                  <a:lnTo>
                    <a:pt x="188975" y="382523"/>
                  </a:lnTo>
                  <a:lnTo>
                    <a:pt x="213359" y="390143"/>
                  </a:lnTo>
                  <a:lnTo>
                    <a:pt x="220979" y="365759"/>
                  </a:lnTo>
                  <a:close/>
                </a:path>
                <a:path w="711834" h="407034">
                  <a:moveTo>
                    <a:pt x="51815" y="272795"/>
                  </a:moveTo>
                  <a:lnTo>
                    <a:pt x="50291" y="269747"/>
                  </a:lnTo>
                  <a:lnTo>
                    <a:pt x="44195" y="262127"/>
                  </a:lnTo>
                  <a:lnTo>
                    <a:pt x="39623" y="252983"/>
                  </a:lnTo>
                  <a:lnTo>
                    <a:pt x="35051" y="245363"/>
                  </a:lnTo>
                  <a:lnTo>
                    <a:pt x="32003" y="236219"/>
                  </a:lnTo>
                  <a:lnTo>
                    <a:pt x="28955" y="228599"/>
                  </a:lnTo>
                  <a:lnTo>
                    <a:pt x="27431" y="219455"/>
                  </a:lnTo>
                  <a:lnTo>
                    <a:pt x="25907" y="211835"/>
                  </a:lnTo>
                  <a:lnTo>
                    <a:pt x="25907" y="210311"/>
                  </a:lnTo>
                  <a:lnTo>
                    <a:pt x="0" y="211835"/>
                  </a:lnTo>
                  <a:lnTo>
                    <a:pt x="1523" y="214883"/>
                  </a:lnTo>
                  <a:lnTo>
                    <a:pt x="4571" y="236219"/>
                  </a:lnTo>
                  <a:lnTo>
                    <a:pt x="22859" y="275843"/>
                  </a:lnTo>
                  <a:lnTo>
                    <a:pt x="30479" y="284987"/>
                  </a:lnTo>
                  <a:lnTo>
                    <a:pt x="32003" y="289559"/>
                  </a:lnTo>
                  <a:lnTo>
                    <a:pt x="51815" y="272795"/>
                  </a:lnTo>
                  <a:close/>
                </a:path>
                <a:path w="711834" h="407034">
                  <a:moveTo>
                    <a:pt x="128015" y="330707"/>
                  </a:moveTo>
                  <a:lnTo>
                    <a:pt x="118871" y="326135"/>
                  </a:lnTo>
                  <a:lnTo>
                    <a:pt x="97535" y="313943"/>
                  </a:lnTo>
                  <a:lnTo>
                    <a:pt x="88391" y="306323"/>
                  </a:lnTo>
                  <a:lnTo>
                    <a:pt x="79247" y="300227"/>
                  </a:lnTo>
                  <a:lnTo>
                    <a:pt x="70103" y="292607"/>
                  </a:lnTo>
                  <a:lnTo>
                    <a:pt x="68579" y="289559"/>
                  </a:lnTo>
                  <a:lnTo>
                    <a:pt x="50291" y="307847"/>
                  </a:lnTo>
                  <a:lnTo>
                    <a:pt x="83819" y="335279"/>
                  </a:lnTo>
                  <a:lnTo>
                    <a:pt x="108203" y="348995"/>
                  </a:lnTo>
                  <a:lnTo>
                    <a:pt x="115823" y="353567"/>
                  </a:lnTo>
                  <a:lnTo>
                    <a:pt x="128015" y="33070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637089" y="4908804"/>
              <a:ext cx="483234" cy="330835"/>
            </a:xfrm>
            <a:custGeom>
              <a:avLst/>
              <a:gdLst/>
              <a:ahLst/>
              <a:cxnLst/>
              <a:rect l="l" t="t" r="r" b="b"/>
              <a:pathLst>
                <a:path w="483235" h="330835">
                  <a:moveTo>
                    <a:pt x="48767" y="102107"/>
                  </a:moveTo>
                  <a:lnTo>
                    <a:pt x="28955" y="88391"/>
                  </a:lnTo>
                  <a:lnTo>
                    <a:pt x="19811" y="100583"/>
                  </a:lnTo>
                  <a:lnTo>
                    <a:pt x="10667" y="115823"/>
                  </a:lnTo>
                  <a:lnTo>
                    <a:pt x="4571" y="131063"/>
                  </a:lnTo>
                  <a:lnTo>
                    <a:pt x="1523" y="147827"/>
                  </a:lnTo>
                  <a:lnTo>
                    <a:pt x="0" y="156971"/>
                  </a:lnTo>
                  <a:lnTo>
                    <a:pt x="0" y="164591"/>
                  </a:lnTo>
                  <a:lnTo>
                    <a:pt x="25907" y="166115"/>
                  </a:lnTo>
                  <a:lnTo>
                    <a:pt x="25907" y="158495"/>
                  </a:lnTo>
                  <a:lnTo>
                    <a:pt x="27431" y="150875"/>
                  </a:lnTo>
                  <a:lnTo>
                    <a:pt x="30479" y="137159"/>
                  </a:lnTo>
                  <a:lnTo>
                    <a:pt x="35051" y="124967"/>
                  </a:lnTo>
                  <a:lnTo>
                    <a:pt x="42671" y="112775"/>
                  </a:lnTo>
                  <a:lnTo>
                    <a:pt x="48767" y="102107"/>
                  </a:lnTo>
                  <a:close/>
                </a:path>
                <a:path w="483235" h="330835">
                  <a:moveTo>
                    <a:pt x="124967" y="48767"/>
                  </a:moveTo>
                  <a:lnTo>
                    <a:pt x="115823" y="24383"/>
                  </a:lnTo>
                  <a:lnTo>
                    <a:pt x="108203" y="27431"/>
                  </a:lnTo>
                  <a:lnTo>
                    <a:pt x="89915" y="36575"/>
                  </a:lnTo>
                  <a:lnTo>
                    <a:pt x="71627" y="47243"/>
                  </a:lnTo>
                  <a:lnTo>
                    <a:pt x="56387" y="59435"/>
                  </a:lnTo>
                  <a:lnTo>
                    <a:pt x="47243" y="67055"/>
                  </a:lnTo>
                  <a:lnTo>
                    <a:pt x="64007" y="85343"/>
                  </a:lnTo>
                  <a:lnTo>
                    <a:pt x="73151" y="77723"/>
                  </a:lnTo>
                  <a:lnTo>
                    <a:pt x="86867" y="68579"/>
                  </a:lnTo>
                  <a:lnTo>
                    <a:pt x="102107" y="57911"/>
                  </a:lnTo>
                  <a:lnTo>
                    <a:pt x="118871" y="50291"/>
                  </a:lnTo>
                  <a:lnTo>
                    <a:pt x="124967" y="48767"/>
                  </a:lnTo>
                  <a:close/>
                </a:path>
                <a:path w="483235" h="330835">
                  <a:moveTo>
                    <a:pt x="219455" y="25907"/>
                  </a:moveTo>
                  <a:lnTo>
                    <a:pt x="217931" y="1523"/>
                  </a:lnTo>
                  <a:lnTo>
                    <a:pt x="216407" y="1523"/>
                  </a:lnTo>
                  <a:lnTo>
                    <a:pt x="193547" y="3047"/>
                  </a:lnTo>
                  <a:lnTo>
                    <a:pt x="170687" y="7619"/>
                  </a:lnTo>
                  <a:lnTo>
                    <a:pt x="149351" y="12191"/>
                  </a:lnTo>
                  <a:lnTo>
                    <a:pt x="140207" y="15239"/>
                  </a:lnTo>
                  <a:lnTo>
                    <a:pt x="147827" y="39623"/>
                  </a:lnTo>
                  <a:lnTo>
                    <a:pt x="156971" y="36575"/>
                  </a:lnTo>
                  <a:lnTo>
                    <a:pt x="176783" y="32003"/>
                  </a:lnTo>
                  <a:lnTo>
                    <a:pt x="219455" y="25907"/>
                  </a:lnTo>
                  <a:close/>
                </a:path>
                <a:path w="483235" h="330835">
                  <a:moveTo>
                    <a:pt x="323087" y="9143"/>
                  </a:moveTo>
                  <a:lnTo>
                    <a:pt x="310895" y="7619"/>
                  </a:lnTo>
                  <a:lnTo>
                    <a:pt x="289559" y="3047"/>
                  </a:lnTo>
                  <a:lnTo>
                    <a:pt x="265175" y="1523"/>
                  </a:lnTo>
                  <a:lnTo>
                    <a:pt x="243839" y="0"/>
                  </a:lnTo>
                  <a:lnTo>
                    <a:pt x="243839" y="25907"/>
                  </a:lnTo>
                  <a:lnTo>
                    <a:pt x="265175" y="25907"/>
                  </a:lnTo>
                  <a:lnTo>
                    <a:pt x="307847" y="32003"/>
                  </a:lnTo>
                  <a:lnTo>
                    <a:pt x="316991" y="35051"/>
                  </a:lnTo>
                  <a:lnTo>
                    <a:pt x="323087" y="9143"/>
                  </a:lnTo>
                  <a:close/>
                </a:path>
                <a:path w="483235" h="330835">
                  <a:moveTo>
                    <a:pt x="419099" y="53339"/>
                  </a:moveTo>
                  <a:lnTo>
                    <a:pt x="373379" y="27431"/>
                  </a:lnTo>
                  <a:lnTo>
                    <a:pt x="347471" y="16763"/>
                  </a:lnTo>
                  <a:lnTo>
                    <a:pt x="339851" y="41147"/>
                  </a:lnTo>
                  <a:lnTo>
                    <a:pt x="345947" y="42671"/>
                  </a:lnTo>
                  <a:lnTo>
                    <a:pt x="364235" y="50291"/>
                  </a:lnTo>
                  <a:lnTo>
                    <a:pt x="380999" y="59435"/>
                  </a:lnTo>
                  <a:lnTo>
                    <a:pt x="396239" y="68579"/>
                  </a:lnTo>
                  <a:lnTo>
                    <a:pt x="403859" y="74675"/>
                  </a:lnTo>
                  <a:lnTo>
                    <a:pt x="419099" y="53339"/>
                  </a:lnTo>
                  <a:close/>
                </a:path>
                <a:path w="483235" h="330835">
                  <a:moveTo>
                    <a:pt x="480059" y="143255"/>
                  </a:moveTo>
                  <a:lnTo>
                    <a:pt x="477011" y="129539"/>
                  </a:lnTo>
                  <a:lnTo>
                    <a:pt x="470915" y="114299"/>
                  </a:lnTo>
                  <a:lnTo>
                    <a:pt x="452627" y="83819"/>
                  </a:lnTo>
                  <a:lnTo>
                    <a:pt x="438911" y="70103"/>
                  </a:lnTo>
                  <a:lnTo>
                    <a:pt x="422147" y="89915"/>
                  </a:lnTo>
                  <a:lnTo>
                    <a:pt x="432815" y="100583"/>
                  </a:lnTo>
                  <a:lnTo>
                    <a:pt x="441959" y="112775"/>
                  </a:lnTo>
                  <a:lnTo>
                    <a:pt x="448055" y="126491"/>
                  </a:lnTo>
                  <a:lnTo>
                    <a:pt x="454151" y="138683"/>
                  </a:lnTo>
                  <a:lnTo>
                    <a:pt x="455675" y="147827"/>
                  </a:lnTo>
                  <a:lnTo>
                    <a:pt x="480059" y="143255"/>
                  </a:lnTo>
                  <a:close/>
                </a:path>
                <a:path w="483235" h="330835">
                  <a:moveTo>
                    <a:pt x="431291" y="266699"/>
                  </a:moveTo>
                  <a:lnTo>
                    <a:pt x="414527" y="248411"/>
                  </a:lnTo>
                  <a:lnTo>
                    <a:pt x="409955" y="252983"/>
                  </a:lnTo>
                  <a:lnTo>
                    <a:pt x="396239" y="263651"/>
                  </a:lnTo>
                  <a:lnTo>
                    <a:pt x="380999" y="272795"/>
                  </a:lnTo>
                  <a:lnTo>
                    <a:pt x="364235" y="280415"/>
                  </a:lnTo>
                  <a:lnTo>
                    <a:pt x="353567" y="284987"/>
                  </a:lnTo>
                  <a:lnTo>
                    <a:pt x="362711" y="307847"/>
                  </a:lnTo>
                  <a:lnTo>
                    <a:pt x="374903" y="303275"/>
                  </a:lnTo>
                  <a:lnTo>
                    <a:pt x="393191" y="294131"/>
                  </a:lnTo>
                  <a:lnTo>
                    <a:pt x="409955" y="283463"/>
                  </a:lnTo>
                  <a:lnTo>
                    <a:pt x="426719" y="271271"/>
                  </a:lnTo>
                  <a:lnTo>
                    <a:pt x="431291" y="266699"/>
                  </a:lnTo>
                  <a:close/>
                </a:path>
                <a:path w="483235" h="330835">
                  <a:moveTo>
                    <a:pt x="483107" y="173735"/>
                  </a:moveTo>
                  <a:lnTo>
                    <a:pt x="483107" y="170687"/>
                  </a:lnTo>
                  <a:lnTo>
                    <a:pt x="457199" y="170687"/>
                  </a:lnTo>
                  <a:lnTo>
                    <a:pt x="457199" y="172211"/>
                  </a:lnTo>
                  <a:lnTo>
                    <a:pt x="455675" y="179831"/>
                  </a:lnTo>
                  <a:lnTo>
                    <a:pt x="452627" y="193547"/>
                  </a:lnTo>
                  <a:lnTo>
                    <a:pt x="448055" y="205739"/>
                  </a:lnTo>
                  <a:lnTo>
                    <a:pt x="432815" y="230123"/>
                  </a:lnTo>
                  <a:lnTo>
                    <a:pt x="431291" y="231647"/>
                  </a:lnTo>
                  <a:lnTo>
                    <a:pt x="451103" y="248411"/>
                  </a:lnTo>
                  <a:lnTo>
                    <a:pt x="452627" y="245363"/>
                  </a:lnTo>
                  <a:lnTo>
                    <a:pt x="463295" y="230123"/>
                  </a:lnTo>
                  <a:lnTo>
                    <a:pt x="478535" y="199643"/>
                  </a:lnTo>
                  <a:lnTo>
                    <a:pt x="481583" y="182879"/>
                  </a:lnTo>
                  <a:lnTo>
                    <a:pt x="483107" y="173735"/>
                  </a:lnTo>
                  <a:close/>
                </a:path>
                <a:path w="483235" h="330835">
                  <a:moveTo>
                    <a:pt x="338327" y="316991"/>
                  </a:moveTo>
                  <a:lnTo>
                    <a:pt x="330707" y="292607"/>
                  </a:lnTo>
                  <a:lnTo>
                    <a:pt x="326135" y="294131"/>
                  </a:lnTo>
                  <a:lnTo>
                    <a:pt x="306323" y="298703"/>
                  </a:lnTo>
                  <a:lnTo>
                    <a:pt x="263651" y="304799"/>
                  </a:lnTo>
                  <a:lnTo>
                    <a:pt x="259079" y="304799"/>
                  </a:lnTo>
                  <a:lnTo>
                    <a:pt x="259079" y="329183"/>
                  </a:lnTo>
                  <a:lnTo>
                    <a:pt x="266699" y="329183"/>
                  </a:lnTo>
                  <a:lnTo>
                    <a:pt x="289559" y="327659"/>
                  </a:lnTo>
                  <a:lnTo>
                    <a:pt x="312419" y="323087"/>
                  </a:lnTo>
                  <a:lnTo>
                    <a:pt x="333755" y="318515"/>
                  </a:lnTo>
                  <a:lnTo>
                    <a:pt x="338327" y="316991"/>
                  </a:lnTo>
                  <a:close/>
                </a:path>
                <a:path w="483235" h="330835">
                  <a:moveTo>
                    <a:pt x="234695" y="304799"/>
                  </a:moveTo>
                  <a:lnTo>
                    <a:pt x="217931" y="304799"/>
                  </a:lnTo>
                  <a:lnTo>
                    <a:pt x="175259" y="298703"/>
                  </a:lnTo>
                  <a:lnTo>
                    <a:pt x="161543" y="294131"/>
                  </a:lnTo>
                  <a:lnTo>
                    <a:pt x="155447" y="320039"/>
                  </a:lnTo>
                  <a:lnTo>
                    <a:pt x="193547" y="327659"/>
                  </a:lnTo>
                  <a:lnTo>
                    <a:pt x="217931" y="329183"/>
                  </a:lnTo>
                  <a:lnTo>
                    <a:pt x="233171" y="330707"/>
                  </a:lnTo>
                  <a:lnTo>
                    <a:pt x="234695" y="304799"/>
                  </a:lnTo>
                  <a:close/>
                </a:path>
                <a:path w="483235" h="330835">
                  <a:moveTo>
                    <a:pt x="137159" y="288035"/>
                  </a:moveTo>
                  <a:lnTo>
                    <a:pt x="137159" y="286511"/>
                  </a:lnTo>
                  <a:lnTo>
                    <a:pt x="118871" y="280415"/>
                  </a:lnTo>
                  <a:lnTo>
                    <a:pt x="102107" y="271271"/>
                  </a:lnTo>
                  <a:lnTo>
                    <a:pt x="86867" y="262127"/>
                  </a:lnTo>
                  <a:lnTo>
                    <a:pt x="74675" y="252983"/>
                  </a:lnTo>
                  <a:lnTo>
                    <a:pt x="59435" y="274319"/>
                  </a:lnTo>
                  <a:lnTo>
                    <a:pt x="73151" y="283463"/>
                  </a:lnTo>
                  <a:lnTo>
                    <a:pt x="89915" y="294131"/>
                  </a:lnTo>
                  <a:lnTo>
                    <a:pt x="108203" y="303275"/>
                  </a:lnTo>
                  <a:lnTo>
                    <a:pt x="128015" y="310895"/>
                  </a:lnTo>
                  <a:lnTo>
                    <a:pt x="129539" y="312419"/>
                  </a:lnTo>
                  <a:lnTo>
                    <a:pt x="137159" y="288035"/>
                  </a:lnTo>
                  <a:close/>
                </a:path>
                <a:path w="483235" h="330835">
                  <a:moveTo>
                    <a:pt x="57911" y="237743"/>
                  </a:moveTo>
                  <a:lnTo>
                    <a:pt x="50291" y="230123"/>
                  </a:lnTo>
                  <a:lnTo>
                    <a:pt x="41147" y="217931"/>
                  </a:lnTo>
                  <a:lnTo>
                    <a:pt x="35051" y="204215"/>
                  </a:lnTo>
                  <a:lnTo>
                    <a:pt x="28955" y="192023"/>
                  </a:lnTo>
                  <a:lnTo>
                    <a:pt x="25907" y="178307"/>
                  </a:lnTo>
                  <a:lnTo>
                    <a:pt x="1523" y="181355"/>
                  </a:lnTo>
                  <a:lnTo>
                    <a:pt x="1523" y="184403"/>
                  </a:lnTo>
                  <a:lnTo>
                    <a:pt x="6095" y="201167"/>
                  </a:lnTo>
                  <a:lnTo>
                    <a:pt x="12191" y="216407"/>
                  </a:lnTo>
                  <a:lnTo>
                    <a:pt x="30479" y="246887"/>
                  </a:lnTo>
                  <a:lnTo>
                    <a:pt x="39623" y="254507"/>
                  </a:lnTo>
                  <a:lnTo>
                    <a:pt x="57911" y="23774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89490" y="5518403"/>
              <a:ext cx="788035" cy="318770"/>
            </a:xfrm>
            <a:custGeom>
              <a:avLst/>
              <a:gdLst/>
              <a:ahLst/>
              <a:cxnLst/>
              <a:rect l="l" t="t" r="r" b="b"/>
              <a:pathLst>
                <a:path w="788035" h="318770">
                  <a:moveTo>
                    <a:pt x="57911" y="105155"/>
                  </a:moveTo>
                  <a:lnTo>
                    <a:pt x="42671" y="86867"/>
                  </a:lnTo>
                  <a:lnTo>
                    <a:pt x="33527" y="92963"/>
                  </a:lnTo>
                  <a:lnTo>
                    <a:pt x="25907" y="100583"/>
                  </a:lnTo>
                  <a:lnTo>
                    <a:pt x="13715" y="115823"/>
                  </a:lnTo>
                  <a:lnTo>
                    <a:pt x="9143" y="124967"/>
                  </a:lnTo>
                  <a:lnTo>
                    <a:pt x="4571" y="132587"/>
                  </a:lnTo>
                  <a:lnTo>
                    <a:pt x="3047" y="141731"/>
                  </a:lnTo>
                  <a:lnTo>
                    <a:pt x="0" y="150875"/>
                  </a:lnTo>
                  <a:lnTo>
                    <a:pt x="0" y="158495"/>
                  </a:lnTo>
                  <a:lnTo>
                    <a:pt x="12953" y="159257"/>
                  </a:lnTo>
                  <a:lnTo>
                    <a:pt x="25907" y="158495"/>
                  </a:lnTo>
                  <a:lnTo>
                    <a:pt x="25907" y="152399"/>
                  </a:lnTo>
                  <a:lnTo>
                    <a:pt x="27431" y="146303"/>
                  </a:lnTo>
                  <a:lnTo>
                    <a:pt x="28955" y="141731"/>
                  </a:lnTo>
                  <a:lnTo>
                    <a:pt x="35051" y="129539"/>
                  </a:lnTo>
                  <a:lnTo>
                    <a:pt x="39623" y="123443"/>
                  </a:lnTo>
                  <a:lnTo>
                    <a:pt x="57911" y="105155"/>
                  </a:lnTo>
                  <a:close/>
                </a:path>
                <a:path w="788035" h="318770">
                  <a:moveTo>
                    <a:pt x="27431" y="169163"/>
                  </a:moveTo>
                  <a:lnTo>
                    <a:pt x="25907" y="164591"/>
                  </a:lnTo>
                  <a:lnTo>
                    <a:pt x="25907" y="160019"/>
                  </a:lnTo>
                  <a:lnTo>
                    <a:pt x="12953" y="159257"/>
                  </a:lnTo>
                  <a:lnTo>
                    <a:pt x="0" y="160019"/>
                  </a:lnTo>
                  <a:lnTo>
                    <a:pt x="1523" y="169163"/>
                  </a:lnTo>
                  <a:lnTo>
                    <a:pt x="1523" y="175259"/>
                  </a:lnTo>
                  <a:lnTo>
                    <a:pt x="27431" y="169163"/>
                  </a:lnTo>
                  <a:close/>
                </a:path>
                <a:path w="788035" h="318770">
                  <a:moveTo>
                    <a:pt x="25907" y="160019"/>
                  </a:moveTo>
                  <a:lnTo>
                    <a:pt x="25907" y="158495"/>
                  </a:lnTo>
                  <a:lnTo>
                    <a:pt x="12953" y="159257"/>
                  </a:lnTo>
                  <a:lnTo>
                    <a:pt x="25907" y="160019"/>
                  </a:lnTo>
                  <a:close/>
                </a:path>
                <a:path w="788035" h="318770">
                  <a:moveTo>
                    <a:pt x="144779" y="62483"/>
                  </a:moveTo>
                  <a:lnTo>
                    <a:pt x="137159" y="38099"/>
                  </a:lnTo>
                  <a:lnTo>
                    <a:pt x="132587" y="39623"/>
                  </a:lnTo>
                  <a:lnTo>
                    <a:pt x="120395" y="44195"/>
                  </a:lnTo>
                  <a:lnTo>
                    <a:pt x="106679" y="48767"/>
                  </a:lnTo>
                  <a:lnTo>
                    <a:pt x="82295" y="60959"/>
                  </a:lnTo>
                  <a:lnTo>
                    <a:pt x="71627" y="67055"/>
                  </a:lnTo>
                  <a:lnTo>
                    <a:pt x="64007" y="70103"/>
                  </a:lnTo>
                  <a:lnTo>
                    <a:pt x="77723" y="92963"/>
                  </a:lnTo>
                  <a:lnTo>
                    <a:pt x="83819" y="88391"/>
                  </a:lnTo>
                  <a:lnTo>
                    <a:pt x="94487" y="82295"/>
                  </a:lnTo>
                  <a:lnTo>
                    <a:pt x="105155" y="77723"/>
                  </a:lnTo>
                  <a:lnTo>
                    <a:pt x="117347" y="73151"/>
                  </a:lnTo>
                  <a:lnTo>
                    <a:pt x="129539" y="67055"/>
                  </a:lnTo>
                  <a:lnTo>
                    <a:pt x="141731" y="62483"/>
                  </a:lnTo>
                  <a:lnTo>
                    <a:pt x="144779" y="62483"/>
                  </a:lnTo>
                  <a:close/>
                </a:path>
                <a:path w="788035" h="318770">
                  <a:moveTo>
                    <a:pt x="240791" y="38099"/>
                  </a:moveTo>
                  <a:lnTo>
                    <a:pt x="236219" y="13715"/>
                  </a:lnTo>
                  <a:lnTo>
                    <a:pt x="208787" y="18287"/>
                  </a:lnTo>
                  <a:lnTo>
                    <a:pt x="176783" y="25907"/>
                  </a:lnTo>
                  <a:lnTo>
                    <a:pt x="161543" y="30479"/>
                  </a:lnTo>
                  <a:lnTo>
                    <a:pt x="167639" y="54863"/>
                  </a:lnTo>
                  <a:lnTo>
                    <a:pt x="184403" y="50291"/>
                  </a:lnTo>
                  <a:lnTo>
                    <a:pt x="214883" y="42671"/>
                  </a:lnTo>
                  <a:lnTo>
                    <a:pt x="240791" y="38099"/>
                  </a:lnTo>
                  <a:close/>
                </a:path>
                <a:path w="788035" h="318770">
                  <a:moveTo>
                    <a:pt x="341375" y="27431"/>
                  </a:moveTo>
                  <a:lnTo>
                    <a:pt x="339851" y="1523"/>
                  </a:lnTo>
                  <a:lnTo>
                    <a:pt x="315467" y="3047"/>
                  </a:lnTo>
                  <a:lnTo>
                    <a:pt x="278891" y="7619"/>
                  </a:lnTo>
                  <a:lnTo>
                    <a:pt x="262127" y="9143"/>
                  </a:lnTo>
                  <a:lnTo>
                    <a:pt x="265175" y="35051"/>
                  </a:lnTo>
                  <a:lnTo>
                    <a:pt x="281939" y="32003"/>
                  </a:lnTo>
                  <a:lnTo>
                    <a:pt x="318515" y="28955"/>
                  </a:lnTo>
                  <a:lnTo>
                    <a:pt x="341375" y="27431"/>
                  </a:lnTo>
                  <a:close/>
                </a:path>
                <a:path w="788035" h="318770">
                  <a:moveTo>
                    <a:pt x="393953" y="12953"/>
                  </a:moveTo>
                  <a:lnTo>
                    <a:pt x="393191" y="0"/>
                  </a:lnTo>
                  <a:lnTo>
                    <a:pt x="365759" y="1523"/>
                  </a:lnTo>
                  <a:lnTo>
                    <a:pt x="365759" y="25907"/>
                  </a:lnTo>
                  <a:lnTo>
                    <a:pt x="393191" y="25907"/>
                  </a:lnTo>
                  <a:lnTo>
                    <a:pt x="393953" y="12953"/>
                  </a:lnTo>
                  <a:close/>
                </a:path>
                <a:path w="788035" h="318770">
                  <a:moveTo>
                    <a:pt x="394715" y="25907"/>
                  </a:moveTo>
                  <a:lnTo>
                    <a:pt x="393953" y="12953"/>
                  </a:lnTo>
                  <a:lnTo>
                    <a:pt x="393191" y="25907"/>
                  </a:lnTo>
                  <a:lnTo>
                    <a:pt x="394715" y="25907"/>
                  </a:lnTo>
                  <a:close/>
                </a:path>
                <a:path w="788035" h="318770">
                  <a:moveTo>
                    <a:pt x="441959" y="1523"/>
                  </a:moveTo>
                  <a:lnTo>
                    <a:pt x="432815" y="1523"/>
                  </a:lnTo>
                  <a:lnTo>
                    <a:pt x="394715" y="0"/>
                  </a:lnTo>
                  <a:lnTo>
                    <a:pt x="393953" y="12953"/>
                  </a:lnTo>
                  <a:lnTo>
                    <a:pt x="394715" y="25907"/>
                  </a:lnTo>
                  <a:lnTo>
                    <a:pt x="432815" y="25907"/>
                  </a:lnTo>
                  <a:lnTo>
                    <a:pt x="440435" y="27431"/>
                  </a:lnTo>
                  <a:lnTo>
                    <a:pt x="441959" y="1523"/>
                  </a:lnTo>
                  <a:close/>
                </a:path>
                <a:path w="788035" h="318770">
                  <a:moveTo>
                    <a:pt x="544067" y="12191"/>
                  </a:moveTo>
                  <a:lnTo>
                    <a:pt x="509015" y="6095"/>
                  </a:lnTo>
                  <a:lnTo>
                    <a:pt x="470915" y="3047"/>
                  </a:lnTo>
                  <a:lnTo>
                    <a:pt x="467867" y="3047"/>
                  </a:lnTo>
                  <a:lnTo>
                    <a:pt x="466343" y="28955"/>
                  </a:lnTo>
                  <a:lnTo>
                    <a:pt x="469391" y="28955"/>
                  </a:lnTo>
                  <a:lnTo>
                    <a:pt x="505967" y="32003"/>
                  </a:lnTo>
                  <a:lnTo>
                    <a:pt x="541019" y="36575"/>
                  </a:lnTo>
                  <a:lnTo>
                    <a:pt x="544067" y="12191"/>
                  </a:lnTo>
                  <a:close/>
                </a:path>
                <a:path w="788035" h="318770">
                  <a:moveTo>
                    <a:pt x="644651" y="36575"/>
                  </a:moveTo>
                  <a:lnTo>
                    <a:pt x="640079" y="33527"/>
                  </a:lnTo>
                  <a:lnTo>
                    <a:pt x="609599" y="25907"/>
                  </a:lnTo>
                  <a:lnTo>
                    <a:pt x="577595" y="18287"/>
                  </a:lnTo>
                  <a:lnTo>
                    <a:pt x="569975" y="16763"/>
                  </a:lnTo>
                  <a:lnTo>
                    <a:pt x="565403" y="41147"/>
                  </a:lnTo>
                  <a:lnTo>
                    <a:pt x="573023" y="42671"/>
                  </a:lnTo>
                  <a:lnTo>
                    <a:pt x="603503" y="50291"/>
                  </a:lnTo>
                  <a:lnTo>
                    <a:pt x="632459" y="57911"/>
                  </a:lnTo>
                  <a:lnTo>
                    <a:pt x="637031" y="59435"/>
                  </a:lnTo>
                  <a:lnTo>
                    <a:pt x="644651" y="36575"/>
                  </a:lnTo>
                  <a:close/>
                </a:path>
                <a:path w="788035" h="318770">
                  <a:moveTo>
                    <a:pt x="739139" y="82295"/>
                  </a:moveTo>
                  <a:lnTo>
                    <a:pt x="736091" y="79247"/>
                  </a:lnTo>
                  <a:lnTo>
                    <a:pt x="726947" y="73151"/>
                  </a:lnTo>
                  <a:lnTo>
                    <a:pt x="716279" y="67055"/>
                  </a:lnTo>
                  <a:lnTo>
                    <a:pt x="704087" y="60959"/>
                  </a:lnTo>
                  <a:lnTo>
                    <a:pt x="693419" y="54863"/>
                  </a:lnTo>
                  <a:lnTo>
                    <a:pt x="681227" y="48767"/>
                  </a:lnTo>
                  <a:lnTo>
                    <a:pt x="670559" y="44195"/>
                  </a:lnTo>
                  <a:lnTo>
                    <a:pt x="659891" y="68579"/>
                  </a:lnTo>
                  <a:lnTo>
                    <a:pt x="670559" y="73151"/>
                  </a:lnTo>
                  <a:lnTo>
                    <a:pt x="682751" y="77723"/>
                  </a:lnTo>
                  <a:lnTo>
                    <a:pt x="693419" y="83819"/>
                  </a:lnTo>
                  <a:lnTo>
                    <a:pt x="704087" y="88391"/>
                  </a:lnTo>
                  <a:lnTo>
                    <a:pt x="722375" y="100583"/>
                  </a:lnTo>
                  <a:lnTo>
                    <a:pt x="725423" y="102107"/>
                  </a:lnTo>
                  <a:lnTo>
                    <a:pt x="739139" y="82295"/>
                  </a:lnTo>
                  <a:close/>
                </a:path>
                <a:path w="788035" h="318770">
                  <a:moveTo>
                    <a:pt x="787907" y="158495"/>
                  </a:moveTo>
                  <a:lnTo>
                    <a:pt x="784859" y="140207"/>
                  </a:lnTo>
                  <a:lnTo>
                    <a:pt x="781811" y="131063"/>
                  </a:lnTo>
                  <a:lnTo>
                    <a:pt x="778763" y="123443"/>
                  </a:lnTo>
                  <a:lnTo>
                    <a:pt x="760475" y="100583"/>
                  </a:lnTo>
                  <a:lnTo>
                    <a:pt x="760475" y="99059"/>
                  </a:lnTo>
                  <a:lnTo>
                    <a:pt x="742187" y="117347"/>
                  </a:lnTo>
                  <a:lnTo>
                    <a:pt x="742187" y="118871"/>
                  </a:lnTo>
                  <a:lnTo>
                    <a:pt x="748283" y="124967"/>
                  </a:lnTo>
                  <a:lnTo>
                    <a:pt x="752855" y="131063"/>
                  </a:lnTo>
                  <a:lnTo>
                    <a:pt x="755903" y="137159"/>
                  </a:lnTo>
                  <a:lnTo>
                    <a:pt x="758951" y="141731"/>
                  </a:lnTo>
                  <a:lnTo>
                    <a:pt x="761999" y="153923"/>
                  </a:lnTo>
                  <a:lnTo>
                    <a:pt x="761999" y="158495"/>
                  </a:lnTo>
                  <a:lnTo>
                    <a:pt x="774953" y="159257"/>
                  </a:lnTo>
                  <a:lnTo>
                    <a:pt x="787907" y="158495"/>
                  </a:lnTo>
                  <a:close/>
                </a:path>
                <a:path w="788035" h="318770">
                  <a:moveTo>
                    <a:pt x="787907" y="160019"/>
                  </a:moveTo>
                  <a:lnTo>
                    <a:pt x="774953" y="159257"/>
                  </a:lnTo>
                  <a:lnTo>
                    <a:pt x="761999" y="160019"/>
                  </a:lnTo>
                  <a:lnTo>
                    <a:pt x="761999" y="166115"/>
                  </a:lnTo>
                  <a:lnTo>
                    <a:pt x="760475" y="172211"/>
                  </a:lnTo>
                  <a:lnTo>
                    <a:pt x="758951" y="173735"/>
                  </a:lnTo>
                  <a:lnTo>
                    <a:pt x="783335" y="181355"/>
                  </a:lnTo>
                  <a:lnTo>
                    <a:pt x="784859" y="176783"/>
                  </a:lnTo>
                  <a:lnTo>
                    <a:pt x="786383" y="167639"/>
                  </a:lnTo>
                  <a:lnTo>
                    <a:pt x="787907" y="160019"/>
                  </a:lnTo>
                  <a:close/>
                </a:path>
                <a:path w="788035" h="318770">
                  <a:moveTo>
                    <a:pt x="774953" y="159257"/>
                  </a:moveTo>
                  <a:lnTo>
                    <a:pt x="761999" y="158495"/>
                  </a:lnTo>
                  <a:lnTo>
                    <a:pt x="761999" y="160019"/>
                  </a:lnTo>
                  <a:lnTo>
                    <a:pt x="774953" y="159257"/>
                  </a:lnTo>
                  <a:close/>
                </a:path>
                <a:path w="788035" h="318770">
                  <a:moveTo>
                    <a:pt x="769619" y="207263"/>
                  </a:moveTo>
                  <a:lnTo>
                    <a:pt x="749807" y="192023"/>
                  </a:lnTo>
                  <a:lnTo>
                    <a:pt x="748283" y="195071"/>
                  </a:lnTo>
                  <a:lnTo>
                    <a:pt x="736091" y="207263"/>
                  </a:lnTo>
                  <a:lnTo>
                    <a:pt x="720851" y="219455"/>
                  </a:lnTo>
                  <a:lnTo>
                    <a:pt x="713231" y="224027"/>
                  </a:lnTo>
                  <a:lnTo>
                    <a:pt x="702563" y="230123"/>
                  </a:lnTo>
                  <a:lnTo>
                    <a:pt x="693419" y="234695"/>
                  </a:lnTo>
                  <a:lnTo>
                    <a:pt x="705611" y="257555"/>
                  </a:lnTo>
                  <a:lnTo>
                    <a:pt x="745235" y="233171"/>
                  </a:lnTo>
                  <a:lnTo>
                    <a:pt x="768095" y="210311"/>
                  </a:lnTo>
                  <a:lnTo>
                    <a:pt x="769619" y="207263"/>
                  </a:lnTo>
                  <a:close/>
                </a:path>
                <a:path w="788035" h="318770">
                  <a:moveTo>
                    <a:pt x="682751" y="269747"/>
                  </a:moveTo>
                  <a:lnTo>
                    <a:pt x="672083" y="245363"/>
                  </a:lnTo>
                  <a:lnTo>
                    <a:pt x="670559" y="246887"/>
                  </a:lnTo>
                  <a:lnTo>
                    <a:pt x="646175" y="256031"/>
                  </a:lnTo>
                  <a:lnTo>
                    <a:pt x="632459" y="260603"/>
                  </a:lnTo>
                  <a:lnTo>
                    <a:pt x="603503" y="268223"/>
                  </a:lnTo>
                  <a:lnTo>
                    <a:pt x="601979" y="268223"/>
                  </a:lnTo>
                  <a:lnTo>
                    <a:pt x="608075" y="294131"/>
                  </a:lnTo>
                  <a:lnTo>
                    <a:pt x="611123" y="292607"/>
                  </a:lnTo>
                  <a:lnTo>
                    <a:pt x="640079" y="284987"/>
                  </a:lnTo>
                  <a:lnTo>
                    <a:pt x="653795" y="280415"/>
                  </a:lnTo>
                  <a:lnTo>
                    <a:pt x="667511" y="274319"/>
                  </a:lnTo>
                  <a:lnTo>
                    <a:pt x="681227" y="269747"/>
                  </a:lnTo>
                  <a:lnTo>
                    <a:pt x="682751" y="269747"/>
                  </a:lnTo>
                  <a:close/>
                </a:path>
                <a:path w="788035" h="318770">
                  <a:moveTo>
                    <a:pt x="583691" y="300227"/>
                  </a:moveTo>
                  <a:lnTo>
                    <a:pt x="577595" y="274319"/>
                  </a:lnTo>
                  <a:lnTo>
                    <a:pt x="573023" y="275843"/>
                  </a:lnTo>
                  <a:lnTo>
                    <a:pt x="539495" y="281939"/>
                  </a:lnTo>
                  <a:lnTo>
                    <a:pt x="505967" y="286511"/>
                  </a:lnTo>
                  <a:lnTo>
                    <a:pt x="504443" y="286511"/>
                  </a:lnTo>
                  <a:lnTo>
                    <a:pt x="505967" y="312419"/>
                  </a:lnTo>
                  <a:lnTo>
                    <a:pt x="509015" y="312419"/>
                  </a:lnTo>
                  <a:lnTo>
                    <a:pt x="579119" y="300227"/>
                  </a:lnTo>
                  <a:lnTo>
                    <a:pt x="583691" y="300227"/>
                  </a:lnTo>
                  <a:close/>
                </a:path>
                <a:path w="788035" h="318770">
                  <a:moveTo>
                    <a:pt x="481583" y="313943"/>
                  </a:moveTo>
                  <a:lnTo>
                    <a:pt x="478535" y="289559"/>
                  </a:lnTo>
                  <a:lnTo>
                    <a:pt x="469391" y="289559"/>
                  </a:lnTo>
                  <a:lnTo>
                    <a:pt x="432815" y="292607"/>
                  </a:lnTo>
                  <a:lnTo>
                    <a:pt x="403859" y="292607"/>
                  </a:lnTo>
                  <a:lnTo>
                    <a:pt x="403859" y="318515"/>
                  </a:lnTo>
                  <a:lnTo>
                    <a:pt x="434339" y="318515"/>
                  </a:lnTo>
                  <a:lnTo>
                    <a:pt x="472439" y="315467"/>
                  </a:lnTo>
                  <a:lnTo>
                    <a:pt x="481583" y="313943"/>
                  </a:lnTo>
                  <a:close/>
                </a:path>
                <a:path w="788035" h="318770">
                  <a:moveTo>
                    <a:pt x="377951" y="318515"/>
                  </a:moveTo>
                  <a:lnTo>
                    <a:pt x="377951" y="292607"/>
                  </a:lnTo>
                  <a:lnTo>
                    <a:pt x="355091" y="292607"/>
                  </a:lnTo>
                  <a:lnTo>
                    <a:pt x="318515" y="289559"/>
                  </a:lnTo>
                  <a:lnTo>
                    <a:pt x="303275" y="289559"/>
                  </a:lnTo>
                  <a:lnTo>
                    <a:pt x="300227" y="313943"/>
                  </a:lnTo>
                  <a:lnTo>
                    <a:pt x="316991" y="315467"/>
                  </a:lnTo>
                  <a:lnTo>
                    <a:pt x="355091" y="318515"/>
                  </a:lnTo>
                  <a:lnTo>
                    <a:pt x="377951" y="318515"/>
                  </a:lnTo>
                  <a:close/>
                </a:path>
                <a:path w="788035" h="318770">
                  <a:moveTo>
                    <a:pt x="278891" y="286511"/>
                  </a:moveTo>
                  <a:lnTo>
                    <a:pt x="246887" y="281939"/>
                  </a:lnTo>
                  <a:lnTo>
                    <a:pt x="214883" y="275843"/>
                  </a:lnTo>
                  <a:lnTo>
                    <a:pt x="204215" y="272795"/>
                  </a:lnTo>
                  <a:lnTo>
                    <a:pt x="199643" y="298703"/>
                  </a:lnTo>
                  <a:lnTo>
                    <a:pt x="210311" y="300227"/>
                  </a:lnTo>
                  <a:lnTo>
                    <a:pt x="243839" y="306323"/>
                  </a:lnTo>
                  <a:lnTo>
                    <a:pt x="274319" y="310895"/>
                  </a:lnTo>
                  <a:lnTo>
                    <a:pt x="278891" y="286511"/>
                  </a:lnTo>
                  <a:close/>
                </a:path>
                <a:path w="788035" h="318770">
                  <a:moveTo>
                    <a:pt x="181355" y="268223"/>
                  </a:moveTo>
                  <a:lnTo>
                    <a:pt x="155447" y="260603"/>
                  </a:lnTo>
                  <a:lnTo>
                    <a:pt x="141731" y="256031"/>
                  </a:lnTo>
                  <a:lnTo>
                    <a:pt x="129539" y="251459"/>
                  </a:lnTo>
                  <a:lnTo>
                    <a:pt x="115823" y="245363"/>
                  </a:lnTo>
                  <a:lnTo>
                    <a:pt x="109727" y="243839"/>
                  </a:lnTo>
                  <a:lnTo>
                    <a:pt x="100583" y="266699"/>
                  </a:lnTo>
                  <a:lnTo>
                    <a:pt x="106679" y="269747"/>
                  </a:lnTo>
                  <a:lnTo>
                    <a:pt x="120395" y="274319"/>
                  </a:lnTo>
                  <a:lnTo>
                    <a:pt x="134111" y="280415"/>
                  </a:lnTo>
                  <a:lnTo>
                    <a:pt x="147827" y="284987"/>
                  </a:lnTo>
                  <a:lnTo>
                    <a:pt x="173735" y="292607"/>
                  </a:lnTo>
                  <a:lnTo>
                    <a:pt x="181355" y="268223"/>
                  </a:lnTo>
                  <a:close/>
                </a:path>
                <a:path w="788035" h="318770">
                  <a:moveTo>
                    <a:pt x="88391" y="233171"/>
                  </a:moveTo>
                  <a:lnTo>
                    <a:pt x="65531" y="217931"/>
                  </a:lnTo>
                  <a:lnTo>
                    <a:pt x="57911" y="213359"/>
                  </a:lnTo>
                  <a:lnTo>
                    <a:pt x="51815" y="207263"/>
                  </a:lnTo>
                  <a:lnTo>
                    <a:pt x="44195" y="201167"/>
                  </a:lnTo>
                  <a:lnTo>
                    <a:pt x="35051" y="188975"/>
                  </a:lnTo>
                  <a:lnTo>
                    <a:pt x="13715" y="201167"/>
                  </a:lnTo>
                  <a:lnTo>
                    <a:pt x="15239" y="204215"/>
                  </a:lnTo>
                  <a:lnTo>
                    <a:pt x="19811" y="211835"/>
                  </a:lnTo>
                  <a:lnTo>
                    <a:pt x="27431" y="219455"/>
                  </a:lnTo>
                  <a:lnTo>
                    <a:pt x="35051" y="225551"/>
                  </a:lnTo>
                  <a:lnTo>
                    <a:pt x="42671" y="233171"/>
                  </a:lnTo>
                  <a:lnTo>
                    <a:pt x="51815" y="239267"/>
                  </a:lnTo>
                  <a:lnTo>
                    <a:pt x="60959" y="246887"/>
                  </a:lnTo>
                  <a:lnTo>
                    <a:pt x="71627" y="252983"/>
                  </a:lnTo>
                  <a:lnTo>
                    <a:pt x="76199" y="254507"/>
                  </a:lnTo>
                  <a:lnTo>
                    <a:pt x="88391" y="23317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741990" y="5137403"/>
              <a:ext cx="596265" cy="318770"/>
            </a:xfrm>
            <a:custGeom>
              <a:avLst/>
              <a:gdLst/>
              <a:ahLst/>
              <a:cxnLst/>
              <a:rect l="l" t="t" r="r" b="b"/>
              <a:pathLst>
                <a:path w="596264" h="318770">
                  <a:moveTo>
                    <a:pt x="53339" y="100583"/>
                  </a:moveTo>
                  <a:lnTo>
                    <a:pt x="35051" y="83819"/>
                  </a:lnTo>
                  <a:lnTo>
                    <a:pt x="32003" y="86867"/>
                  </a:lnTo>
                  <a:lnTo>
                    <a:pt x="19811" y="102107"/>
                  </a:lnTo>
                  <a:lnTo>
                    <a:pt x="10667" y="117347"/>
                  </a:lnTo>
                  <a:lnTo>
                    <a:pt x="6095" y="126491"/>
                  </a:lnTo>
                  <a:lnTo>
                    <a:pt x="4571" y="134111"/>
                  </a:lnTo>
                  <a:lnTo>
                    <a:pt x="1523" y="143255"/>
                  </a:lnTo>
                  <a:lnTo>
                    <a:pt x="0" y="150875"/>
                  </a:lnTo>
                  <a:lnTo>
                    <a:pt x="0" y="158495"/>
                  </a:lnTo>
                  <a:lnTo>
                    <a:pt x="12953" y="159257"/>
                  </a:lnTo>
                  <a:lnTo>
                    <a:pt x="25907" y="158495"/>
                  </a:lnTo>
                  <a:lnTo>
                    <a:pt x="25907" y="152399"/>
                  </a:lnTo>
                  <a:lnTo>
                    <a:pt x="30479" y="134111"/>
                  </a:lnTo>
                  <a:lnTo>
                    <a:pt x="36575" y="121919"/>
                  </a:lnTo>
                  <a:lnTo>
                    <a:pt x="50291" y="103631"/>
                  </a:lnTo>
                  <a:lnTo>
                    <a:pt x="53339" y="100583"/>
                  </a:lnTo>
                  <a:close/>
                </a:path>
                <a:path w="596264" h="318770">
                  <a:moveTo>
                    <a:pt x="50291" y="214883"/>
                  </a:moveTo>
                  <a:lnTo>
                    <a:pt x="50291" y="213359"/>
                  </a:lnTo>
                  <a:lnTo>
                    <a:pt x="45719" y="207263"/>
                  </a:lnTo>
                  <a:lnTo>
                    <a:pt x="39623" y="202691"/>
                  </a:lnTo>
                  <a:lnTo>
                    <a:pt x="33527" y="190499"/>
                  </a:lnTo>
                  <a:lnTo>
                    <a:pt x="30479" y="182879"/>
                  </a:lnTo>
                  <a:lnTo>
                    <a:pt x="28955" y="178307"/>
                  </a:lnTo>
                  <a:lnTo>
                    <a:pt x="25907" y="170687"/>
                  </a:lnTo>
                  <a:lnTo>
                    <a:pt x="25907" y="160019"/>
                  </a:lnTo>
                  <a:lnTo>
                    <a:pt x="12953" y="159257"/>
                  </a:lnTo>
                  <a:lnTo>
                    <a:pt x="0" y="160019"/>
                  </a:lnTo>
                  <a:lnTo>
                    <a:pt x="0" y="169163"/>
                  </a:lnTo>
                  <a:lnTo>
                    <a:pt x="1523" y="176783"/>
                  </a:lnTo>
                  <a:lnTo>
                    <a:pt x="4571" y="185927"/>
                  </a:lnTo>
                  <a:lnTo>
                    <a:pt x="7619" y="193547"/>
                  </a:lnTo>
                  <a:lnTo>
                    <a:pt x="10667" y="202691"/>
                  </a:lnTo>
                  <a:lnTo>
                    <a:pt x="19811" y="217931"/>
                  </a:lnTo>
                  <a:lnTo>
                    <a:pt x="25907" y="224027"/>
                  </a:lnTo>
                  <a:lnTo>
                    <a:pt x="32003" y="231647"/>
                  </a:lnTo>
                  <a:lnTo>
                    <a:pt x="33527" y="233171"/>
                  </a:lnTo>
                  <a:lnTo>
                    <a:pt x="50291" y="214883"/>
                  </a:lnTo>
                  <a:close/>
                </a:path>
                <a:path w="596264" h="318770">
                  <a:moveTo>
                    <a:pt x="25907" y="160019"/>
                  </a:moveTo>
                  <a:lnTo>
                    <a:pt x="25907" y="158495"/>
                  </a:lnTo>
                  <a:lnTo>
                    <a:pt x="12953" y="159257"/>
                  </a:lnTo>
                  <a:lnTo>
                    <a:pt x="25907" y="160019"/>
                  </a:lnTo>
                  <a:close/>
                </a:path>
                <a:path w="596264" h="318770">
                  <a:moveTo>
                    <a:pt x="132587" y="265175"/>
                  </a:moveTo>
                  <a:lnTo>
                    <a:pt x="121919" y="260603"/>
                  </a:lnTo>
                  <a:lnTo>
                    <a:pt x="102107" y="251459"/>
                  </a:lnTo>
                  <a:lnTo>
                    <a:pt x="83819" y="240791"/>
                  </a:lnTo>
                  <a:lnTo>
                    <a:pt x="68579" y="230123"/>
                  </a:lnTo>
                  <a:lnTo>
                    <a:pt x="53339" y="249935"/>
                  </a:lnTo>
                  <a:lnTo>
                    <a:pt x="91439" y="274319"/>
                  </a:lnTo>
                  <a:lnTo>
                    <a:pt x="123443" y="288035"/>
                  </a:lnTo>
                  <a:lnTo>
                    <a:pt x="132587" y="265175"/>
                  </a:lnTo>
                  <a:close/>
                </a:path>
                <a:path w="596264" h="318770">
                  <a:moveTo>
                    <a:pt x="135635" y="53339"/>
                  </a:moveTo>
                  <a:lnTo>
                    <a:pt x="126491" y="28955"/>
                  </a:lnTo>
                  <a:lnTo>
                    <a:pt x="111251" y="35051"/>
                  </a:lnTo>
                  <a:lnTo>
                    <a:pt x="89915" y="44195"/>
                  </a:lnTo>
                  <a:lnTo>
                    <a:pt x="71627" y="56387"/>
                  </a:lnTo>
                  <a:lnTo>
                    <a:pt x="56387" y="65531"/>
                  </a:lnTo>
                  <a:lnTo>
                    <a:pt x="71627" y="86867"/>
                  </a:lnTo>
                  <a:lnTo>
                    <a:pt x="85343" y="76199"/>
                  </a:lnTo>
                  <a:lnTo>
                    <a:pt x="102107" y="67055"/>
                  </a:lnTo>
                  <a:lnTo>
                    <a:pt x="121919" y="57911"/>
                  </a:lnTo>
                  <a:lnTo>
                    <a:pt x="135635" y="53339"/>
                  </a:lnTo>
                  <a:close/>
                </a:path>
                <a:path w="596264" h="318770">
                  <a:moveTo>
                    <a:pt x="231647" y="30479"/>
                  </a:moveTo>
                  <a:lnTo>
                    <a:pt x="228599" y="4571"/>
                  </a:lnTo>
                  <a:lnTo>
                    <a:pt x="211835" y="7619"/>
                  </a:lnTo>
                  <a:lnTo>
                    <a:pt x="184403" y="12191"/>
                  </a:lnTo>
                  <a:lnTo>
                    <a:pt x="158495" y="18287"/>
                  </a:lnTo>
                  <a:lnTo>
                    <a:pt x="152399" y="21335"/>
                  </a:lnTo>
                  <a:lnTo>
                    <a:pt x="158495" y="44195"/>
                  </a:lnTo>
                  <a:lnTo>
                    <a:pt x="166115" y="42671"/>
                  </a:lnTo>
                  <a:lnTo>
                    <a:pt x="190499" y="36575"/>
                  </a:lnTo>
                  <a:lnTo>
                    <a:pt x="216407" y="32003"/>
                  </a:lnTo>
                  <a:lnTo>
                    <a:pt x="231647" y="30479"/>
                  </a:lnTo>
                  <a:close/>
                </a:path>
                <a:path w="596264" h="318770">
                  <a:moveTo>
                    <a:pt x="332231" y="1523"/>
                  </a:moveTo>
                  <a:lnTo>
                    <a:pt x="327659" y="1523"/>
                  </a:lnTo>
                  <a:lnTo>
                    <a:pt x="298703" y="0"/>
                  </a:lnTo>
                  <a:lnTo>
                    <a:pt x="268223" y="1523"/>
                  </a:lnTo>
                  <a:lnTo>
                    <a:pt x="254507" y="1523"/>
                  </a:lnTo>
                  <a:lnTo>
                    <a:pt x="256031" y="27431"/>
                  </a:lnTo>
                  <a:lnTo>
                    <a:pt x="269747" y="25907"/>
                  </a:lnTo>
                  <a:lnTo>
                    <a:pt x="330707" y="25907"/>
                  </a:lnTo>
                  <a:lnTo>
                    <a:pt x="332231" y="1523"/>
                  </a:lnTo>
                  <a:close/>
                </a:path>
                <a:path w="596264" h="318770">
                  <a:moveTo>
                    <a:pt x="434339" y="16763"/>
                  </a:moveTo>
                  <a:lnTo>
                    <a:pt x="413003" y="12191"/>
                  </a:lnTo>
                  <a:lnTo>
                    <a:pt x="358139" y="3047"/>
                  </a:lnTo>
                  <a:lnTo>
                    <a:pt x="355091" y="28955"/>
                  </a:lnTo>
                  <a:lnTo>
                    <a:pt x="382523" y="32003"/>
                  </a:lnTo>
                  <a:lnTo>
                    <a:pt x="406907" y="36575"/>
                  </a:lnTo>
                  <a:lnTo>
                    <a:pt x="428243" y="42671"/>
                  </a:lnTo>
                  <a:lnTo>
                    <a:pt x="434339" y="16763"/>
                  </a:lnTo>
                  <a:close/>
                </a:path>
                <a:path w="596264" h="318770">
                  <a:moveTo>
                    <a:pt x="531875" y="59435"/>
                  </a:moveTo>
                  <a:lnTo>
                    <a:pt x="525779" y="54863"/>
                  </a:lnTo>
                  <a:lnTo>
                    <a:pt x="505967" y="44195"/>
                  </a:lnTo>
                  <a:lnTo>
                    <a:pt x="484631" y="35051"/>
                  </a:lnTo>
                  <a:lnTo>
                    <a:pt x="461771" y="25907"/>
                  </a:lnTo>
                  <a:lnTo>
                    <a:pt x="460247" y="24383"/>
                  </a:lnTo>
                  <a:lnTo>
                    <a:pt x="452627" y="48767"/>
                  </a:lnTo>
                  <a:lnTo>
                    <a:pt x="454151" y="50291"/>
                  </a:lnTo>
                  <a:lnTo>
                    <a:pt x="475487" y="57911"/>
                  </a:lnTo>
                  <a:lnTo>
                    <a:pt x="495299" y="67055"/>
                  </a:lnTo>
                  <a:lnTo>
                    <a:pt x="513587" y="77723"/>
                  </a:lnTo>
                  <a:lnTo>
                    <a:pt x="516635" y="80771"/>
                  </a:lnTo>
                  <a:lnTo>
                    <a:pt x="531875" y="59435"/>
                  </a:lnTo>
                  <a:close/>
                </a:path>
                <a:path w="596264" h="318770">
                  <a:moveTo>
                    <a:pt x="595883" y="146303"/>
                  </a:moveTo>
                  <a:lnTo>
                    <a:pt x="595883" y="141731"/>
                  </a:lnTo>
                  <a:lnTo>
                    <a:pt x="592835" y="132587"/>
                  </a:lnTo>
                  <a:lnTo>
                    <a:pt x="586739" y="117347"/>
                  </a:lnTo>
                  <a:lnTo>
                    <a:pt x="582167" y="108203"/>
                  </a:lnTo>
                  <a:lnTo>
                    <a:pt x="577595" y="100583"/>
                  </a:lnTo>
                  <a:lnTo>
                    <a:pt x="571499" y="94487"/>
                  </a:lnTo>
                  <a:lnTo>
                    <a:pt x="565403" y="86867"/>
                  </a:lnTo>
                  <a:lnTo>
                    <a:pt x="553211" y="74675"/>
                  </a:lnTo>
                  <a:lnTo>
                    <a:pt x="536447" y="94487"/>
                  </a:lnTo>
                  <a:lnTo>
                    <a:pt x="547115" y="105155"/>
                  </a:lnTo>
                  <a:lnTo>
                    <a:pt x="551687" y="111251"/>
                  </a:lnTo>
                  <a:lnTo>
                    <a:pt x="557783" y="117347"/>
                  </a:lnTo>
                  <a:lnTo>
                    <a:pt x="566927" y="135635"/>
                  </a:lnTo>
                  <a:lnTo>
                    <a:pt x="569975" y="147827"/>
                  </a:lnTo>
                  <a:lnTo>
                    <a:pt x="571499" y="150875"/>
                  </a:lnTo>
                  <a:lnTo>
                    <a:pt x="595883" y="146303"/>
                  </a:lnTo>
                  <a:close/>
                </a:path>
                <a:path w="596264" h="318770">
                  <a:moveTo>
                    <a:pt x="595883" y="176783"/>
                  </a:moveTo>
                  <a:lnTo>
                    <a:pt x="595883" y="175259"/>
                  </a:lnTo>
                  <a:lnTo>
                    <a:pt x="569975" y="172211"/>
                  </a:lnTo>
                  <a:lnTo>
                    <a:pt x="566927" y="184403"/>
                  </a:lnTo>
                  <a:lnTo>
                    <a:pt x="560831" y="196595"/>
                  </a:lnTo>
                  <a:lnTo>
                    <a:pt x="547115" y="214883"/>
                  </a:lnTo>
                  <a:lnTo>
                    <a:pt x="541019" y="220979"/>
                  </a:lnTo>
                  <a:lnTo>
                    <a:pt x="533399" y="227075"/>
                  </a:lnTo>
                  <a:lnTo>
                    <a:pt x="550163" y="245363"/>
                  </a:lnTo>
                  <a:lnTo>
                    <a:pt x="577595" y="216407"/>
                  </a:lnTo>
                  <a:lnTo>
                    <a:pt x="592835" y="184403"/>
                  </a:lnTo>
                  <a:lnTo>
                    <a:pt x="595883" y="176783"/>
                  </a:lnTo>
                  <a:close/>
                </a:path>
                <a:path w="596264" h="318770">
                  <a:moveTo>
                    <a:pt x="528827" y="262127"/>
                  </a:moveTo>
                  <a:lnTo>
                    <a:pt x="513587" y="240791"/>
                  </a:lnTo>
                  <a:lnTo>
                    <a:pt x="512063" y="242315"/>
                  </a:lnTo>
                  <a:lnTo>
                    <a:pt x="475487" y="260603"/>
                  </a:lnTo>
                  <a:lnTo>
                    <a:pt x="454151" y="268223"/>
                  </a:lnTo>
                  <a:lnTo>
                    <a:pt x="448055" y="271271"/>
                  </a:lnTo>
                  <a:lnTo>
                    <a:pt x="455675" y="294131"/>
                  </a:lnTo>
                  <a:lnTo>
                    <a:pt x="463295" y="292607"/>
                  </a:lnTo>
                  <a:lnTo>
                    <a:pt x="486155" y="283463"/>
                  </a:lnTo>
                  <a:lnTo>
                    <a:pt x="507491" y="274319"/>
                  </a:lnTo>
                  <a:lnTo>
                    <a:pt x="525779" y="263651"/>
                  </a:lnTo>
                  <a:lnTo>
                    <a:pt x="528827" y="262127"/>
                  </a:lnTo>
                  <a:close/>
                </a:path>
                <a:path w="596264" h="318770">
                  <a:moveTo>
                    <a:pt x="431291" y="301751"/>
                  </a:moveTo>
                  <a:lnTo>
                    <a:pt x="425195" y="277367"/>
                  </a:lnTo>
                  <a:lnTo>
                    <a:pt x="406907" y="281939"/>
                  </a:lnTo>
                  <a:lnTo>
                    <a:pt x="355091" y="291083"/>
                  </a:lnTo>
                  <a:lnTo>
                    <a:pt x="352043" y="291083"/>
                  </a:lnTo>
                  <a:lnTo>
                    <a:pt x="353567" y="315467"/>
                  </a:lnTo>
                  <a:lnTo>
                    <a:pt x="358139" y="315467"/>
                  </a:lnTo>
                  <a:lnTo>
                    <a:pt x="385571" y="312419"/>
                  </a:lnTo>
                  <a:lnTo>
                    <a:pt x="413003" y="306323"/>
                  </a:lnTo>
                  <a:lnTo>
                    <a:pt x="431291" y="301751"/>
                  </a:lnTo>
                  <a:close/>
                </a:path>
                <a:path w="596264" h="318770">
                  <a:moveTo>
                    <a:pt x="327659" y="318515"/>
                  </a:moveTo>
                  <a:lnTo>
                    <a:pt x="327659" y="292607"/>
                  </a:lnTo>
                  <a:lnTo>
                    <a:pt x="269747" y="292607"/>
                  </a:lnTo>
                  <a:lnTo>
                    <a:pt x="252983" y="291083"/>
                  </a:lnTo>
                  <a:lnTo>
                    <a:pt x="249935" y="316991"/>
                  </a:lnTo>
                  <a:lnTo>
                    <a:pt x="269747" y="318515"/>
                  </a:lnTo>
                  <a:lnTo>
                    <a:pt x="327659" y="318515"/>
                  </a:lnTo>
                  <a:close/>
                </a:path>
                <a:path w="596264" h="318770">
                  <a:moveTo>
                    <a:pt x="228599" y="288035"/>
                  </a:moveTo>
                  <a:lnTo>
                    <a:pt x="214883" y="286511"/>
                  </a:lnTo>
                  <a:lnTo>
                    <a:pt x="190499" y="281939"/>
                  </a:lnTo>
                  <a:lnTo>
                    <a:pt x="166115" y="275843"/>
                  </a:lnTo>
                  <a:lnTo>
                    <a:pt x="155447" y="272795"/>
                  </a:lnTo>
                  <a:lnTo>
                    <a:pt x="147827" y="297179"/>
                  </a:lnTo>
                  <a:lnTo>
                    <a:pt x="184403" y="306323"/>
                  </a:lnTo>
                  <a:lnTo>
                    <a:pt x="211835" y="312419"/>
                  </a:lnTo>
                  <a:lnTo>
                    <a:pt x="224027" y="313943"/>
                  </a:lnTo>
                  <a:lnTo>
                    <a:pt x="228599" y="28803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99801" y="4613148"/>
              <a:ext cx="654050" cy="321945"/>
            </a:xfrm>
            <a:custGeom>
              <a:avLst/>
              <a:gdLst/>
              <a:ahLst/>
              <a:cxnLst/>
              <a:rect l="l" t="t" r="r" b="b"/>
              <a:pathLst>
                <a:path w="654050" h="321945">
                  <a:moveTo>
                    <a:pt x="54863" y="103631"/>
                  </a:moveTo>
                  <a:lnTo>
                    <a:pt x="38099" y="85343"/>
                  </a:lnTo>
                  <a:lnTo>
                    <a:pt x="35051" y="86867"/>
                  </a:lnTo>
                  <a:lnTo>
                    <a:pt x="27431" y="94487"/>
                  </a:lnTo>
                  <a:lnTo>
                    <a:pt x="4571" y="134111"/>
                  </a:lnTo>
                  <a:lnTo>
                    <a:pt x="0" y="152399"/>
                  </a:lnTo>
                  <a:lnTo>
                    <a:pt x="0" y="160019"/>
                  </a:lnTo>
                  <a:lnTo>
                    <a:pt x="12953" y="160781"/>
                  </a:lnTo>
                  <a:lnTo>
                    <a:pt x="25907" y="160019"/>
                  </a:lnTo>
                  <a:lnTo>
                    <a:pt x="25907" y="153923"/>
                  </a:lnTo>
                  <a:lnTo>
                    <a:pt x="28955" y="141731"/>
                  </a:lnTo>
                  <a:lnTo>
                    <a:pt x="38099" y="123443"/>
                  </a:lnTo>
                  <a:lnTo>
                    <a:pt x="47243" y="111251"/>
                  </a:lnTo>
                  <a:lnTo>
                    <a:pt x="54863" y="103631"/>
                  </a:lnTo>
                  <a:close/>
                </a:path>
                <a:path w="654050" h="321945">
                  <a:moveTo>
                    <a:pt x="54863" y="217931"/>
                  </a:moveTo>
                  <a:lnTo>
                    <a:pt x="51815" y="214883"/>
                  </a:lnTo>
                  <a:lnTo>
                    <a:pt x="47243" y="208787"/>
                  </a:lnTo>
                  <a:lnTo>
                    <a:pt x="41147" y="202691"/>
                  </a:lnTo>
                  <a:lnTo>
                    <a:pt x="38099" y="196595"/>
                  </a:lnTo>
                  <a:lnTo>
                    <a:pt x="33527" y="190499"/>
                  </a:lnTo>
                  <a:lnTo>
                    <a:pt x="30479" y="184403"/>
                  </a:lnTo>
                  <a:lnTo>
                    <a:pt x="25907" y="166115"/>
                  </a:lnTo>
                  <a:lnTo>
                    <a:pt x="25907" y="161543"/>
                  </a:lnTo>
                  <a:lnTo>
                    <a:pt x="12953" y="160781"/>
                  </a:lnTo>
                  <a:lnTo>
                    <a:pt x="0" y="161543"/>
                  </a:lnTo>
                  <a:lnTo>
                    <a:pt x="1523" y="170687"/>
                  </a:lnTo>
                  <a:lnTo>
                    <a:pt x="3047" y="178307"/>
                  </a:lnTo>
                  <a:lnTo>
                    <a:pt x="4571" y="187451"/>
                  </a:lnTo>
                  <a:lnTo>
                    <a:pt x="7619" y="196595"/>
                  </a:lnTo>
                  <a:lnTo>
                    <a:pt x="16763" y="211835"/>
                  </a:lnTo>
                  <a:lnTo>
                    <a:pt x="35051" y="234695"/>
                  </a:lnTo>
                  <a:lnTo>
                    <a:pt x="38099" y="236219"/>
                  </a:lnTo>
                  <a:lnTo>
                    <a:pt x="54863" y="217931"/>
                  </a:lnTo>
                  <a:close/>
                </a:path>
                <a:path w="654050" h="321945">
                  <a:moveTo>
                    <a:pt x="25907" y="161543"/>
                  </a:moveTo>
                  <a:lnTo>
                    <a:pt x="25907" y="160019"/>
                  </a:lnTo>
                  <a:lnTo>
                    <a:pt x="12953" y="160781"/>
                  </a:lnTo>
                  <a:lnTo>
                    <a:pt x="25907" y="161543"/>
                  </a:lnTo>
                  <a:close/>
                </a:path>
                <a:path w="654050" h="321945">
                  <a:moveTo>
                    <a:pt x="137159" y="56387"/>
                  </a:moveTo>
                  <a:lnTo>
                    <a:pt x="129539" y="32003"/>
                  </a:lnTo>
                  <a:lnTo>
                    <a:pt x="99059" y="44195"/>
                  </a:lnTo>
                  <a:lnTo>
                    <a:pt x="77723" y="54863"/>
                  </a:lnTo>
                  <a:lnTo>
                    <a:pt x="59435" y="67055"/>
                  </a:lnTo>
                  <a:lnTo>
                    <a:pt x="57911" y="68579"/>
                  </a:lnTo>
                  <a:lnTo>
                    <a:pt x="73151" y="88391"/>
                  </a:lnTo>
                  <a:lnTo>
                    <a:pt x="74675" y="88391"/>
                  </a:lnTo>
                  <a:lnTo>
                    <a:pt x="82295" y="82295"/>
                  </a:lnTo>
                  <a:lnTo>
                    <a:pt x="91439" y="77723"/>
                  </a:lnTo>
                  <a:lnTo>
                    <a:pt x="111251" y="67055"/>
                  </a:lnTo>
                  <a:lnTo>
                    <a:pt x="132587" y="57911"/>
                  </a:lnTo>
                  <a:lnTo>
                    <a:pt x="137159" y="56387"/>
                  </a:lnTo>
                  <a:close/>
                </a:path>
                <a:path w="654050" h="321945">
                  <a:moveTo>
                    <a:pt x="234695" y="32003"/>
                  </a:moveTo>
                  <a:lnTo>
                    <a:pt x="230123" y="6095"/>
                  </a:lnTo>
                  <a:lnTo>
                    <a:pt x="201167" y="12191"/>
                  </a:lnTo>
                  <a:lnTo>
                    <a:pt x="173735" y="18287"/>
                  </a:lnTo>
                  <a:lnTo>
                    <a:pt x="153923" y="24383"/>
                  </a:lnTo>
                  <a:lnTo>
                    <a:pt x="161543" y="48767"/>
                  </a:lnTo>
                  <a:lnTo>
                    <a:pt x="181355" y="42671"/>
                  </a:lnTo>
                  <a:lnTo>
                    <a:pt x="207263" y="36575"/>
                  </a:lnTo>
                  <a:lnTo>
                    <a:pt x="234695" y="32003"/>
                  </a:lnTo>
                  <a:close/>
                </a:path>
                <a:path w="654050" h="321945">
                  <a:moveTo>
                    <a:pt x="326897" y="12191"/>
                  </a:moveTo>
                  <a:lnTo>
                    <a:pt x="326135" y="0"/>
                  </a:lnTo>
                  <a:lnTo>
                    <a:pt x="294131" y="0"/>
                  </a:lnTo>
                  <a:lnTo>
                    <a:pt x="262127" y="3047"/>
                  </a:lnTo>
                  <a:lnTo>
                    <a:pt x="256031" y="3047"/>
                  </a:lnTo>
                  <a:lnTo>
                    <a:pt x="259079" y="28955"/>
                  </a:lnTo>
                  <a:lnTo>
                    <a:pt x="265175" y="27431"/>
                  </a:lnTo>
                  <a:lnTo>
                    <a:pt x="295655" y="25907"/>
                  </a:lnTo>
                  <a:lnTo>
                    <a:pt x="326135" y="24456"/>
                  </a:lnTo>
                  <a:lnTo>
                    <a:pt x="326897" y="12191"/>
                  </a:lnTo>
                  <a:close/>
                </a:path>
                <a:path w="654050" h="321945">
                  <a:moveTo>
                    <a:pt x="327659" y="24383"/>
                  </a:moveTo>
                  <a:lnTo>
                    <a:pt x="326897" y="12191"/>
                  </a:lnTo>
                  <a:lnTo>
                    <a:pt x="326135" y="24383"/>
                  </a:lnTo>
                  <a:lnTo>
                    <a:pt x="326379" y="24444"/>
                  </a:lnTo>
                  <a:lnTo>
                    <a:pt x="327659" y="24383"/>
                  </a:lnTo>
                  <a:close/>
                </a:path>
                <a:path w="654050" h="321945">
                  <a:moveTo>
                    <a:pt x="326379" y="24444"/>
                  </a:moveTo>
                  <a:lnTo>
                    <a:pt x="326135" y="24383"/>
                  </a:lnTo>
                  <a:lnTo>
                    <a:pt x="326379" y="24444"/>
                  </a:lnTo>
                  <a:close/>
                </a:path>
                <a:path w="654050" h="321945">
                  <a:moveTo>
                    <a:pt x="327659" y="24764"/>
                  </a:moveTo>
                  <a:lnTo>
                    <a:pt x="327659" y="24383"/>
                  </a:lnTo>
                  <a:lnTo>
                    <a:pt x="326379" y="24444"/>
                  </a:lnTo>
                  <a:lnTo>
                    <a:pt x="327659" y="24764"/>
                  </a:lnTo>
                  <a:close/>
                </a:path>
                <a:path w="654050" h="321945">
                  <a:moveTo>
                    <a:pt x="333755" y="0"/>
                  </a:moveTo>
                  <a:lnTo>
                    <a:pt x="327659" y="0"/>
                  </a:lnTo>
                  <a:lnTo>
                    <a:pt x="326897" y="12191"/>
                  </a:lnTo>
                  <a:lnTo>
                    <a:pt x="327659" y="24383"/>
                  </a:lnTo>
                  <a:lnTo>
                    <a:pt x="327659" y="24764"/>
                  </a:lnTo>
                  <a:lnTo>
                    <a:pt x="332231" y="25907"/>
                  </a:lnTo>
                  <a:lnTo>
                    <a:pt x="333755" y="0"/>
                  </a:lnTo>
                  <a:close/>
                </a:path>
                <a:path w="654050" h="321945">
                  <a:moveTo>
                    <a:pt x="435863" y="9143"/>
                  </a:moveTo>
                  <a:lnTo>
                    <a:pt x="422147" y="6095"/>
                  </a:lnTo>
                  <a:lnTo>
                    <a:pt x="391667" y="3047"/>
                  </a:lnTo>
                  <a:lnTo>
                    <a:pt x="359663" y="0"/>
                  </a:lnTo>
                  <a:lnTo>
                    <a:pt x="358139" y="25907"/>
                  </a:lnTo>
                  <a:lnTo>
                    <a:pt x="388619" y="27431"/>
                  </a:lnTo>
                  <a:lnTo>
                    <a:pt x="419099" y="32003"/>
                  </a:lnTo>
                  <a:lnTo>
                    <a:pt x="432815" y="33527"/>
                  </a:lnTo>
                  <a:lnTo>
                    <a:pt x="435863" y="9143"/>
                  </a:lnTo>
                  <a:close/>
                </a:path>
                <a:path w="654050" h="321945">
                  <a:moveTo>
                    <a:pt x="536447" y="36575"/>
                  </a:moveTo>
                  <a:lnTo>
                    <a:pt x="530351" y="33527"/>
                  </a:lnTo>
                  <a:lnTo>
                    <a:pt x="505967" y="25907"/>
                  </a:lnTo>
                  <a:lnTo>
                    <a:pt x="480059" y="18287"/>
                  </a:lnTo>
                  <a:lnTo>
                    <a:pt x="461771" y="13715"/>
                  </a:lnTo>
                  <a:lnTo>
                    <a:pt x="455675" y="38099"/>
                  </a:lnTo>
                  <a:lnTo>
                    <a:pt x="473963" y="42671"/>
                  </a:lnTo>
                  <a:lnTo>
                    <a:pt x="522731" y="57911"/>
                  </a:lnTo>
                  <a:lnTo>
                    <a:pt x="527303" y="60959"/>
                  </a:lnTo>
                  <a:lnTo>
                    <a:pt x="536447" y="36575"/>
                  </a:lnTo>
                  <a:close/>
                </a:path>
                <a:path w="654050" h="321945">
                  <a:moveTo>
                    <a:pt x="626363" y="94487"/>
                  </a:moveTo>
                  <a:lnTo>
                    <a:pt x="624839" y="94487"/>
                  </a:lnTo>
                  <a:lnTo>
                    <a:pt x="618743" y="86867"/>
                  </a:lnTo>
                  <a:lnTo>
                    <a:pt x="611123" y="80771"/>
                  </a:lnTo>
                  <a:lnTo>
                    <a:pt x="603503" y="73151"/>
                  </a:lnTo>
                  <a:lnTo>
                    <a:pt x="585215" y="60959"/>
                  </a:lnTo>
                  <a:lnTo>
                    <a:pt x="574547" y="54863"/>
                  </a:lnTo>
                  <a:lnTo>
                    <a:pt x="560831" y="47243"/>
                  </a:lnTo>
                  <a:lnTo>
                    <a:pt x="548639" y="70103"/>
                  </a:lnTo>
                  <a:lnTo>
                    <a:pt x="563879" y="77723"/>
                  </a:lnTo>
                  <a:lnTo>
                    <a:pt x="571499" y="82295"/>
                  </a:lnTo>
                  <a:lnTo>
                    <a:pt x="580643" y="88391"/>
                  </a:lnTo>
                  <a:lnTo>
                    <a:pt x="588263" y="94487"/>
                  </a:lnTo>
                  <a:lnTo>
                    <a:pt x="594359" y="99059"/>
                  </a:lnTo>
                  <a:lnTo>
                    <a:pt x="601979" y="105155"/>
                  </a:lnTo>
                  <a:lnTo>
                    <a:pt x="606551" y="111251"/>
                  </a:lnTo>
                  <a:lnTo>
                    <a:pt x="626363" y="94487"/>
                  </a:lnTo>
                  <a:close/>
                </a:path>
                <a:path w="654050" h="321945">
                  <a:moveTo>
                    <a:pt x="653795" y="160019"/>
                  </a:moveTo>
                  <a:lnTo>
                    <a:pt x="650747" y="141731"/>
                  </a:lnTo>
                  <a:lnTo>
                    <a:pt x="649223" y="134111"/>
                  </a:lnTo>
                  <a:lnTo>
                    <a:pt x="646175" y="124967"/>
                  </a:lnTo>
                  <a:lnTo>
                    <a:pt x="643127" y="118871"/>
                  </a:lnTo>
                  <a:lnTo>
                    <a:pt x="620267" y="129539"/>
                  </a:lnTo>
                  <a:lnTo>
                    <a:pt x="623315" y="135635"/>
                  </a:lnTo>
                  <a:lnTo>
                    <a:pt x="624839" y="143255"/>
                  </a:lnTo>
                  <a:lnTo>
                    <a:pt x="627887" y="155447"/>
                  </a:lnTo>
                  <a:lnTo>
                    <a:pt x="627887" y="160019"/>
                  </a:lnTo>
                  <a:lnTo>
                    <a:pt x="640841" y="160781"/>
                  </a:lnTo>
                  <a:lnTo>
                    <a:pt x="653795" y="160019"/>
                  </a:lnTo>
                  <a:close/>
                </a:path>
                <a:path w="654050" h="321945">
                  <a:moveTo>
                    <a:pt x="653795" y="169163"/>
                  </a:moveTo>
                  <a:lnTo>
                    <a:pt x="653795" y="161543"/>
                  </a:lnTo>
                  <a:lnTo>
                    <a:pt x="640841" y="160781"/>
                  </a:lnTo>
                  <a:lnTo>
                    <a:pt x="627887" y="161543"/>
                  </a:lnTo>
                  <a:lnTo>
                    <a:pt x="627887" y="167639"/>
                  </a:lnTo>
                  <a:lnTo>
                    <a:pt x="624839" y="179831"/>
                  </a:lnTo>
                  <a:lnTo>
                    <a:pt x="621791" y="185927"/>
                  </a:lnTo>
                  <a:lnTo>
                    <a:pt x="620267" y="192023"/>
                  </a:lnTo>
                  <a:lnTo>
                    <a:pt x="643127" y="202691"/>
                  </a:lnTo>
                  <a:lnTo>
                    <a:pt x="646175" y="195071"/>
                  </a:lnTo>
                  <a:lnTo>
                    <a:pt x="649223" y="185927"/>
                  </a:lnTo>
                  <a:lnTo>
                    <a:pt x="652271" y="178307"/>
                  </a:lnTo>
                  <a:lnTo>
                    <a:pt x="653795" y="169163"/>
                  </a:lnTo>
                  <a:close/>
                </a:path>
                <a:path w="654050" h="321945">
                  <a:moveTo>
                    <a:pt x="640841" y="160781"/>
                  </a:moveTo>
                  <a:lnTo>
                    <a:pt x="627887" y="160019"/>
                  </a:lnTo>
                  <a:lnTo>
                    <a:pt x="627887" y="161543"/>
                  </a:lnTo>
                  <a:lnTo>
                    <a:pt x="640841" y="160781"/>
                  </a:lnTo>
                  <a:close/>
                </a:path>
                <a:path w="654050" h="321945">
                  <a:moveTo>
                    <a:pt x="626363" y="225551"/>
                  </a:moveTo>
                  <a:lnTo>
                    <a:pt x="606551" y="210311"/>
                  </a:lnTo>
                  <a:lnTo>
                    <a:pt x="594359" y="222503"/>
                  </a:lnTo>
                  <a:lnTo>
                    <a:pt x="586739" y="227075"/>
                  </a:lnTo>
                  <a:lnTo>
                    <a:pt x="571499" y="239267"/>
                  </a:lnTo>
                  <a:lnTo>
                    <a:pt x="562355" y="243839"/>
                  </a:lnTo>
                  <a:lnTo>
                    <a:pt x="548639" y="251459"/>
                  </a:lnTo>
                  <a:lnTo>
                    <a:pt x="560831" y="272795"/>
                  </a:lnTo>
                  <a:lnTo>
                    <a:pt x="576071" y="265175"/>
                  </a:lnTo>
                  <a:lnTo>
                    <a:pt x="603503" y="246887"/>
                  </a:lnTo>
                  <a:lnTo>
                    <a:pt x="611123" y="240791"/>
                  </a:lnTo>
                  <a:lnTo>
                    <a:pt x="626363" y="225551"/>
                  </a:lnTo>
                  <a:close/>
                </a:path>
                <a:path w="654050" h="321945">
                  <a:moveTo>
                    <a:pt x="536447" y="283463"/>
                  </a:moveTo>
                  <a:lnTo>
                    <a:pt x="527303" y="260603"/>
                  </a:lnTo>
                  <a:lnTo>
                    <a:pt x="521207" y="263651"/>
                  </a:lnTo>
                  <a:lnTo>
                    <a:pt x="498347" y="271271"/>
                  </a:lnTo>
                  <a:lnTo>
                    <a:pt x="472439" y="278891"/>
                  </a:lnTo>
                  <a:lnTo>
                    <a:pt x="455675" y="281939"/>
                  </a:lnTo>
                  <a:lnTo>
                    <a:pt x="461771" y="306323"/>
                  </a:lnTo>
                  <a:lnTo>
                    <a:pt x="480059" y="303275"/>
                  </a:lnTo>
                  <a:lnTo>
                    <a:pt x="505967" y="295655"/>
                  </a:lnTo>
                  <a:lnTo>
                    <a:pt x="531875" y="286511"/>
                  </a:lnTo>
                  <a:lnTo>
                    <a:pt x="536447" y="283463"/>
                  </a:lnTo>
                  <a:close/>
                </a:path>
                <a:path w="654050" h="321945">
                  <a:moveTo>
                    <a:pt x="435863" y="312419"/>
                  </a:moveTo>
                  <a:lnTo>
                    <a:pt x="432815" y="286511"/>
                  </a:lnTo>
                  <a:lnTo>
                    <a:pt x="417575" y="289559"/>
                  </a:lnTo>
                  <a:lnTo>
                    <a:pt x="388619" y="292607"/>
                  </a:lnTo>
                  <a:lnTo>
                    <a:pt x="358139" y="295655"/>
                  </a:lnTo>
                  <a:lnTo>
                    <a:pt x="358139" y="320039"/>
                  </a:lnTo>
                  <a:lnTo>
                    <a:pt x="359663" y="320039"/>
                  </a:lnTo>
                  <a:lnTo>
                    <a:pt x="391667" y="318515"/>
                  </a:lnTo>
                  <a:lnTo>
                    <a:pt x="422147" y="313943"/>
                  </a:lnTo>
                  <a:lnTo>
                    <a:pt x="435863" y="312419"/>
                  </a:lnTo>
                  <a:close/>
                </a:path>
                <a:path w="654050" h="321945">
                  <a:moveTo>
                    <a:pt x="326897" y="308609"/>
                  </a:moveTo>
                  <a:lnTo>
                    <a:pt x="326135" y="295655"/>
                  </a:lnTo>
                  <a:lnTo>
                    <a:pt x="295655" y="295655"/>
                  </a:lnTo>
                  <a:lnTo>
                    <a:pt x="265175" y="292607"/>
                  </a:lnTo>
                  <a:lnTo>
                    <a:pt x="259079" y="292607"/>
                  </a:lnTo>
                  <a:lnTo>
                    <a:pt x="256031" y="316991"/>
                  </a:lnTo>
                  <a:lnTo>
                    <a:pt x="262127" y="318515"/>
                  </a:lnTo>
                  <a:lnTo>
                    <a:pt x="326135" y="321563"/>
                  </a:lnTo>
                  <a:lnTo>
                    <a:pt x="326897" y="308609"/>
                  </a:lnTo>
                  <a:close/>
                </a:path>
                <a:path w="654050" h="321945">
                  <a:moveTo>
                    <a:pt x="327659" y="295655"/>
                  </a:moveTo>
                  <a:lnTo>
                    <a:pt x="326135" y="295655"/>
                  </a:lnTo>
                  <a:lnTo>
                    <a:pt x="326897" y="308609"/>
                  </a:lnTo>
                  <a:lnTo>
                    <a:pt x="327659" y="295655"/>
                  </a:lnTo>
                  <a:close/>
                </a:path>
                <a:path w="654050" h="321945">
                  <a:moveTo>
                    <a:pt x="333755" y="321563"/>
                  </a:moveTo>
                  <a:lnTo>
                    <a:pt x="332231" y="295655"/>
                  </a:lnTo>
                  <a:lnTo>
                    <a:pt x="327659" y="295655"/>
                  </a:lnTo>
                  <a:lnTo>
                    <a:pt x="326897" y="308609"/>
                  </a:lnTo>
                  <a:lnTo>
                    <a:pt x="327659" y="321563"/>
                  </a:lnTo>
                  <a:lnTo>
                    <a:pt x="333755" y="321563"/>
                  </a:lnTo>
                  <a:close/>
                </a:path>
                <a:path w="654050" h="321945">
                  <a:moveTo>
                    <a:pt x="234695" y="289559"/>
                  </a:moveTo>
                  <a:lnTo>
                    <a:pt x="207263" y="284987"/>
                  </a:lnTo>
                  <a:lnTo>
                    <a:pt x="179831" y="278891"/>
                  </a:lnTo>
                  <a:lnTo>
                    <a:pt x="161543" y="272795"/>
                  </a:lnTo>
                  <a:lnTo>
                    <a:pt x="153923" y="297179"/>
                  </a:lnTo>
                  <a:lnTo>
                    <a:pt x="173735" y="303275"/>
                  </a:lnTo>
                  <a:lnTo>
                    <a:pt x="202691" y="309371"/>
                  </a:lnTo>
                  <a:lnTo>
                    <a:pt x="230123" y="313943"/>
                  </a:lnTo>
                  <a:lnTo>
                    <a:pt x="234695" y="289559"/>
                  </a:lnTo>
                  <a:close/>
                </a:path>
                <a:path w="654050" h="321945">
                  <a:moveTo>
                    <a:pt x="137159" y="265175"/>
                  </a:moveTo>
                  <a:lnTo>
                    <a:pt x="131063" y="262127"/>
                  </a:lnTo>
                  <a:lnTo>
                    <a:pt x="109727" y="252983"/>
                  </a:lnTo>
                  <a:lnTo>
                    <a:pt x="89915" y="243839"/>
                  </a:lnTo>
                  <a:lnTo>
                    <a:pt x="82295" y="237743"/>
                  </a:lnTo>
                  <a:lnTo>
                    <a:pt x="73151" y="233171"/>
                  </a:lnTo>
                  <a:lnTo>
                    <a:pt x="73151" y="231647"/>
                  </a:lnTo>
                  <a:lnTo>
                    <a:pt x="57911" y="252983"/>
                  </a:lnTo>
                  <a:lnTo>
                    <a:pt x="59435" y="254507"/>
                  </a:lnTo>
                  <a:lnTo>
                    <a:pt x="68579" y="260603"/>
                  </a:lnTo>
                  <a:lnTo>
                    <a:pt x="79247" y="265175"/>
                  </a:lnTo>
                  <a:lnTo>
                    <a:pt x="100583" y="277367"/>
                  </a:lnTo>
                  <a:lnTo>
                    <a:pt x="123443" y="286511"/>
                  </a:lnTo>
                  <a:lnTo>
                    <a:pt x="129539" y="289559"/>
                  </a:lnTo>
                  <a:lnTo>
                    <a:pt x="137159" y="26517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122990" y="6533389"/>
              <a:ext cx="597535" cy="405765"/>
            </a:xfrm>
            <a:custGeom>
              <a:avLst/>
              <a:gdLst/>
              <a:ahLst/>
              <a:cxnLst/>
              <a:rect l="l" t="t" r="r" b="b"/>
              <a:pathLst>
                <a:path w="597535" h="405765">
                  <a:moveTo>
                    <a:pt x="45719" y="137159"/>
                  </a:moveTo>
                  <a:lnTo>
                    <a:pt x="22859" y="123443"/>
                  </a:lnTo>
                  <a:lnTo>
                    <a:pt x="18287" y="131063"/>
                  </a:lnTo>
                  <a:lnTo>
                    <a:pt x="13715" y="141731"/>
                  </a:lnTo>
                  <a:lnTo>
                    <a:pt x="10667" y="150875"/>
                  </a:lnTo>
                  <a:lnTo>
                    <a:pt x="6095" y="161543"/>
                  </a:lnTo>
                  <a:lnTo>
                    <a:pt x="3047" y="170687"/>
                  </a:lnTo>
                  <a:lnTo>
                    <a:pt x="0" y="192023"/>
                  </a:lnTo>
                  <a:lnTo>
                    <a:pt x="0" y="202691"/>
                  </a:lnTo>
                  <a:lnTo>
                    <a:pt x="25907" y="202691"/>
                  </a:lnTo>
                  <a:lnTo>
                    <a:pt x="25907" y="193547"/>
                  </a:lnTo>
                  <a:lnTo>
                    <a:pt x="27431" y="184403"/>
                  </a:lnTo>
                  <a:lnTo>
                    <a:pt x="28955" y="176783"/>
                  </a:lnTo>
                  <a:lnTo>
                    <a:pt x="30479" y="167639"/>
                  </a:lnTo>
                  <a:lnTo>
                    <a:pt x="33527" y="160019"/>
                  </a:lnTo>
                  <a:lnTo>
                    <a:pt x="38099" y="150875"/>
                  </a:lnTo>
                  <a:lnTo>
                    <a:pt x="41147" y="143255"/>
                  </a:lnTo>
                  <a:lnTo>
                    <a:pt x="45719" y="137159"/>
                  </a:lnTo>
                  <a:close/>
                </a:path>
                <a:path w="597535" h="405765">
                  <a:moveTo>
                    <a:pt x="114299" y="73151"/>
                  </a:moveTo>
                  <a:lnTo>
                    <a:pt x="100583" y="50291"/>
                  </a:lnTo>
                  <a:lnTo>
                    <a:pt x="88391" y="57911"/>
                  </a:lnTo>
                  <a:lnTo>
                    <a:pt x="70103" y="71627"/>
                  </a:lnTo>
                  <a:lnTo>
                    <a:pt x="51815" y="88391"/>
                  </a:lnTo>
                  <a:lnTo>
                    <a:pt x="39623" y="102107"/>
                  </a:lnTo>
                  <a:lnTo>
                    <a:pt x="57911" y="118871"/>
                  </a:lnTo>
                  <a:lnTo>
                    <a:pt x="71627" y="105155"/>
                  </a:lnTo>
                  <a:lnTo>
                    <a:pt x="86867" y="91439"/>
                  </a:lnTo>
                  <a:lnTo>
                    <a:pt x="103631" y="77723"/>
                  </a:lnTo>
                  <a:lnTo>
                    <a:pt x="114299" y="73151"/>
                  </a:lnTo>
                  <a:close/>
                </a:path>
                <a:path w="597535" h="405765">
                  <a:moveTo>
                    <a:pt x="204215" y="36575"/>
                  </a:moveTo>
                  <a:lnTo>
                    <a:pt x="198119" y="12191"/>
                  </a:lnTo>
                  <a:lnTo>
                    <a:pt x="182879" y="15239"/>
                  </a:lnTo>
                  <a:lnTo>
                    <a:pt x="156971" y="22859"/>
                  </a:lnTo>
                  <a:lnTo>
                    <a:pt x="132587" y="33527"/>
                  </a:lnTo>
                  <a:lnTo>
                    <a:pt x="123443" y="38099"/>
                  </a:lnTo>
                  <a:lnTo>
                    <a:pt x="135635" y="60959"/>
                  </a:lnTo>
                  <a:lnTo>
                    <a:pt x="144779" y="56387"/>
                  </a:lnTo>
                  <a:lnTo>
                    <a:pt x="167639" y="47243"/>
                  </a:lnTo>
                  <a:lnTo>
                    <a:pt x="192023" y="39623"/>
                  </a:lnTo>
                  <a:lnTo>
                    <a:pt x="204215" y="36575"/>
                  </a:lnTo>
                  <a:close/>
                </a:path>
                <a:path w="597535" h="405765">
                  <a:moveTo>
                    <a:pt x="301751" y="24383"/>
                  </a:moveTo>
                  <a:lnTo>
                    <a:pt x="301751" y="0"/>
                  </a:lnTo>
                  <a:lnTo>
                    <a:pt x="268223" y="0"/>
                  </a:lnTo>
                  <a:lnTo>
                    <a:pt x="239267" y="3047"/>
                  </a:lnTo>
                  <a:lnTo>
                    <a:pt x="224027" y="6095"/>
                  </a:lnTo>
                  <a:lnTo>
                    <a:pt x="228599" y="32003"/>
                  </a:lnTo>
                  <a:lnTo>
                    <a:pt x="243839" y="28955"/>
                  </a:lnTo>
                  <a:lnTo>
                    <a:pt x="271271" y="25907"/>
                  </a:lnTo>
                  <a:lnTo>
                    <a:pt x="298703" y="24383"/>
                  </a:lnTo>
                  <a:lnTo>
                    <a:pt x="301751" y="24383"/>
                  </a:lnTo>
                  <a:close/>
                </a:path>
                <a:path w="597535" h="405765">
                  <a:moveTo>
                    <a:pt x="405383" y="13715"/>
                  </a:moveTo>
                  <a:lnTo>
                    <a:pt x="385571" y="9143"/>
                  </a:lnTo>
                  <a:lnTo>
                    <a:pt x="358139" y="3047"/>
                  </a:lnTo>
                  <a:lnTo>
                    <a:pt x="327659" y="0"/>
                  </a:lnTo>
                  <a:lnTo>
                    <a:pt x="326135" y="25907"/>
                  </a:lnTo>
                  <a:lnTo>
                    <a:pt x="327659" y="25907"/>
                  </a:lnTo>
                  <a:lnTo>
                    <a:pt x="355091" y="28955"/>
                  </a:lnTo>
                  <a:lnTo>
                    <a:pt x="380999" y="33527"/>
                  </a:lnTo>
                  <a:lnTo>
                    <a:pt x="399287" y="38099"/>
                  </a:lnTo>
                  <a:lnTo>
                    <a:pt x="405383" y="13715"/>
                  </a:lnTo>
                  <a:close/>
                </a:path>
                <a:path w="597535" h="405765">
                  <a:moveTo>
                    <a:pt x="501395" y="54863"/>
                  </a:moveTo>
                  <a:lnTo>
                    <a:pt x="486155" y="44195"/>
                  </a:lnTo>
                  <a:lnTo>
                    <a:pt x="463295" y="33527"/>
                  </a:lnTo>
                  <a:lnTo>
                    <a:pt x="438911" y="22859"/>
                  </a:lnTo>
                  <a:lnTo>
                    <a:pt x="431291" y="21335"/>
                  </a:lnTo>
                  <a:lnTo>
                    <a:pt x="422147" y="44195"/>
                  </a:lnTo>
                  <a:lnTo>
                    <a:pt x="431291" y="47243"/>
                  </a:lnTo>
                  <a:lnTo>
                    <a:pt x="454151" y="56387"/>
                  </a:lnTo>
                  <a:lnTo>
                    <a:pt x="473963" y="67055"/>
                  </a:lnTo>
                  <a:lnTo>
                    <a:pt x="489203" y="76199"/>
                  </a:lnTo>
                  <a:lnTo>
                    <a:pt x="501395" y="54863"/>
                  </a:lnTo>
                  <a:close/>
                </a:path>
                <a:path w="597535" h="405765">
                  <a:moveTo>
                    <a:pt x="577595" y="129539"/>
                  </a:moveTo>
                  <a:lnTo>
                    <a:pt x="544067" y="86867"/>
                  </a:lnTo>
                  <a:lnTo>
                    <a:pt x="527303" y="71627"/>
                  </a:lnTo>
                  <a:lnTo>
                    <a:pt x="524255" y="68579"/>
                  </a:lnTo>
                  <a:lnTo>
                    <a:pt x="509015" y="89915"/>
                  </a:lnTo>
                  <a:lnTo>
                    <a:pt x="512063" y="91439"/>
                  </a:lnTo>
                  <a:lnTo>
                    <a:pt x="527303" y="105155"/>
                  </a:lnTo>
                  <a:lnTo>
                    <a:pt x="541019" y="120395"/>
                  </a:lnTo>
                  <a:lnTo>
                    <a:pt x="545591" y="128015"/>
                  </a:lnTo>
                  <a:lnTo>
                    <a:pt x="551687" y="135635"/>
                  </a:lnTo>
                  <a:lnTo>
                    <a:pt x="556259" y="143255"/>
                  </a:lnTo>
                  <a:lnTo>
                    <a:pt x="577595" y="129539"/>
                  </a:lnTo>
                  <a:close/>
                </a:path>
                <a:path w="597535" h="405765">
                  <a:moveTo>
                    <a:pt x="597407" y="202691"/>
                  </a:moveTo>
                  <a:lnTo>
                    <a:pt x="597407" y="192023"/>
                  </a:lnTo>
                  <a:lnTo>
                    <a:pt x="595883" y="181355"/>
                  </a:lnTo>
                  <a:lnTo>
                    <a:pt x="592835" y="170687"/>
                  </a:lnTo>
                  <a:lnTo>
                    <a:pt x="591311" y="160019"/>
                  </a:lnTo>
                  <a:lnTo>
                    <a:pt x="588263" y="155447"/>
                  </a:lnTo>
                  <a:lnTo>
                    <a:pt x="565403" y="163067"/>
                  </a:lnTo>
                  <a:lnTo>
                    <a:pt x="566927" y="169163"/>
                  </a:lnTo>
                  <a:lnTo>
                    <a:pt x="568451" y="176783"/>
                  </a:lnTo>
                  <a:lnTo>
                    <a:pt x="571499" y="195071"/>
                  </a:lnTo>
                  <a:lnTo>
                    <a:pt x="571499" y="202691"/>
                  </a:lnTo>
                  <a:lnTo>
                    <a:pt x="597407" y="202691"/>
                  </a:lnTo>
                  <a:close/>
                </a:path>
                <a:path w="597535" h="405765">
                  <a:moveTo>
                    <a:pt x="597407" y="213359"/>
                  </a:moveTo>
                  <a:lnTo>
                    <a:pt x="597407" y="202691"/>
                  </a:lnTo>
                  <a:lnTo>
                    <a:pt x="571499" y="202691"/>
                  </a:lnTo>
                  <a:lnTo>
                    <a:pt x="571499" y="211835"/>
                  </a:lnTo>
                  <a:lnTo>
                    <a:pt x="569975" y="220979"/>
                  </a:lnTo>
                  <a:lnTo>
                    <a:pt x="568451" y="228599"/>
                  </a:lnTo>
                  <a:lnTo>
                    <a:pt x="568451" y="231647"/>
                  </a:lnTo>
                  <a:lnTo>
                    <a:pt x="592835" y="237743"/>
                  </a:lnTo>
                  <a:lnTo>
                    <a:pt x="592835" y="234695"/>
                  </a:lnTo>
                  <a:lnTo>
                    <a:pt x="595883" y="224027"/>
                  </a:lnTo>
                  <a:lnTo>
                    <a:pt x="597407" y="213359"/>
                  </a:lnTo>
                  <a:close/>
                </a:path>
                <a:path w="597535" h="405765">
                  <a:moveTo>
                    <a:pt x="583691" y="265175"/>
                  </a:moveTo>
                  <a:lnTo>
                    <a:pt x="583691" y="263651"/>
                  </a:lnTo>
                  <a:lnTo>
                    <a:pt x="560831" y="252983"/>
                  </a:lnTo>
                  <a:lnTo>
                    <a:pt x="559307" y="254507"/>
                  </a:lnTo>
                  <a:lnTo>
                    <a:pt x="556259" y="262127"/>
                  </a:lnTo>
                  <a:lnTo>
                    <a:pt x="551687" y="269747"/>
                  </a:lnTo>
                  <a:lnTo>
                    <a:pt x="545591" y="278891"/>
                  </a:lnTo>
                  <a:lnTo>
                    <a:pt x="539495" y="286511"/>
                  </a:lnTo>
                  <a:lnTo>
                    <a:pt x="525779" y="300227"/>
                  </a:lnTo>
                  <a:lnTo>
                    <a:pt x="516635" y="307847"/>
                  </a:lnTo>
                  <a:lnTo>
                    <a:pt x="534923" y="327659"/>
                  </a:lnTo>
                  <a:lnTo>
                    <a:pt x="545591" y="318515"/>
                  </a:lnTo>
                  <a:lnTo>
                    <a:pt x="559307" y="301751"/>
                  </a:lnTo>
                  <a:lnTo>
                    <a:pt x="566927" y="292607"/>
                  </a:lnTo>
                  <a:lnTo>
                    <a:pt x="579119" y="274319"/>
                  </a:lnTo>
                  <a:lnTo>
                    <a:pt x="583691" y="265175"/>
                  </a:lnTo>
                  <a:close/>
                </a:path>
                <a:path w="597535" h="405765">
                  <a:moveTo>
                    <a:pt x="513587" y="344423"/>
                  </a:moveTo>
                  <a:lnTo>
                    <a:pt x="498347" y="323087"/>
                  </a:lnTo>
                  <a:lnTo>
                    <a:pt x="493775" y="327659"/>
                  </a:lnTo>
                  <a:lnTo>
                    <a:pt x="473963" y="338327"/>
                  </a:lnTo>
                  <a:lnTo>
                    <a:pt x="452627" y="348995"/>
                  </a:lnTo>
                  <a:lnTo>
                    <a:pt x="434339" y="356615"/>
                  </a:lnTo>
                  <a:lnTo>
                    <a:pt x="443483" y="380999"/>
                  </a:lnTo>
                  <a:lnTo>
                    <a:pt x="463295" y="371855"/>
                  </a:lnTo>
                  <a:lnTo>
                    <a:pt x="487679" y="361187"/>
                  </a:lnTo>
                  <a:lnTo>
                    <a:pt x="507491" y="347471"/>
                  </a:lnTo>
                  <a:lnTo>
                    <a:pt x="513587" y="344423"/>
                  </a:lnTo>
                  <a:close/>
                </a:path>
                <a:path w="597535" h="405765">
                  <a:moveTo>
                    <a:pt x="417575" y="388619"/>
                  </a:moveTo>
                  <a:lnTo>
                    <a:pt x="409955" y="364235"/>
                  </a:lnTo>
                  <a:lnTo>
                    <a:pt x="405383" y="365759"/>
                  </a:lnTo>
                  <a:lnTo>
                    <a:pt x="380999" y="371855"/>
                  </a:lnTo>
                  <a:lnTo>
                    <a:pt x="353567" y="376427"/>
                  </a:lnTo>
                  <a:lnTo>
                    <a:pt x="338327" y="377951"/>
                  </a:lnTo>
                  <a:lnTo>
                    <a:pt x="341375" y="403859"/>
                  </a:lnTo>
                  <a:lnTo>
                    <a:pt x="358139" y="402335"/>
                  </a:lnTo>
                  <a:lnTo>
                    <a:pt x="387095" y="397763"/>
                  </a:lnTo>
                  <a:lnTo>
                    <a:pt x="414527" y="390143"/>
                  </a:lnTo>
                  <a:lnTo>
                    <a:pt x="417575" y="388619"/>
                  </a:lnTo>
                  <a:close/>
                </a:path>
                <a:path w="597535" h="405765">
                  <a:moveTo>
                    <a:pt x="315467" y="405383"/>
                  </a:moveTo>
                  <a:lnTo>
                    <a:pt x="313943" y="379475"/>
                  </a:lnTo>
                  <a:lnTo>
                    <a:pt x="298703" y="380999"/>
                  </a:lnTo>
                  <a:lnTo>
                    <a:pt x="269747" y="379475"/>
                  </a:lnTo>
                  <a:lnTo>
                    <a:pt x="242315" y="376427"/>
                  </a:lnTo>
                  <a:lnTo>
                    <a:pt x="240791" y="376427"/>
                  </a:lnTo>
                  <a:lnTo>
                    <a:pt x="236219" y="400811"/>
                  </a:lnTo>
                  <a:lnTo>
                    <a:pt x="239267" y="402335"/>
                  </a:lnTo>
                  <a:lnTo>
                    <a:pt x="269747" y="405383"/>
                  </a:lnTo>
                  <a:lnTo>
                    <a:pt x="315467" y="405383"/>
                  </a:lnTo>
                  <a:close/>
                </a:path>
                <a:path w="597535" h="405765">
                  <a:moveTo>
                    <a:pt x="216407" y="371855"/>
                  </a:moveTo>
                  <a:lnTo>
                    <a:pt x="190499" y="365759"/>
                  </a:lnTo>
                  <a:lnTo>
                    <a:pt x="166115" y="358139"/>
                  </a:lnTo>
                  <a:lnTo>
                    <a:pt x="146303" y="348995"/>
                  </a:lnTo>
                  <a:lnTo>
                    <a:pt x="135635" y="373379"/>
                  </a:lnTo>
                  <a:lnTo>
                    <a:pt x="158495" y="382523"/>
                  </a:lnTo>
                  <a:lnTo>
                    <a:pt x="184403" y="390143"/>
                  </a:lnTo>
                  <a:lnTo>
                    <a:pt x="210311" y="396239"/>
                  </a:lnTo>
                  <a:lnTo>
                    <a:pt x="216407" y="371855"/>
                  </a:lnTo>
                  <a:close/>
                </a:path>
                <a:path w="597535" h="405765">
                  <a:moveTo>
                    <a:pt x="123443" y="338327"/>
                  </a:moveTo>
                  <a:lnTo>
                    <a:pt x="121919" y="338327"/>
                  </a:lnTo>
                  <a:lnTo>
                    <a:pt x="85343" y="313943"/>
                  </a:lnTo>
                  <a:lnTo>
                    <a:pt x="70103" y="300227"/>
                  </a:lnTo>
                  <a:lnTo>
                    <a:pt x="67055" y="295655"/>
                  </a:lnTo>
                  <a:lnTo>
                    <a:pt x="48767" y="313943"/>
                  </a:lnTo>
                  <a:lnTo>
                    <a:pt x="53339" y="318515"/>
                  </a:lnTo>
                  <a:lnTo>
                    <a:pt x="70103" y="333755"/>
                  </a:lnTo>
                  <a:lnTo>
                    <a:pt x="89915" y="348995"/>
                  </a:lnTo>
                  <a:lnTo>
                    <a:pt x="111251" y="361187"/>
                  </a:lnTo>
                  <a:lnTo>
                    <a:pt x="112775" y="361187"/>
                  </a:lnTo>
                  <a:lnTo>
                    <a:pt x="123443" y="338327"/>
                  </a:lnTo>
                  <a:close/>
                </a:path>
                <a:path w="597535" h="405765">
                  <a:moveTo>
                    <a:pt x="51815" y="278891"/>
                  </a:moveTo>
                  <a:lnTo>
                    <a:pt x="30479" y="237743"/>
                  </a:lnTo>
                  <a:lnTo>
                    <a:pt x="27431" y="219455"/>
                  </a:lnTo>
                  <a:lnTo>
                    <a:pt x="25907" y="213359"/>
                  </a:lnTo>
                  <a:lnTo>
                    <a:pt x="1523" y="216407"/>
                  </a:lnTo>
                  <a:lnTo>
                    <a:pt x="1523" y="224027"/>
                  </a:lnTo>
                  <a:lnTo>
                    <a:pt x="4571" y="234695"/>
                  </a:lnTo>
                  <a:lnTo>
                    <a:pt x="6095" y="245363"/>
                  </a:lnTo>
                  <a:lnTo>
                    <a:pt x="10667" y="256031"/>
                  </a:lnTo>
                  <a:lnTo>
                    <a:pt x="13715" y="265175"/>
                  </a:lnTo>
                  <a:lnTo>
                    <a:pt x="19811" y="274319"/>
                  </a:lnTo>
                  <a:lnTo>
                    <a:pt x="24383" y="283463"/>
                  </a:lnTo>
                  <a:lnTo>
                    <a:pt x="30479" y="292607"/>
                  </a:lnTo>
                  <a:lnTo>
                    <a:pt x="51815" y="27889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523802" y="5823203"/>
              <a:ext cx="596265" cy="407034"/>
            </a:xfrm>
            <a:custGeom>
              <a:avLst/>
              <a:gdLst/>
              <a:ahLst/>
              <a:cxnLst/>
              <a:rect l="l" t="t" r="r" b="b"/>
              <a:pathLst>
                <a:path w="596265" h="407035">
                  <a:moveTo>
                    <a:pt x="595883" y="224027"/>
                  </a:moveTo>
                  <a:lnTo>
                    <a:pt x="595883" y="192023"/>
                  </a:lnTo>
                  <a:lnTo>
                    <a:pt x="592835" y="170687"/>
                  </a:lnTo>
                  <a:lnTo>
                    <a:pt x="589787" y="161543"/>
                  </a:lnTo>
                  <a:lnTo>
                    <a:pt x="586739" y="150875"/>
                  </a:lnTo>
                  <a:lnTo>
                    <a:pt x="559307" y="103631"/>
                  </a:lnTo>
                  <a:lnTo>
                    <a:pt x="525779" y="71627"/>
                  </a:lnTo>
                  <a:lnTo>
                    <a:pt x="486155" y="45719"/>
                  </a:lnTo>
                  <a:lnTo>
                    <a:pt x="438911" y="24383"/>
                  </a:lnTo>
                  <a:lnTo>
                    <a:pt x="385571" y="9143"/>
                  </a:lnTo>
                  <a:lnTo>
                    <a:pt x="327659" y="1523"/>
                  </a:lnTo>
                  <a:lnTo>
                    <a:pt x="297179" y="0"/>
                  </a:lnTo>
                  <a:lnTo>
                    <a:pt x="268223" y="1523"/>
                  </a:lnTo>
                  <a:lnTo>
                    <a:pt x="210311" y="9143"/>
                  </a:lnTo>
                  <a:lnTo>
                    <a:pt x="156971" y="24383"/>
                  </a:lnTo>
                  <a:lnTo>
                    <a:pt x="109727" y="45719"/>
                  </a:lnTo>
                  <a:lnTo>
                    <a:pt x="68579" y="73151"/>
                  </a:lnTo>
                  <a:lnTo>
                    <a:pt x="36575" y="105155"/>
                  </a:lnTo>
                  <a:lnTo>
                    <a:pt x="13715" y="141731"/>
                  </a:lnTo>
                  <a:lnTo>
                    <a:pt x="0" y="193547"/>
                  </a:lnTo>
                  <a:lnTo>
                    <a:pt x="0" y="214883"/>
                  </a:lnTo>
                  <a:lnTo>
                    <a:pt x="3047" y="236219"/>
                  </a:lnTo>
                  <a:lnTo>
                    <a:pt x="6095" y="245363"/>
                  </a:lnTo>
                  <a:lnTo>
                    <a:pt x="9143" y="256031"/>
                  </a:lnTo>
                  <a:lnTo>
                    <a:pt x="13715" y="265175"/>
                  </a:lnTo>
                  <a:lnTo>
                    <a:pt x="18287" y="275843"/>
                  </a:lnTo>
                  <a:lnTo>
                    <a:pt x="24383" y="284987"/>
                  </a:lnTo>
                  <a:lnTo>
                    <a:pt x="24383" y="202691"/>
                  </a:lnTo>
                  <a:lnTo>
                    <a:pt x="25907" y="193547"/>
                  </a:lnTo>
                  <a:lnTo>
                    <a:pt x="25907" y="185927"/>
                  </a:lnTo>
                  <a:lnTo>
                    <a:pt x="28955" y="176783"/>
                  </a:lnTo>
                  <a:lnTo>
                    <a:pt x="30479" y="167639"/>
                  </a:lnTo>
                  <a:lnTo>
                    <a:pt x="36575" y="152399"/>
                  </a:lnTo>
                  <a:lnTo>
                    <a:pt x="41147" y="143255"/>
                  </a:lnTo>
                  <a:lnTo>
                    <a:pt x="45719" y="135635"/>
                  </a:lnTo>
                  <a:lnTo>
                    <a:pt x="51815" y="128015"/>
                  </a:lnTo>
                  <a:lnTo>
                    <a:pt x="56387" y="120395"/>
                  </a:lnTo>
                  <a:lnTo>
                    <a:pt x="86867" y="91439"/>
                  </a:lnTo>
                  <a:lnTo>
                    <a:pt x="123443" y="67055"/>
                  </a:lnTo>
                  <a:lnTo>
                    <a:pt x="166115" y="47243"/>
                  </a:lnTo>
                  <a:lnTo>
                    <a:pt x="216407" y="33527"/>
                  </a:lnTo>
                  <a:lnTo>
                    <a:pt x="269747" y="25907"/>
                  </a:lnTo>
                  <a:lnTo>
                    <a:pt x="327659" y="25907"/>
                  </a:lnTo>
                  <a:lnTo>
                    <a:pt x="380999" y="33527"/>
                  </a:lnTo>
                  <a:lnTo>
                    <a:pt x="452627" y="57911"/>
                  </a:lnTo>
                  <a:lnTo>
                    <a:pt x="493775" y="79247"/>
                  </a:lnTo>
                  <a:lnTo>
                    <a:pt x="527303" y="106679"/>
                  </a:lnTo>
                  <a:lnTo>
                    <a:pt x="539495" y="121919"/>
                  </a:lnTo>
                  <a:lnTo>
                    <a:pt x="545591" y="128015"/>
                  </a:lnTo>
                  <a:lnTo>
                    <a:pt x="550163" y="137159"/>
                  </a:lnTo>
                  <a:lnTo>
                    <a:pt x="556259" y="144779"/>
                  </a:lnTo>
                  <a:lnTo>
                    <a:pt x="559307" y="152399"/>
                  </a:lnTo>
                  <a:lnTo>
                    <a:pt x="563879" y="161543"/>
                  </a:lnTo>
                  <a:lnTo>
                    <a:pt x="565403" y="169163"/>
                  </a:lnTo>
                  <a:lnTo>
                    <a:pt x="568451" y="178307"/>
                  </a:lnTo>
                  <a:lnTo>
                    <a:pt x="569975" y="185927"/>
                  </a:lnTo>
                  <a:lnTo>
                    <a:pt x="571499" y="195071"/>
                  </a:lnTo>
                  <a:lnTo>
                    <a:pt x="571499" y="285749"/>
                  </a:lnTo>
                  <a:lnTo>
                    <a:pt x="573023" y="283463"/>
                  </a:lnTo>
                  <a:lnTo>
                    <a:pt x="582167" y="265175"/>
                  </a:lnTo>
                  <a:lnTo>
                    <a:pt x="586739" y="254507"/>
                  </a:lnTo>
                  <a:lnTo>
                    <a:pt x="589787" y="245363"/>
                  </a:lnTo>
                  <a:lnTo>
                    <a:pt x="595883" y="224027"/>
                  </a:lnTo>
                  <a:close/>
                </a:path>
                <a:path w="596265" h="407035">
                  <a:moveTo>
                    <a:pt x="571499" y="285749"/>
                  </a:moveTo>
                  <a:lnTo>
                    <a:pt x="571499" y="213359"/>
                  </a:lnTo>
                  <a:lnTo>
                    <a:pt x="569975" y="220979"/>
                  </a:lnTo>
                  <a:lnTo>
                    <a:pt x="568451" y="230123"/>
                  </a:lnTo>
                  <a:lnTo>
                    <a:pt x="565403" y="239267"/>
                  </a:lnTo>
                  <a:lnTo>
                    <a:pt x="545591" y="278891"/>
                  </a:lnTo>
                  <a:lnTo>
                    <a:pt x="510539" y="315467"/>
                  </a:lnTo>
                  <a:lnTo>
                    <a:pt x="473963" y="339851"/>
                  </a:lnTo>
                  <a:lnTo>
                    <a:pt x="429767" y="359663"/>
                  </a:lnTo>
                  <a:lnTo>
                    <a:pt x="379475" y="373379"/>
                  </a:lnTo>
                  <a:lnTo>
                    <a:pt x="326135" y="379475"/>
                  </a:lnTo>
                  <a:lnTo>
                    <a:pt x="297179" y="380999"/>
                  </a:lnTo>
                  <a:lnTo>
                    <a:pt x="269747" y="380999"/>
                  </a:lnTo>
                  <a:lnTo>
                    <a:pt x="214883" y="373379"/>
                  </a:lnTo>
                  <a:lnTo>
                    <a:pt x="166115" y="358139"/>
                  </a:lnTo>
                  <a:lnTo>
                    <a:pt x="121919" y="338327"/>
                  </a:lnTo>
                  <a:lnTo>
                    <a:pt x="85343" y="313943"/>
                  </a:lnTo>
                  <a:lnTo>
                    <a:pt x="56387" y="284987"/>
                  </a:lnTo>
                  <a:lnTo>
                    <a:pt x="50291" y="278891"/>
                  </a:lnTo>
                  <a:lnTo>
                    <a:pt x="45719" y="269747"/>
                  </a:lnTo>
                  <a:lnTo>
                    <a:pt x="36575" y="254507"/>
                  </a:lnTo>
                  <a:lnTo>
                    <a:pt x="33527" y="245363"/>
                  </a:lnTo>
                  <a:lnTo>
                    <a:pt x="30479" y="237743"/>
                  </a:lnTo>
                  <a:lnTo>
                    <a:pt x="27431" y="228599"/>
                  </a:lnTo>
                  <a:lnTo>
                    <a:pt x="25907" y="220979"/>
                  </a:lnTo>
                  <a:lnTo>
                    <a:pt x="25907" y="211835"/>
                  </a:lnTo>
                  <a:lnTo>
                    <a:pt x="24383" y="202691"/>
                  </a:lnTo>
                  <a:lnTo>
                    <a:pt x="24383" y="284987"/>
                  </a:lnTo>
                  <a:lnTo>
                    <a:pt x="30479" y="294131"/>
                  </a:lnTo>
                  <a:lnTo>
                    <a:pt x="70103" y="335279"/>
                  </a:lnTo>
                  <a:lnTo>
                    <a:pt x="111251" y="361187"/>
                  </a:lnTo>
                  <a:lnTo>
                    <a:pt x="158495" y="382523"/>
                  </a:lnTo>
                  <a:lnTo>
                    <a:pt x="211835" y="397763"/>
                  </a:lnTo>
                  <a:lnTo>
                    <a:pt x="268223" y="405383"/>
                  </a:lnTo>
                  <a:lnTo>
                    <a:pt x="298703" y="406907"/>
                  </a:lnTo>
                  <a:lnTo>
                    <a:pt x="329183" y="405383"/>
                  </a:lnTo>
                  <a:lnTo>
                    <a:pt x="385571" y="397763"/>
                  </a:lnTo>
                  <a:lnTo>
                    <a:pt x="438911" y="382523"/>
                  </a:lnTo>
                  <a:lnTo>
                    <a:pt x="486155" y="361187"/>
                  </a:lnTo>
                  <a:lnTo>
                    <a:pt x="527303" y="333755"/>
                  </a:lnTo>
                  <a:lnTo>
                    <a:pt x="559307" y="301751"/>
                  </a:lnTo>
                  <a:lnTo>
                    <a:pt x="566927" y="292607"/>
                  </a:lnTo>
                  <a:lnTo>
                    <a:pt x="571499" y="28574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32490" y="5518403"/>
              <a:ext cx="940435" cy="318770"/>
            </a:xfrm>
            <a:custGeom>
              <a:avLst/>
              <a:gdLst/>
              <a:ahLst/>
              <a:cxnLst/>
              <a:rect l="l" t="t" r="r" b="b"/>
              <a:pathLst>
                <a:path w="940434" h="318770">
                  <a:moveTo>
                    <a:pt x="60959" y="109727"/>
                  </a:moveTo>
                  <a:lnTo>
                    <a:pt x="47243" y="88391"/>
                  </a:lnTo>
                  <a:lnTo>
                    <a:pt x="41147" y="92963"/>
                  </a:lnTo>
                  <a:lnTo>
                    <a:pt x="32003" y="100583"/>
                  </a:lnTo>
                  <a:lnTo>
                    <a:pt x="24383" y="106679"/>
                  </a:lnTo>
                  <a:lnTo>
                    <a:pt x="16763" y="115823"/>
                  </a:lnTo>
                  <a:lnTo>
                    <a:pt x="10667" y="123443"/>
                  </a:lnTo>
                  <a:lnTo>
                    <a:pt x="7619" y="131063"/>
                  </a:lnTo>
                  <a:lnTo>
                    <a:pt x="6095" y="131063"/>
                  </a:lnTo>
                  <a:lnTo>
                    <a:pt x="6095" y="132587"/>
                  </a:lnTo>
                  <a:lnTo>
                    <a:pt x="3047" y="141731"/>
                  </a:lnTo>
                  <a:lnTo>
                    <a:pt x="1523" y="149351"/>
                  </a:lnTo>
                  <a:lnTo>
                    <a:pt x="1523" y="150875"/>
                  </a:lnTo>
                  <a:lnTo>
                    <a:pt x="0" y="158495"/>
                  </a:lnTo>
                  <a:lnTo>
                    <a:pt x="25907" y="160019"/>
                  </a:lnTo>
                  <a:lnTo>
                    <a:pt x="25907" y="155447"/>
                  </a:lnTo>
                  <a:lnTo>
                    <a:pt x="27431" y="147827"/>
                  </a:lnTo>
                  <a:lnTo>
                    <a:pt x="28955" y="144779"/>
                  </a:lnTo>
                  <a:lnTo>
                    <a:pt x="28955" y="143255"/>
                  </a:lnTo>
                  <a:lnTo>
                    <a:pt x="33527" y="135635"/>
                  </a:lnTo>
                  <a:lnTo>
                    <a:pt x="38099" y="129539"/>
                  </a:lnTo>
                  <a:lnTo>
                    <a:pt x="48767" y="118871"/>
                  </a:lnTo>
                  <a:lnTo>
                    <a:pt x="56387" y="112775"/>
                  </a:lnTo>
                  <a:lnTo>
                    <a:pt x="60959" y="109727"/>
                  </a:lnTo>
                  <a:close/>
                </a:path>
                <a:path w="940434" h="318770">
                  <a:moveTo>
                    <a:pt x="30479" y="141731"/>
                  </a:moveTo>
                  <a:lnTo>
                    <a:pt x="28955" y="143255"/>
                  </a:lnTo>
                  <a:lnTo>
                    <a:pt x="28955" y="144779"/>
                  </a:lnTo>
                  <a:lnTo>
                    <a:pt x="30479" y="141731"/>
                  </a:lnTo>
                  <a:close/>
                </a:path>
                <a:path w="940434" h="318770">
                  <a:moveTo>
                    <a:pt x="149351" y="68579"/>
                  </a:moveTo>
                  <a:lnTo>
                    <a:pt x="141731" y="44195"/>
                  </a:lnTo>
                  <a:lnTo>
                    <a:pt x="128015" y="48767"/>
                  </a:lnTo>
                  <a:lnTo>
                    <a:pt x="112775" y="54863"/>
                  </a:lnTo>
                  <a:lnTo>
                    <a:pt x="99059" y="59435"/>
                  </a:lnTo>
                  <a:lnTo>
                    <a:pt x="85343" y="65531"/>
                  </a:lnTo>
                  <a:lnTo>
                    <a:pt x="73151" y="71627"/>
                  </a:lnTo>
                  <a:lnTo>
                    <a:pt x="70103" y="74675"/>
                  </a:lnTo>
                  <a:lnTo>
                    <a:pt x="82295" y="96011"/>
                  </a:lnTo>
                  <a:lnTo>
                    <a:pt x="85343" y="94487"/>
                  </a:lnTo>
                  <a:lnTo>
                    <a:pt x="96011" y="88391"/>
                  </a:lnTo>
                  <a:lnTo>
                    <a:pt x="108203" y="83819"/>
                  </a:lnTo>
                  <a:lnTo>
                    <a:pt x="121919" y="77723"/>
                  </a:lnTo>
                  <a:lnTo>
                    <a:pt x="149351" y="68579"/>
                  </a:lnTo>
                  <a:close/>
                </a:path>
                <a:path w="940434" h="318770">
                  <a:moveTo>
                    <a:pt x="246887" y="44195"/>
                  </a:moveTo>
                  <a:lnTo>
                    <a:pt x="242315" y="19811"/>
                  </a:lnTo>
                  <a:lnTo>
                    <a:pt x="230123" y="21335"/>
                  </a:lnTo>
                  <a:lnTo>
                    <a:pt x="193547" y="30479"/>
                  </a:lnTo>
                  <a:lnTo>
                    <a:pt x="175259" y="33527"/>
                  </a:lnTo>
                  <a:lnTo>
                    <a:pt x="166115" y="36575"/>
                  </a:lnTo>
                  <a:lnTo>
                    <a:pt x="173735" y="60959"/>
                  </a:lnTo>
                  <a:lnTo>
                    <a:pt x="182879" y="57911"/>
                  </a:lnTo>
                  <a:lnTo>
                    <a:pt x="199643" y="54863"/>
                  </a:lnTo>
                  <a:lnTo>
                    <a:pt x="217931" y="50291"/>
                  </a:lnTo>
                  <a:lnTo>
                    <a:pt x="236219" y="47243"/>
                  </a:lnTo>
                  <a:lnTo>
                    <a:pt x="246887" y="44195"/>
                  </a:lnTo>
                  <a:close/>
                </a:path>
                <a:path w="940434" h="318770">
                  <a:moveTo>
                    <a:pt x="345947" y="30479"/>
                  </a:moveTo>
                  <a:lnTo>
                    <a:pt x="344423" y="6095"/>
                  </a:lnTo>
                  <a:lnTo>
                    <a:pt x="332231" y="7619"/>
                  </a:lnTo>
                  <a:lnTo>
                    <a:pt x="289559" y="12191"/>
                  </a:lnTo>
                  <a:lnTo>
                    <a:pt x="268223" y="15239"/>
                  </a:lnTo>
                  <a:lnTo>
                    <a:pt x="271271" y="41147"/>
                  </a:lnTo>
                  <a:lnTo>
                    <a:pt x="294131" y="36575"/>
                  </a:lnTo>
                  <a:lnTo>
                    <a:pt x="335279" y="32003"/>
                  </a:lnTo>
                  <a:lnTo>
                    <a:pt x="345947" y="30479"/>
                  </a:lnTo>
                  <a:close/>
                </a:path>
                <a:path w="940434" h="318770">
                  <a:moveTo>
                    <a:pt x="446531" y="25907"/>
                  </a:moveTo>
                  <a:lnTo>
                    <a:pt x="446531" y="0"/>
                  </a:lnTo>
                  <a:lnTo>
                    <a:pt x="422147" y="1523"/>
                  </a:lnTo>
                  <a:lnTo>
                    <a:pt x="376427" y="3047"/>
                  </a:lnTo>
                  <a:lnTo>
                    <a:pt x="368807" y="4571"/>
                  </a:lnTo>
                  <a:lnTo>
                    <a:pt x="371855" y="28955"/>
                  </a:lnTo>
                  <a:lnTo>
                    <a:pt x="379475" y="28955"/>
                  </a:lnTo>
                  <a:lnTo>
                    <a:pt x="423671" y="25907"/>
                  </a:lnTo>
                  <a:lnTo>
                    <a:pt x="446531" y="25907"/>
                  </a:lnTo>
                  <a:close/>
                </a:path>
                <a:path w="940434" h="318770">
                  <a:moveTo>
                    <a:pt x="548639" y="3047"/>
                  </a:moveTo>
                  <a:lnTo>
                    <a:pt x="516635" y="1523"/>
                  </a:lnTo>
                  <a:lnTo>
                    <a:pt x="472439" y="0"/>
                  </a:lnTo>
                  <a:lnTo>
                    <a:pt x="472439" y="25907"/>
                  </a:lnTo>
                  <a:lnTo>
                    <a:pt x="516635" y="25907"/>
                  </a:lnTo>
                  <a:lnTo>
                    <a:pt x="547115" y="27431"/>
                  </a:lnTo>
                  <a:lnTo>
                    <a:pt x="548639" y="3047"/>
                  </a:lnTo>
                  <a:close/>
                </a:path>
                <a:path w="940434" h="318770">
                  <a:moveTo>
                    <a:pt x="650747" y="12191"/>
                  </a:moveTo>
                  <a:lnTo>
                    <a:pt x="649223" y="12191"/>
                  </a:lnTo>
                  <a:lnTo>
                    <a:pt x="606551" y="6095"/>
                  </a:lnTo>
                  <a:lnTo>
                    <a:pt x="574547" y="4571"/>
                  </a:lnTo>
                  <a:lnTo>
                    <a:pt x="573023" y="28955"/>
                  </a:lnTo>
                  <a:lnTo>
                    <a:pt x="605027" y="32003"/>
                  </a:lnTo>
                  <a:lnTo>
                    <a:pt x="646175" y="36575"/>
                  </a:lnTo>
                  <a:lnTo>
                    <a:pt x="647699" y="36575"/>
                  </a:lnTo>
                  <a:lnTo>
                    <a:pt x="650747" y="12191"/>
                  </a:lnTo>
                  <a:close/>
                </a:path>
                <a:path w="940434" h="318770">
                  <a:moveTo>
                    <a:pt x="752855" y="30479"/>
                  </a:moveTo>
                  <a:lnTo>
                    <a:pt x="746759" y="28955"/>
                  </a:lnTo>
                  <a:lnTo>
                    <a:pt x="728471" y="25907"/>
                  </a:lnTo>
                  <a:lnTo>
                    <a:pt x="710183" y="21335"/>
                  </a:lnTo>
                  <a:lnTo>
                    <a:pt x="690371" y="18287"/>
                  </a:lnTo>
                  <a:lnTo>
                    <a:pt x="676655" y="15239"/>
                  </a:lnTo>
                  <a:lnTo>
                    <a:pt x="672083" y="41147"/>
                  </a:lnTo>
                  <a:lnTo>
                    <a:pt x="685799" y="42671"/>
                  </a:lnTo>
                  <a:lnTo>
                    <a:pt x="705611" y="47243"/>
                  </a:lnTo>
                  <a:lnTo>
                    <a:pt x="723899" y="50291"/>
                  </a:lnTo>
                  <a:lnTo>
                    <a:pt x="740663" y="54863"/>
                  </a:lnTo>
                  <a:lnTo>
                    <a:pt x="746759" y="56387"/>
                  </a:lnTo>
                  <a:lnTo>
                    <a:pt x="752855" y="30479"/>
                  </a:lnTo>
                  <a:close/>
                </a:path>
                <a:path w="940434" h="318770">
                  <a:moveTo>
                    <a:pt x="850391" y="64007"/>
                  </a:moveTo>
                  <a:lnTo>
                    <a:pt x="841247" y="59435"/>
                  </a:lnTo>
                  <a:lnTo>
                    <a:pt x="827531" y="54863"/>
                  </a:lnTo>
                  <a:lnTo>
                    <a:pt x="812291" y="48767"/>
                  </a:lnTo>
                  <a:lnTo>
                    <a:pt x="797051" y="44195"/>
                  </a:lnTo>
                  <a:lnTo>
                    <a:pt x="780287" y="38099"/>
                  </a:lnTo>
                  <a:lnTo>
                    <a:pt x="777239" y="38099"/>
                  </a:lnTo>
                  <a:lnTo>
                    <a:pt x="769619" y="62483"/>
                  </a:lnTo>
                  <a:lnTo>
                    <a:pt x="774191" y="62483"/>
                  </a:lnTo>
                  <a:lnTo>
                    <a:pt x="789431" y="68579"/>
                  </a:lnTo>
                  <a:lnTo>
                    <a:pt x="804671" y="73151"/>
                  </a:lnTo>
                  <a:lnTo>
                    <a:pt x="818387" y="77723"/>
                  </a:lnTo>
                  <a:lnTo>
                    <a:pt x="832103" y="83819"/>
                  </a:lnTo>
                  <a:lnTo>
                    <a:pt x="839723" y="86867"/>
                  </a:lnTo>
                  <a:lnTo>
                    <a:pt x="850391" y="64007"/>
                  </a:lnTo>
                  <a:close/>
                </a:path>
                <a:path w="940434" h="318770">
                  <a:moveTo>
                    <a:pt x="934211" y="134111"/>
                  </a:moveTo>
                  <a:lnTo>
                    <a:pt x="934211" y="132587"/>
                  </a:lnTo>
                  <a:lnTo>
                    <a:pt x="932687" y="131063"/>
                  </a:lnTo>
                  <a:lnTo>
                    <a:pt x="928115" y="121919"/>
                  </a:lnTo>
                  <a:lnTo>
                    <a:pt x="915923" y="106679"/>
                  </a:lnTo>
                  <a:lnTo>
                    <a:pt x="908303" y="99059"/>
                  </a:lnTo>
                  <a:lnTo>
                    <a:pt x="899159" y="91439"/>
                  </a:lnTo>
                  <a:lnTo>
                    <a:pt x="888491" y="85343"/>
                  </a:lnTo>
                  <a:lnTo>
                    <a:pt x="877823" y="77723"/>
                  </a:lnTo>
                  <a:lnTo>
                    <a:pt x="874775" y="76199"/>
                  </a:lnTo>
                  <a:lnTo>
                    <a:pt x="861059" y="99059"/>
                  </a:lnTo>
                  <a:lnTo>
                    <a:pt x="865631" y="100583"/>
                  </a:lnTo>
                  <a:lnTo>
                    <a:pt x="883919" y="112775"/>
                  </a:lnTo>
                  <a:lnTo>
                    <a:pt x="891539" y="118871"/>
                  </a:lnTo>
                  <a:lnTo>
                    <a:pt x="903731" y="131063"/>
                  </a:lnTo>
                  <a:lnTo>
                    <a:pt x="908303" y="137159"/>
                  </a:lnTo>
                  <a:lnTo>
                    <a:pt x="911351" y="143255"/>
                  </a:lnTo>
                  <a:lnTo>
                    <a:pt x="934211" y="134111"/>
                  </a:lnTo>
                  <a:close/>
                </a:path>
                <a:path w="940434" h="318770">
                  <a:moveTo>
                    <a:pt x="911351" y="216407"/>
                  </a:moveTo>
                  <a:lnTo>
                    <a:pt x="911351" y="175259"/>
                  </a:lnTo>
                  <a:lnTo>
                    <a:pt x="906779" y="182879"/>
                  </a:lnTo>
                  <a:lnTo>
                    <a:pt x="897635" y="195071"/>
                  </a:lnTo>
                  <a:lnTo>
                    <a:pt x="891539" y="201167"/>
                  </a:lnTo>
                  <a:lnTo>
                    <a:pt x="883919" y="205739"/>
                  </a:lnTo>
                  <a:lnTo>
                    <a:pt x="876299" y="211835"/>
                  </a:lnTo>
                  <a:lnTo>
                    <a:pt x="890015" y="233171"/>
                  </a:lnTo>
                  <a:lnTo>
                    <a:pt x="899159" y="225551"/>
                  </a:lnTo>
                  <a:lnTo>
                    <a:pt x="908303" y="219455"/>
                  </a:lnTo>
                  <a:lnTo>
                    <a:pt x="911351" y="216407"/>
                  </a:lnTo>
                  <a:close/>
                </a:path>
                <a:path w="940434" h="318770">
                  <a:moveTo>
                    <a:pt x="940307" y="164591"/>
                  </a:moveTo>
                  <a:lnTo>
                    <a:pt x="914399" y="161543"/>
                  </a:lnTo>
                  <a:lnTo>
                    <a:pt x="914399" y="164591"/>
                  </a:lnTo>
                  <a:lnTo>
                    <a:pt x="912875" y="170687"/>
                  </a:lnTo>
                  <a:lnTo>
                    <a:pt x="909827" y="176783"/>
                  </a:lnTo>
                  <a:lnTo>
                    <a:pt x="911351" y="175259"/>
                  </a:lnTo>
                  <a:lnTo>
                    <a:pt x="911351" y="216407"/>
                  </a:lnTo>
                  <a:lnTo>
                    <a:pt x="915923" y="211835"/>
                  </a:lnTo>
                  <a:lnTo>
                    <a:pt x="923543" y="202691"/>
                  </a:lnTo>
                  <a:lnTo>
                    <a:pt x="929639" y="195071"/>
                  </a:lnTo>
                  <a:lnTo>
                    <a:pt x="932687" y="187451"/>
                  </a:lnTo>
                  <a:lnTo>
                    <a:pt x="934211" y="187451"/>
                  </a:lnTo>
                  <a:lnTo>
                    <a:pt x="934211" y="185927"/>
                  </a:lnTo>
                  <a:lnTo>
                    <a:pt x="937259" y="176783"/>
                  </a:lnTo>
                  <a:lnTo>
                    <a:pt x="938783" y="170687"/>
                  </a:lnTo>
                  <a:lnTo>
                    <a:pt x="938783" y="167639"/>
                  </a:lnTo>
                  <a:lnTo>
                    <a:pt x="940307" y="164591"/>
                  </a:lnTo>
                  <a:close/>
                </a:path>
                <a:path w="940434" h="318770">
                  <a:moveTo>
                    <a:pt x="867155" y="246887"/>
                  </a:moveTo>
                  <a:lnTo>
                    <a:pt x="854963" y="224027"/>
                  </a:lnTo>
                  <a:lnTo>
                    <a:pt x="842771" y="230123"/>
                  </a:lnTo>
                  <a:lnTo>
                    <a:pt x="830579" y="234695"/>
                  </a:lnTo>
                  <a:lnTo>
                    <a:pt x="818387" y="240791"/>
                  </a:lnTo>
                  <a:lnTo>
                    <a:pt x="804671" y="245363"/>
                  </a:lnTo>
                  <a:lnTo>
                    <a:pt x="789431" y="251459"/>
                  </a:lnTo>
                  <a:lnTo>
                    <a:pt x="786383" y="251459"/>
                  </a:lnTo>
                  <a:lnTo>
                    <a:pt x="794003" y="275843"/>
                  </a:lnTo>
                  <a:lnTo>
                    <a:pt x="797051" y="274319"/>
                  </a:lnTo>
                  <a:lnTo>
                    <a:pt x="812291" y="269747"/>
                  </a:lnTo>
                  <a:lnTo>
                    <a:pt x="827531" y="263651"/>
                  </a:lnTo>
                  <a:lnTo>
                    <a:pt x="841247" y="259079"/>
                  </a:lnTo>
                  <a:lnTo>
                    <a:pt x="854963" y="252983"/>
                  </a:lnTo>
                  <a:lnTo>
                    <a:pt x="867155" y="246887"/>
                  </a:lnTo>
                  <a:close/>
                </a:path>
                <a:path w="940434" h="318770">
                  <a:moveTo>
                    <a:pt x="769619" y="283463"/>
                  </a:moveTo>
                  <a:lnTo>
                    <a:pt x="763523" y="259079"/>
                  </a:lnTo>
                  <a:lnTo>
                    <a:pt x="757427" y="260603"/>
                  </a:lnTo>
                  <a:lnTo>
                    <a:pt x="740663" y="265175"/>
                  </a:lnTo>
                  <a:lnTo>
                    <a:pt x="722375" y="268223"/>
                  </a:lnTo>
                  <a:lnTo>
                    <a:pt x="704087" y="272795"/>
                  </a:lnTo>
                  <a:lnTo>
                    <a:pt x="690371" y="274319"/>
                  </a:lnTo>
                  <a:lnTo>
                    <a:pt x="694943" y="300227"/>
                  </a:lnTo>
                  <a:lnTo>
                    <a:pt x="710183" y="297179"/>
                  </a:lnTo>
                  <a:lnTo>
                    <a:pt x="728471" y="292607"/>
                  </a:lnTo>
                  <a:lnTo>
                    <a:pt x="746759" y="289559"/>
                  </a:lnTo>
                  <a:lnTo>
                    <a:pt x="765047" y="284987"/>
                  </a:lnTo>
                  <a:lnTo>
                    <a:pt x="769619" y="283463"/>
                  </a:lnTo>
                  <a:close/>
                </a:path>
                <a:path w="940434" h="318770">
                  <a:moveTo>
                    <a:pt x="669035" y="303275"/>
                  </a:moveTo>
                  <a:lnTo>
                    <a:pt x="664463" y="278891"/>
                  </a:lnTo>
                  <a:lnTo>
                    <a:pt x="646175" y="281939"/>
                  </a:lnTo>
                  <a:lnTo>
                    <a:pt x="605027" y="286511"/>
                  </a:lnTo>
                  <a:lnTo>
                    <a:pt x="589787" y="288035"/>
                  </a:lnTo>
                  <a:lnTo>
                    <a:pt x="592835" y="313943"/>
                  </a:lnTo>
                  <a:lnTo>
                    <a:pt x="608075" y="312419"/>
                  </a:lnTo>
                  <a:lnTo>
                    <a:pt x="649223" y="306323"/>
                  </a:lnTo>
                  <a:lnTo>
                    <a:pt x="669035" y="303275"/>
                  </a:lnTo>
                  <a:close/>
                </a:path>
                <a:path w="940434" h="318770">
                  <a:moveTo>
                    <a:pt x="566927" y="315467"/>
                  </a:moveTo>
                  <a:lnTo>
                    <a:pt x="565403" y="289559"/>
                  </a:lnTo>
                  <a:lnTo>
                    <a:pt x="560831" y="289559"/>
                  </a:lnTo>
                  <a:lnTo>
                    <a:pt x="516635" y="292607"/>
                  </a:lnTo>
                  <a:lnTo>
                    <a:pt x="489203" y="292607"/>
                  </a:lnTo>
                  <a:lnTo>
                    <a:pt x="490727" y="318515"/>
                  </a:lnTo>
                  <a:lnTo>
                    <a:pt x="518159" y="318515"/>
                  </a:lnTo>
                  <a:lnTo>
                    <a:pt x="563879" y="315467"/>
                  </a:lnTo>
                  <a:lnTo>
                    <a:pt x="566927" y="315467"/>
                  </a:lnTo>
                  <a:close/>
                </a:path>
                <a:path w="940434" h="318770">
                  <a:moveTo>
                    <a:pt x="464819" y="318515"/>
                  </a:moveTo>
                  <a:lnTo>
                    <a:pt x="464819" y="292607"/>
                  </a:lnTo>
                  <a:lnTo>
                    <a:pt x="423671" y="292607"/>
                  </a:lnTo>
                  <a:lnTo>
                    <a:pt x="388619" y="291083"/>
                  </a:lnTo>
                  <a:lnTo>
                    <a:pt x="387095" y="315467"/>
                  </a:lnTo>
                  <a:lnTo>
                    <a:pt x="423671" y="318515"/>
                  </a:lnTo>
                  <a:lnTo>
                    <a:pt x="464819" y="318515"/>
                  </a:lnTo>
                  <a:close/>
                </a:path>
                <a:path w="940434" h="318770">
                  <a:moveTo>
                    <a:pt x="364235" y="289559"/>
                  </a:moveTo>
                  <a:lnTo>
                    <a:pt x="335279" y="286511"/>
                  </a:lnTo>
                  <a:lnTo>
                    <a:pt x="294131" y="281939"/>
                  </a:lnTo>
                  <a:lnTo>
                    <a:pt x="289559" y="280415"/>
                  </a:lnTo>
                  <a:lnTo>
                    <a:pt x="284987" y="306323"/>
                  </a:lnTo>
                  <a:lnTo>
                    <a:pt x="291083" y="306323"/>
                  </a:lnTo>
                  <a:lnTo>
                    <a:pt x="333755" y="312419"/>
                  </a:lnTo>
                  <a:lnTo>
                    <a:pt x="361187" y="313943"/>
                  </a:lnTo>
                  <a:lnTo>
                    <a:pt x="364235" y="289559"/>
                  </a:lnTo>
                  <a:close/>
                </a:path>
                <a:path w="940434" h="318770">
                  <a:moveTo>
                    <a:pt x="263651" y="277367"/>
                  </a:moveTo>
                  <a:lnTo>
                    <a:pt x="254507" y="275843"/>
                  </a:lnTo>
                  <a:lnTo>
                    <a:pt x="234695" y="272795"/>
                  </a:lnTo>
                  <a:lnTo>
                    <a:pt x="216407" y="268223"/>
                  </a:lnTo>
                  <a:lnTo>
                    <a:pt x="199643" y="263651"/>
                  </a:lnTo>
                  <a:lnTo>
                    <a:pt x="190499" y="262127"/>
                  </a:lnTo>
                  <a:lnTo>
                    <a:pt x="184403" y="286511"/>
                  </a:lnTo>
                  <a:lnTo>
                    <a:pt x="193547" y="289559"/>
                  </a:lnTo>
                  <a:lnTo>
                    <a:pt x="211835" y="292607"/>
                  </a:lnTo>
                  <a:lnTo>
                    <a:pt x="230123" y="297179"/>
                  </a:lnTo>
                  <a:lnTo>
                    <a:pt x="249935" y="300227"/>
                  </a:lnTo>
                  <a:lnTo>
                    <a:pt x="260603" y="301751"/>
                  </a:lnTo>
                  <a:lnTo>
                    <a:pt x="263651" y="277367"/>
                  </a:lnTo>
                  <a:close/>
                </a:path>
                <a:path w="940434" h="318770">
                  <a:moveTo>
                    <a:pt x="166115" y="256031"/>
                  </a:moveTo>
                  <a:lnTo>
                    <a:pt x="150875" y="251459"/>
                  </a:lnTo>
                  <a:lnTo>
                    <a:pt x="135635" y="245363"/>
                  </a:lnTo>
                  <a:lnTo>
                    <a:pt x="121919" y="240791"/>
                  </a:lnTo>
                  <a:lnTo>
                    <a:pt x="108203" y="234695"/>
                  </a:lnTo>
                  <a:lnTo>
                    <a:pt x="96011" y="230123"/>
                  </a:lnTo>
                  <a:lnTo>
                    <a:pt x="86867" y="252983"/>
                  </a:lnTo>
                  <a:lnTo>
                    <a:pt x="99059" y="259079"/>
                  </a:lnTo>
                  <a:lnTo>
                    <a:pt x="112775" y="265175"/>
                  </a:lnTo>
                  <a:lnTo>
                    <a:pt x="143255" y="274319"/>
                  </a:lnTo>
                  <a:lnTo>
                    <a:pt x="160019" y="280415"/>
                  </a:lnTo>
                  <a:lnTo>
                    <a:pt x="166115" y="256031"/>
                  </a:lnTo>
                  <a:close/>
                </a:path>
                <a:path w="940434" h="318770">
                  <a:moveTo>
                    <a:pt x="30479" y="176783"/>
                  </a:moveTo>
                  <a:lnTo>
                    <a:pt x="27431" y="172211"/>
                  </a:lnTo>
                  <a:lnTo>
                    <a:pt x="4571" y="181355"/>
                  </a:lnTo>
                  <a:lnTo>
                    <a:pt x="6095" y="185927"/>
                  </a:lnTo>
                  <a:lnTo>
                    <a:pt x="6095" y="187451"/>
                  </a:lnTo>
                  <a:lnTo>
                    <a:pt x="7619" y="187451"/>
                  </a:lnTo>
                  <a:lnTo>
                    <a:pt x="12191" y="196595"/>
                  </a:lnTo>
                  <a:lnTo>
                    <a:pt x="24383" y="211835"/>
                  </a:lnTo>
                  <a:lnTo>
                    <a:pt x="28955" y="216407"/>
                  </a:lnTo>
                  <a:lnTo>
                    <a:pt x="28955" y="175259"/>
                  </a:lnTo>
                  <a:lnTo>
                    <a:pt x="30479" y="176783"/>
                  </a:lnTo>
                  <a:close/>
                </a:path>
                <a:path w="940434" h="318770">
                  <a:moveTo>
                    <a:pt x="74675" y="217931"/>
                  </a:moveTo>
                  <a:lnTo>
                    <a:pt x="36575" y="187451"/>
                  </a:lnTo>
                  <a:lnTo>
                    <a:pt x="28955" y="175259"/>
                  </a:lnTo>
                  <a:lnTo>
                    <a:pt x="28955" y="216407"/>
                  </a:lnTo>
                  <a:lnTo>
                    <a:pt x="32003" y="219455"/>
                  </a:lnTo>
                  <a:lnTo>
                    <a:pt x="41147" y="227075"/>
                  </a:lnTo>
                  <a:lnTo>
                    <a:pt x="51815" y="233171"/>
                  </a:lnTo>
                  <a:lnTo>
                    <a:pt x="62483" y="240791"/>
                  </a:lnTo>
                  <a:lnTo>
                    <a:pt x="74675" y="21793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52201" y="4308348"/>
              <a:ext cx="654050" cy="321945"/>
            </a:xfrm>
            <a:custGeom>
              <a:avLst/>
              <a:gdLst/>
              <a:ahLst/>
              <a:cxnLst/>
              <a:rect l="l" t="t" r="r" b="b"/>
              <a:pathLst>
                <a:path w="654050" h="321945">
                  <a:moveTo>
                    <a:pt x="54863" y="103631"/>
                  </a:moveTo>
                  <a:lnTo>
                    <a:pt x="38099" y="85343"/>
                  </a:lnTo>
                  <a:lnTo>
                    <a:pt x="35051" y="86867"/>
                  </a:lnTo>
                  <a:lnTo>
                    <a:pt x="27431" y="94487"/>
                  </a:lnTo>
                  <a:lnTo>
                    <a:pt x="4571" y="134111"/>
                  </a:lnTo>
                  <a:lnTo>
                    <a:pt x="0" y="152399"/>
                  </a:lnTo>
                  <a:lnTo>
                    <a:pt x="0" y="160019"/>
                  </a:lnTo>
                  <a:lnTo>
                    <a:pt x="12953" y="160781"/>
                  </a:lnTo>
                  <a:lnTo>
                    <a:pt x="25907" y="160019"/>
                  </a:lnTo>
                  <a:lnTo>
                    <a:pt x="25907" y="153923"/>
                  </a:lnTo>
                  <a:lnTo>
                    <a:pt x="28955" y="141731"/>
                  </a:lnTo>
                  <a:lnTo>
                    <a:pt x="38099" y="123443"/>
                  </a:lnTo>
                  <a:lnTo>
                    <a:pt x="47243" y="111251"/>
                  </a:lnTo>
                  <a:lnTo>
                    <a:pt x="54863" y="103631"/>
                  </a:lnTo>
                  <a:close/>
                </a:path>
                <a:path w="654050" h="321945">
                  <a:moveTo>
                    <a:pt x="54863" y="217931"/>
                  </a:moveTo>
                  <a:lnTo>
                    <a:pt x="51815" y="214883"/>
                  </a:lnTo>
                  <a:lnTo>
                    <a:pt x="47243" y="208787"/>
                  </a:lnTo>
                  <a:lnTo>
                    <a:pt x="41147" y="202691"/>
                  </a:lnTo>
                  <a:lnTo>
                    <a:pt x="38099" y="196595"/>
                  </a:lnTo>
                  <a:lnTo>
                    <a:pt x="33527" y="190499"/>
                  </a:lnTo>
                  <a:lnTo>
                    <a:pt x="30479" y="184403"/>
                  </a:lnTo>
                  <a:lnTo>
                    <a:pt x="25907" y="166115"/>
                  </a:lnTo>
                  <a:lnTo>
                    <a:pt x="25907" y="161543"/>
                  </a:lnTo>
                  <a:lnTo>
                    <a:pt x="12953" y="160781"/>
                  </a:lnTo>
                  <a:lnTo>
                    <a:pt x="0" y="161543"/>
                  </a:lnTo>
                  <a:lnTo>
                    <a:pt x="1523" y="170687"/>
                  </a:lnTo>
                  <a:lnTo>
                    <a:pt x="3047" y="178307"/>
                  </a:lnTo>
                  <a:lnTo>
                    <a:pt x="4571" y="187451"/>
                  </a:lnTo>
                  <a:lnTo>
                    <a:pt x="7619" y="196595"/>
                  </a:lnTo>
                  <a:lnTo>
                    <a:pt x="16763" y="211835"/>
                  </a:lnTo>
                  <a:lnTo>
                    <a:pt x="35051" y="234695"/>
                  </a:lnTo>
                  <a:lnTo>
                    <a:pt x="38099" y="236219"/>
                  </a:lnTo>
                  <a:lnTo>
                    <a:pt x="54863" y="217931"/>
                  </a:lnTo>
                  <a:close/>
                </a:path>
                <a:path w="654050" h="321945">
                  <a:moveTo>
                    <a:pt x="25907" y="161543"/>
                  </a:moveTo>
                  <a:lnTo>
                    <a:pt x="25907" y="160019"/>
                  </a:lnTo>
                  <a:lnTo>
                    <a:pt x="12953" y="160781"/>
                  </a:lnTo>
                  <a:lnTo>
                    <a:pt x="25907" y="161543"/>
                  </a:lnTo>
                  <a:close/>
                </a:path>
                <a:path w="654050" h="321945">
                  <a:moveTo>
                    <a:pt x="137159" y="56387"/>
                  </a:moveTo>
                  <a:lnTo>
                    <a:pt x="129539" y="32003"/>
                  </a:lnTo>
                  <a:lnTo>
                    <a:pt x="99059" y="44195"/>
                  </a:lnTo>
                  <a:lnTo>
                    <a:pt x="77723" y="54863"/>
                  </a:lnTo>
                  <a:lnTo>
                    <a:pt x="59435" y="67055"/>
                  </a:lnTo>
                  <a:lnTo>
                    <a:pt x="57911" y="68579"/>
                  </a:lnTo>
                  <a:lnTo>
                    <a:pt x="73151" y="88391"/>
                  </a:lnTo>
                  <a:lnTo>
                    <a:pt x="74675" y="88391"/>
                  </a:lnTo>
                  <a:lnTo>
                    <a:pt x="82295" y="82295"/>
                  </a:lnTo>
                  <a:lnTo>
                    <a:pt x="91439" y="77723"/>
                  </a:lnTo>
                  <a:lnTo>
                    <a:pt x="111251" y="67055"/>
                  </a:lnTo>
                  <a:lnTo>
                    <a:pt x="132587" y="57911"/>
                  </a:lnTo>
                  <a:lnTo>
                    <a:pt x="137159" y="56387"/>
                  </a:lnTo>
                  <a:close/>
                </a:path>
                <a:path w="654050" h="321945">
                  <a:moveTo>
                    <a:pt x="234695" y="32003"/>
                  </a:moveTo>
                  <a:lnTo>
                    <a:pt x="230123" y="6095"/>
                  </a:lnTo>
                  <a:lnTo>
                    <a:pt x="201167" y="12191"/>
                  </a:lnTo>
                  <a:lnTo>
                    <a:pt x="173735" y="18287"/>
                  </a:lnTo>
                  <a:lnTo>
                    <a:pt x="153923" y="24383"/>
                  </a:lnTo>
                  <a:lnTo>
                    <a:pt x="161543" y="48767"/>
                  </a:lnTo>
                  <a:lnTo>
                    <a:pt x="181355" y="42671"/>
                  </a:lnTo>
                  <a:lnTo>
                    <a:pt x="207263" y="36575"/>
                  </a:lnTo>
                  <a:lnTo>
                    <a:pt x="234695" y="32003"/>
                  </a:lnTo>
                  <a:close/>
                </a:path>
                <a:path w="654050" h="321945">
                  <a:moveTo>
                    <a:pt x="326897" y="12191"/>
                  </a:moveTo>
                  <a:lnTo>
                    <a:pt x="326135" y="0"/>
                  </a:lnTo>
                  <a:lnTo>
                    <a:pt x="294131" y="0"/>
                  </a:lnTo>
                  <a:lnTo>
                    <a:pt x="262127" y="3047"/>
                  </a:lnTo>
                  <a:lnTo>
                    <a:pt x="256031" y="3047"/>
                  </a:lnTo>
                  <a:lnTo>
                    <a:pt x="259079" y="28955"/>
                  </a:lnTo>
                  <a:lnTo>
                    <a:pt x="265175" y="27431"/>
                  </a:lnTo>
                  <a:lnTo>
                    <a:pt x="295655" y="25907"/>
                  </a:lnTo>
                  <a:lnTo>
                    <a:pt x="326135" y="24456"/>
                  </a:lnTo>
                  <a:lnTo>
                    <a:pt x="326897" y="12191"/>
                  </a:lnTo>
                  <a:close/>
                </a:path>
                <a:path w="654050" h="321945">
                  <a:moveTo>
                    <a:pt x="327659" y="24383"/>
                  </a:moveTo>
                  <a:lnTo>
                    <a:pt x="326897" y="12191"/>
                  </a:lnTo>
                  <a:lnTo>
                    <a:pt x="326135" y="24383"/>
                  </a:lnTo>
                  <a:lnTo>
                    <a:pt x="326379" y="24444"/>
                  </a:lnTo>
                  <a:lnTo>
                    <a:pt x="327659" y="24383"/>
                  </a:lnTo>
                  <a:close/>
                </a:path>
                <a:path w="654050" h="321945">
                  <a:moveTo>
                    <a:pt x="326379" y="24444"/>
                  </a:moveTo>
                  <a:lnTo>
                    <a:pt x="326135" y="24383"/>
                  </a:lnTo>
                  <a:lnTo>
                    <a:pt x="326379" y="24444"/>
                  </a:lnTo>
                  <a:close/>
                </a:path>
                <a:path w="654050" h="321945">
                  <a:moveTo>
                    <a:pt x="327659" y="24764"/>
                  </a:moveTo>
                  <a:lnTo>
                    <a:pt x="327659" y="24383"/>
                  </a:lnTo>
                  <a:lnTo>
                    <a:pt x="326379" y="24444"/>
                  </a:lnTo>
                  <a:lnTo>
                    <a:pt x="327659" y="24764"/>
                  </a:lnTo>
                  <a:close/>
                </a:path>
                <a:path w="654050" h="321945">
                  <a:moveTo>
                    <a:pt x="333755" y="0"/>
                  </a:moveTo>
                  <a:lnTo>
                    <a:pt x="327659" y="0"/>
                  </a:lnTo>
                  <a:lnTo>
                    <a:pt x="326897" y="12191"/>
                  </a:lnTo>
                  <a:lnTo>
                    <a:pt x="327659" y="24383"/>
                  </a:lnTo>
                  <a:lnTo>
                    <a:pt x="327659" y="24764"/>
                  </a:lnTo>
                  <a:lnTo>
                    <a:pt x="332231" y="25907"/>
                  </a:lnTo>
                  <a:lnTo>
                    <a:pt x="333755" y="0"/>
                  </a:lnTo>
                  <a:close/>
                </a:path>
                <a:path w="654050" h="321945">
                  <a:moveTo>
                    <a:pt x="435863" y="9143"/>
                  </a:moveTo>
                  <a:lnTo>
                    <a:pt x="422147" y="6095"/>
                  </a:lnTo>
                  <a:lnTo>
                    <a:pt x="391667" y="3047"/>
                  </a:lnTo>
                  <a:lnTo>
                    <a:pt x="359663" y="0"/>
                  </a:lnTo>
                  <a:lnTo>
                    <a:pt x="358139" y="25907"/>
                  </a:lnTo>
                  <a:lnTo>
                    <a:pt x="388619" y="27431"/>
                  </a:lnTo>
                  <a:lnTo>
                    <a:pt x="419099" y="32003"/>
                  </a:lnTo>
                  <a:lnTo>
                    <a:pt x="432815" y="33527"/>
                  </a:lnTo>
                  <a:lnTo>
                    <a:pt x="435863" y="9143"/>
                  </a:lnTo>
                  <a:close/>
                </a:path>
                <a:path w="654050" h="321945">
                  <a:moveTo>
                    <a:pt x="536447" y="36575"/>
                  </a:moveTo>
                  <a:lnTo>
                    <a:pt x="530351" y="33527"/>
                  </a:lnTo>
                  <a:lnTo>
                    <a:pt x="505967" y="25907"/>
                  </a:lnTo>
                  <a:lnTo>
                    <a:pt x="480059" y="18287"/>
                  </a:lnTo>
                  <a:lnTo>
                    <a:pt x="461771" y="13715"/>
                  </a:lnTo>
                  <a:lnTo>
                    <a:pt x="455675" y="38099"/>
                  </a:lnTo>
                  <a:lnTo>
                    <a:pt x="473963" y="42671"/>
                  </a:lnTo>
                  <a:lnTo>
                    <a:pt x="522731" y="57911"/>
                  </a:lnTo>
                  <a:lnTo>
                    <a:pt x="527303" y="60959"/>
                  </a:lnTo>
                  <a:lnTo>
                    <a:pt x="536447" y="36575"/>
                  </a:lnTo>
                  <a:close/>
                </a:path>
                <a:path w="654050" h="321945">
                  <a:moveTo>
                    <a:pt x="626363" y="94487"/>
                  </a:moveTo>
                  <a:lnTo>
                    <a:pt x="624839" y="94487"/>
                  </a:lnTo>
                  <a:lnTo>
                    <a:pt x="618743" y="86867"/>
                  </a:lnTo>
                  <a:lnTo>
                    <a:pt x="611123" y="80771"/>
                  </a:lnTo>
                  <a:lnTo>
                    <a:pt x="603503" y="73151"/>
                  </a:lnTo>
                  <a:lnTo>
                    <a:pt x="585215" y="60959"/>
                  </a:lnTo>
                  <a:lnTo>
                    <a:pt x="574547" y="54863"/>
                  </a:lnTo>
                  <a:lnTo>
                    <a:pt x="560831" y="47243"/>
                  </a:lnTo>
                  <a:lnTo>
                    <a:pt x="548639" y="70103"/>
                  </a:lnTo>
                  <a:lnTo>
                    <a:pt x="563879" y="77723"/>
                  </a:lnTo>
                  <a:lnTo>
                    <a:pt x="571499" y="82295"/>
                  </a:lnTo>
                  <a:lnTo>
                    <a:pt x="580643" y="88391"/>
                  </a:lnTo>
                  <a:lnTo>
                    <a:pt x="588263" y="94487"/>
                  </a:lnTo>
                  <a:lnTo>
                    <a:pt x="594359" y="99059"/>
                  </a:lnTo>
                  <a:lnTo>
                    <a:pt x="601979" y="105155"/>
                  </a:lnTo>
                  <a:lnTo>
                    <a:pt x="606551" y="111251"/>
                  </a:lnTo>
                  <a:lnTo>
                    <a:pt x="626363" y="94487"/>
                  </a:lnTo>
                  <a:close/>
                </a:path>
                <a:path w="654050" h="321945">
                  <a:moveTo>
                    <a:pt x="653795" y="160019"/>
                  </a:moveTo>
                  <a:lnTo>
                    <a:pt x="650747" y="141731"/>
                  </a:lnTo>
                  <a:lnTo>
                    <a:pt x="649223" y="134111"/>
                  </a:lnTo>
                  <a:lnTo>
                    <a:pt x="646175" y="124967"/>
                  </a:lnTo>
                  <a:lnTo>
                    <a:pt x="643127" y="118871"/>
                  </a:lnTo>
                  <a:lnTo>
                    <a:pt x="620267" y="129539"/>
                  </a:lnTo>
                  <a:lnTo>
                    <a:pt x="623315" y="135635"/>
                  </a:lnTo>
                  <a:lnTo>
                    <a:pt x="624839" y="143255"/>
                  </a:lnTo>
                  <a:lnTo>
                    <a:pt x="627887" y="155447"/>
                  </a:lnTo>
                  <a:lnTo>
                    <a:pt x="627887" y="160019"/>
                  </a:lnTo>
                  <a:lnTo>
                    <a:pt x="640841" y="160781"/>
                  </a:lnTo>
                  <a:lnTo>
                    <a:pt x="653795" y="160019"/>
                  </a:lnTo>
                  <a:close/>
                </a:path>
                <a:path w="654050" h="321945">
                  <a:moveTo>
                    <a:pt x="653795" y="169163"/>
                  </a:moveTo>
                  <a:lnTo>
                    <a:pt x="653795" y="161543"/>
                  </a:lnTo>
                  <a:lnTo>
                    <a:pt x="640841" y="160781"/>
                  </a:lnTo>
                  <a:lnTo>
                    <a:pt x="627887" y="161543"/>
                  </a:lnTo>
                  <a:lnTo>
                    <a:pt x="627887" y="167639"/>
                  </a:lnTo>
                  <a:lnTo>
                    <a:pt x="624839" y="179831"/>
                  </a:lnTo>
                  <a:lnTo>
                    <a:pt x="621791" y="185927"/>
                  </a:lnTo>
                  <a:lnTo>
                    <a:pt x="620267" y="192023"/>
                  </a:lnTo>
                  <a:lnTo>
                    <a:pt x="643127" y="202691"/>
                  </a:lnTo>
                  <a:lnTo>
                    <a:pt x="646175" y="195071"/>
                  </a:lnTo>
                  <a:lnTo>
                    <a:pt x="649223" y="185927"/>
                  </a:lnTo>
                  <a:lnTo>
                    <a:pt x="652271" y="178307"/>
                  </a:lnTo>
                  <a:lnTo>
                    <a:pt x="653795" y="169163"/>
                  </a:lnTo>
                  <a:close/>
                </a:path>
                <a:path w="654050" h="321945">
                  <a:moveTo>
                    <a:pt x="640841" y="160781"/>
                  </a:moveTo>
                  <a:lnTo>
                    <a:pt x="627887" y="160019"/>
                  </a:lnTo>
                  <a:lnTo>
                    <a:pt x="627887" y="161543"/>
                  </a:lnTo>
                  <a:lnTo>
                    <a:pt x="640841" y="160781"/>
                  </a:lnTo>
                  <a:close/>
                </a:path>
                <a:path w="654050" h="321945">
                  <a:moveTo>
                    <a:pt x="626363" y="225551"/>
                  </a:moveTo>
                  <a:lnTo>
                    <a:pt x="606551" y="210311"/>
                  </a:lnTo>
                  <a:lnTo>
                    <a:pt x="594359" y="222503"/>
                  </a:lnTo>
                  <a:lnTo>
                    <a:pt x="586739" y="227075"/>
                  </a:lnTo>
                  <a:lnTo>
                    <a:pt x="571499" y="239267"/>
                  </a:lnTo>
                  <a:lnTo>
                    <a:pt x="562355" y="243839"/>
                  </a:lnTo>
                  <a:lnTo>
                    <a:pt x="548639" y="251459"/>
                  </a:lnTo>
                  <a:lnTo>
                    <a:pt x="560831" y="272795"/>
                  </a:lnTo>
                  <a:lnTo>
                    <a:pt x="576071" y="265175"/>
                  </a:lnTo>
                  <a:lnTo>
                    <a:pt x="603503" y="246887"/>
                  </a:lnTo>
                  <a:lnTo>
                    <a:pt x="611123" y="240791"/>
                  </a:lnTo>
                  <a:lnTo>
                    <a:pt x="626363" y="225551"/>
                  </a:lnTo>
                  <a:close/>
                </a:path>
                <a:path w="654050" h="321945">
                  <a:moveTo>
                    <a:pt x="536447" y="283463"/>
                  </a:moveTo>
                  <a:lnTo>
                    <a:pt x="527303" y="260603"/>
                  </a:lnTo>
                  <a:lnTo>
                    <a:pt x="521207" y="263651"/>
                  </a:lnTo>
                  <a:lnTo>
                    <a:pt x="498347" y="271271"/>
                  </a:lnTo>
                  <a:lnTo>
                    <a:pt x="472439" y="278891"/>
                  </a:lnTo>
                  <a:lnTo>
                    <a:pt x="455675" y="281939"/>
                  </a:lnTo>
                  <a:lnTo>
                    <a:pt x="461771" y="306323"/>
                  </a:lnTo>
                  <a:lnTo>
                    <a:pt x="480059" y="303275"/>
                  </a:lnTo>
                  <a:lnTo>
                    <a:pt x="505967" y="295655"/>
                  </a:lnTo>
                  <a:lnTo>
                    <a:pt x="531875" y="286511"/>
                  </a:lnTo>
                  <a:lnTo>
                    <a:pt x="536447" y="283463"/>
                  </a:lnTo>
                  <a:close/>
                </a:path>
                <a:path w="654050" h="321945">
                  <a:moveTo>
                    <a:pt x="435863" y="312419"/>
                  </a:moveTo>
                  <a:lnTo>
                    <a:pt x="432815" y="286511"/>
                  </a:lnTo>
                  <a:lnTo>
                    <a:pt x="417575" y="289559"/>
                  </a:lnTo>
                  <a:lnTo>
                    <a:pt x="388619" y="292607"/>
                  </a:lnTo>
                  <a:lnTo>
                    <a:pt x="358139" y="295655"/>
                  </a:lnTo>
                  <a:lnTo>
                    <a:pt x="358139" y="320039"/>
                  </a:lnTo>
                  <a:lnTo>
                    <a:pt x="359663" y="320039"/>
                  </a:lnTo>
                  <a:lnTo>
                    <a:pt x="391667" y="318515"/>
                  </a:lnTo>
                  <a:lnTo>
                    <a:pt x="422147" y="313943"/>
                  </a:lnTo>
                  <a:lnTo>
                    <a:pt x="435863" y="312419"/>
                  </a:lnTo>
                  <a:close/>
                </a:path>
                <a:path w="654050" h="321945">
                  <a:moveTo>
                    <a:pt x="326897" y="308609"/>
                  </a:moveTo>
                  <a:lnTo>
                    <a:pt x="326135" y="295655"/>
                  </a:lnTo>
                  <a:lnTo>
                    <a:pt x="295655" y="295655"/>
                  </a:lnTo>
                  <a:lnTo>
                    <a:pt x="265175" y="292607"/>
                  </a:lnTo>
                  <a:lnTo>
                    <a:pt x="259079" y="292607"/>
                  </a:lnTo>
                  <a:lnTo>
                    <a:pt x="256031" y="316991"/>
                  </a:lnTo>
                  <a:lnTo>
                    <a:pt x="262127" y="318515"/>
                  </a:lnTo>
                  <a:lnTo>
                    <a:pt x="326135" y="321563"/>
                  </a:lnTo>
                  <a:lnTo>
                    <a:pt x="326897" y="308609"/>
                  </a:lnTo>
                  <a:close/>
                </a:path>
                <a:path w="654050" h="321945">
                  <a:moveTo>
                    <a:pt x="327659" y="295655"/>
                  </a:moveTo>
                  <a:lnTo>
                    <a:pt x="326135" y="295655"/>
                  </a:lnTo>
                  <a:lnTo>
                    <a:pt x="326897" y="308609"/>
                  </a:lnTo>
                  <a:lnTo>
                    <a:pt x="327659" y="295655"/>
                  </a:lnTo>
                  <a:close/>
                </a:path>
                <a:path w="654050" h="321945">
                  <a:moveTo>
                    <a:pt x="333755" y="321563"/>
                  </a:moveTo>
                  <a:lnTo>
                    <a:pt x="332231" y="295655"/>
                  </a:lnTo>
                  <a:lnTo>
                    <a:pt x="327659" y="295655"/>
                  </a:lnTo>
                  <a:lnTo>
                    <a:pt x="326897" y="308609"/>
                  </a:lnTo>
                  <a:lnTo>
                    <a:pt x="327659" y="321563"/>
                  </a:lnTo>
                  <a:lnTo>
                    <a:pt x="333755" y="321563"/>
                  </a:lnTo>
                  <a:close/>
                </a:path>
                <a:path w="654050" h="321945">
                  <a:moveTo>
                    <a:pt x="234695" y="289559"/>
                  </a:moveTo>
                  <a:lnTo>
                    <a:pt x="207263" y="284987"/>
                  </a:lnTo>
                  <a:lnTo>
                    <a:pt x="179831" y="278891"/>
                  </a:lnTo>
                  <a:lnTo>
                    <a:pt x="161543" y="272795"/>
                  </a:lnTo>
                  <a:lnTo>
                    <a:pt x="153923" y="297179"/>
                  </a:lnTo>
                  <a:lnTo>
                    <a:pt x="173735" y="303275"/>
                  </a:lnTo>
                  <a:lnTo>
                    <a:pt x="202691" y="309371"/>
                  </a:lnTo>
                  <a:lnTo>
                    <a:pt x="230123" y="313943"/>
                  </a:lnTo>
                  <a:lnTo>
                    <a:pt x="234695" y="289559"/>
                  </a:lnTo>
                  <a:close/>
                </a:path>
                <a:path w="654050" h="321945">
                  <a:moveTo>
                    <a:pt x="137159" y="265175"/>
                  </a:moveTo>
                  <a:lnTo>
                    <a:pt x="131063" y="262127"/>
                  </a:lnTo>
                  <a:lnTo>
                    <a:pt x="109727" y="252983"/>
                  </a:lnTo>
                  <a:lnTo>
                    <a:pt x="89915" y="243839"/>
                  </a:lnTo>
                  <a:lnTo>
                    <a:pt x="82295" y="237743"/>
                  </a:lnTo>
                  <a:lnTo>
                    <a:pt x="73151" y="233171"/>
                  </a:lnTo>
                  <a:lnTo>
                    <a:pt x="73151" y="231647"/>
                  </a:lnTo>
                  <a:lnTo>
                    <a:pt x="57911" y="252983"/>
                  </a:lnTo>
                  <a:lnTo>
                    <a:pt x="59435" y="254507"/>
                  </a:lnTo>
                  <a:lnTo>
                    <a:pt x="68579" y="260603"/>
                  </a:lnTo>
                  <a:lnTo>
                    <a:pt x="79247" y="265175"/>
                  </a:lnTo>
                  <a:lnTo>
                    <a:pt x="100583" y="277367"/>
                  </a:lnTo>
                  <a:lnTo>
                    <a:pt x="123443" y="286511"/>
                  </a:lnTo>
                  <a:lnTo>
                    <a:pt x="129539" y="289559"/>
                  </a:lnTo>
                  <a:lnTo>
                    <a:pt x="137159" y="26517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02040" y="0"/>
            <a:ext cx="4660900" cy="687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4400" spc="-85" dirty="0"/>
              <a:t>Tree </a:t>
            </a:r>
            <a:r>
              <a:rPr sz="4400" spc="-10" dirty="0"/>
              <a:t>search</a:t>
            </a:r>
            <a:r>
              <a:rPr sz="4400" spc="15" dirty="0"/>
              <a:t> </a:t>
            </a:r>
            <a:r>
              <a:rPr sz="4400" spc="-25" dirty="0"/>
              <a:t>example</a:t>
            </a:r>
            <a:endParaRPr sz="4400" dirty="0"/>
          </a:p>
        </p:txBody>
      </p:sp>
      <p:sp>
        <p:nvSpPr>
          <p:cNvPr id="3" name="object 3"/>
          <p:cNvSpPr/>
          <p:nvPr/>
        </p:nvSpPr>
        <p:spPr>
          <a:xfrm>
            <a:off x="379290" y="685800"/>
            <a:ext cx="6362700" cy="30392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603824" y="5422390"/>
            <a:ext cx="1623060" cy="564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/>
            <a:r>
              <a:rPr spc="-5" dirty="0">
                <a:latin typeface="Tahoma"/>
                <a:cs typeface="Tahoma"/>
              </a:rPr>
              <a:t>Start: </a:t>
            </a:r>
            <a:r>
              <a:rPr spc="-15" dirty="0">
                <a:latin typeface="Tahoma"/>
                <a:cs typeface="Tahoma"/>
              </a:rPr>
              <a:t>Arad  </a:t>
            </a:r>
            <a:r>
              <a:rPr spc="-5" dirty="0">
                <a:latin typeface="Tahoma"/>
                <a:cs typeface="Tahoma"/>
              </a:rPr>
              <a:t>Goal:</a:t>
            </a:r>
            <a:r>
              <a:rPr spc="-55" dirty="0">
                <a:latin typeface="Tahoma"/>
                <a:cs typeface="Tahoma"/>
              </a:rPr>
              <a:t> </a:t>
            </a:r>
            <a:r>
              <a:rPr spc="-5" dirty="0">
                <a:latin typeface="Tahoma"/>
                <a:cs typeface="Tahoma"/>
              </a:rPr>
              <a:t>Bucharest</a:t>
            </a:r>
            <a:endParaRPr>
              <a:latin typeface="Tahoma"/>
              <a:cs typeface="Tahoma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5EF4AF9-7AC1-3059-9116-FE927C6C7E88}"/>
              </a:ext>
            </a:extLst>
          </p:cNvPr>
          <p:cNvGrpSpPr/>
          <p:nvPr/>
        </p:nvGrpSpPr>
        <p:grpSpPr>
          <a:xfrm>
            <a:off x="6564312" y="3725038"/>
            <a:ext cx="6718423" cy="3694304"/>
            <a:chOff x="5637089" y="4290693"/>
            <a:chExt cx="5486401" cy="2648461"/>
          </a:xfrm>
        </p:grpSpPr>
        <p:sp>
          <p:nvSpPr>
            <p:cNvPr id="4" name="object 4"/>
            <p:cNvSpPr/>
            <p:nvPr/>
          </p:nvSpPr>
          <p:spPr>
            <a:xfrm>
              <a:off x="5789490" y="4290693"/>
              <a:ext cx="5334000" cy="261518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227891" y="6204203"/>
              <a:ext cx="711835" cy="407034"/>
            </a:xfrm>
            <a:custGeom>
              <a:avLst/>
              <a:gdLst/>
              <a:ahLst/>
              <a:cxnLst/>
              <a:rect l="l" t="t" r="r" b="b"/>
              <a:pathLst>
                <a:path w="711834" h="407034">
                  <a:moveTo>
                    <a:pt x="711707" y="202691"/>
                  </a:moveTo>
                  <a:lnTo>
                    <a:pt x="707135" y="170687"/>
                  </a:lnTo>
                  <a:lnTo>
                    <a:pt x="704087" y="160019"/>
                  </a:lnTo>
                  <a:lnTo>
                    <a:pt x="699515" y="149351"/>
                  </a:lnTo>
                  <a:lnTo>
                    <a:pt x="693419" y="140207"/>
                  </a:lnTo>
                  <a:lnTo>
                    <a:pt x="688847" y="131063"/>
                  </a:lnTo>
                  <a:lnTo>
                    <a:pt x="656843" y="94487"/>
                  </a:lnTo>
                  <a:lnTo>
                    <a:pt x="615695" y="64007"/>
                  </a:lnTo>
                  <a:lnTo>
                    <a:pt x="603503" y="57911"/>
                  </a:lnTo>
                  <a:lnTo>
                    <a:pt x="579119" y="44195"/>
                  </a:lnTo>
                  <a:lnTo>
                    <a:pt x="522731" y="24383"/>
                  </a:lnTo>
                  <a:lnTo>
                    <a:pt x="460247" y="9143"/>
                  </a:lnTo>
                  <a:lnTo>
                    <a:pt x="391667" y="1523"/>
                  </a:lnTo>
                  <a:lnTo>
                    <a:pt x="355091" y="0"/>
                  </a:lnTo>
                  <a:lnTo>
                    <a:pt x="320039" y="1523"/>
                  </a:lnTo>
                  <a:lnTo>
                    <a:pt x="251459" y="9143"/>
                  </a:lnTo>
                  <a:lnTo>
                    <a:pt x="158495" y="33527"/>
                  </a:lnTo>
                  <a:lnTo>
                    <a:pt x="106679" y="57911"/>
                  </a:lnTo>
                  <a:lnTo>
                    <a:pt x="62483" y="86867"/>
                  </a:lnTo>
                  <a:lnTo>
                    <a:pt x="28955" y="121919"/>
                  </a:lnTo>
                  <a:lnTo>
                    <a:pt x="7619" y="161543"/>
                  </a:lnTo>
                  <a:lnTo>
                    <a:pt x="0" y="193547"/>
                  </a:lnTo>
                  <a:lnTo>
                    <a:pt x="0" y="204215"/>
                  </a:lnTo>
                  <a:lnTo>
                    <a:pt x="7619" y="246887"/>
                  </a:lnTo>
                  <a:lnTo>
                    <a:pt x="25907" y="279501"/>
                  </a:lnTo>
                  <a:lnTo>
                    <a:pt x="25907" y="193547"/>
                  </a:lnTo>
                  <a:lnTo>
                    <a:pt x="27431" y="185927"/>
                  </a:lnTo>
                  <a:lnTo>
                    <a:pt x="28955" y="176783"/>
                  </a:lnTo>
                  <a:lnTo>
                    <a:pt x="32003" y="169163"/>
                  </a:lnTo>
                  <a:lnTo>
                    <a:pt x="35051" y="160019"/>
                  </a:lnTo>
                  <a:lnTo>
                    <a:pt x="79247" y="106679"/>
                  </a:lnTo>
                  <a:lnTo>
                    <a:pt x="99059" y="92963"/>
                  </a:lnTo>
                  <a:lnTo>
                    <a:pt x="108203" y="85343"/>
                  </a:lnTo>
                  <a:lnTo>
                    <a:pt x="120395" y="79247"/>
                  </a:lnTo>
                  <a:lnTo>
                    <a:pt x="143255" y="67055"/>
                  </a:lnTo>
                  <a:lnTo>
                    <a:pt x="169163" y="57911"/>
                  </a:lnTo>
                  <a:lnTo>
                    <a:pt x="225551" y="39623"/>
                  </a:lnTo>
                  <a:lnTo>
                    <a:pt x="288035" y="28955"/>
                  </a:lnTo>
                  <a:lnTo>
                    <a:pt x="321563" y="25907"/>
                  </a:lnTo>
                  <a:lnTo>
                    <a:pt x="390143" y="25907"/>
                  </a:lnTo>
                  <a:lnTo>
                    <a:pt x="455675" y="33527"/>
                  </a:lnTo>
                  <a:lnTo>
                    <a:pt x="516635" y="48767"/>
                  </a:lnTo>
                  <a:lnTo>
                    <a:pt x="568451" y="68579"/>
                  </a:lnTo>
                  <a:lnTo>
                    <a:pt x="614171" y="92963"/>
                  </a:lnTo>
                  <a:lnTo>
                    <a:pt x="623315" y="100583"/>
                  </a:lnTo>
                  <a:lnTo>
                    <a:pt x="632459" y="106679"/>
                  </a:lnTo>
                  <a:lnTo>
                    <a:pt x="640079" y="114299"/>
                  </a:lnTo>
                  <a:lnTo>
                    <a:pt x="649223" y="121919"/>
                  </a:lnTo>
                  <a:lnTo>
                    <a:pt x="667511" y="144779"/>
                  </a:lnTo>
                  <a:lnTo>
                    <a:pt x="672083" y="153923"/>
                  </a:lnTo>
                  <a:lnTo>
                    <a:pt x="676655" y="161543"/>
                  </a:lnTo>
                  <a:lnTo>
                    <a:pt x="679703" y="169163"/>
                  </a:lnTo>
                  <a:lnTo>
                    <a:pt x="682751" y="178307"/>
                  </a:lnTo>
                  <a:lnTo>
                    <a:pt x="684275" y="187451"/>
                  </a:lnTo>
                  <a:lnTo>
                    <a:pt x="685799" y="195071"/>
                  </a:lnTo>
                  <a:lnTo>
                    <a:pt x="685799" y="280415"/>
                  </a:lnTo>
                  <a:lnTo>
                    <a:pt x="688847" y="275843"/>
                  </a:lnTo>
                  <a:lnTo>
                    <a:pt x="694943" y="265175"/>
                  </a:lnTo>
                  <a:lnTo>
                    <a:pt x="699515" y="256031"/>
                  </a:lnTo>
                  <a:lnTo>
                    <a:pt x="704087" y="245363"/>
                  </a:lnTo>
                  <a:lnTo>
                    <a:pt x="710183" y="224027"/>
                  </a:lnTo>
                  <a:lnTo>
                    <a:pt x="710183" y="213359"/>
                  </a:lnTo>
                  <a:lnTo>
                    <a:pt x="711707" y="202691"/>
                  </a:lnTo>
                  <a:close/>
                </a:path>
                <a:path w="711834" h="407034">
                  <a:moveTo>
                    <a:pt x="685799" y="280415"/>
                  </a:moveTo>
                  <a:lnTo>
                    <a:pt x="685799" y="213359"/>
                  </a:lnTo>
                  <a:lnTo>
                    <a:pt x="684275" y="220979"/>
                  </a:lnTo>
                  <a:lnTo>
                    <a:pt x="682751" y="230123"/>
                  </a:lnTo>
                  <a:lnTo>
                    <a:pt x="679703" y="237743"/>
                  </a:lnTo>
                  <a:lnTo>
                    <a:pt x="655319" y="277367"/>
                  </a:lnTo>
                  <a:lnTo>
                    <a:pt x="623315" y="307847"/>
                  </a:lnTo>
                  <a:lnTo>
                    <a:pt x="612647" y="313943"/>
                  </a:lnTo>
                  <a:lnTo>
                    <a:pt x="603503" y="321563"/>
                  </a:lnTo>
                  <a:lnTo>
                    <a:pt x="568451" y="338327"/>
                  </a:lnTo>
                  <a:lnTo>
                    <a:pt x="515111" y="359663"/>
                  </a:lnTo>
                  <a:lnTo>
                    <a:pt x="455675" y="373379"/>
                  </a:lnTo>
                  <a:lnTo>
                    <a:pt x="390143" y="379475"/>
                  </a:lnTo>
                  <a:lnTo>
                    <a:pt x="355091" y="380999"/>
                  </a:lnTo>
                  <a:lnTo>
                    <a:pt x="321563" y="380999"/>
                  </a:lnTo>
                  <a:lnTo>
                    <a:pt x="256031" y="373379"/>
                  </a:lnTo>
                  <a:lnTo>
                    <a:pt x="195071" y="358139"/>
                  </a:lnTo>
                  <a:lnTo>
                    <a:pt x="143255" y="338327"/>
                  </a:lnTo>
                  <a:lnTo>
                    <a:pt x="97535" y="313943"/>
                  </a:lnTo>
                  <a:lnTo>
                    <a:pt x="88391" y="306323"/>
                  </a:lnTo>
                  <a:lnTo>
                    <a:pt x="79247" y="300227"/>
                  </a:lnTo>
                  <a:lnTo>
                    <a:pt x="70103" y="292607"/>
                  </a:lnTo>
                  <a:lnTo>
                    <a:pt x="62483" y="284987"/>
                  </a:lnTo>
                  <a:lnTo>
                    <a:pt x="44195" y="262127"/>
                  </a:lnTo>
                  <a:lnTo>
                    <a:pt x="39623" y="252983"/>
                  </a:lnTo>
                  <a:lnTo>
                    <a:pt x="35051" y="245363"/>
                  </a:lnTo>
                  <a:lnTo>
                    <a:pt x="32003" y="236219"/>
                  </a:lnTo>
                  <a:lnTo>
                    <a:pt x="28955" y="228599"/>
                  </a:lnTo>
                  <a:lnTo>
                    <a:pt x="27431" y="219455"/>
                  </a:lnTo>
                  <a:lnTo>
                    <a:pt x="25907" y="211835"/>
                  </a:lnTo>
                  <a:lnTo>
                    <a:pt x="25907" y="279501"/>
                  </a:lnTo>
                  <a:lnTo>
                    <a:pt x="54863" y="312419"/>
                  </a:lnTo>
                  <a:lnTo>
                    <a:pt x="96011" y="342899"/>
                  </a:lnTo>
                  <a:lnTo>
                    <a:pt x="108203" y="348995"/>
                  </a:lnTo>
                  <a:lnTo>
                    <a:pt x="132587" y="362711"/>
                  </a:lnTo>
                  <a:lnTo>
                    <a:pt x="188975" y="382523"/>
                  </a:lnTo>
                  <a:lnTo>
                    <a:pt x="251459" y="397763"/>
                  </a:lnTo>
                  <a:lnTo>
                    <a:pt x="320039" y="405383"/>
                  </a:lnTo>
                  <a:lnTo>
                    <a:pt x="356615" y="406907"/>
                  </a:lnTo>
                  <a:lnTo>
                    <a:pt x="391667" y="405383"/>
                  </a:lnTo>
                  <a:lnTo>
                    <a:pt x="460247" y="397763"/>
                  </a:lnTo>
                  <a:lnTo>
                    <a:pt x="522731" y="382523"/>
                  </a:lnTo>
                  <a:lnTo>
                    <a:pt x="579119" y="361187"/>
                  </a:lnTo>
                  <a:lnTo>
                    <a:pt x="617219" y="342899"/>
                  </a:lnTo>
                  <a:lnTo>
                    <a:pt x="658367" y="310895"/>
                  </a:lnTo>
                  <a:lnTo>
                    <a:pt x="667511" y="303275"/>
                  </a:lnTo>
                  <a:lnTo>
                    <a:pt x="682751" y="284987"/>
                  </a:lnTo>
                  <a:lnTo>
                    <a:pt x="685799" y="28041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637089" y="4908804"/>
              <a:ext cx="483234" cy="330835"/>
            </a:xfrm>
            <a:custGeom>
              <a:avLst/>
              <a:gdLst/>
              <a:ahLst/>
              <a:cxnLst/>
              <a:rect l="l" t="t" r="r" b="b"/>
              <a:pathLst>
                <a:path w="483235" h="330835">
                  <a:moveTo>
                    <a:pt x="48767" y="102107"/>
                  </a:moveTo>
                  <a:lnTo>
                    <a:pt x="28955" y="88391"/>
                  </a:lnTo>
                  <a:lnTo>
                    <a:pt x="19811" y="100583"/>
                  </a:lnTo>
                  <a:lnTo>
                    <a:pt x="10667" y="115823"/>
                  </a:lnTo>
                  <a:lnTo>
                    <a:pt x="4571" y="131063"/>
                  </a:lnTo>
                  <a:lnTo>
                    <a:pt x="1523" y="147827"/>
                  </a:lnTo>
                  <a:lnTo>
                    <a:pt x="0" y="156971"/>
                  </a:lnTo>
                  <a:lnTo>
                    <a:pt x="0" y="164591"/>
                  </a:lnTo>
                  <a:lnTo>
                    <a:pt x="25907" y="166115"/>
                  </a:lnTo>
                  <a:lnTo>
                    <a:pt x="25907" y="158495"/>
                  </a:lnTo>
                  <a:lnTo>
                    <a:pt x="27431" y="150875"/>
                  </a:lnTo>
                  <a:lnTo>
                    <a:pt x="30479" y="137159"/>
                  </a:lnTo>
                  <a:lnTo>
                    <a:pt x="35051" y="124967"/>
                  </a:lnTo>
                  <a:lnTo>
                    <a:pt x="42671" y="112775"/>
                  </a:lnTo>
                  <a:lnTo>
                    <a:pt x="48767" y="102107"/>
                  </a:lnTo>
                  <a:close/>
                </a:path>
                <a:path w="483235" h="330835">
                  <a:moveTo>
                    <a:pt x="124967" y="48767"/>
                  </a:moveTo>
                  <a:lnTo>
                    <a:pt x="115823" y="24383"/>
                  </a:lnTo>
                  <a:lnTo>
                    <a:pt x="108203" y="27431"/>
                  </a:lnTo>
                  <a:lnTo>
                    <a:pt x="89915" y="36575"/>
                  </a:lnTo>
                  <a:lnTo>
                    <a:pt x="71627" y="47243"/>
                  </a:lnTo>
                  <a:lnTo>
                    <a:pt x="56387" y="59435"/>
                  </a:lnTo>
                  <a:lnTo>
                    <a:pt x="47243" y="67055"/>
                  </a:lnTo>
                  <a:lnTo>
                    <a:pt x="64007" y="85343"/>
                  </a:lnTo>
                  <a:lnTo>
                    <a:pt x="73151" y="77723"/>
                  </a:lnTo>
                  <a:lnTo>
                    <a:pt x="86867" y="68579"/>
                  </a:lnTo>
                  <a:lnTo>
                    <a:pt x="102107" y="57911"/>
                  </a:lnTo>
                  <a:lnTo>
                    <a:pt x="118871" y="50291"/>
                  </a:lnTo>
                  <a:lnTo>
                    <a:pt x="124967" y="48767"/>
                  </a:lnTo>
                  <a:close/>
                </a:path>
                <a:path w="483235" h="330835">
                  <a:moveTo>
                    <a:pt x="219455" y="25907"/>
                  </a:moveTo>
                  <a:lnTo>
                    <a:pt x="217931" y="1523"/>
                  </a:lnTo>
                  <a:lnTo>
                    <a:pt x="216407" y="1523"/>
                  </a:lnTo>
                  <a:lnTo>
                    <a:pt x="193547" y="3047"/>
                  </a:lnTo>
                  <a:lnTo>
                    <a:pt x="170687" y="7619"/>
                  </a:lnTo>
                  <a:lnTo>
                    <a:pt x="149351" y="12191"/>
                  </a:lnTo>
                  <a:lnTo>
                    <a:pt x="140207" y="15239"/>
                  </a:lnTo>
                  <a:lnTo>
                    <a:pt x="147827" y="39623"/>
                  </a:lnTo>
                  <a:lnTo>
                    <a:pt x="156971" y="36575"/>
                  </a:lnTo>
                  <a:lnTo>
                    <a:pt x="176783" y="32003"/>
                  </a:lnTo>
                  <a:lnTo>
                    <a:pt x="219455" y="25907"/>
                  </a:lnTo>
                  <a:close/>
                </a:path>
                <a:path w="483235" h="330835">
                  <a:moveTo>
                    <a:pt x="323087" y="9143"/>
                  </a:moveTo>
                  <a:lnTo>
                    <a:pt x="310895" y="7619"/>
                  </a:lnTo>
                  <a:lnTo>
                    <a:pt x="289559" y="3047"/>
                  </a:lnTo>
                  <a:lnTo>
                    <a:pt x="265175" y="1523"/>
                  </a:lnTo>
                  <a:lnTo>
                    <a:pt x="243839" y="0"/>
                  </a:lnTo>
                  <a:lnTo>
                    <a:pt x="243839" y="25907"/>
                  </a:lnTo>
                  <a:lnTo>
                    <a:pt x="265175" y="25907"/>
                  </a:lnTo>
                  <a:lnTo>
                    <a:pt x="307847" y="32003"/>
                  </a:lnTo>
                  <a:lnTo>
                    <a:pt x="316991" y="35051"/>
                  </a:lnTo>
                  <a:lnTo>
                    <a:pt x="323087" y="9143"/>
                  </a:lnTo>
                  <a:close/>
                </a:path>
                <a:path w="483235" h="330835">
                  <a:moveTo>
                    <a:pt x="419099" y="53339"/>
                  </a:moveTo>
                  <a:lnTo>
                    <a:pt x="373379" y="27431"/>
                  </a:lnTo>
                  <a:lnTo>
                    <a:pt x="347471" y="16763"/>
                  </a:lnTo>
                  <a:lnTo>
                    <a:pt x="339851" y="41147"/>
                  </a:lnTo>
                  <a:lnTo>
                    <a:pt x="345947" y="42671"/>
                  </a:lnTo>
                  <a:lnTo>
                    <a:pt x="364235" y="50291"/>
                  </a:lnTo>
                  <a:lnTo>
                    <a:pt x="380999" y="59435"/>
                  </a:lnTo>
                  <a:lnTo>
                    <a:pt x="396239" y="68579"/>
                  </a:lnTo>
                  <a:lnTo>
                    <a:pt x="403859" y="74675"/>
                  </a:lnTo>
                  <a:lnTo>
                    <a:pt x="419099" y="53339"/>
                  </a:lnTo>
                  <a:close/>
                </a:path>
                <a:path w="483235" h="330835">
                  <a:moveTo>
                    <a:pt x="480059" y="143255"/>
                  </a:moveTo>
                  <a:lnTo>
                    <a:pt x="477011" y="129539"/>
                  </a:lnTo>
                  <a:lnTo>
                    <a:pt x="470915" y="114299"/>
                  </a:lnTo>
                  <a:lnTo>
                    <a:pt x="452627" y="83819"/>
                  </a:lnTo>
                  <a:lnTo>
                    <a:pt x="438911" y="70103"/>
                  </a:lnTo>
                  <a:lnTo>
                    <a:pt x="422147" y="89915"/>
                  </a:lnTo>
                  <a:lnTo>
                    <a:pt x="432815" y="100583"/>
                  </a:lnTo>
                  <a:lnTo>
                    <a:pt x="441959" y="112775"/>
                  </a:lnTo>
                  <a:lnTo>
                    <a:pt x="448055" y="126491"/>
                  </a:lnTo>
                  <a:lnTo>
                    <a:pt x="454151" y="138683"/>
                  </a:lnTo>
                  <a:lnTo>
                    <a:pt x="455675" y="147827"/>
                  </a:lnTo>
                  <a:lnTo>
                    <a:pt x="480059" y="143255"/>
                  </a:lnTo>
                  <a:close/>
                </a:path>
                <a:path w="483235" h="330835">
                  <a:moveTo>
                    <a:pt x="431291" y="266699"/>
                  </a:moveTo>
                  <a:lnTo>
                    <a:pt x="414527" y="248411"/>
                  </a:lnTo>
                  <a:lnTo>
                    <a:pt x="409955" y="252983"/>
                  </a:lnTo>
                  <a:lnTo>
                    <a:pt x="396239" y="263651"/>
                  </a:lnTo>
                  <a:lnTo>
                    <a:pt x="380999" y="272795"/>
                  </a:lnTo>
                  <a:lnTo>
                    <a:pt x="364235" y="280415"/>
                  </a:lnTo>
                  <a:lnTo>
                    <a:pt x="353567" y="284987"/>
                  </a:lnTo>
                  <a:lnTo>
                    <a:pt x="362711" y="307847"/>
                  </a:lnTo>
                  <a:lnTo>
                    <a:pt x="374903" y="303275"/>
                  </a:lnTo>
                  <a:lnTo>
                    <a:pt x="393191" y="294131"/>
                  </a:lnTo>
                  <a:lnTo>
                    <a:pt x="409955" y="283463"/>
                  </a:lnTo>
                  <a:lnTo>
                    <a:pt x="426719" y="271271"/>
                  </a:lnTo>
                  <a:lnTo>
                    <a:pt x="431291" y="266699"/>
                  </a:lnTo>
                  <a:close/>
                </a:path>
                <a:path w="483235" h="330835">
                  <a:moveTo>
                    <a:pt x="483107" y="173735"/>
                  </a:moveTo>
                  <a:lnTo>
                    <a:pt x="483107" y="170687"/>
                  </a:lnTo>
                  <a:lnTo>
                    <a:pt x="457199" y="170687"/>
                  </a:lnTo>
                  <a:lnTo>
                    <a:pt x="457199" y="172211"/>
                  </a:lnTo>
                  <a:lnTo>
                    <a:pt x="455675" y="179831"/>
                  </a:lnTo>
                  <a:lnTo>
                    <a:pt x="452627" y="193547"/>
                  </a:lnTo>
                  <a:lnTo>
                    <a:pt x="448055" y="205739"/>
                  </a:lnTo>
                  <a:lnTo>
                    <a:pt x="432815" y="230123"/>
                  </a:lnTo>
                  <a:lnTo>
                    <a:pt x="431291" y="231647"/>
                  </a:lnTo>
                  <a:lnTo>
                    <a:pt x="451103" y="248411"/>
                  </a:lnTo>
                  <a:lnTo>
                    <a:pt x="452627" y="245363"/>
                  </a:lnTo>
                  <a:lnTo>
                    <a:pt x="463295" y="230123"/>
                  </a:lnTo>
                  <a:lnTo>
                    <a:pt x="478535" y="199643"/>
                  </a:lnTo>
                  <a:lnTo>
                    <a:pt x="481583" y="182879"/>
                  </a:lnTo>
                  <a:lnTo>
                    <a:pt x="483107" y="173735"/>
                  </a:lnTo>
                  <a:close/>
                </a:path>
                <a:path w="483235" h="330835">
                  <a:moveTo>
                    <a:pt x="338327" y="316991"/>
                  </a:moveTo>
                  <a:lnTo>
                    <a:pt x="330707" y="292607"/>
                  </a:lnTo>
                  <a:lnTo>
                    <a:pt x="326135" y="294131"/>
                  </a:lnTo>
                  <a:lnTo>
                    <a:pt x="306323" y="298703"/>
                  </a:lnTo>
                  <a:lnTo>
                    <a:pt x="263651" y="304799"/>
                  </a:lnTo>
                  <a:lnTo>
                    <a:pt x="259079" y="304799"/>
                  </a:lnTo>
                  <a:lnTo>
                    <a:pt x="259079" y="329183"/>
                  </a:lnTo>
                  <a:lnTo>
                    <a:pt x="266699" y="329183"/>
                  </a:lnTo>
                  <a:lnTo>
                    <a:pt x="289559" y="327659"/>
                  </a:lnTo>
                  <a:lnTo>
                    <a:pt x="312419" y="323087"/>
                  </a:lnTo>
                  <a:lnTo>
                    <a:pt x="333755" y="318515"/>
                  </a:lnTo>
                  <a:lnTo>
                    <a:pt x="338327" y="316991"/>
                  </a:lnTo>
                  <a:close/>
                </a:path>
                <a:path w="483235" h="330835">
                  <a:moveTo>
                    <a:pt x="234695" y="304799"/>
                  </a:moveTo>
                  <a:lnTo>
                    <a:pt x="217931" y="304799"/>
                  </a:lnTo>
                  <a:lnTo>
                    <a:pt x="175259" y="298703"/>
                  </a:lnTo>
                  <a:lnTo>
                    <a:pt x="161543" y="294131"/>
                  </a:lnTo>
                  <a:lnTo>
                    <a:pt x="155447" y="320039"/>
                  </a:lnTo>
                  <a:lnTo>
                    <a:pt x="193547" y="327659"/>
                  </a:lnTo>
                  <a:lnTo>
                    <a:pt x="217931" y="329183"/>
                  </a:lnTo>
                  <a:lnTo>
                    <a:pt x="233171" y="330707"/>
                  </a:lnTo>
                  <a:lnTo>
                    <a:pt x="234695" y="304799"/>
                  </a:lnTo>
                  <a:close/>
                </a:path>
                <a:path w="483235" h="330835">
                  <a:moveTo>
                    <a:pt x="137159" y="288035"/>
                  </a:moveTo>
                  <a:lnTo>
                    <a:pt x="137159" y="286511"/>
                  </a:lnTo>
                  <a:lnTo>
                    <a:pt x="118871" y="280415"/>
                  </a:lnTo>
                  <a:lnTo>
                    <a:pt x="102107" y="271271"/>
                  </a:lnTo>
                  <a:lnTo>
                    <a:pt x="86867" y="262127"/>
                  </a:lnTo>
                  <a:lnTo>
                    <a:pt x="74675" y="252983"/>
                  </a:lnTo>
                  <a:lnTo>
                    <a:pt x="59435" y="274319"/>
                  </a:lnTo>
                  <a:lnTo>
                    <a:pt x="73151" y="283463"/>
                  </a:lnTo>
                  <a:lnTo>
                    <a:pt x="89915" y="294131"/>
                  </a:lnTo>
                  <a:lnTo>
                    <a:pt x="108203" y="303275"/>
                  </a:lnTo>
                  <a:lnTo>
                    <a:pt x="128015" y="310895"/>
                  </a:lnTo>
                  <a:lnTo>
                    <a:pt x="129539" y="312419"/>
                  </a:lnTo>
                  <a:lnTo>
                    <a:pt x="137159" y="288035"/>
                  </a:lnTo>
                  <a:close/>
                </a:path>
                <a:path w="483235" h="330835">
                  <a:moveTo>
                    <a:pt x="57911" y="237743"/>
                  </a:moveTo>
                  <a:lnTo>
                    <a:pt x="50291" y="230123"/>
                  </a:lnTo>
                  <a:lnTo>
                    <a:pt x="41147" y="217931"/>
                  </a:lnTo>
                  <a:lnTo>
                    <a:pt x="35051" y="204215"/>
                  </a:lnTo>
                  <a:lnTo>
                    <a:pt x="28955" y="192023"/>
                  </a:lnTo>
                  <a:lnTo>
                    <a:pt x="25907" y="178307"/>
                  </a:lnTo>
                  <a:lnTo>
                    <a:pt x="1523" y="181355"/>
                  </a:lnTo>
                  <a:lnTo>
                    <a:pt x="1523" y="184403"/>
                  </a:lnTo>
                  <a:lnTo>
                    <a:pt x="6095" y="201167"/>
                  </a:lnTo>
                  <a:lnTo>
                    <a:pt x="12191" y="216407"/>
                  </a:lnTo>
                  <a:lnTo>
                    <a:pt x="30479" y="246887"/>
                  </a:lnTo>
                  <a:lnTo>
                    <a:pt x="39623" y="254507"/>
                  </a:lnTo>
                  <a:lnTo>
                    <a:pt x="57911" y="23774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89490" y="5518403"/>
              <a:ext cx="788035" cy="318770"/>
            </a:xfrm>
            <a:custGeom>
              <a:avLst/>
              <a:gdLst/>
              <a:ahLst/>
              <a:cxnLst/>
              <a:rect l="l" t="t" r="r" b="b"/>
              <a:pathLst>
                <a:path w="788035" h="318770">
                  <a:moveTo>
                    <a:pt x="57911" y="105155"/>
                  </a:moveTo>
                  <a:lnTo>
                    <a:pt x="42671" y="86867"/>
                  </a:lnTo>
                  <a:lnTo>
                    <a:pt x="33527" y="92963"/>
                  </a:lnTo>
                  <a:lnTo>
                    <a:pt x="25907" y="100583"/>
                  </a:lnTo>
                  <a:lnTo>
                    <a:pt x="13715" y="115823"/>
                  </a:lnTo>
                  <a:lnTo>
                    <a:pt x="9143" y="124967"/>
                  </a:lnTo>
                  <a:lnTo>
                    <a:pt x="4571" y="132587"/>
                  </a:lnTo>
                  <a:lnTo>
                    <a:pt x="3047" y="141731"/>
                  </a:lnTo>
                  <a:lnTo>
                    <a:pt x="0" y="150875"/>
                  </a:lnTo>
                  <a:lnTo>
                    <a:pt x="0" y="158495"/>
                  </a:lnTo>
                  <a:lnTo>
                    <a:pt x="12953" y="159257"/>
                  </a:lnTo>
                  <a:lnTo>
                    <a:pt x="25907" y="158495"/>
                  </a:lnTo>
                  <a:lnTo>
                    <a:pt x="25907" y="152399"/>
                  </a:lnTo>
                  <a:lnTo>
                    <a:pt x="27431" y="146303"/>
                  </a:lnTo>
                  <a:lnTo>
                    <a:pt x="28955" y="141731"/>
                  </a:lnTo>
                  <a:lnTo>
                    <a:pt x="35051" y="129539"/>
                  </a:lnTo>
                  <a:lnTo>
                    <a:pt x="39623" y="123443"/>
                  </a:lnTo>
                  <a:lnTo>
                    <a:pt x="57911" y="105155"/>
                  </a:lnTo>
                  <a:close/>
                </a:path>
                <a:path w="788035" h="318770">
                  <a:moveTo>
                    <a:pt x="27431" y="169163"/>
                  </a:moveTo>
                  <a:lnTo>
                    <a:pt x="25907" y="164591"/>
                  </a:lnTo>
                  <a:lnTo>
                    <a:pt x="25907" y="160019"/>
                  </a:lnTo>
                  <a:lnTo>
                    <a:pt x="12953" y="159257"/>
                  </a:lnTo>
                  <a:lnTo>
                    <a:pt x="0" y="160019"/>
                  </a:lnTo>
                  <a:lnTo>
                    <a:pt x="1523" y="169163"/>
                  </a:lnTo>
                  <a:lnTo>
                    <a:pt x="1523" y="175259"/>
                  </a:lnTo>
                  <a:lnTo>
                    <a:pt x="27431" y="169163"/>
                  </a:lnTo>
                  <a:close/>
                </a:path>
                <a:path w="788035" h="318770">
                  <a:moveTo>
                    <a:pt x="25907" y="160019"/>
                  </a:moveTo>
                  <a:lnTo>
                    <a:pt x="25907" y="158495"/>
                  </a:lnTo>
                  <a:lnTo>
                    <a:pt x="12953" y="159257"/>
                  </a:lnTo>
                  <a:lnTo>
                    <a:pt x="25907" y="160019"/>
                  </a:lnTo>
                  <a:close/>
                </a:path>
                <a:path w="788035" h="318770">
                  <a:moveTo>
                    <a:pt x="144779" y="62483"/>
                  </a:moveTo>
                  <a:lnTo>
                    <a:pt x="137159" y="38099"/>
                  </a:lnTo>
                  <a:lnTo>
                    <a:pt x="132587" y="39623"/>
                  </a:lnTo>
                  <a:lnTo>
                    <a:pt x="120395" y="44195"/>
                  </a:lnTo>
                  <a:lnTo>
                    <a:pt x="106679" y="48767"/>
                  </a:lnTo>
                  <a:lnTo>
                    <a:pt x="82295" y="60959"/>
                  </a:lnTo>
                  <a:lnTo>
                    <a:pt x="71627" y="67055"/>
                  </a:lnTo>
                  <a:lnTo>
                    <a:pt x="64007" y="70103"/>
                  </a:lnTo>
                  <a:lnTo>
                    <a:pt x="77723" y="92963"/>
                  </a:lnTo>
                  <a:lnTo>
                    <a:pt x="83819" y="88391"/>
                  </a:lnTo>
                  <a:lnTo>
                    <a:pt x="94487" y="82295"/>
                  </a:lnTo>
                  <a:lnTo>
                    <a:pt x="105155" y="77723"/>
                  </a:lnTo>
                  <a:lnTo>
                    <a:pt x="117347" y="73151"/>
                  </a:lnTo>
                  <a:lnTo>
                    <a:pt x="129539" y="67055"/>
                  </a:lnTo>
                  <a:lnTo>
                    <a:pt x="141731" y="62483"/>
                  </a:lnTo>
                  <a:lnTo>
                    <a:pt x="144779" y="62483"/>
                  </a:lnTo>
                  <a:close/>
                </a:path>
                <a:path w="788035" h="318770">
                  <a:moveTo>
                    <a:pt x="240791" y="38099"/>
                  </a:moveTo>
                  <a:lnTo>
                    <a:pt x="236219" y="13715"/>
                  </a:lnTo>
                  <a:lnTo>
                    <a:pt x="208787" y="18287"/>
                  </a:lnTo>
                  <a:lnTo>
                    <a:pt x="176783" y="25907"/>
                  </a:lnTo>
                  <a:lnTo>
                    <a:pt x="161543" y="30479"/>
                  </a:lnTo>
                  <a:lnTo>
                    <a:pt x="167639" y="54863"/>
                  </a:lnTo>
                  <a:lnTo>
                    <a:pt x="184403" y="50291"/>
                  </a:lnTo>
                  <a:lnTo>
                    <a:pt x="214883" y="42671"/>
                  </a:lnTo>
                  <a:lnTo>
                    <a:pt x="240791" y="38099"/>
                  </a:lnTo>
                  <a:close/>
                </a:path>
                <a:path w="788035" h="318770">
                  <a:moveTo>
                    <a:pt x="341375" y="27431"/>
                  </a:moveTo>
                  <a:lnTo>
                    <a:pt x="339851" y="1523"/>
                  </a:lnTo>
                  <a:lnTo>
                    <a:pt x="315467" y="3047"/>
                  </a:lnTo>
                  <a:lnTo>
                    <a:pt x="278891" y="7619"/>
                  </a:lnTo>
                  <a:lnTo>
                    <a:pt x="262127" y="9143"/>
                  </a:lnTo>
                  <a:lnTo>
                    <a:pt x="265175" y="35051"/>
                  </a:lnTo>
                  <a:lnTo>
                    <a:pt x="281939" y="32003"/>
                  </a:lnTo>
                  <a:lnTo>
                    <a:pt x="318515" y="28955"/>
                  </a:lnTo>
                  <a:lnTo>
                    <a:pt x="341375" y="27431"/>
                  </a:lnTo>
                  <a:close/>
                </a:path>
                <a:path w="788035" h="318770">
                  <a:moveTo>
                    <a:pt x="393953" y="12953"/>
                  </a:moveTo>
                  <a:lnTo>
                    <a:pt x="393191" y="0"/>
                  </a:lnTo>
                  <a:lnTo>
                    <a:pt x="365759" y="1523"/>
                  </a:lnTo>
                  <a:lnTo>
                    <a:pt x="365759" y="25907"/>
                  </a:lnTo>
                  <a:lnTo>
                    <a:pt x="393191" y="25907"/>
                  </a:lnTo>
                  <a:lnTo>
                    <a:pt x="393953" y="12953"/>
                  </a:lnTo>
                  <a:close/>
                </a:path>
                <a:path w="788035" h="318770">
                  <a:moveTo>
                    <a:pt x="394715" y="25907"/>
                  </a:moveTo>
                  <a:lnTo>
                    <a:pt x="393953" y="12953"/>
                  </a:lnTo>
                  <a:lnTo>
                    <a:pt x="393191" y="25907"/>
                  </a:lnTo>
                  <a:lnTo>
                    <a:pt x="394715" y="25907"/>
                  </a:lnTo>
                  <a:close/>
                </a:path>
                <a:path w="788035" h="318770">
                  <a:moveTo>
                    <a:pt x="441959" y="1523"/>
                  </a:moveTo>
                  <a:lnTo>
                    <a:pt x="432815" y="1523"/>
                  </a:lnTo>
                  <a:lnTo>
                    <a:pt x="394715" y="0"/>
                  </a:lnTo>
                  <a:lnTo>
                    <a:pt x="393953" y="12953"/>
                  </a:lnTo>
                  <a:lnTo>
                    <a:pt x="394715" y="25907"/>
                  </a:lnTo>
                  <a:lnTo>
                    <a:pt x="432815" y="25907"/>
                  </a:lnTo>
                  <a:lnTo>
                    <a:pt x="440435" y="27431"/>
                  </a:lnTo>
                  <a:lnTo>
                    <a:pt x="441959" y="1523"/>
                  </a:lnTo>
                  <a:close/>
                </a:path>
                <a:path w="788035" h="318770">
                  <a:moveTo>
                    <a:pt x="544067" y="12191"/>
                  </a:moveTo>
                  <a:lnTo>
                    <a:pt x="509015" y="6095"/>
                  </a:lnTo>
                  <a:lnTo>
                    <a:pt x="470915" y="3047"/>
                  </a:lnTo>
                  <a:lnTo>
                    <a:pt x="467867" y="3047"/>
                  </a:lnTo>
                  <a:lnTo>
                    <a:pt x="466343" y="28955"/>
                  </a:lnTo>
                  <a:lnTo>
                    <a:pt x="469391" y="28955"/>
                  </a:lnTo>
                  <a:lnTo>
                    <a:pt x="505967" y="32003"/>
                  </a:lnTo>
                  <a:lnTo>
                    <a:pt x="541019" y="36575"/>
                  </a:lnTo>
                  <a:lnTo>
                    <a:pt x="544067" y="12191"/>
                  </a:lnTo>
                  <a:close/>
                </a:path>
                <a:path w="788035" h="318770">
                  <a:moveTo>
                    <a:pt x="644651" y="36575"/>
                  </a:moveTo>
                  <a:lnTo>
                    <a:pt x="640079" y="33527"/>
                  </a:lnTo>
                  <a:lnTo>
                    <a:pt x="609599" y="25907"/>
                  </a:lnTo>
                  <a:lnTo>
                    <a:pt x="577595" y="18287"/>
                  </a:lnTo>
                  <a:lnTo>
                    <a:pt x="569975" y="16763"/>
                  </a:lnTo>
                  <a:lnTo>
                    <a:pt x="565403" y="41147"/>
                  </a:lnTo>
                  <a:lnTo>
                    <a:pt x="573023" y="42671"/>
                  </a:lnTo>
                  <a:lnTo>
                    <a:pt x="603503" y="50291"/>
                  </a:lnTo>
                  <a:lnTo>
                    <a:pt x="632459" y="57911"/>
                  </a:lnTo>
                  <a:lnTo>
                    <a:pt x="637031" y="59435"/>
                  </a:lnTo>
                  <a:lnTo>
                    <a:pt x="644651" y="36575"/>
                  </a:lnTo>
                  <a:close/>
                </a:path>
                <a:path w="788035" h="318770">
                  <a:moveTo>
                    <a:pt x="739139" y="82295"/>
                  </a:moveTo>
                  <a:lnTo>
                    <a:pt x="736091" y="79247"/>
                  </a:lnTo>
                  <a:lnTo>
                    <a:pt x="726947" y="73151"/>
                  </a:lnTo>
                  <a:lnTo>
                    <a:pt x="716279" y="67055"/>
                  </a:lnTo>
                  <a:lnTo>
                    <a:pt x="704087" y="60959"/>
                  </a:lnTo>
                  <a:lnTo>
                    <a:pt x="693419" y="54863"/>
                  </a:lnTo>
                  <a:lnTo>
                    <a:pt x="681227" y="48767"/>
                  </a:lnTo>
                  <a:lnTo>
                    <a:pt x="670559" y="44195"/>
                  </a:lnTo>
                  <a:lnTo>
                    <a:pt x="659891" y="68579"/>
                  </a:lnTo>
                  <a:lnTo>
                    <a:pt x="670559" y="73151"/>
                  </a:lnTo>
                  <a:lnTo>
                    <a:pt x="682751" y="77723"/>
                  </a:lnTo>
                  <a:lnTo>
                    <a:pt x="693419" y="83819"/>
                  </a:lnTo>
                  <a:lnTo>
                    <a:pt x="704087" y="88391"/>
                  </a:lnTo>
                  <a:lnTo>
                    <a:pt x="722375" y="100583"/>
                  </a:lnTo>
                  <a:lnTo>
                    <a:pt x="725423" y="102107"/>
                  </a:lnTo>
                  <a:lnTo>
                    <a:pt x="739139" y="82295"/>
                  </a:lnTo>
                  <a:close/>
                </a:path>
                <a:path w="788035" h="318770">
                  <a:moveTo>
                    <a:pt x="787907" y="158495"/>
                  </a:moveTo>
                  <a:lnTo>
                    <a:pt x="784859" y="140207"/>
                  </a:lnTo>
                  <a:lnTo>
                    <a:pt x="781811" y="131063"/>
                  </a:lnTo>
                  <a:lnTo>
                    <a:pt x="778763" y="123443"/>
                  </a:lnTo>
                  <a:lnTo>
                    <a:pt x="760475" y="100583"/>
                  </a:lnTo>
                  <a:lnTo>
                    <a:pt x="760475" y="99059"/>
                  </a:lnTo>
                  <a:lnTo>
                    <a:pt x="742187" y="117347"/>
                  </a:lnTo>
                  <a:lnTo>
                    <a:pt x="742187" y="118871"/>
                  </a:lnTo>
                  <a:lnTo>
                    <a:pt x="748283" y="124967"/>
                  </a:lnTo>
                  <a:lnTo>
                    <a:pt x="752855" y="131063"/>
                  </a:lnTo>
                  <a:lnTo>
                    <a:pt x="755903" y="137159"/>
                  </a:lnTo>
                  <a:lnTo>
                    <a:pt x="758951" y="141731"/>
                  </a:lnTo>
                  <a:lnTo>
                    <a:pt x="761999" y="153923"/>
                  </a:lnTo>
                  <a:lnTo>
                    <a:pt x="761999" y="158495"/>
                  </a:lnTo>
                  <a:lnTo>
                    <a:pt x="774953" y="159257"/>
                  </a:lnTo>
                  <a:lnTo>
                    <a:pt x="787907" y="158495"/>
                  </a:lnTo>
                  <a:close/>
                </a:path>
                <a:path w="788035" h="318770">
                  <a:moveTo>
                    <a:pt x="787907" y="160019"/>
                  </a:moveTo>
                  <a:lnTo>
                    <a:pt x="774953" y="159257"/>
                  </a:lnTo>
                  <a:lnTo>
                    <a:pt x="761999" y="160019"/>
                  </a:lnTo>
                  <a:lnTo>
                    <a:pt x="761999" y="166115"/>
                  </a:lnTo>
                  <a:lnTo>
                    <a:pt x="760475" y="172211"/>
                  </a:lnTo>
                  <a:lnTo>
                    <a:pt x="758951" y="173735"/>
                  </a:lnTo>
                  <a:lnTo>
                    <a:pt x="783335" y="181355"/>
                  </a:lnTo>
                  <a:lnTo>
                    <a:pt x="784859" y="176783"/>
                  </a:lnTo>
                  <a:lnTo>
                    <a:pt x="786383" y="167639"/>
                  </a:lnTo>
                  <a:lnTo>
                    <a:pt x="787907" y="160019"/>
                  </a:lnTo>
                  <a:close/>
                </a:path>
                <a:path w="788035" h="318770">
                  <a:moveTo>
                    <a:pt x="774953" y="159257"/>
                  </a:moveTo>
                  <a:lnTo>
                    <a:pt x="761999" y="158495"/>
                  </a:lnTo>
                  <a:lnTo>
                    <a:pt x="761999" y="160019"/>
                  </a:lnTo>
                  <a:lnTo>
                    <a:pt x="774953" y="159257"/>
                  </a:lnTo>
                  <a:close/>
                </a:path>
                <a:path w="788035" h="318770">
                  <a:moveTo>
                    <a:pt x="769619" y="207263"/>
                  </a:moveTo>
                  <a:lnTo>
                    <a:pt x="749807" y="192023"/>
                  </a:lnTo>
                  <a:lnTo>
                    <a:pt x="748283" y="195071"/>
                  </a:lnTo>
                  <a:lnTo>
                    <a:pt x="736091" y="207263"/>
                  </a:lnTo>
                  <a:lnTo>
                    <a:pt x="720851" y="219455"/>
                  </a:lnTo>
                  <a:lnTo>
                    <a:pt x="713231" y="224027"/>
                  </a:lnTo>
                  <a:lnTo>
                    <a:pt x="702563" y="230123"/>
                  </a:lnTo>
                  <a:lnTo>
                    <a:pt x="693419" y="234695"/>
                  </a:lnTo>
                  <a:lnTo>
                    <a:pt x="705611" y="257555"/>
                  </a:lnTo>
                  <a:lnTo>
                    <a:pt x="745235" y="233171"/>
                  </a:lnTo>
                  <a:lnTo>
                    <a:pt x="768095" y="210311"/>
                  </a:lnTo>
                  <a:lnTo>
                    <a:pt x="769619" y="207263"/>
                  </a:lnTo>
                  <a:close/>
                </a:path>
                <a:path w="788035" h="318770">
                  <a:moveTo>
                    <a:pt x="682751" y="269747"/>
                  </a:moveTo>
                  <a:lnTo>
                    <a:pt x="672083" y="245363"/>
                  </a:lnTo>
                  <a:lnTo>
                    <a:pt x="670559" y="246887"/>
                  </a:lnTo>
                  <a:lnTo>
                    <a:pt x="646175" y="256031"/>
                  </a:lnTo>
                  <a:lnTo>
                    <a:pt x="632459" y="260603"/>
                  </a:lnTo>
                  <a:lnTo>
                    <a:pt x="603503" y="268223"/>
                  </a:lnTo>
                  <a:lnTo>
                    <a:pt x="601979" y="268223"/>
                  </a:lnTo>
                  <a:lnTo>
                    <a:pt x="608075" y="294131"/>
                  </a:lnTo>
                  <a:lnTo>
                    <a:pt x="611123" y="292607"/>
                  </a:lnTo>
                  <a:lnTo>
                    <a:pt x="640079" y="284987"/>
                  </a:lnTo>
                  <a:lnTo>
                    <a:pt x="653795" y="280415"/>
                  </a:lnTo>
                  <a:lnTo>
                    <a:pt x="667511" y="274319"/>
                  </a:lnTo>
                  <a:lnTo>
                    <a:pt x="681227" y="269747"/>
                  </a:lnTo>
                  <a:lnTo>
                    <a:pt x="682751" y="269747"/>
                  </a:lnTo>
                  <a:close/>
                </a:path>
                <a:path w="788035" h="318770">
                  <a:moveTo>
                    <a:pt x="583691" y="300227"/>
                  </a:moveTo>
                  <a:lnTo>
                    <a:pt x="577595" y="274319"/>
                  </a:lnTo>
                  <a:lnTo>
                    <a:pt x="573023" y="275843"/>
                  </a:lnTo>
                  <a:lnTo>
                    <a:pt x="539495" y="281939"/>
                  </a:lnTo>
                  <a:lnTo>
                    <a:pt x="505967" y="286511"/>
                  </a:lnTo>
                  <a:lnTo>
                    <a:pt x="504443" y="286511"/>
                  </a:lnTo>
                  <a:lnTo>
                    <a:pt x="505967" y="312419"/>
                  </a:lnTo>
                  <a:lnTo>
                    <a:pt x="509015" y="312419"/>
                  </a:lnTo>
                  <a:lnTo>
                    <a:pt x="579119" y="300227"/>
                  </a:lnTo>
                  <a:lnTo>
                    <a:pt x="583691" y="300227"/>
                  </a:lnTo>
                  <a:close/>
                </a:path>
                <a:path w="788035" h="318770">
                  <a:moveTo>
                    <a:pt x="481583" y="313943"/>
                  </a:moveTo>
                  <a:lnTo>
                    <a:pt x="478535" y="289559"/>
                  </a:lnTo>
                  <a:lnTo>
                    <a:pt x="469391" y="289559"/>
                  </a:lnTo>
                  <a:lnTo>
                    <a:pt x="432815" y="292607"/>
                  </a:lnTo>
                  <a:lnTo>
                    <a:pt x="403859" y="292607"/>
                  </a:lnTo>
                  <a:lnTo>
                    <a:pt x="403859" y="318515"/>
                  </a:lnTo>
                  <a:lnTo>
                    <a:pt x="434339" y="318515"/>
                  </a:lnTo>
                  <a:lnTo>
                    <a:pt x="472439" y="315467"/>
                  </a:lnTo>
                  <a:lnTo>
                    <a:pt x="481583" y="313943"/>
                  </a:lnTo>
                  <a:close/>
                </a:path>
                <a:path w="788035" h="318770">
                  <a:moveTo>
                    <a:pt x="377951" y="318515"/>
                  </a:moveTo>
                  <a:lnTo>
                    <a:pt x="377951" y="292607"/>
                  </a:lnTo>
                  <a:lnTo>
                    <a:pt x="355091" y="292607"/>
                  </a:lnTo>
                  <a:lnTo>
                    <a:pt x="318515" y="289559"/>
                  </a:lnTo>
                  <a:lnTo>
                    <a:pt x="303275" y="289559"/>
                  </a:lnTo>
                  <a:lnTo>
                    <a:pt x="300227" y="313943"/>
                  </a:lnTo>
                  <a:lnTo>
                    <a:pt x="316991" y="315467"/>
                  </a:lnTo>
                  <a:lnTo>
                    <a:pt x="355091" y="318515"/>
                  </a:lnTo>
                  <a:lnTo>
                    <a:pt x="377951" y="318515"/>
                  </a:lnTo>
                  <a:close/>
                </a:path>
                <a:path w="788035" h="318770">
                  <a:moveTo>
                    <a:pt x="278891" y="286511"/>
                  </a:moveTo>
                  <a:lnTo>
                    <a:pt x="246887" y="281939"/>
                  </a:lnTo>
                  <a:lnTo>
                    <a:pt x="214883" y="275843"/>
                  </a:lnTo>
                  <a:lnTo>
                    <a:pt x="204215" y="272795"/>
                  </a:lnTo>
                  <a:lnTo>
                    <a:pt x="199643" y="298703"/>
                  </a:lnTo>
                  <a:lnTo>
                    <a:pt x="210311" y="300227"/>
                  </a:lnTo>
                  <a:lnTo>
                    <a:pt x="243839" y="306323"/>
                  </a:lnTo>
                  <a:lnTo>
                    <a:pt x="274319" y="310895"/>
                  </a:lnTo>
                  <a:lnTo>
                    <a:pt x="278891" y="286511"/>
                  </a:lnTo>
                  <a:close/>
                </a:path>
                <a:path w="788035" h="318770">
                  <a:moveTo>
                    <a:pt x="181355" y="268223"/>
                  </a:moveTo>
                  <a:lnTo>
                    <a:pt x="155447" y="260603"/>
                  </a:lnTo>
                  <a:lnTo>
                    <a:pt x="141731" y="256031"/>
                  </a:lnTo>
                  <a:lnTo>
                    <a:pt x="129539" y="251459"/>
                  </a:lnTo>
                  <a:lnTo>
                    <a:pt x="115823" y="245363"/>
                  </a:lnTo>
                  <a:lnTo>
                    <a:pt x="109727" y="243839"/>
                  </a:lnTo>
                  <a:lnTo>
                    <a:pt x="100583" y="266699"/>
                  </a:lnTo>
                  <a:lnTo>
                    <a:pt x="106679" y="269747"/>
                  </a:lnTo>
                  <a:lnTo>
                    <a:pt x="120395" y="274319"/>
                  </a:lnTo>
                  <a:lnTo>
                    <a:pt x="134111" y="280415"/>
                  </a:lnTo>
                  <a:lnTo>
                    <a:pt x="147827" y="284987"/>
                  </a:lnTo>
                  <a:lnTo>
                    <a:pt x="173735" y="292607"/>
                  </a:lnTo>
                  <a:lnTo>
                    <a:pt x="181355" y="268223"/>
                  </a:lnTo>
                  <a:close/>
                </a:path>
                <a:path w="788035" h="318770">
                  <a:moveTo>
                    <a:pt x="88391" y="233171"/>
                  </a:moveTo>
                  <a:lnTo>
                    <a:pt x="65531" y="217931"/>
                  </a:lnTo>
                  <a:lnTo>
                    <a:pt x="57911" y="213359"/>
                  </a:lnTo>
                  <a:lnTo>
                    <a:pt x="51815" y="207263"/>
                  </a:lnTo>
                  <a:lnTo>
                    <a:pt x="44195" y="201167"/>
                  </a:lnTo>
                  <a:lnTo>
                    <a:pt x="35051" y="188975"/>
                  </a:lnTo>
                  <a:lnTo>
                    <a:pt x="13715" y="201167"/>
                  </a:lnTo>
                  <a:lnTo>
                    <a:pt x="15239" y="204215"/>
                  </a:lnTo>
                  <a:lnTo>
                    <a:pt x="19811" y="211835"/>
                  </a:lnTo>
                  <a:lnTo>
                    <a:pt x="27431" y="219455"/>
                  </a:lnTo>
                  <a:lnTo>
                    <a:pt x="35051" y="225551"/>
                  </a:lnTo>
                  <a:lnTo>
                    <a:pt x="42671" y="233171"/>
                  </a:lnTo>
                  <a:lnTo>
                    <a:pt x="51815" y="239267"/>
                  </a:lnTo>
                  <a:lnTo>
                    <a:pt x="60959" y="246887"/>
                  </a:lnTo>
                  <a:lnTo>
                    <a:pt x="71627" y="252983"/>
                  </a:lnTo>
                  <a:lnTo>
                    <a:pt x="76199" y="254507"/>
                  </a:lnTo>
                  <a:lnTo>
                    <a:pt x="88391" y="23317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741990" y="5137403"/>
              <a:ext cx="596265" cy="318770"/>
            </a:xfrm>
            <a:custGeom>
              <a:avLst/>
              <a:gdLst/>
              <a:ahLst/>
              <a:cxnLst/>
              <a:rect l="l" t="t" r="r" b="b"/>
              <a:pathLst>
                <a:path w="596264" h="318770">
                  <a:moveTo>
                    <a:pt x="53339" y="100583"/>
                  </a:moveTo>
                  <a:lnTo>
                    <a:pt x="35051" y="83819"/>
                  </a:lnTo>
                  <a:lnTo>
                    <a:pt x="32003" y="86867"/>
                  </a:lnTo>
                  <a:lnTo>
                    <a:pt x="19811" y="102107"/>
                  </a:lnTo>
                  <a:lnTo>
                    <a:pt x="10667" y="117347"/>
                  </a:lnTo>
                  <a:lnTo>
                    <a:pt x="6095" y="126491"/>
                  </a:lnTo>
                  <a:lnTo>
                    <a:pt x="4571" y="134111"/>
                  </a:lnTo>
                  <a:lnTo>
                    <a:pt x="1523" y="143255"/>
                  </a:lnTo>
                  <a:lnTo>
                    <a:pt x="0" y="150875"/>
                  </a:lnTo>
                  <a:lnTo>
                    <a:pt x="0" y="158495"/>
                  </a:lnTo>
                  <a:lnTo>
                    <a:pt x="12953" y="159257"/>
                  </a:lnTo>
                  <a:lnTo>
                    <a:pt x="25907" y="158495"/>
                  </a:lnTo>
                  <a:lnTo>
                    <a:pt x="25907" y="152399"/>
                  </a:lnTo>
                  <a:lnTo>
                    <a:pt x="30479" y="134111"/>
                  </a:lnTo>
                  <a:lnTo>
                    <a:pt x="36575" y="121919"/>
                  </a:lnTo>
                  <a:lnTo>
                    <a:pt x="50291" y="103631"/>
                  </a:lnTo>
                  <a:lnTo>
                    <a:pt x="53339" y="100583"/>
                  </a:lnTo>
                  <a:close/>
                </a:path>
                <a:path w="596264" h="318770">
                  <a:moveTo>
                    <a:pt x="50291" y="214883"/>
                  </a:moveTo>
                  <a:lnTo>
                    <a:pt x="50291" y="213359"/>
                  </a:lnTo>
                  <a:lnTo>
                    <a:pt x="45719" y="207263"/>
                  </a:lnTo>
                  <a:lnTo>
                    <a:pt x="39623" y="202691"/>
                  </a:lnTo>
                  <a:lnTo>
                    <a:pt x="33527" y="190499"/>
                  </a:lnTo>
                  <a:lnTo>
                    <a:pt x="30479" y="182879"/>
                  </a:lnTo>
                  <a:lnTo>
                    <a:pt x="28955" y="178307"/>
                  </a:lnTo>
                  <a:lnTo>
                    <a:pt x="25907" y="170687"/>
                  </a:lnTo>
                  <a:lnTo>
                    <a:pt x="25907" y="160019"/>
                  </a:lnTo>
                  <a:lnTo>
                    <a:pt x="12953" y="159257"/>
                  </a:lnTo>
                  <a:lnTo>
                    <a:pt x="0" y="160019"/>
                  </a:lnTo>
                  <a:lnTo>
                    <a:pt x="0" y="169163"/>
                  </a:lnTo>
                  <a:lnTo>
                    <a:pt x="1523" y="176783"/>
                  </a:lnTo>
                  <a:lnTo>
                    <a:pt x="4571" y="185927"/>
                  </a:lnTo>
                  <a:lnTo>
                    <a:pt x="7619" y="193547"/>
                  </a:lnTo>
                  <a:lnTo>
                    <a:pt x="10667" y="202691"/>
                  </a:lnTo>
                  <a:lnTo>
                    <a:pt x="19811" y="217931"/>
                  </a:lnTo>
                  <a:lnTo>
                    <a:pt x="25907" y="224027"/>
                  </a:lnTo>
                  <a:lnTo>
                    <a:pt x="32003" y="231647"/>
                  </a:lnTo>
                  <a:lnTo>
                    <a:pt x="33527" y="233171"/>
                  </a:lnTo>
                  <a:lnTo>
                    <a:pt x="50291" y="214883"/>
                  </a:lnTo>
                  <a:close/>
                </a:path>
                <a:path w="596264" h="318770">
                  <a:moveTo>
                    <a:pt x="25907" y="160019"/>
                  </a:moveTo>
                  <a:lnTo>
                    <a:pt x="25907" y="158495"/>
                  </a:lnTo>
                  <a:lnTo>
                    <a:pt x="12953" y="159257"/>
                  </a:lnTo>
                  <a:lnTo>
                    <a:pt x="25907" y="160019"/>
                  </a:lnTo>
                  <a:close/>
                </a:path>
                <a:path w="596264" h="318770">
                  <a:moveTo>
                    <a:pt x="132587" y="265175"/>
                  </a:moveTo>
                  <a:lnTo>
                    <a:pt x="121919" y="260603"/>
                  </a:lnTo>
                  <a:lnTo>
                    <a:pt x="102107" y="251459"/>
                  </a:lnTo>
                  <a:lnTo>
                    <a:pt x="83819" y="240791"/>
                  </a:lnTo>
                  <a:lnTo>
                    <a:pt x="68579" y="230123"/>
                  </a:lnTo>
                  <a:lnTo>
                    <a:pt x="53339" y="249935"/>
                  </a:lnTo>
                  <a:lnTo>
                    <a:pt x="91439" y="274319"/>
                  </a:lnTo>
                  <a:lnTo>
                    <a:pt x="123443" y="288035"/>
                  </a:lnTo>
                  <a:lnTo>
                    <a:pt x="132587" y="265175"/>
                  </a:lnTo>
                  <a:close/>
                </a:path>
                <a:path w="596264" h="318770">
                  <a:moveTo>
                    <a:pt x="135635" y="53339"/>
                  </a:moveTo>
                  <a:lnTo>
                    <a:pt x="126491" y="28955"/>
                  </a:lnTo>
                  <a:lnTo>
                    <a:pt x="111251" y="35051"/>
                  </a:lnTo>
                  <a:lnTo>
                    <a:pt x="89915" y="44195"/>
                  </a:lnTo>
                  <a:lnTo>
                    <a:pt x="71627" y="56387"/>
                  </a:lnTo>
                  <a:lnTo>
                    <a:pt x="56387" y="65531"/>
                  </a:lnTo>
                  <a:lnTo>
                    <a:pt x="71627" y="86867"/>
                  </a:lnTo>
                  <a:lnTo>
                    <a:pt x="85343" y="76199"/>
                  </a:lnTo>
                  <a:lnTo>
                    <a:pt x="102107" y="67055"/>
                  </a:lnTo>
                  <a:lnTo>
                    <a:pt x="121919" y="57911"/>
                  </a:lnTo>
                  <a:lnTo>
                    <a:pt x="135635" y="53339"/>
                  </a:lnTo>
                  <a:close/>
                </a:path>
                <a:path w="596264" h="318770">
                  <a:moveTo>
                    <a:pt x="231647" y="30479"/>
                  </a:moveTo>
                  <a:lnTo>
                    <a:pt x="228599" y="4571"/>
                  </a:lnTo>
                  <a:lnTo>
                    <a:pt x="211835" y="7619"/>
                  </a:lnTo>
                  <a:lnTo>
                    <a:pt x="184403" y="12191"/>
                  </a:lnTo>
                  <a:lnTo>
                    <a:pt x="158495" y="18287"/>
                  </a:lnTo>
                  <a:lnTo>
                    <a:pt x="152399" y="21335"/>
                  </a:lnTo>
                  <a:lnTo>
                    <a:pt x="158495" y="44195"/>
                  </a:lnTo>
                  <a:lnTo>
                    <a:pt x="166115" y="42671"/>
                  </a:lnTo>
                  <a:lnTo>
                    <a:pt x="190499" y="36575"/>
                  </a:lnTo>
                  <a:lnTo>
                    <a:pt x="216407" y="32003"/>
                  </a:lnTo>
                  <a:lnTo>
                    <a:pt x="231647" y="30479"/>
                  </a:lnTo>
                  <a:close/>
                </a:path>
                <a:path w="596264" h="318770">
                  <a:moveTo>
                    <a:pt x="332231" y="1523"/>
                  </a:moveTo>
                  <a:lnTo>
                    <a:pt x="327659" y="1523"/>
                  </a:lnTo>
                  <a:lnTo>
                    <a:pt x="298703" y="0"/>
                  </a:lnTo>
                  <a:lnTo>
                    <a:pt x="268223" y="1523"/>
                  </a:lnTo>
                  <a:lnTo>
                    <a:pt x="254507" y="1523"/>
                  </a:lnTo>
                  <a:lnTo>
                    <a:pt x="256031" y="27431"/>
                  </a:lnTo>
                  <a:lnTo>
                    <a:pt x="269747" y="25907"/>
                  </a:lnTo>
                  <a:lnTo>
                    <a:pt x="330707" y="25907"/>
                  </a:lnTo>
                  <a:lnTo>
                    <a:pt x="332231" y="1523"/>
                  </a:lnTo>
                  <a:close/>
                </a:path>
                <a:path w="596264" h="318770">
                  <a:moveTo>
                    <a:pt x="434339" y="16763"/>
                  </a:moveTo>
                  <a:lnTo>
                    <a:pt x="413003" y="12191"/>
                  </a:lnTo>
                  <a:lnTo>
                    <a:pt x="358139" y="3047"/>
                  </a:lnTo>
                  <a:lnTo>
                    <a:pt x="355091" y="28955"/>
                  </a:lnTo>
                  <a:lnTo>
                    <a:pt x="382523" y="32003"/>
                  </a:lnTo>
                  <a:lnTo>
                    <a:pt x="406907" y="36575"/>
                  </a:lnTo>
                  <a:lnTo>
                    <a:pt x="428243" y="42671"/>
                  </a:lnTo>
                  <a:lnTo>
                    <a:pt x="434339" y="16763"/>
                  </a:lnTo>
                  <a:close/>
                </a:path>
                <a:path w="596264" h="318770">
                  <a:moveTo>
                    <a:pt x="531875" y="59435"/>
                  </a:moveTo>
                  <a:lnTo>
                    <a:pt x="525779" y="54863"/>
                  </a:lnTo>
                  <a:lnTo>
                    <a:pt x="505967" y="44195"/>
                  </a:lnTo>
                  <a:lnTo>
                    <a:pt x="484631" y="35051"/>
                  </a:lnTo>
                  <a:lnTo>
                    <a:pt x="461771" y="25907"/>
                  </a:lnTo>
                  <a:lnTo>
                    <a:pt x="460247" y="24383"/>
                  </a:lnTo>
                  <a:lnTo>
                    <a:pt x="452627" y="48767"/>
                  </a:lnTo>
                  <a:lnTo>
                    <a:pt x="454151" y="50291"/>
                  </a:lnTo>
                  <a:lnTo>
                    <a:pt x="475487" y="57911"/>
                  </a:lnTo>
                  <a:lnTo>
                    <a:pt x="495299" y="67055"/>
                  </a:lnTo>
                  <a:lnTo>
                    <a:pt x="513587" y="77723"/>
                  </a:lnTo>
                  <a:lnTo>
                    <a:pt x="516635" y="80771"/>
                  </a:lnTo>
                  <a:lnTo>
                    <a:pt x="531875" y="59435"/>
                  </a:lnTo>
                  <a:close/>
                </a:path>
                <a:path w="596264" h="318770">
                  <a:moveTo>
                    <a:pt x="595883" y="146303"/>
                  </a:moveTo>
                  <a:lnTo>
                    <a:pt x="595883" y="141731"/>
                  </a:lnTo>
                  <a:lnTo>
                    <a:pt x="592835" y="132587"/>
                  </a:lnTo>
                  <a:lnTo>
                    <a:pt x="586739" y="117347"/>
                  </a:lnTo>
                  <a:lnTo>
                    <a:pt x="582167" y="108203"/>
                  </a:lnTo>
                  <a:lnTo>
                    <a:pt x="577595" y="100583"/>
                  </a:lnTo>
                  <a:lnTo>
                    <a:pt x="571499" y="94487"/>
                  </a:lnTo>
                  <a:lnTo>
                    <a:pt x="565403" y="86867"/>
                  </a:lnTo>
                  <a:lnTo>
                    <a:pt x="553211" y="74675"/>
                  </a:lnTo>
                  <a:lnTo>
                    <a:pt x="536447" y="94487"/>
                  </a:lnTo>
                  <a:lnTo>
                    <a:pt x="547115" y="105155"/>
                  </a:lnTo>
                  <a:lnTo>
                    <a:pt x="551687" y="111251"/>
                  </a:lnTo>
                  <a:lnTo>
                    <a:pt x="557783" y="117347"/>
                  </a:lnTo>
                  <a:lnTo>
                    <a:pt x="566927" y="135635"/>
                  </a:lnTo>
                  <a:lnTo>
                    <a:pt x="569975" y="147827"/>
                  </a:lnTo>
                  <a:lnTo>
                    <a:pt x="571499" y="150875"/>
                  </a:lnTo>
                  <a:lnTo>
                    <a:pt x="595883" y="146303"/>
                  </a:lnTo>
                  <a:close/>
                </a:path>
                <a:path w="596264" h="318770">
                  <a:moveTo>
                    <a:pt x="595883" y="176783"/>
                  </a:moveTo>
                  <a:lnTo>
                    <a:pt x="595883" y="175259"/>
                  </a:lnTo>
                  <a:lnTo>
                    <a:pt x="569975" y="172211"/>
                  </a:lnTo>
                  <a:lnTo>
                    <a:pt x="566927" y="184403"/>
                  </a:lnTo>
                  <a:lnTo>
                    <a:pt x="560831" y="196595"/>
                  </a:lnTo>
                  <a:lnTo>
                    <a:pt x="547115" y="214883"/>
                  </a:lnTo>
                  <a:lnTo>
                    <a:pt x="541019" y="220979"/>
                  </a:lnTo>
                  <a:lnTo>
                    <a:pt x="533399" y="227075"/>
                  </a:lnTo>
                  <a:lnTo>
                    <a:pt x="550163" y="245363"/>
                  </a:lnTo>
                  <a:lnTo>
                    <a:pt x="577595" y="216407"/>
                  </a:lnTo>
                  <a:lnTo>
                    <a:pt x="592835" y="184403"/>
                  </a:lnTo>
                  <a:lnTo>
                    <a:pt x="595883" y="176783"/>
                  </a:lnTo>
                  <a:close/>
                </a:path>
                <a:path w="596264" h="318770">
                  <a:moveTo>
                    <a:pt x="528827" y="262127"/>
                  </a:moveTo>
                  <a:lnTo>
                    <a:pt x="513587" y="240791"/>
                  </a:lnTo>
                  <a:lnTo>
                    <a:pt x="512063" y="242315"/>
                  </a:lnTo>
                  <a:lnTo>
                    <a:pt x="475487" y="260603"/>
                  </a:lnTo>
                  <a:lnTo>
                    <a:pt x="454151" y="268223"/>
                  </a:lnTo>
                  <a:lnTo>
                    <a:pt x="448055" y="271271"/>
                  </a:lnTo>
                  <a:lnTo>
                    <a:pt x="455675" y="294131"/>
                  </a:lnTo>
                  <a:lnTo>
                    <a:pt x="463295" y="292607"/>
                  </a:lnTo>
                  <a:lnTo>
                    <a:pt x="486155" y="283463"/>
                  </a:lnTo>
                  <a:lnTo>
                    <a:pt x="507491" y="274319"/>
                  </a:lnTo>
                  <a:lnTo>
                    <a:pt x="525779" y="263651"/>
                  </a:lnTo>
                  <a:lnTo>
                    <a:pt x="528827" y="262127"/>
                  </a:lnTo>
                  <a:close/>
                </a:path>
                <a:path w="596264" h="318770">
                  <a:moveTo>
                    <a:pt x="431291" y="301751"/>
                  </a:moveTo>
                  <a:lnTo>
                    <a:pt x="425195" y="277367"/>
                  </a:lnTo>
                  <a:lnTo>
                    <a:pt x="406907" y="281939"/>
                  </a:lnTo>
                  <a:lnTo>
                    <a:pt x="355091" y="291083"/>
                  </a:lnTo>
                  <a:lnTo>
                    <a:pt x="352043" y="291083"/>
                  </a:lnTo>
                  <a:lnTo>
                    <a:pt x="353567" y="315467"/>
                  </a:lnTo>
                  <a:lnTo>
                    <a:pt x="358139" y="315467"/>
                  </a:lnTo>
                  <a:lnTo>
                    <a:pt x="385571" y="312419"/>
                  </a:lnTo>
                  <a:lnTo>
                    <a:pt x="413003" y="306323"/>
                  </a:lnTo>
                  <a:lnTo>
                    <a:pt x="431291" y="301751"/>
                  </a:lnTo>
                  <a:close/>
                </a:path>
                <a:path w="596264" h="318770">
                  <a:moveTo>
                    <a:pt x="327659" y="318515"/>
                  </a:moveTo>
                  <a:lnTo>
                    <a:pt x="327659" y="292607"/>
                  </a:lnTo>
                  <a:lnTo>
                    <a:pt x="269747" y="292607"/>
                  </a:lnTo>
                  <a:lnTo>
                    <a:pt x="252983" y="291083"/>
                  </a:lnTo>
                  <a:lnTo>
                    <a:pt x="249935" y="316991"/>
                  </a:lnTo>
                  <a:lnTo>
                    <a:pt x="269747" y="318515"/>
                  </a:lnTo>
                  <a:lnTo>
                    <a:pt x="327659" y="318515"/>
                  </a:lnTo>
                  <a:close/>
                </a:path>
                <a:path w="596264" h="318770">
                  <a:moveTo>
                    <a:pt x="228599" y="288035"/>
                  </a:moveTo>
                  <a:lnTo>
                    <a:pt x="214883" y="286511"/>
                  </a:lnTo>
                  <a:lnTo>
                    <a:pt x="190499" y="281939"/>
                  </a:lnTo>
                  <a:lnTo>
                    <a:pt x="166115" y="275843"/>
                  </a:lnTo>
                  <a:lnTo>
                    <a:pt x="155447" y="272795"/>
                  </a:lnTo>
                  <a:lnTo>
                    <a:pt x="147827" y="297179"/>
                  </a:lnTo>
                  <a:lnTo>
                    <a:pt x="184403" y="306323"/>
                  </a:lnTo>
                  <a:lnTo>
                    <a:pt x="211835" y="312419"/>
                  </a:lnTo>
                  <a:lnTo>
                    <a:pt x="224027" y="313943"/>
                  </a:lnTo>
                  <a:lnTo>
                    <a:pt x="228599" y="28803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99801" y="4613148"/>
              <a:ext cx="654050" cy="321945"/>
            </a:xfrm>
            <a:custGeom>
              <a:avLst/>
              <a:gdLst/>
              <a:ahLst/>
              <a:cxnLst/>
              <a:rect l="l" t="t" r="r" b="b"/>
              <a:pathLst>
                <a:path w="654050" h="321945">
                  <a:moveTo>
                    <a:pt x="54863" y="103631"/>
                  </a:moveTo>
                  <a:lnTo>
                    <a:pt x="38099" y="85343"/>
                  </a:lnTo>
                  <a:lnTo>
                    <a:pt x="35051" y="86867"/>
                  </a:lnTo>
                  <a:lnTo>
                    <a:pt x="27431" y="94487"/>
                  </a:lnTo>
                  <a:lnTo>
                    <a:pt x="4571" y="134111"/>
                  </a:lnTo>
                  <a:lnTo>
                    <a:pt x="0" y="152399"/>
                  </a:lnTo>
                  <a:lnTo>
                    <a:pt x="0" y="160019"/>
                  </a:lnTo>
                  <a:lnTo>
                    <a:pt x="12953" y="160781"/>
                  </a:lnTo>
                  <a:lnTo>
                    <a:pt x="25907" y="160019"/>
                  </a:lnTo>
                  <a:lnTo>
                    <a:pt x="25907" y="153923"/>
                  </a:lnTo>
                  <a:lnTo>
                    <a:pt x="28955" y="141731"/>
                  </a:lnTo>
                  <a:lnTo>
                    <a:pt x="38099" y="123443"/>
                  </a:lnTo>
                  <a:lnTo>
                    <a:pt x="47243" y="111251"/>
                  </a:lnTo>
                  <a:lnTo>
                    <a:pt x="54863" y="103631"/>
                  </a:lnTo>
                  <a:close/>
                </a:path>
                <a:path w="654050" h="321945">
                  <a:moveTo>
                    <a:pt x="54863" y="217931"/>
                  </a:moveTo>
                  <a:lnTo>
                    <a:pt x="51815" y="214883"/>
                  </a:lnTo>
                  <a:lnTo>
                    <a:pt x="47243" y="208787"/>
                  </a:lnTo>
                  <a:lnTo>
                    <a:pt x="41147" y="202691"/>
                  </a:lnTo>
                  <a:lnTo>
                    <a:pt x="38099" y="196595"/>
                  </a:lnTo>
                  <a:lnTo>
                    <a:pt x="33527" y="190499"/>
                  </a:lnTo>
                  <a:lnTo>
                    <a:pt x="30479" y="184403"/>
                  </a:lnTo>
                  <a:lnTo>
                    <a:pt x="25907" y="166115"/>
                  </a:lnTo>
                  <a:lnTo>
                    <a:pt x="25907" y="161543"/>
                  </a:lnTo>
                  <a:lnTo>
                    <a:pt x="12953" y="160781"/>
                  </a:lnTo>
                  <a:lnTo>
                    <a:pt x="0" y="161543"/>
                  </a:lnTo>
                  <a:lnTo>
                    <a:pt x="1523" y="170687"/>
                  </a:lnTo>
                  <a:lnTo>
                    <a:pt x="3047" y="178307"/>
                  </a:lnTo>
                  <a:lnTo>
                    <a:pt x="4571" y="187451"/>
                  </a:lnTo>
                  <a:lnTo>
                    <a:pt x="7619" y="196595"/>
                  </a:lnTo>
                  <a:lnTo>
                    <a:pt x="16763" y="211835"/>
                  </a:lnTo>
                  <a:lnTo>
                    <a:pt x="35051" y="234695"/>
                  </a:lnTo>
                  <a:lnTo>
                    <a:pt x="38099" y="236219"/>
                  </a:lnTo>
                  <a:lnTo>
                    <a:pt x="54863" y="217931"/>
                  </a:lnTo>
                  <a:close/>
                </a:path>
                <a:path w="654050" h="321945">
                  <a:moveTo>
                    <a:pt x="25907" y="161543"/>
                  </a:moveTo>
                  <a:lnTo>
                    <a:pt x="25907" y="160019"/>
                  </a:lnTo>
                  <a:lnTo>
                    <a:pt x="12953" y="160781"/>
                  </a:lnTo>
                  <a:lnTo>
                    <a:pt x="25907" y="161543"/>
                  </a:lnTo>
                  <a:close/>
                </a:path>
                <a:path w="654050" h="321945">
                  <a:moveTo>
                    <a:pt x="137159" y="56387"/>
                  </a:moveTo>
                  <a:lnTo>
                    <a:pt x="129539" y="32003"/>
                  </a:lnTo>
                  <a:lnTo>
                    <a:pt x="99059" y="44195"/>
                  </a:lnTo>
                  <a:lnTo>
                    <a:pt x="77723" y="54863"/>
                  </a:lnTo>
                  <a:lnTo>
                    <a:pt x="59435" y="67055"/>
                  </a:lnTo>
                  <a:lnTo>
                    <a:pt x="57911" y="68579"/>
                  </a:lnTo>
                  <a:lnTo>
                    <a:pt x="73151" y="88391"/>
                  </a:lnTo>
                  <a:lnTo>
                    <a:pt x="74675" y="88391"/>
                  </a:lnTo>
                  <a:lnTo>
                    <a:pt x="82295" y="82295"/>
                  </a:lnTo>
                  <a:lnTo>
                    <a:pt x="91439" y="77723"/>
                  </a:lnTo>
                  <a:lnTo>
                    <a:pt x="111251" y="67055"/>
                  </a:lnTo>
                  <a:lnTo>
                    <a:pt x="132587" y="57911"/>
                  </a:lnTo>
                  <a:lnTo>
                    <a:pt x="137159" y="56387"/>
                  </a:lnTo>
                  <a:close/>
                </a:path>
                <a:path w="654050" h="321945">
                  <a:moveTo>
                    <a:pt x="234695" y="32003"/>
                  </a:moveTo>
                  <a:lnTo>
                    <a:pt x="230123" y="6095"/>
                  </a:lnTo>
                  <a:lnTo>
                    <a:pt x="201167" y="12191"/>
                  </a:lnTo>
                  <a:lnTo>
                    <a:pt x="173735" y="18287"/>
                  </a:lnTo>
                  <a:lnTo>
                    <a:pt x="153923" y="24383"/>
                  </a:lnTo>
                  <a:lnTo>
                    <a:pt x="161543" y="48767"/>
                  </a:lnTo>
                  <a:lnTo>
                    <a:pt x="181355" y="42671"/>
                  </a:lnTo>
                  <a:lnTo>
                    <a:pt x="207263" y="36575"/>
                  </a:lnTo>
                  <a:lnTo>
                    <a:pt x="234695" y="32003"/>
                  </a:lnTo>
                  <a:close/>
                </a:path>
                <a:path w="654050" h="321945">
                  <a:moveTo>
                    <a:pt x="326897" y="12191"/>
                  </a:moveTo>
                  <a:lnTo>
                    <a:pt x="326135" y="0"/>
                  </a:lnTo>
                  <a:lnTo>
                    <a:pt x="294131" y="0"/>
                  </a:lnTo>
                  <a:lnTo>
                    <a:pt x="262127" y="3047"/>
                  </a:lnTo>
                  <a:lnTo>
                    <a:pt x="256031" y="3047"/>
                  </a:lnTo>
                  <a:lnTo>
                    <a:pt x="259079" y="28955"/>
                  </a:lnTo>
                  <a:lnTo>
                    <a:pt x="265175" y="27431"/>
                  </a:lnTo>
                  <a:lnTo>
                    <a:pt x="295655" y="25907"/>
                  </a:lnTo>
                  <a:lnTo>
                    <a:pt x="326135" y="24456"/>
                  </a:lnTo>
                  <a:lnTo>
                    <a:pt x="326897" y="12191"/>
                  </a:lnTo>
                  <a:close/>
                </a:path>
                <a:path w="654050" h="321945">
                  <a:moveTo>
                    <a:pt x="327659" y="24383"/>
                  </a:moveTo>
                  <a:lnTo>
                    <a:pt x="326897" y="12191"/>
                  </a:lnTo>
                  <a:lnTo>
                    <a:pt x="326135" y="24383"/>
                  </a:lnTo>
                  <a:lnTo>
                    <a:pt x="326379" y="24444"/>
                  </a:lnTo>
                  <a:lnTo>
                    <a:pt x="327659" y="24383"/>
                  </a:lnTo>
                  <a:close/>
                </a:path>
                <a:path w="654050" h="321945">
                  <a:moveTo>
                    <a:pt x="326379" y="24444"/>
                  </a:moveTo>
                  <a:lnTo>
                    <a:pt x="326135" y="24383"/>
                  </a:lnTo>
                  <a:lnTo>
                    <a:pt x="326379" y="24444"/>
                  </a:lnTo>
                  <a:close/>
                </a:path>
                <a:path w="654050" h="321945">
                  <a:moveTo>
                    <a:pt x="327659" y="24764"/>
                  </a:moveTo>
                  <a:lnTo>
                    <a:pt x="327659" y="24383"/>
                  </a:lnTo>
                  <a:lnTo>
                    <a:pt x="326379" y="24444"/>
                  </a:lnTo>
                  <a:lnTo>
                    <a:pt x="327659" y="24764"/>
                  </a:lnTo>
                  <a:close/>
                </a:path>
                <a:path w="654050" h="321945">
                  <a:moveTo>
                    <a:pt x="333755" y="0"/>
                  </a:moveTo>
                  <a:lnTo>
                    <a:pt x="327659" y="0"/>
                  </a:lnTo>
                  <a:lnTo>
                    <a:pt x="326897" y="12191"/>
                  </a:lnTo>
                  <a:lnTo>
                    <a:pt x="327659" y="24383"/>
                  </a:lnTo>
                  <a:lnTo>
                    <a:pt x="327659" y="24764"/>
                  </a:lnTo>
                  <a:lnTo>
                    <a:pt x="332231" y="25907"/>
                  </a:lnTo>
                  <a:lnTo>
                    <a:pt x="333755" y="0"/>
                  </a:lnTo>
                  <a:close/>
                </a:path>
                <a:path w="654050" h="321945">
                  <a:moveTo>
                    <a:pt x="435863" y="9143"/>
                  </a:moveTo>
                  <a:lnTo>
                    <a:pt x="422147" y="6095"/>
                  </a:lnTo>
                  <a:lnTo>
                    <a:pt x="391667" y="3047"/>
                  </a:lnTo>
                  <a:lnTo>
                    <a:pt x="359663" y="0"/>
                  </a:lnTo>
                  <a:lnTo>
                    <a:pt x="358139" y="25907"/>
                  </a:lnTo>
                  <a:lnTo>
                    <a:pt x="388619" y="27431"/>
                  </a:lnTo>
                  <a:lnTo>
                    <a:pt x="419099" y="32003"/>
                  </a:lnTo>
                  <a:lnTo>
                    <a:pt x="432815" y="33527"/>
                  </a:lnTo>
                  <a:lnTo>
                    <a:pt x="435863" y="9143"/>
                  </a:lnTo>
                  <a:close/>
                </a:path>
                <a:path w="654050" h="321945">
                  <a:moveTo>
                    <a:pt x="536447" y="36575"/>
                  </a:moveTo>
                  <a:lnTo>
                    <a:pt x="530351" y="33527"/>
                  </a:lnTo>
                  <a:lnTo>
                    <a:pt x="505967" y="25907"/>
                  </a:lnTo>
                  <a:lnTo>
                    <a:pt x="480059" y="18287"/>
                  </a:lnTo>
                  <a:lnTo>
                    <a:pt x="461771" y="13715"/>
                  </a:lnTo>
                  <a:lnTo>
                    <a:pt x="455675" y="38099"/>
                  </a:lnTo>
                  <a:lnTo>
                    <a:pt x="473963" y="42671"/>
                  </a:lnTo>
                  <a:lnTo>
                    <a:pt x="522731" y="57911"/>
                  </a:lnTo>
                  <a:lnTo>
                    <a:pt x="527303" y="60959"/>
                  </a:lnTo>
                  <a:lnTo>
                    <a:pt x="536447" y="36575"/>
                  </a:lnTo>
                  <a:close/>
                </a:path>
                <a:path w="654050" h="321945">
                  <a:moveTo>
                    <a:pt x="626363" y="94487"/>
                  </a:moveTo>
                  <a:lnTo>
                    <a:pt x="624839" y="94487"/>
                  </a:lnTo>
                  <a:lnTo>
                    <a:pt x="618743" y="86867"/>
                  </a:lnTo>
                  <a:lnTo>
                    <a:pt x="611123" y="80771"/>
                  </a:lnTo>
                  <a:lnTo>
                    <a:pt x="603503" y="73151"/>
                  </a:lnTo>
                  <a:lnTo>
                    <a:pt x="585215" y="60959"/>
                  </a:lnTo>
                  <a:lnTo>
                    <a:pt x="574547" y="54863"/>
                  </a:lnTo>
                  <a:lnTo>
                    <a:pt x="560831" y="47243"/>
                  </a:lnTo>
                  <a:lnTo>
                    <a:pt x="548639" y="70103"/>
                  </a:lnTo>
                  <a:lnTo>
                    <a:pt x="563879" y="77723"/>
                  </a:lnTo>
                  <a:lnTo>
                    <a:pt x="571499" y="82295"/>
                  </a:lnTo>
                  <a:lnTo>
                    <a:pt x="580643" y="88391"/>
                  </a:lnTo>
                  <a:lnTo>
                    <a:pt x="588263" y="94487"/>
                  </a:lnTo>
                  <a:lnTo>
                    <a:pt x="594359" y="99059"/>
                  </a:lnTo>
                  <a:lnTo>
                    <a:pt x="601979" y="105155"/>
                  </a:lnTo>
                  <a:lnTo>
                    <a:pt x="606551" y="111251"/>
                  </a:lnTo>
                  <a:lnTo>
                    <a:pt x="626363" y="94487"/>
                  </a:lnTo>
                  <a:close/>
                </a:path>
                <a:path w="654050" h="321945">
                  <a:moveTo>
                    <a:pt x="653795" y="160019"/>
                  </a:moveTo>
                  <a:lnTo>
                    <a:pt x="650747" y="141731"/>
                  </a:lnTo>
                  <a:lnTo>
                    <a:pt x="649223" y="134111"/>
                  </a:lnTo>
                  <a:lnTo>
                    <a:pt x="646175" y="124967"/>
                  </a:lnTo>
                  <a:lnTo>
                    <a:pt x="643127" y="118871"/>
                  </a:lnTo>
                  <a:lnTo>
                    <a:pt x="620267" y="129539"/>
                  </a:lnTo>
                  <a:lnTo>
                    <a:pt x="623315" y="135635"/>
                  </a:lnTo>
                  <a:lnTo>
                    <a:pt x="624839" y="143255"/>
                  </a:lnTo>
                  <a:lnTo>
                    <a:pt x="627887" y="155447"/>
                  </a:lnTo>
                  <a:lnTo>
                    <a:pt x="627887" y="160019"/>
                  </a:lnTo>
                  <a:lnTo>
                    <a:pt x="640841" y="160781"/>
                  </a:lnTo>
                  <a:lnTo>
                    <a:pt x="653795" y="160019"/>
                  </a:lnTo>
                  <a:close/>
                </a:path>
                <a:path w="654050" h="321945">
                  <a:moveTo>
                    <a:pt x="653795" y="169163"/>
                  </a:moveTo>
                  <a:lnTo>
                    <a:pt x="653795" y="161543"/>
                  </a:lnTo>
                  <a:lnTo>
                    <a:pt x="640841" y="160781"/>
                  </a:lnTo>
                  <a:lnTo>
                    <a:pt x="627887" y="161543"/>
                  </a:lnTo>
                  <a:lnTo>
                    <a:pt x="627887" y="167639"/>
                  </a:lnTo>
                  <a:lnTo>
                    <a:pt x="624839" y="179831"/>
                  </a:lnTo>
                  <a:lnTo>
                    <a:pt x="621791" y="185927"/>
                  </a:lnTo>
                  <a:lnTo>
                    <a:pt x="620267" y="192023"/>
                  </a:lnTo>
                  <a:lnTo>
                    <a:pt x="643127" y="202691"/>
                  </a:lnTo>
                  <a:lnTo>
                    <a:pt x="646175" y="195071"/>
                  </a:lnTo>
                  <a:lnTo>
                    <a:pt x="649223" y="185927"/>
                  </a:lnTo>
                  <a:lnTo>
                    <a:pt x="652271" y="178307"/>
                  </a:lnTo>
                  <a:lnTo>
                    <a:pt x="653795" y="169163"/>
                  </a:lnTo>
                  <a:close/>
                </a:path>
                <a:path w="654050" h="321945">
                  <a:moveTo>
                    <a:pt x="640841" y="160781"/>
                  </a:moveTo>
                  <a:lnTo>
                    <a:pt x="627887" y="160019"/>
                  </a:lnTo>
                  <a:lnTo>
                    <a:pt x="627887" y="161543"/>
                  </a:lnTo>
                  <a:lnTo>
                    <a:pt x="640841" y="160781"/>
                  </a:lnTo>
                  <a:close/>
                </a:path>
                <a:path w="654050" h="321945">
                  <a:moveTo>
                    <a:pt x="626363" y="225551"/>
                  </a:moveTo>
                  <a:lnTo>
                    <a:pt x="606551" y="210311"/>
                  </a:lnTo>
                  <a:lnTo>
                    <a:pt x="594359" y="222503"/>
                  </a:lnTo>
                  <a:lnTo>
                    <a:pt x="586739" y="227075"/>
                  </a:lnTo>
                  <a:lnTo>
                    <a:pt x="571499" y="239267"/>
                  </a:lnTo>
                  <a:lnTo>
                    <a:pt x="562355" y="243839"/>
                  </a:lnTo>
                  <a:lnTo>
                    <a:pt x="548639" y="251459"/>
                  </a:lnTo>
                  <a:lnTo>
                    <a:pt x="560831" y="272795"/>
                  </a:lnTo>
                  <a:lnTo>
                    <a:pt x="576071" y="265175"/>
                  </a:lnTo>
                  <a:lnTo>
                    <a:pt x="603503" y="246887"/>
                  </a:lnTo>
                  <a:lnTo>
                    <a:pt x="611123" y="240791"/>
                  </a:lnTo>
                  <a:lnTo>
                    <a:pt x="626363" y="225551"/>
                  </a:lnTo>
                  <a:close/>
                </a:path>
                <a:path w="654050" h="321945">
                  <a:moveTo>
                    <a:pt x="536447" y="283463"/>
                  </a:moveTo>
                  <a:lnTo>
                    <a:pt x="527303" y="260603"/>
                  </a:lnTo>
                  <a:lnTo>
                    <a:pt x="521207" y="263651"/>
                  </a:lnTo>
                  <a:lnTo>
                    <a:pt x="498347" y="271271"/>
                  </a:lnTo>
                  <a:lnTo>
                    <a:pt x="472439" y="278891"/>
                  </a:lnTo>
                  <a:lnTo>
                    <a:pt x="455675" y="281939"/>
                  </a:lnTo>
                  <a:lnTo>
                    <a:pt x="461771" y="306323"/>
                  </a:lnTo>
                  <a:lnTo>
                    <a:pt x="480059" y="303275"/>
                  </a:lnTo>
                  <a:lnTo>
                    <a:pt x="505967" y="295655"/>
                  </a:lnTo>
                  <a:lnTo>
                    <a:pt x="531875" y="286511"/>
                  </a:lnTo>
                  <a:lnTo>
                    <a:pt x="536447" y="283463"/>
                  </a:lnTo>
                  <a:close/>
                </a:path>
                <a:path w="654050" h="321945">
                  <a:moveTo>
                    <a:pt x="435863" y="312419"/>
                  </a:moveTo>
                  <a:lnTo>
                    <a:pt x="432815" y="286511"/>
                  </a:lnTo>
                  <a:lnTo>
                    <a:pt x="417575" y="289559"/>
                  </a:lnTo>
                  <a:lnTo>
                    <a:pt x="388619" y="292607"/>
                  </a:lnTo>
                  <a:lnTo>
                    <a:pt x="358139" y="295655"/>
                  </a:lnTo>
                  <a:lnTo>
                    <a:pt x="358139" y="320039"/>
                  </a:lnTo>
                  <a:lnTo>
                    <a:pt x="359663" y="320039"/>
                  </a:lnTo>
                  <a:lnTo>
                    <a:pt x="391667" y="318515"/>
                  </a:lnTo>
                  <a:lnTo>
                    <a:pt x="422147" y="313943"/>
                  </a:lnTo>
                  <a:lnTo>
                    <a:pt x="435863" y="312419"/>
                  </a:lnTo>
                  <a:close/>
                </a:path>
                <a:path w="654050" h="321945">
                  <a:moveTo>
                    <a:pt x="326897" y="308609"/>
                  </a:moveTo>
                  <a:lnTo>
                    <a:pt x="326135" y="295655"/>
                  </a:lnTo>
                  <a:lnTo>
                    <a:pt x="295655" y="295655"/>
                  </a:lnTo>
                  <a:lnTo>
                    <a:pt x="265175" y="292607"/>
                  </a:lnTo>
                  <a:lnTo>
                    <a:pt x="259079" y="292607"/>
                  </a:lnTo>
                  <a:lnTo>
                    <a:pt x="256031" y="316991"/>
                  </a:lnTo>
                  <a:lnTo>
                    <a:pt x="262127" y="318515"/>
                  </a:lnTo>
                  <a:lnTo>
                    <a:pt x="326135" y="321563"/>
                  </a:lnTo>
                  <a:lnTo>
                    <a:pt x="326897" y="308609"/>
                  </a:lnTo>
                  <a:close/>
                </a:path>
                <a:path w="654050" h="321945">
                  <a:moveTo>
                    <a:pt x="327659" y="295655"/>
                  </a:moveTo>
                  <a:lnTo>
                    <a:pt x="326135" y="295655"/>
                  </a:lnTo>
                  <a:lnTo>
                    <a:pt x="326897" y="308609"/>
                  </a:lnTo>
                  <a:lnTo>
                    <a:pt x="327659" y="295655"/>
                  </a:lnTo>
                  <a:close/>
                </a:path>
                <a:path w="654050" h="321945">
                  <a:moveTo>
                    <a:pt x="333755" y="321563"/>
                  </a:moveTo>
                  <a:lnTo>
                    <a:pt x="332231" y="295655"/>
                  </a:lnTo>
                  <a:lnTo>
                    <a:pt x="327659" y="295655"/>
                  </a:lnTo>
                  <a:lnTo>
                    <a:pt x="326897" y="308609"/>
                  </a:lnTo>
                  <a:lnTo>
                    <a:pt x="327659" y="321563"/>
                  </a:lnTo>
                  <a:lnTo>
                    <a:pt x="333755" y="321563"/>
                  </a:lnTo>
                  <a:close/>
                </a:path>
                <a:path w="654050" h="321945">
                  <a:moveTo>
                    <a:pt x="234695" y="289559"/>
                  </a:moveTo>
                  <a:lnTo>
                    <a:pt x="207263" y="284987"/>
                  </a:lnTo>
                  <a:lnTo>
                    <a:pt x="179831" y="278891"/>
                  </a:lnTo>
                  <a:lnTo>
                    <a:pt x="161543" y="272795"/>
                  </a:lnTo>
                  <a:lnTo>
                    <a:pt x="153923" y="297179"/>
                  </a:lnTo>
                  <a:lnTo>
                    <a:pt x="173735" y="303275"/>
                  </a:lnTo>
                  <a:lnTo>
                    <a:pt x="202691" y="309371"/>
                  </a:lnTo>
                  <a:lnTo>
                    <a:pt x="230123" y="313943"/>
                  </a:lnTo>
                  <a:lnTo>
                    <a:pt x="234695" y="289559"/>
                  </a:lnTo>
                  <a:close/>
                </a:path>
                <a:path w="654050" h="321945">
                  <a:moveTo>
                    <a:pt x="137159" y="265175"/>
                  </a:moveTo>
                  <a:lnTo>
                    <a:pt x="131063" y="262127"/>
                  </a:lnTo>
                  <a:lnTo>
                    <a:pt x="109727" y="252983"/>
                  </a:lnTo>
                  <a:lnTo>
                    <a:pt x="89915" y="243839"/>
                  </a:lnTo>
                  <a:lnTo>
                    <a:pt x="82295" y="237743"/>
                  </a:lnTo>
                  <a:lnTo>
                    <a:pt x="73151" y="233171"/>
                  </a:lnTo>
                  <a:lnTo>
                    <a:pt x="73151" y="231647"/>
                  </a:lnTo>
                  <a:lnTo>
                    <a:pt x="57911" y="252983"/>
                  </a:lnTo>
                  <a:lnTo>
                    <a:pt x="59435" y="254507"/>
                  </a:lnTo>
                  <a:lnTo>
                    <a:pt x="68579" y="260603"/>
                  </a:lnTo>
                  <a:lnTo>
                    <a:pt x="79247" y="265175"/>
                  </a:lnTo>
                  <a:lnTo>
                    <a:pt x="100583" y="277367"/>
                  </a:lnTo>
                  <a:lnTo>
                    <a:pt x="123443" y="286511"/>
                  </a:lnTo>
                  <a:lnTo>
                    <a:pt x="129539" y="289559"/>
                  </a:lnTo>
                  <a:lnTo>
                    <a:pt x="137159" y="26517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122990" y="6533389"/>
              <a:ext cx="597535" cy="405765"/>
            </a:xfrm>
            <a:custGeom>
              <a:avLst/>
              <a:gdLst/>
              <a:ahLst/>
              <a:cxnLst/>
              <a:rect l="l" t="t" r="r" b="b"/>
              <a:pathLst>
                <a:path w="597535" h="405765">
                  <a:moveTo>
                    <a:pt x="45719" y="137159"/>
                  </a:moveTo>
                  <a:lnTo>
                    <a:pt x="22859" y="123443"/>
                  </a:lnTo>
                  <a:lnTo>
                    <a:pt x="18287" y="131063"/>
                  </a:lnTo>
                  <a:lnTo>
                    <a:pt x="13715" y="141731"/>
                  </a:lnTo>
                  <a:lnTo>
                    <a:pt x="10667" y="150875"/>
                  </a:lnTo>
                  <a:lnTo>
                    <a:pt x="6095" y="161543"/>
                  </a:lnTo>
                  <a:lnTo>
                    <a:pt x="3047" y="170687"/>
                  </a:lnTo>
                  <a:lnTo>
                    <a:pt x="0" y="192023"/>
                  </a:lnTo>
                  <a:lnTo>
                    <a:pt x="0" y="202691"/>
                  </a:lnTo>
                  <a:lnTo>
                    <a:pt x="25907" y="202691"/>
                  </a:lnTo>
                  <a:lnTo>
                    <a:pt x="25907" y="193547"/>
                  </a:lnTo>
                  <a:lnTo>
                    <a:pt x="27431" y="184403"/>
                  </a:lnTo>
                  <a:lnTo>
                    <a:pt x="28955" y="176783"/>
                  </a:lnTo>
                  <a:lnTo>
                    <a:pt x="30479" y="167639"/>
                  </a:lnTo>
                  <a:lnTo>
                    <a:pt x="33527" y="160019"/>
                  </a:lnTo>
                  <a:lnTo>
                    <a:pt x="38099" y="150875"/>
                  </a:lnTo>
                  <a:lnTo>
                    <a:pt x="41147" y="143255"/>
                  </a:lnTo>
                  <a:lnTo>
                    <a:pt x="45719" y="137159"/>
                  </a:lnTo>
                  <a:close/>
                </a:path>
                <a:path w="597535" h="405765">
                  <a:moveTo>
                    <a:pt x="114299" y="73151"/>
                  </a:moveTo>
                  <a:lnTo>
                    <a:pt x="100583" y="50291"/>
                  </a:lnTo>
                  <a:lnTo>
                    <a:pt x="88391" y="57911"/>
                  </a:lnTo>
                  <a:lnTo>
                    <a:pt x="70103" y="71627"/>
                  </a:lnTo>
                  <a:lnTo>
                    <a:pt x="51815" y="88391"/>
                  </a:lnTo>
                  <a:lnTo>
                    <a:pt x="39623" y="102107"/>
                  </a:lnTo>
                  <a:lnTo>
                    <a:pt x="57911" y="118871"/>
                  </a:lnTo>
                  <a:lnTo>
                    <a:pt x="71627" y="105155"/>
                  </a:lnTo>
                  <a:lnTo>
                    <a:pt x="86867" y="91439"/>
                  </a:lnTo>
                  <a:lnTo>
                    <a:pt x="103631" y="77723"/>
                  </a:lnTo>
                  <a:lnTo>
                    <a:pt x="114299" y="73151"/>
                  </a:lnTo>
                  <a:close/>
                </a:path>
                <a:path w="597535" h="405765">
                  <a:moveTo>
                    <a:pt x="204215" y="36575"/>
                  </a:moveTo>
                  <a:lnTo>
                    <a:pt x="198119" y="12191"/>
                  </a:lnTo>
                  <a:lnTo>
                    <a:pt x="182879" y="15239"/>
                  </a:lnTo>
                  <a:lnTo>
                    <a:pt x="156971" y="22859"/>
                  </a:lnTo>
                  <a:lnTo>
                    <a:pt x="132587" y="33527"/>
                  </a:lnTo>
                  <a:lnTo>
                    <a:pt x="123443" y="38099"/>
                  </a:lnTo>
                  <a:lnTo>
                    <a:pt x="135635" y="60959"/>
                  </a:lnTo>
                  <a:lnTo>
                    <a:pt x="144779" y="56387"/>
                  </a:lnTo>
                  <a:lnTo>
                    <a:pt x="167639" y="47243"/>
                  </a:lnTo>
                  <a:lnTo>
                    <a:pt x="192023" y="39623"/>
                  </a:lnTo>
                  <a:lnTo>
                    <a:pt x="204215" y="36575"/>
                  </a:lnTo>
                  <a:close/>
                </a:path>
                <a:path w="597535" h="405765">
                  <a:moveTo>
                    <a:pt x="301751" y="24383"/>
                  </a:moveTo>
                  <a:lnTo>
                    <a:pt x="301751" y="0"/>
                  </a:lnTo>
                  <a:lnTo>
                    <a:pt x="268223" y="0"/>
                  </a:lnTo>
                  <a:lnTo>
                    <a:pt x="239267" y="3047"/>
                  </a:lnTo>
                  <a:lnTo>
                    <a:pt x="224027" y="6095"/>
                  </a:lnTo>
                  <a:lnTo>
                    <a:pt x="228599" y="32003"/>
                  </a:lnTo>
                  <a:lnTo>
                    <a:pt x="243839" y="28955"/>
                  </a:lnTo>
                  <a:lnTo>
                    <a:pt x="271271" y="25907"/>
                  </a:lnTo>
                  <a:lnTo>
                    <a:pt x="298703" y="24383"/>
                  </a:lnTo>
                  <a:lnTo>
                    <a:pt x="301751" y="24383"/>
                  </a:lnTo>
                  <a:close/>
                </a:path>
                <a:path w="597535" h="405765">
                  <a:moveTo>
                    <a:pt x="405383" y="13715"/>
                  </a:moveTo>
                  <a:lnTo>
                    <a:pt x="385571" y="9143"/>
                  </a:lnTo>
                  <a:lnTo>
                    <a:pt x="358139" y="3047"/>
                  </a:lnTo>
                  <a:lnTo>
                    <a:pt x="327659" y="0"/>
                  </a:lnTo>
                  <a:lnTo>
                    <a:pt x="326135" y="25907"/>
                  </a:lnTo>
                  <a:lnTo>
                    <a:pt x="327659" y="25907"/>
                  </a:lnTo>
                  <a:lnTo>
                    <a:pt x="355091" y="28955"/>
                  </a:lnTo>
                  <a:lnTo>
                    <a:pt x="380999" y="33527"/>
                  </a:lnTo>
                  <a:lnTo>
                    <a:pt x="399287" y="38099"/>
                  </a:lnTo>
                  <a:lnTo>
                    <a:pt x="405383" y="13715"/>
                  </a:lnTo>
                  <a:close/>
                </a:path>
                <a:path w="597535" h="405765">
                  <a:moveTo>
                    <a:pt x="501395" y="54863"/>
                  </a:moveTo>
                  <a:lnTo>
                    <a:pt x="486155" y="44195"/>
                  </a:lnTo>
                  <a:lnTo>
                    <a:pt x="463295" y="33527"/>
                  </a:lnTo>
                  <a:lnTo>
                    <a:pt x="438911" y="22859"/>
                  </a:lnTo>
                  <a:lnTo>
                    <a:pt x="431291" y="21335"/>
                  </a:lnTo>
                  <a:lnTo>
                    <a:pt x="422147" y="44195"/>
                  </a:lnTo>
                  <a:lnTo>
                    <a:pt x="431291" y="47243"/>
                  </a:lnTo>
                  <a:lnTo>
                    <a:pt x="454151" y="56387"/>
                  </a:lnTo>
                  <a:lnTo>
                    <a:pt x="473963" y="67055"/>
                  </a:lnTo>
                  <a:lnTo>
                    <a:pt x="489203" y="76199"/>
                  </a:lnTo>
                  <a:lnTo>
                    <a:pt x="501395" y="54863"/>
                  </a:lnTo>
                  <a:close/>
                </a:path>
                <a:path w="597535" h="405765">
                  <a:moveTo>
                    <a:pt x="577595" y="129539"/>
                  </a:moveTo>
                  <a:lnTo>
                    <a:pt x="544067" y="86867"/>
                  </a:lnTo>
                  <a:lnTo>
                    <a:pt x="527303" y="71627"/>
                  </a:lnTo>
                  <a:lnTo>
                    <a:pt x="524255" y="68579"/>
                  </a:lnTo>
                  <a:lnTo>
                    <a:pt x="509015" y="89915"/>
                  </a:lnTo>
                  <a:lnTo>
                    <a:pt x="512063" y="91439"/>
                  </a:lnTo>
                  <a:lnTo>
                    <a:pt x="527303" y="105155"/>
                  </a:lnTo>
                  <a:lnTo>
                    <a:pt x="541019" y="120395"/>
                  </a:lnTo>
                  <a:lnTo>
                    <a:pt x="545591" y="128015"/>
                  </a:lnTo>
                  <a:lnTo>
                    <a:pt x="551687" y="135635"/>
                  </a:lnTo>
                  <a:lnTo>
                    <a:pt x="556259" y="143255"/>
                  </a:lnTo>
                  <a:lnTo>
                    <a:pt x="577595" y="129539"/>
                  </a:lnTo>
                  <a:close/>
                </a:path>
                <a:path w="597535" h="405765">
                  <a:moveTo>
                    <a:pt x="597407" y="202691"/>
                  </a:moveTo>
                  <a:lnTo>
                    <a:pt x="597407" y="192023"/>
                  </a:lnTo>
                  <a:lnTo>
                    <a:pt x="595883" y="181355"/>
                  </a:lnTo>
                  <a:lnTo>
                    <a:pt x="592835" y="170687"/>
                  </a:lnTo>
                  <a:lnTo>
                    <a:pt x="591311" y="160019"/>
                  </a:lnTo>
                  <a:lnTo>
                    <a:pt x="588263" y="155447"/>
                  </a:lnTo>
                  <a:lnTo>
                    <a:pt x="565403" y="163067"/>
                  </a:lnTo>
                  <a:lnTo>
                    <a:pt x="566927" y="169163"/>
                  </a:lnTo>
                  <a:lnTo>
                    <a:pt x="568451" y="176783"/>
                  </a:lnTo>
                  <a:lnTo>
                    <a:pt x="571499" y="195071"/>
                  </a:lnTo>
                  <a:lnTo>
                    <a:pt x="571499" y="202691"/>
                  </a:lnTo>
                  <a:lnTo>
                    <a:pt x="597407" y="202691"/>
                  </a:lnTo>
                  <a:close/>
                </a:path>
                <a:path w="597535" h="405765">
                  <a:moveTo>
                    <a:pt x="597407" y="213359"/>
                  </a:moveTo>
                  <a:lnTo>
                    <a:pt x="597407" y="202691"/>
                  </a:lnTo>
                  <a:lnTo>
                    <a:pt x="571499" y="202691"/>
                  </a:lnTo>
                  <a:lnTo>
                    <a:pt x="571499" y="211835"/>
                  </a:lnTo>
                  <a:lnTo>
                    <a:pt x="569975" y="220979"/>
                  </a:lnTo>
                  <a:lnTo>
                    <a:pt x="568451" y="228599"/>
                  </a:lnTo>
                  <a:lnTo>
                    <a:pt x="568451" y="231647"/>
                  </a:lnTo>
                  <a:lnTo>
                    <a:pt x="592835" y="237743"/>
                  </a:lnTo>
                  <a:lnTo>
                    <a:pt x="592835" y="234695"/>
                  </a:lnTo>
                  <a:lnTo>
                    <a:pt x="595883" y="224027"/>
                  </a:lnTo>
                  <a:lnTo>
                    <a:pt x="597407" y="213359"/>
                  </a:lnTo>
                  <a:close/>
                </a:path>
                <a:path w="597535" h="405765">
                  <a:moveTo>
                    <a:pt x="583691" y="265175"/>
                  </a:moveTo>
                  <a:lnTo>
                    <a:pt x="583691" y="263651"/>
                  </a:lnTo>
                  <a:lnTo>
                    <a:pt x="560831" y="252983"/>
                  </a:lnTo>
                  <a:lnTo>
                    <a:pt x="559307" y="254507"/>
                  </a:lnTo>
                  <a:lnTo>
                    <a:pt x="556259" y="262127"/>
                  </a:lnTo>
                  <a:lnTo>
                    <a:pt x="551687" y="269747"/>
                  </a:lnTo>
                  <a:lnTo>
                    <a:pt x="545591" y="278891"/>
                  </a:lnTo>
                  <a:lnTo>
                    <a:pt x="539495" y="286511"/>
                  </a:lnTo>
                  <a:lnTo>
                    <a:pt x="525779" y="300227"/>
                  </a:lnTo>
                  <a:lnTo>
                    <a:pt x="516635" y="307847"/>
                  </a:lnTo>
                  <a:lnTo>
                    <a:pt x="534923" y="327659"/>
                  </a:lnTo>
                  <a:lnTo>
                    <a:pt x="545591" y="318515"/>
                  </a:lnTo>
                  <a:lnTo>
                    <a:pt x="559307" y="301751"/>
                  </a:lnTo>
                  <a:lnTo>
                    <a:pt x="566927" y="292607"/>
                  </a:lnTo>
                  <a:lnTo>
                    <a:pt x="579119" y="274319"/>
                  </a:lnTo>
                  <a:lnTo>
                    <a:pt x="583691" y="265175"/>
                  </a:lnTo>
                  <a:close/>
                </a:path>
                <a:path w="597535" h="405765">
                  <a:moveTo>
                    <a:pt x="513587" y="344423"/>
                  </a:moveTo>
                  <a:lnTo>
                    <a:pt x="498347" y="323087"/>
                  </a:lnTo>
                  <a:lnTo>
                    <a:pt x="493775" y="327659"/>
                  </a:lnTo>
                  <a:lnTo>
                    <a:pt x="473963" y="338327"/>
                  </a:lnTo>
                  <a:lnTo>
                    <a:pt x="452627" y="348995"/>
                  </a:lnTo>
                  <a:lnTo>
                    <a:pt x="434339" y="356615"/>
                  </a:lnTo>
                  <a:lnTo>
                    <a:pt x="443483" y="380999"/>
                  </a:lnTo>
                  <a:lnTo>
                    <a:pt x="463295" y="371855"/>
                  </a:lnTo>
                  <a:lnTo>
                    <a:pt x="487679" y="361187"/>
                  </a:lnTo>
                  <a:lnTo>
                    <a:pt x="507491" y="347471"/>
                  </a:lnTo>
                  <a:lnTo>
                    <a:pt x="513587" y="344423"/>
                  </a:lnTo>
                  <a:close/>
                </a:path>
                <a:path w="597535" h="405765">
                  <a:moveTo>
                    <a:pt x="417575" y="388619"/>
                  </a:moveTo>
                  <a:lnTo>
                    <a:pt x="409955" y="364235"/>
                  </a:lnTo>
                  <a:lnTo>
                    <a:pt x="405383" y="365759"/>
                  </a:lnTo>
                  <a:lnTo>
                    <a:pt x="380999" y="371855"/>
                  </a:lnTo>
                  <a:lnTo>
                    <a:pt x="353567" y="376427"/>
                  </a:lnTo>
                  <a:lnTo>
                    <a:pt x="338327" y="377951"/>
                  </a:lnTo>
                  <a:lnTo>
                    <a:pt x="341375" y="403859"/>
                  </a:lnTo>
                  <a:lnTo>
                    <a:pt x="358139" y="402335"/>
                  </a:lnTo>
                  <a:lnTo>
                    <a:pt x="387095" y="397763"/>
                  </a:lnTo>
                  <a:lnTo>
                    <a:pt x="414527" y="390143"/>
                  </a:lnTo>
                  <a:lnTo>
                    <a:pt x="417575" y="388619"/>
                  </a:lnTo>
                  <a:close/>
                </a:path>
                <a:path w="597535" h="405765">
                  <a:moveTo>
                    <a:pt x="315467" y="405383"/>
                  </a:moveTo>
                  <a:lnTo>
                    <a:pt x="313943" y="379475"/>
                  </a:lnTo>
                  <a:lnTo>
                    <a:pt x="298703" y="380999"/>
                  </a:lnTo>
                  <a:lnTo>
                    <a:pt x="269747" y="379475"/>
                  </a:lnTo>
                  <a:lnTo>
                    <a:pt x="242315" y="376427"/>
                  </a:lnTo>
                  <a:lnTo>
                    <a:pt x="240791" y="376427"/>
                  </a:lnTo>
                  <a:lnTo>
                    <a:pt x="236219" y="400811"/>
                  </a:lnTo>
                  <a:lnTo>
                    <a:pt x="239267" y="402335"/>
                  </a:lnTo>
                  <a:lnTo>
                    <a:pt x="269747" y="405383"/>
                  </a:lnTo>
                  <a:lnTo>
                    <a:pt x="315467" y="405383"/>
                  </a:lnTo>
                  <a:close/>
                </a:path>
                <a:path w="597535" h="405765">
                  <a:moveTo>
                    <a:pt x="216407" y="371855"/>
                  </a:moveTo>
                  <a:lnTo>
                    <a:pt x="190499" y="365759"/>
                  </a:lnTo>
                  <a:lnTo>
                    <a:pt x="166115" y="358139"/>
                  </a:lnTo>
                  <a:lnTo>
                    <a:pt x="146303" y="348995"/>
                  </a:lnTo>
                  <a:lnTo>
                    <a:pt x="135635" y="373379"/>
                  </a:lnTo>
                  <a:lnTo>
                    <a:pt x="158495" y="382523"/>
                  </a:lnTo>
                  <a:lnTo>
                    <a:pt x="184403" y="390143"/>
                  </a:lnTo>
                  <a:lnTo>
                    <a:pt x="210311" y="396239"/>
                  </a:lnTo>
                  <a:lnTo>
                    <a:pt x="216407" y="371855"/>
                  </a:lnTo>
                  <a:close/>
                </a:path>
                <a:path w="597535" h="405765">
                  <a:moveTo>
                    <a:pt x="123443" y="338327"/>
                  </a:moveTo>
                  <a:lnTo>
                    <a:pt x="121919" y="338327"/>
                  </a:lnTo>
                  <a:lnTo>
                    <a:pt x="85343" y="313943"/>
                  </a:lnTo>
                  <a:lnTo>
                    <a:pt x="70103" y="300227"/>
                  </a:lnTo>
                  <a:lnTo>
                    <a:pt x="67055" y="295655"/>
                  </a:lnTo>
                  <a:lnTo>
                    <a:pt x="48767" y="313943"/>
                  </a:lnTo>
                  <a:lnTo>
                    <a:pt x="53339" y="318515"/>
                  </a:lnTo>
                  <a:lnTo>
                    <a:pt x="70103" y="333755"/>
                  </a:lnTo>
                  <a:lnTo>
                    <a:pt x="89915" y="348995"/>
                  </a:lnTo>
                  <a:lnTo>
                    <a:pt x="111251" y="361187"/>
                  </a:lnTo>
                  <a:lnTo>
                    <a:pt x="112775" y="361187"/>
                  </a:lnTo>
                  <a:lnTo>
                    <a:pt x="123443" y="338327"/>
                  </a:lnTo>
                  <a:close/>
                </a:path>
                <a:path w="597535" h="405765">
                  <a:moveTo>
                    <a:pt x="51815" y="278891"/>
                  </a:moveTo>
                  <a:lnTo>
                    <a:pt x="30479" y="237743"/>
                  </a:lnTo>
                  <a:lnTo>
                    <a:pt x="27431" y="219455"/>
                  </a:lnTo>
                  <a:lnTo>
                    <a:pt x="25907" y="213359"/>
                  </a:lnTo>
                  <a:lnTo>
                    <a:pt x="1523" y="216407"/>
                  </a:lnTo>
                  <a:lnTo>
                    <a:pt x="1523" y="224027"/>
                  </a:lnTo>
                  <a:lnTo>
                    <a:pt x="4571" y="234695"/>
                  </a:lnTo>
                  <a:lnTo>
                    <a:pt x="6095" y="245363"/>
                  </a:lnTo>
                  <a:lnTo>
                    <a:pt x="10667" y="256031"/>
                  </a:lnTo>
                  <a:lnTo>
                    <a:pt x="13715" y="265175"/>
                  </a:lnTo>
                  <a:lnTo>
                    <a:pt x="19811" y="274319"/>
                  </a:lnTo>
                  <a:lnTo>
                    <a:pt x="24383" y="283463"/>
                  </a:lnTo>
                  <a:lnTo>
                    <a:pt x="30479" y="292607"/>
                  </a:lnTo>
                  <a:lnTo>
                    <a:pt x="51815" y="27889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32490" y="5518403"/>
              <a:ext cx="940435" cy="318770"/>
            </a:xfrm>
            <a:custGeom>
              <a:avLst/>
              <a:gdLst/>
              <a:ahLst/>
              <a:cxnLst/>
              <a:rect l="l" t="t" r="r" b="b"/>
              <a:pathLst>
                <a:path w="940434" h="318770">
                  <a:moveTo>
                    <a:pt x="60959" y="109727"/>
                  </a:moveTo>
                  <a:lnTo>
                    <a:pt x="47243" y="88391"/>
                  </a:lnTo>
                  <a:lnTo>
                    <a:pt x="41147" y="92963"/>
                  </a:lnTo>
                  <a:lnTo>
                    <a:pt x="32003" y="100583"/>
                  </a:lnTo>
                  <a:lnTo>
                    <a:pt x="24383" y="106679"/>
                  </a:lnTo>
                  <a:lnTo>
                    <a:pt x="16763" y="115823"/>
                  </a:lnTo>
                  <a:lnTo>
                    <a:pt x="10667" y="123443"/>
                  </a:lnTo>
                  <a:lnTo>
                    <a:pt x="7619" y="131063"/>
                  </a:lnTo>
                  <a:lnTo>
                    <a:pt x="6095" y="131063"/>
                  </a:lnTo>
                  <a:lnTo>
                    <a:pt x="6095" y="132587"/>
                  </a:lnTo>
                  <a:lnTo>
                    <a:pt x="3047" y="141731"/>
                  </a:lnTo>
                  <a:lnTo>
                    <a:pt x="1523" y="149351"/>
                  </a:lnTo>
                  <a:lnTo>
                    <a:pt x="1523" y="150875"/>
                  </a:lnTo>
                  <a:lnTo>
                    <a:pt x="0" y="158495"/>
                  </a:lnTo>
                  <a:lnTo>
                    <a:pt x="25907" y="160019"/>
                  </a:lnTo>
                  <a:lnTo>
                    <a:pt x="25907" y="155447"/>
                  </a:lnTo>
                  <a:lnTo>
                    <a:pt x="27431" y="147827"/>
                  </a:lnTo>
                  <a:lnTo>
                    <a:pt x="28955" y="144779"/>
                  </a:lnTo>
                  <a:lnTo>
                    <a:pt x="28955" y="143255"/>
                  </a:lnTo>
                  <a:lnTo>
                    <a:pt x="33527" y="135635"/>
                  </a:lnTo>
                  <a:lnTo>
                    <a:pt x="38099" y="129539"/>
                  </a:lnTo>
                  <a:lnTo>
                    <a:pt x="48767" y="118871"/>
                  </a:lnTo>
                  <a:lnTo>
                    <a:pt x="56387" y="112775"/>
                  </a:lnTo>
                  <a:lnTo>
                    <a:pt x="60959" y="109727"/>
                  </a:lnTo>
                  <a:close/>
                </a:path>
                <a:path w="940434" h="318770">
                  <a:moveTo>
                    <a:pt x="30479" y="141731"/>
                  </a:moveTo>
                  <a:lnTo>
                    <a:pt x="28955" y="143255"/>
                  </a:lnTo>
                  <a:lnTo>
                    <a:pt x="28955" y="144779"/>
                  </a:lnTo>
                  <a:lnTo>
                    <a:pt x="30479" y="141731"/>
                  </a:lnTo>
                  <a:close/>
                </a:path>
                <a:path w="940434" h="318770">
                  <a:moveTo>
                    <a:pt x="149351" y="68579"/>
                  </a:moveTo>
                  <a:lnTo>
                    <a:pt x="141731" y="44195"/>
                  </a:lnTo>
                  <a:lnTo>
                    <a:pt x="128015" y="48767"/>
                  </a:lnTo>
                  <a:lnTo>
                    <a:pt x="112775" y="54863"/>
                  </a:lnTo>
                  <a:lnTo>
                    <a:pt x="99059" y="59435"/>
                  </a:lnTo>
                  <a:lnTo>
                    <a:pt x="85343" y="65531"/>
                  </a:lnTo>
                  <a:lnTo>
                    <a:pt x="73151" y="71627"/>
                  </a:lnTo>
                  <a:lnTo>
                    <a:pt x="70103" y="74675"/>
                  </a:lnTo>
                  <a:lnTo>
                    <a:pt x="82295" y="96011"/>
                  </a:lnTo>
                  <a:lnTo>
                    <a:pt x="85343" y="94487"/>
                  </a:lnTo>
                  <a:lnTo>
                    <a:pt x="96011" y="88391"/>
                  </a:lnTo>
                  <a:lnTo>
                    <a:pt x="108203" y="83819"/>
                  </a:lnTo>
                  <a:lnTo>
                    <a:pt x="121919" y="77723"/>
                  </a:lnTo>
                  <a:lnTo>
                    <a:pt x="149351" y="68579"/>
                  </a:lnTo>
                  <a:close/>
                </a:path>
                <a:path w="940434" h="318770">
                  <a:moveTo>
                    <a:pt x="246887" y="44195"/>
                  </a:moveTo>
                  <a:lnTo>
                    <a:pt x="242315" y="19811"/>
                  </a:lnTo>
                  <a:lnTo>
                    <a:pt x="230123" y="21335"/>
                  </a:lnTo>
                  <a:lnTo>
                    <a:pt x="193547" y="30479"/>
                  </a:lnTo>
                  <a:lnTo>
                    <a:pt x="175259" y="33527"/>
                  </a:lnTo>
                  <a:lnTo>
                    <a:pt x="166115" y="36575"/>
                  </a:lnTo>
                  <a:lnTo>
                    <a:pt x="173735" y="60959"/>
                  </a:lnTo>
                  <a:lnTo>
                    <a:pt x="182879" y="57911"/>
                  </a:lnTo>
                  <a:lnTo>
                    <a:pt x="199643" y="54863"/>
                  </a:lnTo>
                  <a:lnTo>
                    <a:pt x="217931" y="50291"/>
                  </a:lnTo>
                  <a:lnTo>
                    <a:pt x="236219" y="47243"/>
                  </a:lnTo>
                  <a:lnTo>
                    <a:pt x="246887" y="44195"/>
                  </a:lnTo>
                  <a:close/>
                </a:path>
                <a:path w="940434" h="318770">
                  <a:moveTo>
                    <a:pt x="345947" y="30479"/>
                  </a:moveTo>
                  <a:lnTo>
                    <a:pt x="344423" y="6095"/>
                  </a:lnTo>
                  <a:lnTo>
                    <a:pt x="332231" y="7619"/>
                  </a:lnTo>
                  <a:lnTo>
                    <a:pt x="289559" y="12191"/>
                  </a:lnTo>
                  <a:lnTo>
                    <a:pt x="268223" y="15239"/>
                  </a:lnTo>
                  <a:lnTo>
                    <a:pt x="271271" y="41147"/>
                  </a:lnTo>
                  <a:lnTo>
                    <a:pt x="294131" y="36575"/>
                  </a:lnTo>
                  <a:lnTo>
                    <a:pt x="335279" y="32003"/>
                  </a:lnTo>
                  <a:lnTo>
                    <a:pt x="345947" y="30479"/>
                  </a:lnTo>
                  <a:close/>
                </a:path>
                <a:path w="940434" h="318770">
                  <a:moveTo>
                    <a:pt x="446531" y="25907"/>
                  </a:moveTo>
                  <a:lnTo>
                    <a:pt x="446531" y="0"/>
                  </a:lnTo>
                  <a:lnTo>
                    <a:pt x="422147" y="1523"/>
                  </a:lnTo>
                  <a:lnTo>
                    <a:pt x="376427" y="3047"/>
                  </a:lnTo>
                  <a:lnTo>
                    <a:pt x="368807" y="4571"/>
                  </a:lnTo>
                  <a:lnTo>
                    <a:pt x="371855" y="28955"/>
                  </a:lnTo>
                  <a:lnTo>
                    <a:pt x="379475" y="28955"/>
                  </a:lnTo>
                  <a:lnTo>
                    <a:pt x="423671" y="25907"/>
                  </a:lnTo>
                  <a:lnTo>
                    <a:pt x="446531" y="25907"/>
                  </a:lnTo>
                  <a:close/>
                </a:path>
                <a:path w="940434" h="318770">
                  <a:moveTo>
                    <a:pt x="548639" y="3047"/>
                  </a:moveTo>
                  <a:lnTo>
                    <a:pt x="516635" y="1523"/>
                  </a:lnTo>
                  <a:lnTo>
                    <a:pt x="472439" y="0"/>
                  </a:lnTo>
                  <a:lnTo>
                    <a:pt x="472439" y="25907"/>
                  </a:lnTo>
                  <a:lnTo>
                    <a:pt x="516635" y="25907"/>
                  </a:lnTo>
                  <a:lnTo>
                    <a:pt x="547115" y="27431"/>
                  </a:lnTo>
                  <a:lnTo>
                    <a:pt x="548639" y="3047"/>
                  </a:lnTo>
                  <a:close/>
                </a:path>
                <a:path w="940434" h="318770">
                  <a:moveTo>
                    <a:pt x="650747" y="12191"/>
                  </a:moveTo>
                  <a:lnTo>
                    <a:pt x="649223" y="12191"/>
                  </a:lnTo>
                  <a:lnTo>
                    <a:pt x="606551" y="6095"/>
                  </a:lnTo>
                  <a:lnTo>
                    <a:pt x="574547" y="4571"/>
                  </a:lnTo>
                  <a:lnTo>
                    <a:pt x="573023" y="28955"/>
                  </a:lnTo>
                  <a:lnTo>
                    <a:pt x="605027" y="32003"/>
                  </a:lnTo>
                  <a:lnTo>
                    <a:pt x="646175" y="36575"/>
                  </a:lnTo>
                  <a:lnTo>
                    <a:pt x="647699" y="36575"/>
                  </a:lnTo>
                  <a:lnTo>
                    <a:pt x="650747" y="12191"/>
                  </a:lnTo>
                  <a:close/>
                </a:path>
                <a:path w="940434" h="318770">
                  <a:moveTo>
                    <a:pt x="752855" y="30479"/>
                  </a:moveTo>
                  <a:lnTo>
                    <a:pt x="746759" y="28955"/>
                  </a:lnTo>
                  <a:lnTo>
                    <a:pt x="728471" y="25907"/>
                  </a:lnTo>
                  <a:lnTo>
                    <a:pt x="710183" y="21335"/>
                  </a:lnTo>
                  <a:lnTo>
                    <a:pt x="690371" y="18287"/>
                  </a:lnTo>
                  <a:lnTo>
                    <a:pt x="676655" y="15239"/>
                  </a:lnTo>
                  <a:lnTo>
                    <a:pt x="672083" y="41147"/>
                  </a:lnTo>
                  <a:lnTo>
                    <a:pt x="685799" y="42671"/>
                  </a:lnTo>
                  <a:lnTo>
                    <a:pt x="705611" y="47243"/>
                  </a:lnTo>
                  <a:lnTo>
                    <a:pt x="723899" y="50291"/>
                  </a:lnTo>
                  <a:lnTo>
                    <a:pt x="740663" y="54863"/>
                  </a:lnTo>
                  <a:lnTo>
                    <a:pt x="746759" y="56387"/>
                  </a:lnTo>
                  <a:lnTo>
                    <a:pt x="752855" y="30479"/>
                  </a:lnTo>
                  <a:close/>
                </a:path>
                <a:path w="940434" h="318770">
                  <a:moveTo>
                    <a:pt x="850391" y="64007"/>
                  </a:moveTo>
                  <a:lnTo>
                    <a:pt x="841247" y="59435"/>
                  </a:lnTo>
                  <a:lnTo>
                    <a:pt x="827531" y="54863"/>
                  </a:lnTo>
                  <a:lnTo>
                    <a:pt x="812291" y="48767"/>
                  </a:lnTo>
                  <a:lnTo>
                    <a:pt x="797051" y="44195"/>
                  </a:lnTo>
                  <a:lnTo>
                    <a:pt x="780287" y="38099"/>
                  </a:lnTo>
                  <a:lnTo>
                    <a:pt x="777239" y="38099"/>
                  </a:lnTo>
                  <a:lnTo>
                    <a:pt x="769619" y="62483"/>
                  </a:lnTo>
                  <a:lnTo>
                    <a:pt x="774191" y="62483"/>
                  </a:lnTo>
                  <a:lnTo>
                    <a:pt x="789431" y="68579"/>
                  </a:lnTo>
                  <a:lnTo>
                    <a:pt x="804671" y="73151"/>
                  </a:lnTo>
                  <a:lnTo>
                    <a:pt x="818387" y="77723"/>
                  </a:lnTo>
                  <a:lnTo>
                    <a:pt x="832103" y="83819"/>
                  </a:lnTo>
                  <a:lnTo>
                    <a:pt x="839723" y="86867"/>
                  </a:lnTo>
                  <a:lnTo>
                    <a:pt x="850391" y="64007"/>
                  </a:lnTo>
                  <a:close/>
                </a:path>
                <a:path w="940434" h="318770">
                  <a:moveTo>
                    <a:pt x="934211" y="134111"/>
                  </a:moveTo>
                  <a:lnTo>
                    <a:pt x="934211" y="132587"/>
                  </a:lnTo>
                  <a:lnTo>
                    <a:pt x="932687" y="131063"/>
                  </a:lnTo>
                  <a:lnTo>
                    <a:pt x="928115" y="121919"/>
                  </a:lnTo>
                  <a:lnTo>
                    <a:pt x="915923" y="106679"/>
                  </a:lnTo>
                  <a:lnTo>
                    <a:pt x="908303" y="99059"/>
                  </a:lnTo>
                  <a:lnTo>
                    <a:pt x="899159" y="91439"/>
                  </a:lnTo>
                  <a:lnTo>
                    <a:pt x="888491" y="85343"/>
                  </a:lnTo>
                  <a:lnTo>
                    <a:pt x="877823" y="77723"/>
                  </a:lnTo>
                  <a:lnTo>
                    <a:pt x="874775" y="76199"/>
                  </a:lnTo>
                  <a:lnTo>
                    <a:pt x="861059" y="99059"/>
                  </a:lnTo>
                  <a:lnTo>
                    <a:pt x="865631" y="100583"/>
                  </a:lnTo>
                  <a:lnTo>
                    <a:pt x="883919" y="112775"/>
                  </a:lnTo>
                  <a:lnTo>
                    <a:pt x="891539" y="118871"/>
                  </a:lnTo>
                  <a:lnTo>
                    <a:pt x="903731" y="131063"/>
                  </a:lnTo>
                  <a:lnTo>
                    <a:pt x="908303" y="137159"/>
                  </a:lnTo>
                  <a:lnTo>
                    <a:pt x="911351" y="143255"/>
                  </a:lnTo>
                  <a:lnTo>
                    <a:pt x="934211" y="134111"/>
                  </a:lnTo>
                  <a:close/>
                </a:path>
                <a:path w="940434" h="318770">
                  <a:moveTo>
                    <a:pt x="911351" y="216407"/>
                  </a:moveTo>
                  <a:lnTo>
                    <a:pt x="911351" y="175259"/>
                  </a:lnTo>
                  <a:lnTo>
                    <a:pt x="906779" y="182879"/>
                  </a:lnTo>
                  <a:lnTo>
                    <a:pt x="897635" y="195071"/>
                  </a:lnTo>
                  <a:lnTo>
                    <a:pt x="891539" y="201167"/>
                  </a:lnTo>
                  <a:lnTo>
                    <a:pt x="883919" y="205739"/>
                  </a:lnTo>
                  <a:lnTo>
                    <a:pt x="876299" y="211835"/>
                  </a:lnTo>
                  <a:lnTo>
                    <a:pt x="890015" y="233171"/>
                  </a:lnTo>
                  <a:lnTo>
                    <a:pt x="899159" y="225551"/>
                  </a:lnTo>
                  <a:lnTo>
                    <a:pt x="908303" y="219455"/>
                  </a:lnTo>
                  <a:lnTo>
                    <a:pt x="911351" y="216407"/>
                  </a:lnTo>
                  <a:close/>
                </a:path>
                <a:path w="940434" h="318770">
                  <a:moveTo>
                    <a:pt x="940307" y="164591"/>
                  </a:moveTo>
                  <a:lnTo>
                    <a:pt x="914399" y="161543"/>
                  </a:lnTo>
                  <a:lnTo>
                    <a:pt x="914399" y="164591"/>
                  </a:lnTo>
                  <a:lnTo>
                    <a:pt x="912875" y="170687"/>
                  </a:lnTo>
                  <a:lnTo>
                    <a:pt x="909827" y="176783"/>
                  </a:lnTo>
                  <a:lnTo>
                    <a:pt x="911351" y="175259"/>
                  </a:lnTo>
                  <a:lnTo>
                    <a:pt x="911351" y="216407"/>
                  </a:lnTo>
                  <a:lnTo>
                    <a:pt x="915923" y="211835"/>
                  </a:lnTo>
                  <a:lnTo>
                    <a:pt x="923543" y="202691"/>
                  </a:lnTo>
                  <a:lnTo>
                    <a:pt x="929639" y="195071"/>
                  </a:lnTo>
                  <a:lnTo>
                    <a:pt x="932687" y="187451"/>
                  </a:lnTo>
                  <a:lnTo>
                    <a:pt x="934211" y="187451"/>
                  </a:lnTo>
                  <a:lnTo>
                    <a:pt x="934211" y="185927"/>
                  </a:lnTo>
                  <a:lnTo>
                    <a:pt x="937259" y="176783"/>
                  </a:lnTo>
                  <a:lnTo>
                    <a:pt x="938783" y="170687"/>
                  </a:lnTo>
                  <a:lnTo>
                    <a:pt x="938783" y="167639"/>
                  </a:lnTo>
                  <a:lnTo>
                    <a:pt x="940307" y="164591"/>
                  </a:lnTo>
                  <a:close/>
                </a:path>
                <a:path w="940434" h="318770">
                  <a:moveTo>
                    <a:pt x="867155" y="246887"/>
                  </a:moveTo>
                  <a:lnTo>
                    <a:pt x="854963" y="224027"/>
                  </a:lnTo>
                  <a:lnTo>
                    <a:pt x="842771" y="230123"/>
                  </a:lnTo>
                  <a:lnTo>
                    <a:pt x="830579" y="234695"/>
                  </a:lnTo>
                  <a:lnTo>
                    <a:pt x="818387" y="240791"/>
                  </a:lnTo>
                  <a:lnTo>
                    <a:pt x="804671" y="245363"/>
                  </a:lnTo>
                  <a:lnTo>
                    <a:pt x="789431" y="251459"/>
                  </a:lnTo>
                  <a:lnTo>
                    <a:pt x="786383" y="251459"/>
                  </a:lnTo>
                  <a:lnTo>
                    <a:pt x="794003" y="275843"/>
                  </a:lnTo>
                  <a:lnTo>
                    <a:pt x="797051" y="274319"/>
                  </a:lnTo>
                  <a:lnTo>
                    <a:pt x="812291" y="269747"/>
                  </a:lnTo>
                  <a:lnTo>
                    <a:pt x="827531" y="263651"/>
                  </a:lnTo>
                  <a:lnTo>
                    <a:pt x="841247" y="259079"/>
                  </a:lnTo>
                  <a:lnTo>
                    <a:pt x="854963" y="252983"/>
                  </a:lnTo>
                  <a:lnTo>
                    <a:pt x="867155" y="246887"/>
                  </a:lnTo>
                  <a:close/>
                </a:path>
                <a:path w="940434" h="318770">
                  <a:moveTo>
                    <a:pt x="769619" y="283463"/>
                  </a:moveTo>
                  <a:lnTo>
                    <a:pt x="763523" y="259079"/>
                  </a:lnTo>
                  <a:lnTo>
                    <a:pt x="757427" y="260603"/>
                  </a:lnTo>
                  <a:lnTo>
                    <a:pt x="740663" y="265175"/>
                  </a:lnTo>
                  <a:lnTo>
                    <a:pt x="722375" y="268223"/>
                  </a:lnTo>
                  <a:lnTo>
                    <a:pt x="704087" y="272795"/>
                  </a:lnTo>
                  <a:lnTo>
                    <a:pt x="690371" y="274319"/>
                  </a:lnTo>
                  <a:lnTo>
                    <a:pt x="694943" y="300227"/>
                  </a:lnTo>
                  <a:lnTo>
                    <a:pt x="710183" y="297179"/>
                  </a:lnTo>
                  <a:lnTo>
                    <a:pt x="728471" y="292607"/>
                  </a:lnTo>
                  <a:lnTo>
                    <a:pt x="746759" y="289559"/>
                  </a:lnTo>
                  <a:lnTo>
                    <a:pt x="765047" y="284987"/>
                  </a:lnTo>
                  <a:lnTo>
                    <a:pt x="769619" y="283463"/>
                  </a:lnTo>
                  <a:close/>
                </a:path>
                <a:path w="940434" h="318770">
                  <a:moveTo>
                    <a:pt x="669035" y="303275"/>
                  </a:moveTo>
                  <a:lnTo>
                    <a:pt x="664463" y="278891"/>
                  </a:lnTo>
                  <a:lnTo>
                    <a:pt x="646175" y="281939"/>
                  </a:lnTo>
                  <a:lnTo>
                    <a:pt x="605027" y="286511"/>
                  </a:lnTo>
                  <a:lnTo>
                    <a:pt x="589787" y="288035"/>
                  </a:lnTo>
                  <a:lnTo>
                    <a:pt x="592835" y="313943"/>
                  </a:lnTo>
                  <a:lnTo>
                    <a:pt x="608075" y="312419"/>
                  </a:lnTo>
                  <a:lnTo>
                    <a:pt x="649223" y="306323"/>
                  </a:lnTo>
                  <a:lnTo>
                    <a:pt x="669035" y="303275"/>
                  </a:lnTo>
                  <a:close/>
                </a:path>
                <a:path w="940434" h="318770">
                  <a:moveTo>
                    <a:pt x="566927" y="315467"/>
                  </a:moveTo>
                  <a:lnTo>
                    <a:pt x="565403" y="289559"/>
                  </a:lnTo>
                  <a:lnTo>
                    <a:pt x="560831" y="289559"/>
                  </a:lnTo>
                  <a:lnTo>
                    <a:pt x="516635" y="292607"/>
                  </a:lnTo>
                  <a:lnTo>
                    <a:pt x="489203" y="292607"/>
                  </a:lnTo>
                  <a:lnTo>
                    <a:pt x="490727" y="318515"/>
                  </a:lnTo>
                  <a:lnTo>
                    <a:pt x="518159" y="318515"/>
                  </a:lnTo>
                  <a:lnTo>
                    <a:pt x="563879" y="315467"/>
                  </a:lnTo>
                  <a:lnTo>
                    <a:pt x="566927" y="315467"/>
                  </a:lnTo>
                  <a:close/>
                </a:path>
                <a:path w="940434" h="318770">
                  <a:moveTo>
                    <a:pt x="464819" y="318515"/>
                  </a:moveTo>
                  <a:lnTo>
                    <a:pt x="464819" y="292607"/>
                  </a:lnTo>
                  <a:lnTo>
                    <a:pt x="423671" y="292607"/>
                  </a:lnTo>
                  <a:lnTo>
                    <a:pt x="388619" y="291083"/>
                  </a:lnTo>
                  <a:lnTo>
                    <a:pt x="387095" y="315467"/>
                  </a:lnTo>
                  <a:lnTo>
                    <a:pt x="423671" y="318515"/>
                  </a:lnTo>
                  <a:lnTo>
                    <a:pt x="464819" y="318515"/>
                  </a:lnTo>
                  <a:close/>
                </a:path>
                <a:path w="940434" h="318770">
                  <a:moveTo>
                    <a:pt x="364235" y="289559"/>
                  </a:moveTo>
                  <a:lnTo>
                    <a:pt x="335279" y="286511"/>
                  </a:lnTo>
                  <a:lnTo>
                    <a:pt x="294131" y="281939"/>
                  </a:lnTo>
                  <a:lnTo>
                    <a:pt x="289559" y="280415"/>
                  </a:lnTo>
                  <a:lnTo>
                    <a:pt x="284987" y="306323"/>
                  </a:lnTo>
                  <a:lnTo>
                    <a:pt x="291083" y="306323"/>
                  </a:lnTo>
                  <a:lnTo>
                    <a:pt x="333755" y="312419"/>
                  </a:lnTo>
                  <a:lnTo>
                    <a:pt x="361187" y="313943"/>
                  </a:lnTo>
                  <a:lnTo>
                    <a:pt x="364235" y="289559"/>
                  </a:lnTo>
                  <a:close/>
                </a:path>
                <a:path w="940434" h="318770">
                  <a:moveTo>
                    <a:pt x="263651" y="277367"/>
                  </a:moveTo>
                  <a:lnTo>
                    <a:pt x="254507" y="275843"/>
                  </a:lnTo>
                  <a:lnTo>
                    <a:pt x="234695" y="272795"/>
                  </a:lnTo>
                  <a:lnTo>
                    <a:pt x="216407" y="268223"/>
                  </a:lnTo>
                  <a:lnTo>
                    <a:pt x="199643" y="263651"/>
                  </a:lnTo>
                  <a:lnTo>
                    <a:pt x="190499" y="262127"/>
                  </a:lnTo>
                  <a:lnTo>
                    <a:pt x="184403" y="286511"/>
                  </a:lnTo>
                  <a:lnTo>
                    <a:pt x="193547" y="289559"/>
                  </a:lnTo>
                  <a:lnTo>
                    <a:pt x="211835" y="292607"/>
                  </a:lnTo>
                  <a:lnTo>
                    <a:pt x="230123" y="297179"/>
                  </a:lnTo>
                  <a:lnTo>
                    <a:pt x="249935" y="300227"/>
                  </a:lnTo>
                  <a:lnTo>
                    <a:pt x="260603" y="301751"/>
                  </a:lnTo>
                  <a:lnTo>
                    <a:pt x="263651" y="277367"/>
                  </a:lnTo>
                  <a:close/>
                </a:path>
                <a:path w="940434" h="318770">
                  <a:moveTo>
                    <a:pt x="166115" y="256031"/>
                  </a:moveTo>
                  <a:lnTo>
                    <a:pt x="150875" y="251459"/>
                  </a:lnTo>
                  <a:lnTo>
                    <a:pt x="135635" y="245363"/>
                  </a:lnTo>
                  <a:lnTo>
                    <a:pt x="121919" y="240791"/>
                  </a:lnTo>
                  <a:lnTo>
                    <a:pt x="108203" y="234695"/>
                  </a:lnTo>
                  <a:lnTo>
                    <a:pt x="96011" y="230123"/>
                  </a:lnTo>
                  <a:lnTo>
                    <a:pt x="86867" y="252983"/>
                  </a:lnTo>
                  <a:lnTo>
                    <a:pt x="99059" y="259079"/>
                  </a:lnTo>
                  <a:lnTo>
                    <a:pt x="112775" y="265175"/>
                  </a:lnTo>
                  <a:lnTo>
                    <a:pt x="143255" y="274319"/>
                  </a:lnTo>
                  <a:lnTo>
                    <a:pt x="160019" y="280415"/>
                  </a:lnTo>
                  <a:lnTo>
                    <a:pt x="166115" y="256031"/>
                  </a:lnTo>
                  <a:close/>
                </a:path>
                <a:path w="940434" h="318770">
                  <a:moveTo>
                    <a:pt x="30479" y="176783"/>
                  </a:moveTo>
                  <a:lnTo>
                    <a:pt x="27431" y="172211"/>
                  </a:lnTo>
                  <a:lnTo>
                    <a:pt x="4571" y="181355"/>
                  </a:lnTo>
                  <a:lnTo>
                    <a:pt x="6095" y="185927"/>
                  </a:lnTo>
                  <a:lnTo>
                    <a:pt x="6095" y="187451"/>
                  </a:lnTo>
                  <a:lnTo>
                    <a:pt x="7619" y="187451"/>
                  </a:lnTo>
                  <a:lnTo>
                    <a:pt x="12191" y="196595"/>
                  </a:lnTo>
                  <a:lnTo>
                    <a:pt x="24383" y="211835"/>
                  </a:lnTo>
                  <a:lnTo>
                    <a:pt x="28955" y="216407"/>
                  </a:lnTo>
                  <a:lnTo>
                    <a:pt x="28955" y="175259"/>
                  </a:lnTo>
                  <a:lnTo>
                    <a:pt x="30479" y="176783"/>
                  </a:lnTo>
                  <a:close/>
                </a:path>
                <a:path w="940434" h="318770">
                  <a:moveTo>
                    <a:pt x="74675" y="217931"/>
                  </a:moveTo>
                  <a:lnTo>
                    <a:pt x="36575" y="187451"/>
                  </a:lnTo>
                  <a:lnTo>
                    <a:pt x="28955" y="175259"/>
                  </a:lnTo>
                  <a:lnTo>
                    <a:pt x="28955" y="216407"/>
                  </a:lnTo>
                  <a:lnTo>
                    <a:pt x="32003" y="219455"/>
                  </a:lnTo>
                  <a:lnTo>
                    <a:pt x="41147" y="227075"/>
                  </a:lnTo>
                  <a:lnTo>
                    <a:pt x="51815" y="233171"/>
                  </a:lnTo>
                  <a:lnTo>
                    <a:pt x="62483" y="240791"/>
                  </a:lnTo>
                  <a:lnTo>
                    <a:pt x="74675" y="21793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227891" y="6204203"/>
              <a:ext cx="711835" cy="407034"/>
            </a:xfrm>
            <a:custGeom>
              <a:avLst/>
              <a:gdLst/>
              <a:ahLst/>
              <a:cxnLst/>
              <a:rect l="l" t="t" r="r" b="b"/>
              <a:pathLst>
                <a:path w="711834" h="407034">
                  <a:moveTo>
                    <a:pt x="47243" y="140207"/>
                  </a:moveTo>
                  <a:lnTo>
                    <a:pt x="27431" y="124967"/>
                  </a:lnTo>
                  <a:lnTo>
                    <a:pt x="22859" y="131063"/>
                  </a:lnTo>
                  <a:lnTo>
                    <a:pt x="16763" y="140207"/>
                  </a:lnTo>
                  <a:lnTo>
                    <a:pt x="7619" y="161543"/>
                  </a:lnTo>
                  <a:lnTo>
                    <a:pt x="1523" y="182879"/>
                  </a:lnTo>
                  <a:lnTo>
                    <a:pt x="0" y="193547"/>
                  </a:lnTo>
                  <a:lnTo>
                    <a:pt x="0" y="202691"/>
                  </a:lnTo>
                  <a:lnTo>
                    <a:pt x="25907" y="204215"/>
                  </a:lnTo>
                  <a:lnTo>
                    <a:pt x="25907" y="193547"/>
                  </a:lnTo>
                  <a:lnTo>
                    <a:pt x="27431" y="185927"/>
                  </a:lnTo>
                  <a:lnTo>
                    <a:pt x="28955" y="176783"/>
                  </a:lnTo>
                  <a:lnTo>
                    <a:pt x="32003" y="169163"/>
                  </a:lnTo>
                  <a:lnTo>
                    <a:pt x="35051" y="160019"/>
                  </a:lnTo>
                  <a:lnTo>
                    <a:pt x="44195" y="144779"/>
                  </a:lnTo>
                  <a:lnTo>
                    <a:pt x="47243" y="140207"/>
                  </a:lnTo>
                  <a:close/>
                </a:path>
                <a:path w="711834" h="407034">
                  <a:moveTo>
                    <a:pt x="120395" y="79247"/>
                  </a:moveTo>
                  <a:lnTo>
                    <a:pt x="109727" y="56387"/>
                  </a:lnTo>
                  <a:lnTo>
                    <a:pt x="94487" y="64007"/>
                  </a:lnTo>
                  <a:lnTo>
                    <a:pt x="62483" y="86867"/>
                  </a:lnTo>
                  <a:lnTo>
                    <a:pt x="44195" y="105155"/>
                  </a:lnTo>
                  <a:lnTo>
                    <a:pt x="62483" y="121919"/>
                  </a:lnTo>
                  <a:lnTo>
                    <a:pt x="64007" y="121919"/>
                  </a:lnTo>
                  <a:lnTo>
                    <a:pt x="79247" y="106679"/>
                  </a:lnTo>
                  <a:lnTo>
                    <a:pt x="88391" y="99059"/>
                  </a:lnTo>
                  <a:lnTo>
                    <a:pt x="99059" y="92963"/>
                  </a:lnTo>
                  <a:lnTo>
                    <a:pt x="108203" y="85343"/>
                  </a:lnTo>
                  <a:lnTo>
                    <a:pt x="120395" y="79247"/>
                  </a:lnTo>
                  <a:close/>
                </a:path>
                <a:path w="711834" h="407034">
                  <a:moveTo>
                    <a:pt x="211835" y="44195"/>
                  </a:moveTo>
                  <a:lnTo>
                    <a:pt x="205739" y="19811"/>
                  </a:lnTo>
                  <a:lnTo>
                    <a:pt x="188975" y="24383"/>
                  </a:lnTo>
                  <a:lnTo>
                    <a:pt x="158495" y="33527"/>
                  </a:lnTo>
                  <a:lnTo>
                    <a:pt x="132587" y="45719"/>
                  </a:lnTo>
                  <a:lnTo>
                    <a:pt x="131063" y="45719"/>
                  </a:lnTo>
                  <a:lnTo>
                    <a:pt x="143255" y="68579"/>
                  </a:lnTo>
                  <a:lnTo>
                    <a:pt x="143255" y="67055"/>
                  </a:lnTo>
                  <a:lnTo>
                    <a:pt x="169163" y="57911"/>
                  </a:lnTo>
                  <a:lnTo>
                    <a:pt x="196595" y="47243"/>
                  </a:lnTo>
                  <a:lnTo>
                    <a:pt x="211835" y="44195"/>
                  </a:lnTo>
                  <a:close/>
                </a:path>
                <a:path w="711834" h="407034">
                  <a:moveTo>
                    <a:pt x="310895" y="27431"/>
                  </a:moveTo>
                  <a:lnTo>
                    <a:pt x="307847" y="1523"/>
                  </a:lnTo>
                  <a:lnTo>
                    <a:pt x="284987" y="4571"/>
                  </a:lnTo>
                  <a:lnTo>
                    <a:pt x="251459" y="9143"/>
                  </a:lnTo>
                  <a:lnTo>
                    <a:pt x="231647" y="13715"/>
                  </a:lnTo>
                  <a:lnTo>
                    <a:pt x="236219" y="38099"/>
                  </a:lnTo>
                  <a:lnTo>
                    <a:pt x="256031" y="33527"/>
                  </a:lnTo>
                  <a:lnTo>
                    <a:pt x="288035" y="28955"/>
                  </a:lnTo>
                  <a:lnTo>
                    <a:pt x="310895" y="27431"/>
                  </a:lnTo>
                  <a:close/>
                </a:path>
                <a:path w="711834" h="407034">
                  <a:moveTo>
                    <a:pt x="355853" y="12953"/>
                  </a:moveTo>
                  <a:lnTo>
                    <a:pt x="355091" y="0"/>
                  </a:lnTo>
                  <a:lnTo>
                    <a:pt x="333755" y="1523"/>
                  </a:lnTo>
                  <a:lnTo>
                    <a:pt x="335279" y="25907"/>
                  </a:lnTo>
                  <a:lnTo>
                    <a:pt x="355091" y="25907"/>
                  </a:lnTo>
                  <a:lnTo>
                    <a:pt x="355853" y="12953"/>
                  </a:lnTo>
                  <a:close/>
                </a:path>
                <a:path w="711834" h="407034">
                  <a:moveTo>
                    <a:pt x="356615" y="25907"/>
                  </a:moveTo>
                  <a:lnTo>
                    <a:pt x="355853" y="12953"/>
                  </a:lnTo>
                  <a:lnTo>
                    <a:pt x="355091" y="25907"/>
                  </a:lnTo>
                  <a:lnTo>
                    <a:pt x="356615" y="25907"/>
                  </a:lnTo>
                  <a:close/>
                </a:path>
                <a:path w="711834" h="407034">
                  <a:moveTo>
                    <a:pt x="411479" y="3047"/>
                  </a:moveTo>
                  <a:lnTo>
                    <a:pt x="391667" y="1523"/>
                  </a:lnTo>
                  <a:lnTo>
                    <a:pt x="356615" y="0"/>
                  </a:lnTo>
                  <a:lnTo>
                    <a:pt x="355853" y="12953"/>
                  </a:lnTo>
                  <a:lnTo>
                    <a:pt x="356615" y="25907"/>
                  </a:lnTo>
                  <a:lnTo>
                    <a:pt x="390143" y="25907"/>
                  </a:lnTo>
                  <a:lnTo>
                    <a:pt x="409955" y="28955"/>
                  </a:lnTo>
                  <a:lnTo>
                    <a:pt x="411479" y="3047"/>
                  </a:lnTo>
                  <a:close/>
                </a:path>
                <a:path w="711834" h="407034">
                  <a:moveTo>
                    <a:pt x="513587" y="21335"/>
                  </a:moveTo>
                  <a:lnTo>
                    <a:pt x="492251" y="15239"/>
                  </a:lnTo>
                  <a:lnTo>
                    <a:pt x="460247" y="9143"/>
                  </a:lnTo>
                  <a:lnTo>
                    <a:pt x="437387" y="6095"/>
                  </a:lnTo>
                  <a:lnTo>
                    <a:pt x="434339" y="30479"/>
                  </a:lnTo>
                  <a:lnTo>
                    <a:pt x="455675" y="33527"/>
                  </a:lnTo>
                  <a:lnTo>
                    <a:pt x="486155" y="39623"/>
                  </a:lnTo>
                  <a:lnTo>
                    <a:pt x="507491" y="45719"/>
                  </a:lnTo>
                  <a:lnTo>
                    <a:pt x="513587" y="21335"/>
                  </a:lnTo>
                  <a:close/>
                </a:path>
                <a:path w="711834" h="407034">
                  <a:moveTo>
                    <a:pt x="611123" y="60959"/>
                  </a:moveTo>
                  <a:lnTo>
                    <a:pt x="603503" y="57911"/>
                  </a:lnTo>
                  <a:lnTo>
                    <a:pt x="579119" y="44195"/>
                  </a:lnTo>
                  <a:lnTo>
                    <a:pt x="551687" y="33527"/>
                  </a:lnTo>
                  <a:lnTo>
                    <a:pt x="539495" y="28955"/>
                  </a:lnTo>
                  <a:lnTo>
                    <a:pt x="530351" y="53339"/>
                  </a:lnTo>
                  <a:lnTo>
                    <a:pt x="544067" y="57911"/>
                  </a:lnTo>
                  <a:lnTo>
                    <a:pt x="568451" y="68579"/>
                  </a:lnTo>
                  <a:lnTo>
                    <a:pt x="592835" y="80771"/>
                  </a:lnTo>
                  <a:lnTo>
                    <a:pt x="597407" y="83819"/>
                  </a:lnTo>
                  <a:lnTo>
                    <a:pt x="611123" y="60959"/>
                  </a:lnTo>
                  <a:close/>
                </a:path>
                <a:path w="711834" h="407034">
                  <a:moveTo>
                    <a:pt x="690371" y="132587"/>
                  </a:moveTo>
                  <a:lnTo>
                    <a:pt x="688847" y="131063"/>
                  </a:lnTo>
                  <a:lnTo>
                    <a:pt x="665987" y="103631"/>
                  </a:lnTo>
                  <a:lnTo>
                    <a:pt x="656843" y="94487"/>
                  </a:lnTo>
                  <a:lnTo>
                    <a:pt x="638555" y="79247"/>
                  </a:lnTo>
                  <a:lnTo>
                    <a:pt x="632459" y="76199"/>
                  </a:lnTo>
                  <a:lnTo>
                    <a:pt x="618743" y="96011"/>
                  </a:lnTo>
                  <a:lnTo>
                    <a:pt x="623315" y="100583"/>
                  </a:lnTo>
                  <a:lnTo>
                    <a:pt x="632459" y="106679"/>
                  </a:lnTo>
                  <a:lnTo>
                    <a:pt x="640079" y="114299"/>
                  </a:lnTo>
                  <a:lnTo>
                    <a:pt x="649223" y="121919"/>
                  </a:lnTo>
                  <a:lnTo>
                    <a:pt x="667511" y="144779"/>
                  </a:lnTo>
                  <a:lnTo>
                    <a:pt x="667511" y="146303"/>
                  </a:lnTo>
                  <a:lnTo>
                    <a:pt x="690371" y="132587"/>
                  </a:lnTo>
                  <a:close/>
                </a:path>
                <a:path w="711834" h="407034">
                  <a:moveTo>
                    <a:pt x="711707" y="202691"/>
                  </a:moveTo>
                  <a:lnTo>
                    <a:pt x="707135" y="170687"/>
                  </a:lnTo>
                  <a:lnTo>
                    <a:pt x="704087" y="160019"/>
                  </a:lnTo>
                  <a:lnTo>
                    <a:pt x="702563" y="156971"/>
                  </a:lnTo>
                  <a:lnTo>
                    <a:pt x="678179" y="167639"/>
                  </a:lnTo>
                  <a:lnTo>
                    <a:pt x="679703" y="169163"/>
                  </a:lnTo>
                  <a:lnTo>
                    <a:pt x="682751" y="178307"/>
                  </a:lnTo>
                  <a:lnTo>
                    <a:pt x="684275" y="187451"/>
                  </a:lnTo>
                  <a:lnTo>
                    <a:pt x="685799" y="195071"/>
                  </a:lnTo>
                  <a:lnTo>
                    <a:pt x="685799" y="202691"/>
                  </a:lnTo>
                  <a:lnTo>
                    <a:pt x="698753" y="203453"/>
                  </a:lnTo>
                  <a:lnTo>
                    <a:pt x="711707" y="202691"/>
                  </a:lnTo>
                  <a:close/>
                </a:path>
                <a:path w="711834" h="407034">
                  <a:moveTo>
                    <a:pt x="711707" y="204215"/>
                  </a:moveTo>
                  <a:lnTo>
                    <a:pt x="698753" y="203453"/>
                  </a:lnTo>
                  <a:lnTo>
                    <a:pt x="685799" y="204215"/>
                  </a:lnTo>
                  <a:lnTo>
                    <a:pt x="685799" y="213359"/>
                  </a:lnTo>
                  <a:lnTo>
                    <a:pt x="684275" y="220979"/>
                  </a:lnTo>
                  <a:lnTo>
                    <a:pt x="682751" y="230123"/>
                  </a:lnTo>
                  <a:lnTo>
                    <a:pt x="681227" y="233171"/>
                  </a:lnTo>
                  <a:lnTo>
                    <a:pt x="705611" y="240791"/>
                  </a:lnTo>
                  <a:lnTo>
                    <a:pt x="707135" y="234695"/>
                  </a:lnTo>
                  <a:lnTo>
                    <a:pt x="710183" y="224027"/>
                  </a:lnTo>
                  <a:lnTo>
                    <a:pt x="710183" y="213359"/>
                  </a:lnTo>
                  <a:lnTo>
                    <a:pt x="711707" y="204215"/>
                  </a:lnTo>
                  <a:close/>
                </a:path>
                <a:path w="711834" h="407034">
                  <a:moveTo>
                    <a:pt x="698753" y="203453"/>
                  </a:moveTo>
                  <a:lnTo>
                    <a:pt x="685799" y="202691"/>
                  </a:lnTo>
                  <a:lnTo>
                    <a:pt x="685799" y="204215"/>
                  </a:lnTo>
                  <a:lnTo>
                    <a:pt x="698753" y="203453"/>
                  </a:lnTo>
                  <a:close/>
                </a:path>
                <a:path w="711834" h="407034">
                  <a:moveTo>
                    <a:pt x="693419" y="266699"/>
                  </a:moveTo>
                  <a:lnTo>
                    <a:pt x="672083" y="252983"/>
                  </a:lnTo>
                  <a:lnTo>
                    <a:pt x="667511" y="262127"/>
                  </a:lnTo>
                  <a:lnTo>
                    <a:pt x="655319" y="277367"/>
                  </a:lnTo>
                  <a:lnTo>
                    <a:pt x="632459" y="300227"/>
                  </a:lnTo>
                  <a:lnTo>
                    <a:pt x="624839" y="306323"/>
                  </a:lnTo>
                  <a:lnTo>
                    <a:pt x="640079" y="326135"/>
                  </a:lnTo>
                  <a:lnTo>
                    <a:pt x="647699" y="320039"/>
                  </a:lnTo>
                  <a:lnTo>
                    <a:pt x="658367" y="310895"/>
                  </a:lnTo>
                  <a:lnTo>
                    <a:pt x="667511" y="303275"/>
                  </a:lnTo>
                  <a:lnTo>
                    <a:pt x="682751" y="284987"/>
                  </a:lnTo>
                  <a:lnTo>
                    <a:pt x="688847" y="275843"/>
                  </a:lnTo>
                  <a:lnTo>
                    <a:pt x="693419" y="266699"/>
                  </a:lnTo>
                  <a:close/>
                </a:path>
                <a:path w="711834" h="407034">
                  <a:moveTo>
                    <a:pt x="618743" y="341375"/>
                  </a:moveTo>
                  <a:lnTo>
                    <a:pt x="605027" y="320039"/>
                  </a:lnTo>
                  <a:lnTo>
                    <a:pt x="603503" y="321563"/>
                  </a:lnTo>
                  <a:lnTo>
                    <a:pt x="591311" y="327659"/>
                  </a:lnTo>
                  <a:lnTo>
                    <a:pt x="568451" y="338327"/>
                  </a:lnTo>
                  <a:lnTo>
                    <a:pt x="542543" y="348995"/>
                  </a:lnTo>
                  <a:lnTo>
                    <a:pt x="537971" y="350519"/>
                  </a:lnTo>
                  <a:lnTo>
                    <a:pt x="547115" y="374903"/>
                  </a:lnTo>
                  <a:lnTo>
                    <a:pt x="551687" y="373379"/>
                  </a:lnTo>
                  <a:lnTo>
                    <a:pt x="579119" y="361187"/>
                  </a:lnTo>
                  <a:lnTo>
                    <a:pt x="605027" y="348995"/>
                  </a:lnTo>
                  <a:lnTo>
                    <a:pt x="617219" y="342899"/>
                  </a:lnTo>
                  <a:lnTo>
                    <a:pt x="618743" y="341375"/>
                  </a:lnTo>
                  <a:close/>
                </a:path>
                <a:path w="711834" h="407034">
                  <a:moveTo>
                    <a:pt x="521207" y="384047"/>
                  </a:moveTo>
                  <a:lnTo>
                    <a:pt x="515111" y="358139"/>
                  </a:lnTo>
                  <a:lnTo>
                    <a:pt x="486155" y="367283"/>
                  </a:lnTo>
                  <a:lnTo>
                    <a:pt x="455675" y="373379"/>
                  </a:lnTo>
                  <a:lnTo>
                    <a:pt x="441959" y="374903"/>
                  </a:lnTo>
                  <a:lnTo>
                    <a:pt x="446531" y="399287"/>
                  </a:lnTo>
                  <a:lnTo>
                    <a:pt x="460247" y="397763"/>
                  </a:lnTo>
                  <a:lnTo>
                    <a:pt x="492251" y="391667"/>
                  </a:lnTo>
                  <a:lnTo>
                    <a:pt x="521207" y="384047"/>
                  </a:lnTo>
                  <a:close/>
                </a:path>
                <a:path w="711834" h="407034">
                  <a:moveTo>
                    <a:pt x="355853" y="393953"/>
                  </a:moveTo>
                  <a:lnTo>
                    <a:pt x="355091" y="380999"/>
                  </a:lnTo>
                  <a:lnTo>
                    <a:pt x="342899" y="380999"/>
                  </a:lnTo>
                  <a:lnTo>
                    <a:pt x="342899" y="406907"/>
                  </a:lnTo>
                  <a:lnTo>
                    <a:pt x="355091" y="406907"/>
                  </a:lnTo>
                  <a:lnTo>
                    <a:pt x="355853" y="393953"/>
                  </a:lnTo>
                  <a:close/>
                </a:path>
                <a:path w="711834" h="407034">
                  <a:moveTo>
                    <a:pt x="420623" y="403859"/>
                  </a:moveTo>
                  <a:lnTo>
                    <a:pt x="417575" y="377951"/>
                  </a:lnTo>
                  <a:lnTo>
                    <a:pt x="390143" y="379475"/>
                  </a:lnTo>
                  <a:lnTo>
                    <a:pt x="355091" y="380999"/>
                  </a:lnTo>
                  <a:lnTo>
                    <a:pt x="356615" y="380999"/>
                  </a:lnTo>
                  <a:lnTo>
                    <a:pt x="356615" y="406907"/>
                  </a:lnTo>
                  <a:lnTo>
                    <a:pt x="391667" y="405383"/>
                  </a:lnTo>
                  <a:lnTo>
                    <a:pt x="420623" y="403859"/>
                  </a:lnTo>
                  <a:close/>
                </a:path>
                <a:path w="711834" h="407034">
                  <a:moveTo>
                    <a:pt x="356615" y="380999"/>
                  </a:moveTo>
                  <a:lnTo>
                    <a:pt x="355091" y="380999"/>
                  </a:lnTo>
                  <a:lnTo>
                    <a:pt x="355853" y="393953"/>
                  </a:lnTo>
                  <a:lnTo>
                    <a:pt x="356615" y="380999"/>
                  </a:lnTo>
                  <a:close/>
                </a:path>
                <a:path w="711834" h="407034">
                  <a:moveTo>
                    <a:pt x="356615" y="406907"/>
                  </a:moveTo>
                  <a:lnTo>
                    <a:pt x="356615" y="380999"/>
                  </a:lnTo>
                  <a:lnTo>
                    <a:pt x="355853" y="393953"/>
                  </a:lnTo>
                  <a:lnTo>
                    <a:pt x="356615" y="406907"/>
                  </a:lnTo>
                  <a:close/>
                </a:path>
                <a:path w="711834" h="407034">
                  <a:moveTo>
                    <a:pt x="318515" y="379475"/>
                  </a:moveTo>
                  <a:lnTo>
                    <a:pt x="288035" y="377951"/>
                  </a:lnTo>
                  <a:lnTo>
                    <a:pt x="256031" y="373379"/>
                  </a:lnTo>
                  <a:lnTo>
                    <a:pt x="243839" y="370331"/>
                  </a:lnTo>
                  <a:lnTo>
                    <a:pt x="239267" y="394715"/>
                  </a:lnTo>
                  <a:lnTo>
                    <a:pt x="251459" y="397763"/>
                  </a:lnTo>
                  <a:lnTo>
                    <a:pt x="284987" y="402335"/>
                  </a:lnTo>
                  <a:lnTo>
                    <a:pt x="316991" y="405383"/>
                  </a:lnTo>
                  <a:lnTo>
                    <a:pt x="318515" y="379475"/>
                  </a:lnTo>
                  <a:close/>
                </a:path>
                <a:path w="711834" h="407034">
                  <a:moveTo>
                    <a:pt x="220979" y="365759"/>
                  </a:moveTo>
                  <a:lnTo>
                    <a:pt x="195071" y="358139"/>
                  </a:lnTo>
                  <a:lnTo>
                    <a:pt x="167639" y="348995"/>
                  </a:lnTo>
                  <a:lnTo>
                    <a:pt x="149351" y="341375"/>
                  </a:lnTo>
                  <a:lnTo>
                    <a:pt x="140207" y="365759"/>
                  </a:lnTo>
                  <a:lnTo>
                    <a:pt x="160019" y="373379"/>
                  </a:lnTo>
                  <a:lnTo>
                    <a:pt x="188975" y="382523"/>
                  </a:lnTo>
                  <a:lnTo>
                    <a:pt x="213359" y="390143"/>
                  </a:lnTo>
                  <a:lnTo>
                    <a:pt x="220979" y="365759"/>
                  </a:lnTo>
                  <a:close/>
                </a:path>
                <a:path w="711834" h="407034">
                  <a:moveTo>
                    <a:pt x="51815" y="272795"/>
                  </a:moveTo>
                  <a:lnTo>
                    <a:pt x="50291" y="269747"/>
                  </a:lnTo>
                  <a:lnTo>
                    <a:pt x="44195" y="262127"/>
                  </a:lnTo>
                  <a:lnTo>
                    <a:pt x="39623" y="252983"/>
                  </a:lnTo>
                  <a:lnTo>
                    <a:pt x="35051" y="245363"/>
                  </a:lnTo>
                  <a:lnTo>
                    <a:pt x="32003" y="236219"/>
                  </a:lnTo>
                  <a:lnTo>
                    <a:pt x="28955" y="228599"/>
                  </a:lnTo>
                  <a:lnTo>
                    <a:pt x="27431" y="219455"/>
                  </a:lnTo>
                  <a:lnTo>
                    <a:pt x="25907" y="211835"/>
                  </a:lnTo>
                  <a:lnTo>
                    <a:pt x="25907" y="210311"/>
                  </a:lnTo>
                  <a:lnTo>
                    <a:pt x="0" y="211835"/>
                  </a:lnTo>
                  <a:lnTo>
                    <a:pt x="1523" y="214883"/>
                  </a:lnTo>
                  <a:lnTo>
                    <a:pt x="4571" y="236219"/>
                  </a:lnTo>
                  <a:lnTo>
                    <a:pt x="22859" y="275843"/>
                  </a:lnTo>
                  <a:lnTo>
                    <a:pt x="30479" y="284987"/>
                  </a:lnTo>
                  <a:lnTo>
                    <a:pt x="32003" y="289559"/>
                  </a:lnTo>
                  <a:lnTo>
                    <a:pt x="51815" y="272795"/>
                  </a:lnTo>
                  <a:close/>
                </a:path>
                <a:path w="711834" h="407034">
                  <a:moveTo>
                    <a:pt x="128015" y="330707"/>
                  </a:moveTo>
                  <a:lnTo>
                    <a:pt x="118871" y="326135"/>
                  </a:lnTo>
                  <a:lnTo>
                    <a:pt x="97535" y="313943"/>
                  </a:lnTo>
                  <a:lnTo>
                    <a:pt x="88391" y="306323"/>
                  </a:lnTo>
                  <a:lnTo>
                    <a:pt x="79247" y="300227"/>
                  </a:lnTo>
                  <a:lnTo>
                    <a:pt x="70103" y="292607"/>
                  </a:lnTo>
                  <a:lnTo>
                    <a:pt x="68579" y="289559"/>
                  </a:lnTo>
                  <a:lnTo>
                    <a:pt x="50291" y="307847"/>
                  </a:lnTo>
                  <a:lnTo>
                    <a:pt x="83819" y="335279"/>
                  </a:lnTo>
                  <a:lnTo>
                    <a:pt x="108203" y="348995"/>
                  </a:lnTo>
                  <a:lnTo>
                    <a:pt x="115823" y="353567"/>
                  </a:lnTo>
                  <a:lnTo>
                    <a:pt x="128015" y="33070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52201" y="4308348"/>
              <a:ext cx="654050" cy="321945"/>
            </a:xfrm>
            <a:custGeom>
              <a:avLst/>
              <a:gdLst/>
              <a:ahLst/>
              <a:cxnLst/>
              <a:rect l="l" t="t" r="r" b="b"/>
              <a:pathLst>
                <a:path w="654050" h="321945">
                  <a:moveTo>
                    <a:pt x="54863" y="103631"/>
                  </a:moveTo>
                  <a:lnTo>
                    <a:pt x="38099" y="85343"/>
                  </a:lnTo>
                  <a:lnTo>
                    <a:pt x="35051" y="86867"/>
                  </a:lnTo>
                  <a:lnTo>
                    <a:pt x="27431" y="94487"/>
                  </a:lnTo>
                  <a:lnTo>
                    <a:pt x="4571" y="134111"/>
                  </a:lnTo>
                  <a:lnTo>
                    <a:pt x="0" y="152399"/>
                  </a:lnTo>
                  <a:lnTo>
                    <a:pt x="0" y="160019"/>
                  </a:lnTo>
                  <a:lnTo>
                    <a:pt x="12953" y="160781"/>
                  </a:lnTo>
                  <a:lnTo>
                    <a:pt x="25907" y="160019"/>
                  </a:lnTo>
                  <a:lnTo>
                    <a:pt x="25907" y="153923"/>
                  </a:lnTo>
                  <a:lnTo>
                    <a:pt x="28955" y="141731"/>
                  </a:lnTo>
                  <a:lnTo>
                    <a:pt x="38099" y="123443"/>
                  </a:lnTo>
                  <a:lnTo>
                    <a:pt x="47243" y="111251"/>
                  </a:lnTo>
                  <a:lnTo>
                    <a:pt x="54863" y="103631"/>
                  </a:lnTo>
                  <a:close/>
                </a:path>
                <a:path w="654050" h="321945">
                  <a:moveTo>
                    <a:pt x="54863" y="217931"/>
                  </a:moveTo>
                  <a:lnTo>
                    <a:pt x="51815" y="214883"/>
                  </a:lnTo>
                  <a:lnTo>
                    <a:pt x="47243" y="208787"/>
                  </a:lnTo>
                  <a:lnTo>
                    <a:pt x="41147" y="202691"/>
                  </a:lnTo>
                  <a:lnTo>
                    <a:pt x="38099" y="196595"/>
                  </a:lnTo>
                  <a:lnTo>
                    <a:pt x="33527" y="190499"/>
                  </a:lnTo>
                  <a:lnTo>
                    <a:pt x="30479" y="184403"/>
                  </a:lnTo>
                  <a:lnTo>
                    <a:pt x="25907" y="166115"/>
                  </a:lnTo>
                  <a:lnTo>
                    <a:pt x="25907" y="161543"/>
                  </a:lnTo>
                  <a:lnTo>
                    <a:pt x="12953" y="160781"/>
                  </a:lnTo>
                  <a:lnTo>
                    <a:pt x="0" y="161543"/>
                  </a:lnTo>
                  <a:lnTo>
                    <a:pt x="1523" y="170687"/>
                  </a:lnTo>
                  <a:lnTo>
                    <a:pt x="3047" y="178307"/>
                  </a:lnTo>
                  <a:lnTo>
                    <a:pt x="4571" y="187451"/>
                  </a:lnTo>
                  <a:lnTo>
                    <a:pt x="7619" y="196595"/>
                  </a:lnTo>
                  <a:lnTo>
                    <a:pt x="16763" y="211835"/>
                  </a:lnTo>
                  <a:lnTo>
                    <a:pt x="35051" y="234695"/>
                  </a:lnTo>
                  <a:lnTo>
                    <a:pt x="38099" y="236219"/>
                  </a:lnTo>
                  <a:lnTo>
                    <a:pt x="54863" y="217931"/>
                  </a:lnTo>
                  <a:close/>
                </a:path>
                <a:path w="654050" h="321945">
                  <a:moveTo>
                    <a:pt x="25907" y="161543"/>
                  </a:moveTo>
                  <a:lnTo>
                    <a:pt x="25907" y="160019"/>
                  </a:lnTo>
                  <a:lnTo>
                    <a:pt x="12953" y="160781"/>
                  </a:lnTo>
                  <a:lnTo>
                    <a:pt x="25907" y="161543"/>
                  </a:lnTo>
                  <a:close/>
                </a:path>
                <a:path w="654050" h="321945">
                  <a:moveTo>
                    <a:pt x="137159" y="56387"/>
                  </a:moveTo>
                  <a:lnTo>
                    <a:pt x="129539" y="32003"/>
                  </a:lnTo>
                  <a:lnTo>
                    <a:pt x="99059" y="44195"/>
                  </a:lnTo>
                  <a:lnTo>
                    <a:pt x="77723" y="54863"/>
                  </a:lnTo>
                  <a:lnTo>
                    <a:pt x="59435" y="67055"/>
                  </a:lnTo>
                  <a:lnTo>
                    <a:pt x="57911" y="68579"/>
                  </a:lnTo>
                  <a:lnTo>
                    <a:pt x="73151" y="88391"/>
                  </a:lnTo>
                  <a:lnTo>
                    <a:pt x="74675" y="88391"/>
                  </a:lnTo>
                  <a:lnTo>
                    <a:pt x="82295" y="82295"/>
                  </a:lnTo>
                  <a:lnTo>
                    <a:pt x="91439" y="77723"/>
                  </a:lnTo>
                  <a:lnTo>
                    <a:pt x="111251" y="67055"/>
                  </a:lnTo>
                  <a:lnTo>
                    <a:pt x="132587" y="57911"/>
                  </a:lnTo>
                  <a:lnTo>
                    <a:pt x="137159" y="56387"/>
                  </a:lnTo>
                  <a:close/>
                </a:path>
                <a:path w="654050" h="321945">
                  <a:moveTo>
                    <a:pt x="234695" y="32003"/>
                  </a:moveTo>
                  <a:lnTo>
                    <a:pt x="230123" y="6095"/>
                  </a:lnTo>
                  <a:lnTo>
                    <a:pt x="201167" y="12191"/>
                  </a:lnTo>
                  <a:lnTo>
                    <a:pt x="173735" y="18287"/>
                  </a:lnTo>
                  <a:lnTo>
                    <a:pt x="153923" y="24383"/>
                  </a:lnTo>
                  <a:lnTo>
                    <a:pt x="161543" y="48767"/>
                  </a:lnTo>
                  <a:lnTo>
                    <a:pt x="181355" y="42671"/>
                  </a:lnTo>
                  <a:lnTo>
                    <a:pt x="207263" y="36575"/>
                  </a:lnTo>
                  <a:lnTo>
                    <a:pt x="234695" y="32003"/>
                  </a:lnTo>
                  <a:close/>
                </a:path>
                <a:path w="654050" h="321945">
                  <a:moveTo>
                    <a:pt x="326897" y="12191"/>
                  </a:moveTo>
                  <a:lnTo>
                    <a:pt x="326135" y="0"/>
                  </a:lnTo>
                  <a:lnTo>
                    <a:pt x="294131" y="0"/>
                  </a:lnTo>
                  <a:lnTo>
                    <a:pt x="262127" y="3047"/>
                  </a:lnTo>
                  <a:lnTo>
                    <a:pt x="256031" y="3047"/>
                  </a:lnTo>
                  <a:lnTo>
                    <a:pt x="259079" y="28955"/>
                  </a:lnTo>
                  <a:lnTo>
                    <a:pt x="265175" y="27431"/>
                  </a:lnTo>
                  <a:lnTo>
                    <a:pt x="295655" y="25907"/>
                  </a:lnTo>
                  <a:lnTo>
                    <a:pt x="326135" y="24456"/>
                  </a:lnTo>
                  <a:lnTo>
                    <a:pt x="326897" y="12191"/>
                  </a:lnTo>
                  <a:close/>
                </a:path>
                <a:path w="654050" h="321945">
                  <a:moveTo>
                    <a:pt x="327659" y="24383"/>
                  </a:moveTo>
                  <a:lnTo>
                    <a:pt x="326897" y="12191"/>
                  </a:lnTo>
                  <a:lnTo>
                    <a:pt x="326135" y="24383"/>
                  </a:lnTo>
                  <a:lnTo>
                    <a:pt x="326379" y="24444"/>
                  </a:lnTo>
                  <a:lnTo>
                    <a:pt x="327659" y="24383"/>
                  </a:lnTo>
                  <a:close/>
                </a:path>
                <a:path w="654050" h="321945">
                  <a:moveTo>
                    <a:pt x="326379" y="24444"/>
                  </a:moveTo>
                  <a:lnTo>
                    <a:pt x="326135" y="24383"/>
                  </a:lnTo>
                  <a:lnTo>
                    <a:pt x="326379" y="24444"/>
                  </a:lnTo>
                  <a:close/>
                </a:path>
                <a:path w="654050" h="321945">
                  <a:moveTo>
                    <a:pt x="327659" y="24764"/>
                  </a:moveTo>
                  <a:lnTo>
                    <a:pt x="327659" y="24383"/>
                  </a:lnTo>
                  <a:lnTo>
                    <a:pt x="326379" y="24444"/>
                  </a:lnTo>
                  <a:lnTo>
                    <a:pt x="327659" y="24764"/>
                  </a:lnTo>
                  <a:close/>
                </a:path>
                <a:path w="654050" h="321945">
                  <a:moveTo>
                    <a:pt x="333755" y="0"/>
                  </a:moveTo>
                  <a:lnTo>
                    <a:pt x="327659" y="0"/>
                  </a:lnTo>
                  <a:lnTo>
                    <a:pt x="326897" y="12191"/>
                  </a:lnTo>
                  <a:lnTo>
                    <a:pt x="327659" y="24383"/>
                  </a:lnTo>
                  <a:lnTo>
                    <a:pt x="327659" y="24764"/>
                  </a:lnTo>
                  <a:lnTo>
                    <a:pt x="332231" y="25907"/>
                  </a:lnTo>
                  <a:lnTo>
                    <a:pt x="333755" y="0"/>
                  </a:lnTo>
                  <a:close/>
                </a:path>
                <a:path w="654050" h="321945">
                  <a:moveTo>
                    <a:pt x="435863" y="9143"/>
                  </a:moveTo>
                  <a:lnTo>
                    <a:pt x="422147" y="6095"/>
                  </a:lnTo>
                  <a:lnTo>
                    <a:pt x="391667" y="3047"/>
                  </a:lnTo>
                  <a:lnTo>
                    <a:pt x="359663" y="0"/>
                  </a:lnTo>
                  <a:lnTo>
                    <a:pt x="358139" y="25907"/>
                  </a:lnTo>
                  <a:lnTo>
                    <a:pt x="388619" y="27431"/>
                  </a:lnTo>
                  <a:lnTo>
                    <a:pt x="419099" y="32003"/>
                  </a:lnTo>
                  <a:lnTo>
                    <a:pt x="432815" y="33527"/>
                  </a:lnTo>
                  <a:lnTo>
                    <a:pt x="435863" y="9143"/>
                  </a:lnTo>
                  <a:close/>
                </a:path>
                <a:path w="654050" h="321945">
                  <a:moveTo>
                    <a:pt x="536447" y="36575"/>
                  </a:moveTo>
                  <a:lnTo>
                    <a:pt x="530351" y="33527"/>
                  </a:lnTo>
                  <a:lnTo>
                    <a:pt x="505967" y="25907"/>
                  </a:lnTo>
                  <a:lnTo>
                    <a:pt x="480059" y="18287"/>
                  </a:lnTo>
                  <a:lnTo>
                    <a:pt x="461771" y="13715"/>
                  </a:lnTo>
                  <a:lnTo>
                    <a:pt x="455675" y="38099"/>
                  </a:lnTo>
                  <a:lnTo>
                    <a:pt x="473963" y="42671"/>
                  </a:lnTo>
                  <a:lnTo>
                    <a:pt x="522731" y="57911"/>
                  </a:lnTo>
                  <a:lnTo>
                    <a:pt x="527303" y="60959"/>
                  </a:lnTo>
                  <a:lnTo>
                    <a:pt x="536447" y="36575"/>
                  </a:lnTo>
                  <a:close/>
                </a:path>
                <a:path w="654050" h="321945">
                  <a:moveTo>
                    <a:pt x="626363" y="94487"/>
                  </a:moveTo>
                  <a:lnTo>
                    <a:pt x="624839" y="94487"/>
                  </a:lnTo>
                  <a:lnTo>
                    <a:pt x="618743" y="86867"/>
                  </a:lnTo>
                  <a:lnTo>
                    <a:pt x="611123" y="80771"/>
                  </a:lnTo>
                  <a:lnTo>
                    <a:pt x="603503" y="73151"/>
                  </a:lnTo>
                  <a:lnTo>
                    <a:pt x="585215" y="60959"/>
                  </a:lnTo>
                  <a:lnTo>
                    <a:pt x="574547" y="54863"/>
                  </a:lnTo>
                  <a:lnTo>
                    <a:pt x="560831" y="47243"/>
                  </a:lnTo>
                  <a:lnTo>
                    <a:pt x="548639" y="70103"/>
                  </a:lnTo>
                  <a:lnTo>
                    <a:pt x="563879" y="77723"/>
                  </a:lnTo>
                  <a:lnTo>
                    <a:pt x="571499" y="82295"/>
                  </a:lnTo>
                  <a:lnTo>
                    <a:pt x="580643" y="88391"/>
                  </a:lnTo>
                  <a:lnTo>
                    <a:pt x="588263" y="94487"/>
                  </a:lnTo>
                  <a:lnTo>
                    <a:pt x="594359" y="99059"/>
                  </a:lnTo>
                  <a:lnTo>
                    <a:pt x="601979" y="105155"/>
                  </a:lnTo>
                  <a:lnTo>
                    <a:pt x="606551" y="111251"/>
                  </a:lnTo>
                  <a:lnTo>
                    <a:pt x="626363" y="94487"/>
                  </a:lnTo>
                  <a:close/>
                </a:path>
                <a:path w="654050" h="321945">
                  <a:moveTo>
                    <a:pt x="653795" y="160019"/>
                  </a:moveTo>
                  <a:lnTo>
                    <a:pt x="650747" y="141731"/>
                  </a:lnTo>
                  <a:lnTo>
                    <a:pt x="649223" y="134111"/>
                  </a:lnTo>
                  <a:lnTo>
                    <a:pt x="646175" y="124967"/>
                  </a:lnTo>
                  <a:lnTo>
                    <a:pt x="643127" y="118871"/>
                  </a:lnTo>
                  <a:lnTo>
                    <a:pt x="620267" y="129539"/>
                  </a:lnTo>
                  <a:lnTo>
                    <a:pt x="623315" y="135635"/>
                  </a:lnTo>
                  <a:lnTo>
                    <a:pt x="624839" y="143255"/>
                  </a:lnTo>
                  <a:lnTo>
                    <a:pt x="627887" y="155447"/>
                  </a:lnTo>
                  <a:lnTo>
                    <a:pt x="627887" y="160019"/>
                  </a:lnTo>
                  <a:lnTo>
                    <a:pt x="640841" y="160781"/>
                  </a:lnTo>
                  <a:lnTo>
                    <a:pt x="653795" y="160019"/>
                  </a:lnTo>
                  <a:close/>
                </a:path>
                <a:path w="654050" h="321945">
                  <a:moveTo>
                    <a:pt x="653795" y="169163"/>
                  </a:moveTo>
                  <a:lnTo>
                    <a:pt x="653795" y="161543"/>
                  </a:lnTo>
                  <a:lnTo>
                    <a:pt x="640841" y="160781"/>
                  </a:lnTo>
                  <a:lnTo>
                    <a:pt x="627887" y="161543"/>
                  </a:lnTo>
                  <a:lnTo>
                    <a:pt x="627887" y="167639"/>
                  </a:lnTo>
                  <a:lnTo>
                    <a:pt x="624839" y="179831"/>
                  </a:lnTo>
                  <a:lnTo>
                    <a:pt x="621791" y="185927"/>
                  </a:lnTo>
                  <a:lnTo>
                    <a:pt x="620267" y="192023"/>
                  </a:lnTo>
                  <a:lnTo>
                    <a:pt x="643127" y="202691"/>
                  </a:lnTo>
                  <a:lnTo>
                    <a:pt x="646175" y="195071"/>
                  </a:lnTo>
                  <a:lnTo>
                    <a:pt x="649223" y="185927"/>
                  </a:lnTo>
                  <a:lnTo>
                    <a:pt x="652271" y="178307"/>
                  </a:lnTo>
                  <a:lnTo>
                    <a:pt x="653795" y="169163"/>
                  </a:lnTo>
                  <a:close/>
                </a:path>
                <a:path w="654050" h="321945">
                  <a:moveTo>
                    <a:pt x="640841" y="160781"/>
                  </a:moveTo>
                  <a:lnTo>
                    <a:pt x="627887" y="160019"/>
                  </a:lnTo>
                  <a:lnTo>
                    <a:pt x="627887" y="161543"/>
                  </a:lnTo>
                  <a:lnTo>
                    <a:pt x="640841" y="160781"/>
                  </a:lnTo>
                  <a:close/>
                </a:path>
                <a:path w="654050" h="321945">
                  <a:moveTo>
                    <a:pt x="626363" y="225551"/>
                  </a:moveTo>
                  <a:lnTo>
                    <a:pt x="606551" y="210311"/>
                  </a:lnTo>
                  <a:lnTo>
                    <a:pt x="594359" y="222503"/>
                  </a:lnTo>
                  <a:lnTo>
                    <a:pt x="586739" y="227075"/>
                  </a:lnTo>
                  <a:lnTo>
                    <a:pt x="571499" y="239267"/>
                  </a:lnTo>
                  <a:lnTo>
                    <a:pt x="562355" y="243839"/>
                  </a:lnTo>
                  <a:lnTo>
                    <a:pt x="548639" y="251459"/>
                  </a:lnTo>
                  <a:lnTo>
                    <a:pt x="560831" y="272795"/>
                  </a:lnTo>
                  <a:lnTo>
                    <a:pt x="576071" y="265175"/>
                  </a:lnTo>
                  <a:lnTo>
                    <a:pt x="603503" y="246887"/>
                  </a:lnTo>
                  <a:lnTo>
                    <a:pt x="611123" y="240791"/>
                  </a:lnTo>
                  <a:lnTo>
                    <a:pt x="626363" y="225551"/>
                  </a:lnTo>
                  <a:close/>
                </a:path>
                <a:path w="654050" h="321945">
                  <a:moveTo>
                    <a:pt x="536447" y="283463"/>
                  </a:moveTo>
                  <a:lnTo>
                    <a:pt x="527303" y="260603"/>
                  </a:lnTo>
                  <a:lnTo>
                    <a:pt x="521207" y="263651"/>
                  </a:lnTo>
                  <a:lnTo>
                    <a:pt x="498347" y="271271"/>
                  </a:lnTo>
                  <a:lnTo>
                    <a:pt x="472439" y="278891"/>
                  </a:lnTo>
                  <a:lnTo>
                    <a:pt x="455675" y="281939"/>
                  </a:lnTo>
                  <a:lnTo>
                    <a:pt x="461771" y="306323"/>
                  </a:lnTo>
                  <a:lnTo>
                    <a:pt x="480059" y="303275"/>
                  </a:lnTo>
                  <a:lnTo>
                    <a:pt x="505967" y="295655"/>
                  </a:lnTo>
                  <a:lnTo>
                    <a:pt x="531875" y="286511"/>
                  </a:lnTo>
                  <a:lnTo>
                    <a:pt x="536447" y="283463"/>
                  </a:lnTo>
                  <a:close/>
                </a:path>
                <a:path w="654050" h="321945">
                  <a:moveTo>
                    <a:pt x="435863" y="312419"/>
                  </a:moveTo>
                  <a:lnTo>
                    <a:pt x="432815" y="286511"/>
                  </a:lnTo>
                  <a:lnTo>
                    <a:pt x="417575" y="289559"/>
                  </a:lnTo>
                  <a:lnTo>
                    <a:pt x="388619" y="292607"/>
                  </a:lnTo>
                  <a:lnTo>
                    <a:pt x="358139" y="295655"/>
                  </a:lnTo>
                  <a:lnTo>
                    <a:pt x="358139" y="320039"/>
                  </a:lnTo>
                  <a:lnTo>
                    <a:pt x="359663" y="320039"/>
                  </a:lnTo>
                  <a:lnTo>
                    <a:pt x="391667" y="318515"/>
                  </a:lnTo>
                  <a:lnTo>
                    <a:pt x="422147" y="313943"/>
                  </a:lnTo>
                  <a:lnTo>
                    <a:pt x="435863" y="312419"/>
                  </a:lnTo>
                  <a:close/>
                </a:path>
                <a:path w="654050" h="321945">
                  <a:moveTo>
                    <a:pt x="326897" y="308609"/>
                  </a:moveTo>
                  <a:lnTo>
                    <a:pt x="326135" y="295655"/>
                  </a:lnTo>
                  <a:lnTo>
                    <a:pt x="295655" y="295655"/>
                  </a:lnTo>
                  <a:lnTo>
                    <a:pt x="265175" y="292607"/>
                  </a:lnTo>
                  <a:lnTo>
                    <a:pt x="259079" y="292607"/>
                  </a:lnTo>
                  <a:lnTo>
                    <a:pt x="256031" y="316991"/>
                  </a:lnTo>
                  <a:lnTo>
                    <a:pt x="262127" y="318515"/>
                  </a:lnTo>
                  <a:lnTo>
                    <a:pt x="326135" y="321563"/>
                  </a:lnTo>
                  <a:lnTo>
                    <a:pt x="326897" y="308609"/>
                  </a:lnTo>
                  <a:close/>
                </a:path>
                <a:path w="654050" h="321945">
                  <a:moveTo>
                    <a:pt x="327659" y="295655"/>
                  </a:moveTo>
                  <a:lnTo>
                    <a:pt x="326135" y="295655"/>
                  </a:lnTo>
                  <a:lnTo>
                    <a:pt x="326897" y="308609"/>
                  </a:lnTo>
                  <a:lnTo>
                    <a:pt x="327659" y="295655"/>
                  </a:lnTo>
                  <a:close/>
                </a:path>
                <a:path w="654050" h="321945">
                  <a:moveTo>
                    <a:pt x="333755" y="321563"/>
                  </a:moveTo>
                  <a:lnTo>
                    <a:pt x="332231" y="295655"/>
                  </a:lnTo>
                  <a:lnTo>
                    <a:pt x="327659" y="295655"/>
                  </a:lnTo>
                  <a:lnTo>
                    <a:pt x="326897" y="308609"/>
                  </a:lnTo>
                  <a:lnTo>
                    <a:pt x="327659" y="321563"/>
                  </a:lnTo>
                  <a:lnTo>
                    <a:pt x="333755" y="321563"/>
                  </a:lnTo>
                  <a:close/>
                </a:path>
                <a:path w="654050" h="321945">
                  <a:moveTo>
                    <a:pt x="234695" y="289559"/>
                  </a:moveTo>
                  <a:lnTo>
                    <a:pt x="207263" y="284987"/>
                  </a:lnTo>
                  <a:lnTo>
                    <a:pt x="179831" y="278891"/>
                  </a:lnTo>
                  <a:lnTo>
                    <a:pt x="161543" y="272795"/>
                  </a:lnTo>
                  <a:lnTo>
                    <a:pt x="153923" y="297179"/>
                  </a:lnTo>
                  <a:lnTo>
                    <a:pt x="173735" y="303275"/>
                  </a:lnTo>
                  <a:lnTo>
                    <a:pt x="202691" y="309371"/>
                  </a:lnTo>
                  <a:lnTo>
                    <a:pt x="230123" y="313943"/>
                  </a:lnTo>
                  <a:lnTo>
                    <a:pt x="234695" y="289559"/>
                  </a:lnTo>
                  <a:close/>
                </a:path>
                <a:path w="654050" h="321945">
                  <a:moveTo>
                    <a:pt x="137159" y="265175"/>
                  </a:moveTo>
                  <a:lnTo>
                    <a:pt x="131063" y="262127"/>
                  </a:lnTo>
                  <a:lnTo>
                    <a:pt x="109727" y="252983"/>
                  </a:lnTo>
                  <a:lnTo>
                    <a:pt x="89915" y="243839"/>
                  </a:lnTo>
                  <a:lnTo>
                    <a:pt x="82295" y="237743"/>
                  </a:lnTo>
                  <a:lnTo>
                    <a:pt x="73151" y="233171"/>
                  </a:lnTo>
                  <a:lnTo>
                    <a:pt x="73151" y="231647"/>
                  </a:lnTo>
                  <a:lnTo>
                    <a:pt x="57911" y="252983"/>
                  </a:lnTo>
                  <a:lnTo>
                    <a:pt x="59435" y="254507"/>
                  </a:lnTo>
                  <a:lnTo>
                    <a:pt x="68579" y="260603"/>
                  </a:lnTo>
                  <a:lnTo>
                    <a:pt x="79247" y="265175"/>
                  </a:lnTo>
                  <a:lnTo>
                    <a:pt x="100583" y="277367"/>
                  </a:lnTo>
                  <a:lnTo>
                    <a:pt x="123443" y="286511"/>
                  </a:lnTo>
                  <a:lnTo>
                    <a:pt x="129539" y="289559"/>
                  </a:lnTo>
                  <a:lnTo>
                    <a:pt x="137159" y="26517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16312" y="150885"/>
            <a:ext cx="5916930" cy="670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4400" dirty="0"/>
              <a:t>Handling </a:t>
            </a:r>
            <a:r>
              <a:rPr sz="4400" spc="-15" dirty="0"/>
              <a:t>repeated</a:t>
            </a:r>
            <a:r>
              <a:rPr sz="4400" spc="-125" dirty="0"/>
              <a:t> </a:t>
            </a:r>
            <a:r>
              <a:rPr sz="4400" spc="-30" dirty="0"/>
              <a:t>states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392112" y="1296801"/>
            <a:ext cx="12496800" cy="4979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buFont typeface="Courier New"/>
              <a:buChar char="•"/>
              <a:tabLst>
                <a:tab pos="355600" algn="l"/>
              </a:tabLst>
            </a:pPr>
            <a:r>
              <a:rPr sz="2800" spc="-5" dirty="0">
                <a:latin typeface="Calibri"/>
                <a:cs typeface="Calibri"/>
              </a:rPr>
              <a:t>Initialize </a:t>
            </a:r>
            <a:r>
              <a:rPr sz="2800" dirty="0">
                <a:latin typeface="Calibri"/>
                <a:cs typeface="Calibri"/>
              </a:rPr>
              <a:t>the </a:t>
            </a:r>
            <a:r>
              <a:rPr sz="2800" spc="15" dirty="0">
                <a:solidFill>
                  <a:srgbClr val="CC0099"/>
                </a:solidFill>
                <a:latin typeface="Calibri"/>
                <a:cs typeface="Calibri"/>
              </a:rPr>
              <a:t>frontier</a:t>
            </a:r>
            <a:r>
              <a:rPr lang="en-US" sz="2800" spc="15" dirty="0">
                <a:solidFill>
                  <a:srgbClr val="CC0099"/>
                </a:solidFill>
                <a:latin typeface="Calibri"/>
                <a:cs typeface="Calibri"/>
              </a:rPr>
              <a:t>/fringe</a:t>
            </a:r>
            <a:r>
              <a:rPr sz="2800" spc="15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using </a:t>
            </a:r>
            <a:r>
              <a:rPr sz="2800" dirty="0">
                <a:latin typeface="Calibri"/>
                <a:cs typeface="Calibri"/>
              </a:rPr>
              <a:t>the </a:t>
            </a:r>
            <a:r>
              <a:rPr sz="2800" spc="15" dirty="0">
                <a:solidFill>
                  <a:srgbClr val="CC0099"/>
                </a:solidFill>
                <a:latin typeface="Calibri"/>
                <a:cs typeface="Calibri"/>
              </a:rPr>
              <a:t>starting</a:t>
            </a:r>
            <a:r>
              <a:rPr sz="2800" spc="-120" dirty="0">
                <a:solidFill>
                  <a:srgbClr val="CC0099"/>
                </a:solidFill>
                <a:latin typeface="Calibri"/>
                <a:cs typeface="Calibri"/>
              </a:rPr>
              <a:t> </a:t>
            </a:r>
            <a:r>
              <a:rPr sz="2800" spc="5" dirty="0">
                <a:solidFill>
                  <a:srgbClr val="CC0099"/>
                </a:solidFill>
                <a:latin typeface="Calibri"/>
                <a:cs typeface="Calibri"/>
              </a:rPr>
              <a:t>state</a:t>
            </a:r>
            <a:endParaRPr sz="2800" dirty="0">
              <a:latin typeface="Calibri"/>
              <a:cs typeface="Calibri"/>
            </a:endParaRPr>
          </a:p>
          <a:p>
            <a:pPr marL="355600" indent="-342900">
              <a:spcBef>
                <a:spcPts val="285"/>
              </a:spcBef>
              <a:buFont typeface="Courier New"/>
              <a:buChar char="•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While the </a:t>
            </a:r>
            <a:r>
              <a:rPr sz="2800" spc="-10" dirty="0">
                <a:latin typeface="Calibri"/>
                <a:cs typeface="Calibri"/>
              </a:rPr>
              <a:t>frontier </a:t>
            </a:r>
            <a:r>
              <a:rPr sz="2800" spc="-5" dirty="0">
                <a:latin typeface="Calibri"/>
                <a:cs typeface="Calibri"/>
              </a:rPr>
              <a:t>is not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empty</a:t>
            </a:r>
            <a:endParaRPr sz="2800" dirty="0">
              <a:latin typeface="Calibri"/>
              <a:cs typeface="Calibri"/>
            </a:endParaRPr>
          </a:p>
          <a:p>
            <a:pPr marL="756285" marR="216535" lvl="1" indent="-286385">
              <a:lnSpc>
                <a:spcPts val="2590"/>
              </a:lnSpc>
              <a:spcBef>
                <a:spcPts val="610"/>
              </a:spcBef>
              <a:buFont typeface="Courier New"/>
              <a:buChar char="–"/>
              <a:tabLst>
                <a:tab pos="756920" algn="l"/>
              </a:tabLst>
            </a:pPr>
            <a:r>
              <a:rPr sz="2800" spc="-5" dirty="0">
                <a:latin typeface="Calibri"/>
                <a:cs typeface="Calibri"/>
              </a:rPr>
              <a:t>Choose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frontier</a:t>
            </a:r>
            <a:r>
              <a:rPr lang="en-US" sz="2800" spc="-10" dirty="0">
                <a:latin typeface="Calibri"/>
                <a:cs typeface="Calibri"/>
              </a:rPr>
              <a:t>/fringe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node </a:t>
            </a:r>
            <a:r>
              <a:rPr sz="2800" spc="-10" dirty="0">
                <a:latin typeface="Calibri"/>
                <a:cs typeface="Calibri"/>
              </a:rPr>
              <a:t>according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800" spc="10" dirty="0">
                <a:solidFill>
                  <a:srgbClr val="CC0099"/>
                </a:solidFill>
                <a:latin typeface="Calibri"/>
                <a:cs typeface="Calibri"/>
              </a:rPr>
              <a:t>search </a:t>
            </a:r>
            <a:r>
              <a:rPr sz="2800" spc="5" dirty="0">
                <a:solidFill>
                  <a:srgbClr val="CC0099"/>
                </a:solidFill>
                <a:latin typeface="Calibri"/>
                <a:cs typeface="Calibri"/>
              </a:rPr>
              <a:t>strategy </a:t>
            </a:r>
            <a:r>
              <a:rPr sz="2800" dirty="0">
                <a:latin typeface="Calibri"/>
                <a:cs typeface="Calibri"/>
              </a:rPr>
              <a:t>and </a:t>
            </a:r>
            <a:r>
              <a:rPr sz="2800" spc="-25" dirty="0">
                <a:latin typeface="Calibri"/>
                <a:cs typeface="Calibri"/>
              </a:rPr>
              <a:t>take  </a:t>
            </a:r>
            <a:r>
              <a:rPr sz="2800" dirty="0">
                <a:latin typeface="Calibri"/>
                <a:cs typeface="Calibri"/>
              </a:rPr>
              <a:t>it </a:t>
            </a:r>
            <a:r>
              <a:rPr sz="2800" spc="-15" dirty="0">
                <a:latin typeface="Calibri"/>
                <a:cs typeface="Calibri"/>
              </a:rPr>
              <a:t>off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frontier</a:t>
            </a:r>
            <a:r>
              <a:rPr lang="en-US" sz="2800" spc="-10" dirty="0">
                <a:latin typeface="Calibri"/>
                <a:cs typeface="Calibri"/>
              </a:rPr>
              <a:t>/fringe</a:t>
            </a:r>
            <a:endParaRPr sz="2800" dirty="0">
              <a:latin typeface="Calibri"/>
              <a:cs typeface="Calibri"/>
            </a:endParaRPr>
          </a:p>
          <a:p>
            <a:pPr marL="756285" lvl="1" indent="-286385">
              <a:spcBef>
                <a:spcPts val="245"/>
              </a:spcBef>
              <a:buFont typeface="Courier New"/>
              <a:buChar char="–"/>
              <a:tabLst>
                <a:tab pos="756920" algn="l"/>
              </a:tabLst>
            </a:pPr>
            <a:r>
              <a:rPr sz="2800" spc="-5" dirty="0">
                <a:latin typeface="Calibri"/>
                <a:cs typeface="Calibri"/>
              </a:rPr>
              <a:t>If </a:t>
            </a:r>
            <a:r>
              <a:rPr sz="2800" dirty="0">
                <a:latin typeface="Calibri"/>
                <a:cs typeface="Calibri"/>
              </a:rPr>
              <a:t>the </a:t>
            </a:r>
            <a:r>
              <a:rPr sz="2800" spc="-5" dirty="0">
                <a:latin typeface="Calibri"/>
                <a:cs typeface="Calibri"/>
              </a:rPr>
              <a:t>node </a:t>
            </a:r>
            <a:r>
              <a:rPr sz="2800" spc="-10" dirty="0">
                <a:latin typeface="Calibri"/>
                <a:cs typeface="Calibri"/>
              </a:rPr>
              <a:t>contains </a:t>
            </a:r>
            <a:r>
              <a:rPr sz="2800" dirty="0">
                <a:latin typeface="Calibri"/>
                <a:cs typeface="Calibri"/>
              </a:rPr>
              <a:t>the </a:t>
            </a:r>
            <a:r>
              <a:rPr sz="2800" spc="20" dirty="0">
                <a:solidFill>
                  <a:srgbClr val="CC0099"/>
                </a:solidFill>
                <a:latin typeface="Calibri"/>
                <a:cs typeface="Calibri"/>
              </a:rPr>
              <a:t>goal </a:t>
            </a:r>
            <a:r>
              <a:rPr sz="2800" dirty="0">
                <a:solidFill>
                  <a:srgbClr val="CC0099"/>
                </a:solidFill>
                <a:latin typeface="Calibri"/>
                <a:cs typeface="Calibri"/>
              </a:rPr>
              <a:t>state</a:t>
            </a:r>
            <a:r>
              <a:rPr sz="2800" dirty="0">
                <a:latin typeface="Calibri"/>
                <a:cs typeface="Calibri"/>
              </a:rPr>
              <a:t>, </a:t>
            </a:r>
            <a:r>
              <a:rPr sz="2800" spc="-10" dirty="0">
                <a:latin typeface="Calibri"/>
                <a:cs typeface="Calibri"/>
              </a:rPr>
              <a:t>return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solution</a:t>
            </a:r>
            <a:endParaRPr sz="2800" dirty="0">
              <a:latin typeface="Calibri"/>
              <a:cs typeface="Calibri"/>
            </a:endParaRPr>
          </a:p>
          <a:p>
            <a:pPr marL="756285" lvl="1" indent="-286385">
              <a:spcBef>
                <a:spcPts val="285"/>
              </a:spcBef>
              <a:buFont typeface="Courier New"/>
              <a:buChar char="–"/>
              <a:tabLst>
                <a:tab pos="756920" algn="l"/>
              </a:tabLst>
            </a:pPr>
            <a:r>
              <a:rPr sz="2800" spc="-5" dirty="0">
                <a:latin typeface="Calibri"/>
                <a:cs typeface="Calibri"/>
              </a:rPr>
              <a:t>Else </a:t>
            </a:r>
            <a:r>
              <a:rPr sz="2800" spc="20" dirty="0">
                <a:solidFill>
                  <a:srgbClr val="CC0099"/>
                </a:solidFill>
                <a:latin typeface="Calibri"/>
                <a:cs typeface="Calibri"/>
              </a:rPr>
              <a:t>expand </a:t>
            </a:r>
            <a:r>
              <a:rPr sz="2800" dirty="0">
                <a:latin typeface="Calibri"/>
                <a:cs typeface="Calibri"/>
              </a:rPr>
              <a:t>the </a:t>
            </a:r>
            <a:r>
              <a:rPr sz="2800" spc="-5" dirty="0">
                <a:latin typeface="Calibri"/>
                <a:cs typeface="Calibri"/>
              </a:rPr>
              <a:t>node </a:t>
            </a:r>
            <a:r>
              <a:rPr sz="2800" dirty="0">
                <a:latin typeface="Calibri"/>
                <a:cs typeface="Calibri"/>
              </a:rPr>
              <a:t>and add </a:t>
            </a:r>
            <a:r>
              <a:rPr sz="2800" spc="-5" dirty="0">
                <a:latin typeface="Calibri"/>
                <a:cs typeface="Calibri"/>
              </a:rPr>
              <a:t>its children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frontier</a:t>
            </a:r>
            <a:endParaRPr sz="2800" dirty="0">
              <a:latin typeface="Calibri"/>
              <a:cs typeface="Calibri"/>
            </a:endParaRPr>
          </a:p>
          <a:p>
            <a:pPr lvl="1">
              <a:spcBef>
                <a:spcPts val="5"/>
              </a:spcBef>
              <a:buFont typeface="Courier New"/>
              <a:buChar char="–"/>
            </a:pPr>
            <a:endParaRPr sz="3200" dirty="0">
              <a:latin typeface="Times New Roman"/>
              <a:cs typeface="Times New Roman"/>
            </a:endParaRPr>
          </a:p>
          <a:p>
            <a:pPr marL="355600" indent="-342900">
              <a:buFont typeface="Courier New"/>
              <a:buChar char="•"/>
              <a:tabLst>
                <a:tab pos="355600" algn="l"/>
              </a:tabLst>
            </a:pPr>
            <a:r>
              <a:rPr sz="2800" spc="-120" dirty="0">
                <a:latin typeface="Calibri"/>
                <a:cs typeface="Calibri"/>
              </a:rPr>
              <a:t>To </a:t>
            </a:r>
            <a:r>
              <a:rPr sz="2800" dirty="0">
                <a:latin typeface="Calibri"/>
                <a:cs typeface="Calibri"/>
              </a:rPr>
              <a:t>handle </a:t>
            </a:r>
            <a:r>
              <a:rPr sz="2800" spc="-10" dirty="0">
                <a:latin typeface="Calibri"/>
                <a:cs typeface="Calibri"/>
              </a:rPr>
              <a:t>repeated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states:</a:t>
            </a:r>
            <a:endParaRPr sz="2800" dirty="0">
              <a:latin typeface="Calibri"/>
              <a:cs typeface="Calibri"/>
            </a:endParaRPr>
          </a:p>
          <a:p>
            <a:pPr marL="756285" lvl="1" indent="-286385">
              <a:lnSpc>
                <a:spcPts val="2735"/>
              </a:lnSpc>
              <a:spcBef>
                <a:spcPts val="285"/>
              </a:spcBef>
              <a:buFont typeface="Courier New"/>
              <a:buChar char="–"/>
              <a:tabLst>
                <a:tab pos="756920" algn="l"/>
              </a:tabLst>
            </a:pPr>
            <a:r>
              <a:rPr sz="2800" spc="-15" dirty="0">
                <a:latin typeface="Calibri"/>
                <a:cs typeface="Calibri"/>
              </a:rPr>
              <a:t>Every </a:t>
            </a:r>
            <a:r>
              <a:rPr sz="2800" dirty="0">
                <a:latin typeface="Calibri"/>
                <a:cs typeface="Calibri"/>
              </a:rPr>
              <a:t>time </a:t>
            </a:r>
            <a:r>
              <a:rPr sz="2800" spc="-10" dirty="0">
                <a:latin typeface="Calibri"/>
                <a:cs typeface="Calibri"/>
              </a:rPr>
              <a:t>you expand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node, </a:t>
            </a:r>
            <a:r>
              <a:rPr sz="2800" dirty="0">
                <a:latin typeface="Calibri"/>
                <a:cs typeface="Calibri"/>
              </a:rPr>
              <a:t>add </a:t>
            </a:r>
            <a:r>
              <a:rPr sz="2800" spc="-10" dirty="0">
                <a:latin typeface="Calibri"/>
                <a:cs typeface="Calibri"/>
              </a:rPr>
              <a:t>that </a:t>
            </a:r>
            <a:r>
              <a:rPr sz="2800" spc="-20" dirty="0">
                <a:latin typeface="Calibri"/>
                <a:cs typeface="Calibri"/>
              </a:rPr>
              <a:t>state to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</a:p>
          <a:p>
            <a:pPr marL="756285">
              <a:lnSpc>
                <a:spcPts val="2735"/>
              </a:lnSpc>
            </a:pPr>
            <a:r>
              <a:rPr sz="2800" spc="15" dirty="0">
                <a:solidFill>
                  <a:srgbClr val="CC0099"/>
                </a:solidFill>
                <a:latin typeface="Calibri"/>
                <a:cs typeface="Calibri"/>
              </a:rPr>
              <a:t>explored </a:t>
            </a:r>
            <a:r>
              <a:rPr sz="2800" spc="10" dirty="0">
                <a:solidFill>
                  <a:srgbClr val="CC0099"/>
                </a:solidFill>
                <a:latin typeface="Calibri"/>
                <a:cs typeface="Calibri"/>
              </a:rPr>
              <a:t>set</a:t>
            </a:r>
            <a:r>
              <a:rPr sz="2800" spc="10" dirty="0">
                <a:latin typeface="Calibri"/>
                <a:cs typeface="Calibri"/>
              </a:rPr>
              <a:t>; </a:t>
            </a:r>
            <a:r>
              <a:rPr sz="2800" spc="-5" dirty="0">
                <a:latin typeface="Calibri"/>
                <a:cs typeface="Calibri"/>
              </a:rPr>
              <a:t>do not put </a:t>
            </a:r>
            <a:r>
              <a:rPr sz="2800" spc="-10" dirty="0">
                <a:latin typeface="Calibri"/>
                <a:cs typeface="Calibri"/>
              </a:rPr>
              <a:t>explored </a:t>
            </a:r>
            <a:r>
              <a:rPr sz="2800" spc="-20" dirty="0">
                <a:latin typeface="Calibri"/>
                <a:cs typeface="Calibri"/>
              </a:rPr>
              <a:t>states </a:t>
            </a:r>
            <a:r>
              <a:rPr sz="2800" spc="-5" dirty="0">
                <a:latin typeface="Calibri"/>
                <a:cs typeface="Calibri"/>
              </a:rPr>
              <a:t>on </a:t>
            </a:r>
            <a:r>
              <a:rPr sz="2800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frontier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again</a:t>
            </a:r>
            <a:endParaRPr sz="2800" dirty="0">
              <a:latin typeface="Calibri"/>
              <a:cs typeface="Calibri"/>
            </a:endParaRPr>
          </a:p>
          <a:p>
            <a:pPr marL="756285" marR="5080" lvl="1" indent="-286385">
              <a:lnSpc>
                <a:spcPts val="2590"/>
              </a:lnSpc>
              <a:spcBef>
                <a:spcPts val="615"/>
              </a:spcBef>
              <a:buFont typeface="Courier New"/>
              <a:buChar char="–"/>
              <a:tabLst>
                <a:tab pos="756920" algn="l"/>
              </a:tabLst>
            </a:pPr>
            <a:r>
              <a:rPr sz="2800" spc="-15" dirty="0">
                <a:latin typeface="Calibri"/>
                <a:cs typeface="Calibri"/>
              </a:rPr>
              <a:t>Every </a:t>
            </a:r>
            <a:r>
              <a:rPr sz="2800" dirty="0">
                <a:latin typeface="Calibri"/>
                <a:cs typeface="Calibri"/>
              </a:rPr>
              <a:t>time </a:t>
            </a:r>
            <a:r>
              <a:rPr sz="2800" spc="-10" dirty="0">
                <a:latin typeface="Calibri"/>
                <a:cs typeface="Calibri"/>
              </a:rPr>
              <a:t>you </a:t>
            </a:r>
            <a:r>
              <a:rPr sz="2800" dirty="0">
                <a:latin typeface="Calibri"/>
                <a:cs typeface="Calibri"/>
              </a:rPr>
              <a:t>add a </a:t>
            </a:r>
            <a:r>
              <a:rPr sz="2800" spc="-5" dirty="0">
                <a:latin typeface="Calibri"/>
                <a:cs typeface="Calibri"/>
              </a:rPr>
              <a:t>node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800" dirty="0">
                <a:latin typeface="Calibri"/>
                <a:cs typeface="Calibri"/>
              </a:rPr>
              <a:t>the </a:t>
            </a:r>
            <a:r>
              <a:rPr sz="2800" spc="-30" dirty="0">
                <a:latin typeface="Calibri"/>
                <a:cs typeface="Calibri"/>
              </a:rPr>
              <a:t>frontier, </a:t>
            </a:r>
            <a:r>
              <a:rPr sz="2800" dirty="0">
                <a:latin typeface="Calibri"/>
                <a:cs typeface="Calibri"/>
              </a:rPr>
              <a:t>check </a:t>
            </a:r>
            <a:r>
              <a:rPr sz="2800" spc="-5" dirty="0">
                <a:latin typeface="Calibri"/>
                <a:cs typeface="Calibri"/>
              </a:rPr>
              <a:t>whether </a:t>
            </a:r>
            <a:r>
              <a:rPr sz="2800" dirty="0">
                <a:latin typeface="Calibri"/>
                <a:cs typeface="Calibri"/>
              </a:rPr>
              <a:t>it  </a:t>
            </a:r>
            <a:r>
              <a:rPr sz="2800" spc="-5" dirty="0">
                <a:latin typeface="Calibri"/>
                <a:cs typeface="Calibri"/>
              </a:rPr>
              <a:t>already </a:t>
            </a:r>
            <a:r>
              <a:rPr sz="2800" spc="-15" dirty="0">
                <a:latin typeface="Calibri"/>
                <a:cs typeface="Calibri"/>
              </a:rPr>
              <a:t>exists </a:t>
            </a:r>
            <a:r>
              <a:rPr sz="2800" dirty="0">
                <a:latin typeface="Calibri"/>
                <a:cs typeface="Calibri"/>
              </a:rPr>
              <a:t>in the </a:t>
            </a:r>
            <a:r>
              <a:rPr sz="2800" spc="-10" dirty="0">
                <a:latin typeface="Calibri"/>
                <a:cs typeface="Calibri"/>
              </a:rPr>
              <a:t>frontier </a:t>
            </a:r>
            <a:r>
              <a:rPr sz="2800" dirty="0">
                <a:latin typeface="Calibri"/>
                <a:cs typeface="Calibri"/>
              </a:rPr>
              <a:t>with a higher </a:t>
            </a:r>
            <a:r>
              <a:rPr sz="2800" spc="-10" dirty="0">
                <a:latin typeface="Calibri"/>
                <a:cs typeface="Calibri"/>
              </a:rPr>
              <a:t>path </a:t>
            </a:r>
            <a:r>
              <a:rPr sz="2800" spc="-15" dirty="0">
                <a:latin typeface="Calibri"/>
                <a:cs typeface="Calibri"/>
              </a:rPr>
              <a:t>cost, </a:t>
            </a:r>
            <a:r>
              <a:rPr sz="2800" dirty="0">
                <a:latin typeface="Calibri"/>
                <a:cs typeface="Calibri"/>
              </a:rPr>
              <a:t>and if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yes,  replace </a:t>
            </a:r>
            <a:r>
              <a:rPr sz="2800" spc="-10" dirty="0">
                <a:latin typeface="Calibri"/>
                <a:cs typeface="Calibri"/>
              </a:rPr>
              <a:t>that </a:t>
            </a:r>
            <a:r>
              <a:rPr sz="2800" spc="-5" dirty="0">
                <a:latin typeface="Calibri"/>
                <a:cs typeface="Calibri"/>
              </a:rPr>
              <a:t>node </a:t>
            </a:r>
            <a:r>
              <a:rPr sz="2800" dirty="0">
                <a:latin typeface="Calibri"/>
                <a:cs typeface="Calibri"/>
              </a:rPr>
              <a:t>with the </a:t>
            </a:r>
            <a:r>
              <a:rPr sz="2800" spc="-5" dirty="0">
                <a:latin typeface="Calibri"/>
                <a:cs typeface="Calibri"/>
              </a:rPr>
              <a:t>new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one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3137" y="823467"/>
            <a:ext cx="7104380" cy="687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4400" spc="-10" dirty="0"/>
              <a:t>Search </a:t>
            </a:r>
            <a:r>
              <a:rPr sz="4400" dirty="0"/>
              <a:t>without </a:t>
            </a:r>
            <a:r>
              <a:rPr sz="4400" spc="-15" dirty="0"/>
              <a:t>repeated</a:t>
            </a:r>
            <a:r>
              <a:rPr sz="4400" spc="-100" dirty="0"/>
              <a:t> </a:t>
            </a:r>
            <a:r>
              <a:rPr sz="4400" spc="-30" dirty="0"/>
              <a:t>states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4049081" y="1872997"/>
            <a:ext cx="5410200" cy="22204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725482" y="4311397"/>
            <a:ext cx="5334000" cy="26151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637089" y="4908804"/>
            <a:ext cx="483234" cy="330835"/>
          </a:xfrm>
          <a:custGeom>
            <a:avLst/>
            <a:gdLst/>
            <a:ahLst/>
            <a:cxnLst/>
            <a:rect l="l" t="t" r="r" b="b"/>
            <a:pathLst>
              <a:path w="483235" h="330835">
                <a:moveTo>
                  <a:pt x="483107" y="173735"/>
                </a:moveTo>
                <a:lnTo>
                  <a:pt x="483107" y="155447"/>
                </a:lnTo>
                <a:lnTo>
                  <a:pt x="481583" y="146303"/>
                </a:lnTo>
                <a:lnTo>
                  <a:pt x="452627" y="83819"/>
                </a:lnTo>
                <a:lnTo>
                  <a:pt x="409955" y="47243"/>
                </a:lnTo>
                <a:lnTo>
                  <a:pt x="373379" y="27431"/>
                </a:lnTo>
                <a:lnTo>
                  <a:pt x="333755" y="12191"/>
                </a:lnTo>
                <a:lnTo>
                  <a:pt x="310895" y="7619"/>
                </a:lnTo>
                <a:lnTo>
                  <a:pt x="289559" y="3047"/>
                </a:lnTo>
                <a:lnTo>
                  <a:pt x="240791" y="0"/>
                </a:lnTo>
                <a:lnTo>
                  <a:pt x="216407" y="1523"/>
                </a:lnTo>
                <a:lnTo>
                  <a:pt x="193547" y="3047"/>
                </a:lnTo>
                <a:lnTo>
                  <a:pt x="149351" y="12191"/>
                </a:lnTo>
                <a:lnTo>
                  <a:pt x="108203" y="27431"/>
                </a:lnTo>
                <a:lnTo>
                  <a:pt x="71627" y="47243"/>
                </a:lnTo>
                <a:lnTo>
                  <a:pt x="30479" y="85343"/>
                </a:lnTo>
                <a:lnTo>
                  <a:pt x="4571" y="131063"/>
                </a:lnTo>
                <a:lnTo>
                  <a:pt x="0" y="156971"/>
                </a:lnTo>
                <a:lnTo>
                  <a:pt x="0" y="175259"/>
                </a:lnTo>
                <a:lnTo>
                  <a:pt x="1523" y="184403"/>
                </a:lnTo>
                <a:lnTo>
                  <a:pt x="6095" y="201167"/>
                </a:lnTo>
                <a:lnTo>
                  <a:pt x="12191" y="216407"/>
                </a:lnTo>
                <a:lnTo>
                  <a:pt x="25907" y="239267"/>
                </a:lnTo>
                <a:lnTo>
                  <a:pt x="25907" y="158495"/>
                </a:lnTo>
                <a:lnTo>
                  <a:pt x="27431" y="150875"/>
                </a:lnTo>
                <a:lnTo>
                  <a:pt x="50291" y="100583"/>
                </a:lnTo>
                <a:lnTo>
                  <a:pt x="86867" y="68579"/>
                </a:lnTo>
                <a:lnTo>
                  <a:pt x="102107" y="57911"/>
                </a:lnTo>
                <a:lnTo>
                  <a:pt x="137159" y="42671"/>
                </a:lnTo>
                <a:lnTo>
                  <a:pt x="176783" y="32003"/>
                </a:lnTo>
                <a:lnTo>
                  <a:pt x="219455" y="25907"/>
                </a:lnTo>
                <a:lnTo>
                  <a:pt x="265175" y="25907"/>
                </a:lnTo>
                <a:lnTo>
                  <a:pt x="307847" y="32003"/>
                </a:lnTo>
                <a:lnTo>
                  <a:pt x="345947" y="42671"/>
                </a:lnTo>
                <a:lnTo>
                  <a:pt x="380999" y="59435"/>
                </a:lnTo>
                <a:lnTo>
                  <a:pt x="422147" y="89915"/>
                </a:lnTo>
                <a:lnTo>
                  <a:pt x="448055" y="126491"/>
                </a:lnTo>
                <a:lnTo>
                  <a:pt x="454151" y="138683"/>
                </a:lnTo>
                <a:lnTo>
                  <a:pt x="457199" y="152399"/>
                </a:lnTo>
                <a:lnTo>
                  <a:pt x="457199" y="238832"/>
                </a:lnTo>
                <a:lnTo>
                  <a:pt x="463295" y="230123"/>
                </a:lnTo>
                <a:lnTo>
                  <a:pt x="478535" y="199643"/>
                </a:lnTo>
                <a:lnTo>
                  <a:pt x="481583" y="182879"/>
                </a:lnTo>
                <a:lnTo>
                  <a:pt x="483107" y="173735"/>
                </a:lnTo>
                <a:close/>
              </a:path>
              <a:path w="483235" h="330835">
                <a:moveTo>
                  <a:pt x="457199" y="238832"/>
                </a:moveTo>
                <a:lnTo>
                  <a:pt x="457199" y="172211"/>
                </a:lnTo>
                <a:lnTo>
                  <a:pt x="455675" y="179831"/>
                </a:lnTo>
                <a:lnTo>
                  <a:pt x="452627" y="193547"/>
                </a:lnTo>
                <a:lnTo>
                  <a:pt x="432815" y="230123"/>
                </a:lnTo>
                <a:lnTo>
                  <a:pt x="396239" y="263651"/>
                </a:lnTo>
                <a:lnTo>
                  <a:pt x="345947" y="288035"/>
                </a:lnTo>
                <a:lnTo>
                  <a:pt x="306323" y="298703"/>
                </a:lnTo>
                <a:lnTo>
                  <a:pt x="263651" y="304799"/>
                </a:lnTo>
                <a:lnTo>
                  <a:pt x="217931" y="304799"/>
                </a:lnTo>
                <a:lnTo>
                  <a:pt x="175259" y="298703"/>
                </a:lnTo>
                <a:lnTo>
                  <a:pt x="155447" y="294131"/>
                </a:lnTo>
                <a:lnTo>
                  <a:pt x="137159" y="286511"/>
                </a:lnTo>
                <a:lnTo>
                  <a:pt x="118871" y="280415"/>
                </a:lnTo>
                <a:lnTo>
                  <a:pt x="73151" y="251459"/>
                </a:lnTo>
                <a:lnTo>
                  <a:pt x="41147" y="217931"/>
                </a:lnTo>
                <a:lnTo>
                  <a:pt x="35051" y="204215"/>
                </a:lnTo>
                <a:lnTo>
                  <a:pt x="28955" y="192023"/>
                </a:lnTo>
                <a:lnTo>
                  <a:pt x="25907" y="178307"/>
                </a:lnTo>
                <a:lnTo>
                  <a:pt x="25907" y="239267"/>
                </a:lnTo>
                <a:lnTo>
                  <a:pt x="57911" y="272795"/>
                </a:lnTo>
                <a:lnTo>
                  <a:pt x="89915" y="294131"/>
                </a:lnTo>
                <a:lnTo>
                  <a:pt x="128015" y="310895"/>
                </a:lnTo>
                <a:lnTo>
                  <a:pt x="170687" y="323087"/>
                </a:lnTo>
                <a:lnTo>
                  <a:pt x="242315" y="330707"/>
                </a:lnTo>
                <a:lnTo>
                  <a:pt x="266699" y="329183"/>
                </a:lnTo>
                <a:lnTo>
                  <a:pt x="312419" y="323087"/>
                </a:lnTo>
                <a:lnTo>
                  <a:pt x="355091" y="310895"/>
                </a:lnTo>
                <a:lnTo>
                  <a:pt x="393191" y="294131"/>
                </a:lnTo>
                <a:lnTo>
                  <a:pt x="426719" y="271271"/>
                </a:lnTo>
                <a:lnTo>
                  <a:pt x="452627" y="245363"/>
                </a:lnTo>
                <a:lnTo>
                  <a:pt x="457199" y="23883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603824" y="5422390"/>
            <a:ext cx="1623060" cy="564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/>
            <a:r>
              <a:rPr spc="-5" dirty="0">
                <a:latin typeface="Tahoma"/>
                <a:cs typeface="Tahoma"/>
              </a:rPr>
              <a:t>Start: </a:t>
            </a:r>
            <a:r>
              <a:rPr spc="-15" dirty="0">
                <a:latin typeface="Tahoma"/>
                <a:cs typeface="Tahoma"/>
              </a:rPr>
              <a:t>Arad  </a:t>
            </a:r>
            <a:r>
              <a:rPr spc="-5" dirty="0">
                <a:latin typeface="Tahoma"/>
                <a:cs typeface="Tahoma"/>
              </a:rPr>
              <a:t>Goal:</a:t>
            </a:r>
            <a:r>
              <a:rPr spc="-55" dirty="0">
                <a:latin typeface="Tahoma"/>
                <a:cs typeface="Tahoma"/>
              </a:rPr>
              <a:t> </a:t>
            </a:r>
            <a:r>
              <a:rPr spc="-5" dirty="0">
                <a:latin typeface="Tahoma"/>
                <a:cs typeface="Tahoma"/>
              </a:rPr>
              <a:t>Bucharest</a:t>
            </a:r>
            <a:endParaRPr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3137" y="823467"/>
            <a:ext cx="7104380" cy="687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4400" spc="-10" dirty="0"/>
              <a:t>Search </a:t>
            </a:r>
            <a:r>
              <a:rPr sz="4400" dirty="0"/>
              <a:t>without </a:t>
            </a:r>
            <a:r>
              <a:rPr sz="4400" spc="-15" dirty="0"/>
              <a:t>repeated</a:t>
            </a:r>
            <a:r>
              <a:rPr sz="4400" spc="-100" dirty="0"/>
              <a:t> </a:t>
            </a:r>
            <a:r>
              <a:rPr sz="4400" spc="-30" dirty="0"/>
              <a:t>states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4049081" y="1872997"/>
            <a:ext cx="5410200" cy="22204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725482" y="4311397"/>
            <a:ext cx="5334000" cy="26151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89490" y="5518403"/>
            <a:ext cx="788035" cy="318770"/>
          </a:xfrm>
          <a:custGeom>
            <a:avLst/>
            <a:gdLst/>
            <a:ahLst/>
            <a:cxnLst/>
            <a:rect l="l" t="t" r="r" b="b"/>
            <a:pathLst>
              <a:path w="788035" h="318770">
                <a:moveTo>
                  <a:pt x="57911" y="105155"/>
                </a:moveTo>
                <a:lnTo>
                  <a:pt x="42671" y="86867"/>
                </a:lnTo>
                <a:lnTo>
                  <a:pt x="33527" y="92963"/>
                </a:lnTo>
                <a:lnTo>
                  <a:pt x="25907" y="100583"/>
                </a:lnTo>
                <a:lnTo>
                  <a:pt x="13715" y="115823"/>
                </a:lnTo>
                <a:lnTo>
                  <a:pt x="9143" y="124967"/>
                </a:lnTo>
                <a:lnTo>
                  <a:pt x="4571" y="132587"/>
                </a:lnTo>
                <a:lnTo>
                  <a:pt x="3047" y="141731"/>
                </a:lnTo>
                <a:lnTo>
                  <a:pt x="0" y="150875"/>
                </a:lnTo>
                <a:lnTo>
                  <a:pt x="0" y="158495"/>
                </a:lnTo>
                <a:lnTo>
                  <a:pt x="12953" y="159257"/>
                </a:lnTo>
                <a:lnTo>
                  <a:pt x="25907" y="158495"/>
                </a:lnTo>
                <a:lnTo>
                  <a:pt x="25907" y="152399"/>
                </a:lnTo>
                <a:lnTo>
                  <a:pt x="27431" y="146303"/>
                </a:lnTo>
                <a:lnTo>
                  <a:pt x="28955" y="141731"/>
                </a:lnTo>
                <a:lnTo>
                  <a:pt x="35051" y="129539"/>
                </a:lnTo>
                <a:lnTo>
                  <a:pt x="39623" y="123443"/>
                </a:lnTo>
                <a:lnTo>
                  <a:pt x="57911" y="105155"/>
                </a:lnTo>
                <a:close/>
              </a:path>
              <a:path w="788035" h="318770">
                <a:moveTo>
                  <a:pt x="27431" y="169163"/>
                </a:moveTo>
                <a:lnTo>
                  <a:pt x="25907" y="164591"/>
                </a:lnTo>
                <a:lnTo>
                  <a:pt x="25907" y="160019"/>
                </a:lnTo>
                <a:lnTo>
                  <a:pt x="12953" y="159257"/>
                </a:lnTo>
                <a:lnTo>
                  <a:pt x="0" y="160019"/>
                </a:lnTo>
                <a:lnTo>
                  <a:pt x="1523" y="169163"/>
                </a:lnTo>
                <a:lnTo>
                  <a:pt x="1523" y="175259"/>
                </a:lnTo>
                <a:lnTo>
                  <a:pt x="27431" y="169163"/>
                </a:lnTo>
                <a:close/>
              </a:path>
              <a:path w="788035" h="318770">
                <a:moveTo>
                  <a:pt x="25907" y="160019"/>
                </a:moveTo>
                <a:lnTo>
                  <a:pt x="25907" y="158495"/>
                </a:lnTo>
                <a:lnTo>
                  <a:pt x="12953" y="159257"/>
                </a:lnTo>
                <a:lnTo>
                  <a:pt x="25907" y="160019"/>
                </a:lnTo>
                <a:close/>
              </a:path>
              <a:path w="788035" h="318770">
                <a:moveTo>
                  <a:pt x="144779" y="62483"/>
                </a:moveTo>
                <a:lnTo>
                  <a:pt x="137159" y="38099"/>
                </a:lnTo>
                <a:lnTo>
                  <a:pt x="132587" y="39623"/>
                </a:lnTo>
                <a:lnTo>
                  <a:pt x="120395" y="44195"/>
                </a:lnTo>
                <a:lnTo>
                  <a:pt x="106679" y="48767"/>
                </a:lnTo>
                <a:lnTo>
                  <a:pt x="82295" y="60959"/>
                </a:lnTo>
                <a:lnTo>
                  <a:pt x="71627" y="67055"/>
                </a:lnTo>
                <a:lnTo>
                  <a:pt x="64007" y="70103"/>
                </a:lnTo>
                <a:lnTo>
                  <a:pt x="77723" y="92963"/>
                </a:lnTo>
                <a:lnTo>
                  <a:pt x="83819" y="88391"/>
                </a:lnTo>
                <a:lnTo>
                  <a:pt x="94487" y="82295"/>
                </a:lnTo>
                <a:lnTo>
                  <a:pt x="105155" y="77723"/>
                </a:lnTo>
                <a:lnTo>
                  <a:pt x="117347" y="73151"/>
                </a:lnTo>
                <a:lnTo>
                  <a:pt x="129539" y="67055"/>
                </a:lnTo>
                <a:lnTo>
                  <a:pt x="141731" y="62483"/>
                </a:lnTo>
                <a:lnTo>
                  <a:pt x="144779" y="62483"/>
                </a:lnTo>
                <a:close/>
              </a:path>
              <a:path w="788035" h="318770">
                <a:moveTo>
                  <a:pt x="240791" y="38099"/>
                </a:moveTo>
                <a:lnTo>
                  <a:pt x="236219" y="13715"/>
                </a:lnTo>
                <a:lnTo>
                  <a:pt x="208787" y="18287"/>
                </a:lnTo>
                <a:lnTo>
                  <a:pt x="176783" y="25907"/>
                </a:lnTo>
                <a:lnTo>
                  <a:pt x="161543" y="30479"/>
                </a:lnTo>
                <a:lnTo>
                  <a:pt x="167639" y="54863"/>
                </a:lnTo>
                <a:lnTo>
                  <a:pt x="184403" y="50291"/>
                </a:lnTo>
                <a:lnTo>
                  <a:pt x="214883" y="42671"/>
                </a:lnTo>
                <a:lnTo>
                  <a:pt x="240791" y="38099"/>
                </a:lnTo>
                <a:close/>
              </a:path>
              <a:path w="788035" h="318770">
                <a:moveTo>
                  <a:pt x="341375" y="27431"/>
                </a:moveTo>
                <a:lnTo>
                  <a:pt x="339851" y="1523"/>
                </a:lnTo>
                <a:lnTo>
                  <a:pt x="315467" y="3047"/>
                </a:lnTo>
                <a:lnTo>
                  <a:pt x="278891" y="7619"/>
                </a:lnTo>
                <a:lnTo>
                  <a:pt x="262127" y="9143"/>
                </a:lnTo>
                <a:lnTo>
                  <a:pt x="265175" y="35051"/>
                </a:lnTo>
                <a:lnTo>
                  <a:pt x="281939" y="32003"/>
                </a:lnTo>
                <a:lnTo>
                  <a:pt x="318515" y="28955"/>
                </a:lnTo>
                <a:lnTo>
                  <a:pt x="341375" y="27431"/>
                </a:lnTo>
                <a:close/>
              </a:path>
              <a:path w="788035" h="318770">
                <a:moveTo>
                  <a:pt x="393953" y="12953"/>
                </a:moveTo>
                <a:lnTo>
                  <a:pt x="393191" y="0"/>
                </a:lnTo>
                <a:lnTo>
                  <a:pt x="365759" y="1523"/>
                </a:lnTo>
                <a:lnTo>
                  <a:pt x="365759" y="25907"/>
                </a:lnTo>
                <a:lnTo>
                  <a:pt x="393191" y="25907"/>
                </a:lnTo>
                <a:lnTo>
                  <a:pt x="393953" y="12953"/>
                </a:lnTo>
                <a:close/>
              </a:path>
              <a:path w="788035" h="318770">
                <a:moveTo>
                  <a:pt x="394715" y="25907"/>
                </a:moveTo>
                <a:lnTo>
                  <a:pt x="393953" y="12953"/>
                </a:lnTo>
                <a:lnTo>
                  <a:pt x="393191" y="25907"/>
                </a:lnTo>
                <a:lnTo>
                  <a:pt x="394715" y="25907"/>
                </a:lnTo>
                <a:close/>
              </a:path>
              <a:path w="788035" h="318770">
                <a:moveTo>
                  <a:pt x="441959" y="1523"/>
                </a:moveTo>
                <a:lnTo>
                  <a:pt x="432815" y="1523"/>
                </a:lnTo>
                <a:lnTo>
                  <a:pt x="394715" y="0"/>
                </a:lnTo>
                <a:lnTo>
                  <a:pt x="393953" y="12953"/>
                </a:lnTo>
                <a:lnTo>
                  <a:pt x="394715" y="25907"/>
                </a:lnTo>
                <a:lnTo>
                  <a:pt x="432815" y="25907"/>
                </a:lnTo>
                <a:lnTo>
                  <a:pt x="440435" y="27431"/>
                </a:lnTo>
                <a:lnTo>
                  <a:pt x="441959" y="1523"/>
                </a:lnTo>
                <a:close/>
              </a:path>
              <a:path w="788035" h="318770">
                <a:moveTo>
                  <a:pt x="544067" y="12191"/>
                </a:moveTo>
                <a:lnTo>
                  <a:pt x="509015" y="6095"/>
                </a:lnTo>
                <a:lnTo>
                  <a:pt x="470915" y="3047"/>
                </a:lnTo>
                <a:lnTo>
                  <a:pt x="467867" y="3047"/>
                </a:lnTo>
                <a:lnTo>
                  <a:pt x="466343" y="28955"/>
                </a:lnTo>
                <a:lnTo>
                  <a:pt x="469391" y="28955"/>
                </a:lnTo>
                <a:lnTo>
                  <a:pt x="505967" y="32003"/>
                </a:lnTo>
                <a:lnTo>
                  <a:pt x="541019" y="36575"/>
                </a:lnTo>
                <a:lnTo>
                  <a:pt x="544067" y="12191"/>
                </a:lnTo>
                <a:close/>
              </a:path>
              <a:path w="788035" h="318770">
                <a:moveTo>
                  <a:pt x="644651" y="36575"/>
                </a:moveTo>
                <a:lnTo>
                  <a:pt x="640079" y="33527"/>
                </a:lnTo>
                <a:lnTo>
                  <a:pt x="609599" y="25907"/>
                </a:lnTo>
                <a:lnTo>
                  <a:pt x="577595" y="18287"/>
                </a:lnTo>
                <a:lnTo>
                  <a:pt x="569975" y="16763"/>
                </a:lnTo>
                <a:lnTo>
                  <a:pt x="565403" y="41147"/>
                </a:lnTo>
                <a:lnTo>
                  <a:pt x="573023" y="42671"/>
                </a:lnTo>
                <a:lnTo>
                  <a:pt x="603503" y="50291"/>
                </a:lnTo>
                <a:lnTo>
                  <a:pt x="632459" y="57911"/>
                </a:lnTo>
                <a:lnTo>
                  <a:pt x="637031" y="59435"/>
                </a:lnTo>
                <a:lnTo>
                  <a:pt x="644651" y="36575"/>
                </a:lnTo>
                <a:close/>
              </a:path>
              <a:path w="788035" h="318770">
                <a:moveTo>
                  <a:pt x="739139" y="82295"/>
                </a:moveTo>
                <a:lnTo>
                  <a:pt x="736091" y="79247"/>
                </a:lnTo>
                <a:lnTo>
                  <a:pt x="726947" y="73151"/>
                </a:lnTo>
                <a:lnTo>
                  <a:pt x="716279" y="67055"/>
                </a:lnTo>
                <a:lnTo>
                  <a:pt x="704087" y="60959"/>
                </a:lnTo>
                <a:lnTo>
                  <a:pt x="693419" y="54863"/>
                </a:lnTo>
                <a:lnTo>
                  <a:pt x="681227" y="48767"/>
                </a:lnTo>
                <a:lnTo>
                  <a:pt x="670559" y="44195"/>
                </a:lnTo>
                <a:lnTo>
                  <a:pt x="659891" y="68579"/>
                </a:lnTo>
                <a:lnTo>
                  <a:pt x="670559" y="73151"/>
                </a:lnTo>
                <a:lnTo>
                  <a:pt x="682751" y="77723"/>
                </a:lnTo>
                <a:lnTo>
                  <a:pt x="693419" y="83819"/>
                </a:lnTo>
                <a:lnTo>
                  <a:pt x="704087" y="88391"/>
                </a:lnTo>
                <a:lnTo>
                  <a:pt x="722375" y="100583"/>
                </a:lnTo>
                <a:lnTo>
                  <a:pt x="725423" y="102107"/>
                </a:lnTo>
                <a:lnTo>
                  <a:pt x="739139" y="82295"/>
                </a:lnTo>
                <a:close/>
              </a:path>
              <a:path w="788035" h="318770">
                <a:moveTo>
                  <a:pt x="787907" y="158495"/>
                </a:moveTo>
                <a:lnTo>
                  <a:pt x="784859" y="140207"/>
                </a:lnTo>
                <a:lnTo>
                  <a:pt x="781811" y="131063"/>
                </a:lnTo>
                <a:lnTo>
                  <a:pt x="778763" y="123443"/>
                </a:lnTo>
                <a:lnTo>
                  <a:pt x="760475" y="100583"/>
                </a:lnTo>
                <a:lnTo>
                  <a:pt x="760475" y="99059"/>
                </a:lnTo>
                <a:lnTo>
                  <a:pt x="742187" y="117347"/>
                </a:lnTo>
                <a:lnTo>
                  <a:pt x="742187" y="118871"/>
                </a:lnTo>
                <a:lnTo>
                  <a:pt x="748283" y="124967"/>
                </a:lnTo>
                <a:lnTo>
                  <a:pt x="752855" y="131063"/>
                </a:lnTo>
                <a:lnTo>
                  <a:pt x="755903" y="137159"/>
                </a:lnTo>
                <a:lnTo>
                  <a:pt x="758951" y="141731"/>
                </a:lnTo>
                <a:lnTo>
                  <a:pt x="761999" y="153923"/>
                </a:lnTo>
                <a:lnTo>
                  <a:pt x="761999" y="158495"/>
                </a:lnTo>
                <a:lnTo>
                  <a:pt x="774953" y="159257"/>
                </a:lnTo>
                <a:lnTo>
                  <a:pt x="787907" y="158495"/>
                </a:lnTo>
                <a:close/>
              </a:path>
              <a:path w="788035" h="318770">
                <a:moveTo>
                  <a:pt x="787907" y="160019"/>
                </a:moveTo>
                <a:lnTo>
                  <a:pt x="774953" y="159257"/>
                </a:lnTo>
                <a:lnTo>
                  <a:pt x="761999" y="160019"/>
                </a:lnTo>
                <a:lnTo>
                  <a:pt x="761999" y="166115"/>
                </a:lnTo>
                <a:lnTo>
                  <a:pt x="760475" y="172211"/>
                </a:lnTo>
                <a:lnTo>
                  <a:pt x="758951" y="173735"/>
                </a:lnTo>
                <a:lnTo>
                  <a:pt x="783335" y="181355"/>
                </a:lnTo>
                <a:lnTo>
                  <a:pt x="784859" y="176783"/>
                </a:lnTo>
                <a:lnTo>
                  <a:pt x="786383" y="167639"/>
                </a:lnTo>
                <a:lnTo>
                  <a:pt x="787907" y="160019"/>
                </a:lnTo>
                <a:close/>
              </a:path>
              <a:path w="788035" h="318770">
                <a:moveTo>
                  <a:pt x="774953" y="159257"/>
                </a:moveTo>
                <a:lnTo>
                  <a:pt x="761999" y="158495"/>
                </a:lnTo>
                <a:lnTo>
                  <a:pt x="761999" y="160019"/>
                </a:lnTo>
                <a:lnTo>
                  <a:pt x="774953" y="159257"/>
                </a:lnTo>
                <a:close/>
              </a:path>
              <a:path w="788035" h="318770">
                <a:moveTo>
                  <a:pt x="769619" y="207263"/>
                </a:moveTo>
                <a:lnTo>
                  <a:pt x="749807" y="192023"/>
                </a:lnTo>
                <a:lnTo>
                  <a:pt x="748283" y="195071"/>
                </a:lnTo>
                <a:lnTo>
                  <a:pt x="736091" y="207263"/>
                </a:lnTo>
                <a:lnTo>
                  <a:pt x="720851" y="219455"/>
                </a:lnTo>
                <a:lnTo>
                  <a:pt x="713231" y="224027"/>
                </a:lnTo>
                <a:lnTo>
                  <a:pt x="702563" y="230123"/>
                </a:lnTo>
                <a:lnTo>
                  <a:pt x="693419" y="234695"/>
                </a:lnTo>
                <a:lnTo>
                  <a:pt x="705611" y="257555"/>
                </a:lnTo>
                <a:lnTo>
                  <a:pt x="745235" y="233171"/>
                </a:lnTo>
                <a:lnTo>
                  <a:pt x="768095" y="210311"/>
                </a:lnTo>
                <a:lnTo>
                  <a:pt x="769619" y="207263"/>
                </a:lnTo>
                <a:close/>
              </a:path>
              <a:path w="788035" h="318770">
                <a:moveTo>
                  <a:pt x="682751" y="269747"/>
                </a:moveTo>
                <a:lnTo>
                  <a:pt x="672083" y="245363"/>
                </a:lnTo>
                <a:lnTo>
                  <a:pt x="670559" y="246887"/>
                </a:lnTo>
                <a:lnTo>
                  <a:pt x="646175" y="256031"/>
                </a:lnTo>
                <a:lnTo>
                  <a:pt x="632459" y="260603"/>
                </a:lnTo>
                <a:lnTo>
                  <a:pt x="603503" y="268223"/>
                </a:lnTo>
                <a:lnTo>
                  <a:pt x="601979" y="268223"/>
                </a:lnTo>
                <a:lnTo>
                  <a:pt x="608075" y="294131"/>
                </a:lnTo>
                <a:lnTo>
                  <a:pt x="611123" y="292607"/>
                </a:lnTo>
                <a:lnTo>
                  <a:pt x="640079" y="284987"/>
                </a:lnTo>
                <a:lnTo>
                  <a:pt x="653795" y="280415"/>
                </a:lnTo>
                <a:lnTo>
                  <a:pt x="667511" y="274319"/>
                </a:lnTo>
                <a:lnTo>
                  <a:pt x="681227" y="269747"/>
                </a:lnTo>
                <a:lnTo>
                  <a:pt x="682751" y="269747"/>
                </a:lnTo>
                <a:close/>
              </a:path>
              <a:path w="788035" h="318770">
                <a:moveTo>
                  <a:pt x="583691" y="300227"/>
                </a:moveTo>
                <a:lnTo>
                  <a:pt x="577595" y="274319"/>
                </a:lnTo>
                <a:lnTo>
                  <a:pt x="573023" y="275843"/>
                </a:lnTo>
                <a:lnTo>
                  <a:pt x="539495" y="281939"/>
                </a:lnTo>
                <a:lnTo>
                  <a:pt x="505967" y="286511"/>
                </a:lnTo>
                <a:lnTo>
                  <a:pt x="504443" y="286511"/>
                </a:lnTo>
                <a:lnTo>
                  <a:pt x="505967" y="312419"/>
                </a:lnTo>
                <a:lnTo>
                  <a:pt x="509015" y="312419"/>
                </a:lnTo>
                <a:lnTo>
                  <a:pt x="579119" y="300227"/>
                </a:lnTo>
                <a:lnTo>
                  <a:pt x="583691" y="300227"/>
                </a:lnTo>
                <a:close/>
              </a:path>
              <a:path w="788035" h="318770">
                <a:moveTo>
                  <a:pt x="481583" y="313943"/>
                </a:moveTo>
                <a:lnTo>
                  <a:pt x="478535" y="289559"/>
                </a:lnTo>
                <a:lnTo>
                  <a:pt x="469391" y="289559"/>
                </a:lnTo>
                <a:lnTo>
                  <a:pt x="432815" y="292607"/>
                </a:lnTo>
                <a:lnTo>
                  <a:pt x="403859" y="292607"/>
                </a:lnTo>
                <a:lnTo>
                  <a:pt x="403859" y="318515"/>
                </a:lnTo>
                <a:lnTo>
                  <a:pt x="434339" y="318515"/>
                </a:lnTo>
                <a:lnTo>
                  <a:pt x="472439" y="315467"/>
                </a:lnTo>
                <a:lnTo>
                  <a:pt x="481583" y="313943"/>
                </a:lnTo>
                <a:close/>
              </a:path>
              <a:path w="788035" h="318770">
                <a:moveTo>
                  <a:pt x="377951" y="318515"/>
                </a:moveTo>
                <a:lnTo>
                  <a:pt x="377951" y="292607"/>
                </a:lnTo>
                <a:lnTo>
                  <a:pt x="355091" y="292607"/>
                </a:lnTo>
                <a:lnTo>
                  <a:pt x="318515" y="289559"/>
                </a:lnTo>
                <a:lnTo>
                  <a:pt x="303275" y="289559"/>
                </a:lnTo>
                <a:lnTo>
                  <a:pt x="300227" y="313943"/>
                </a:lnTo>
                <a:lnTo>
                  <a:pt x="316991" y="315467"/>
                </a:lnTo>
                <a:lnTo>
                  <a:pt x="355091" y="318515"/>
                </a:lnTo>
                <a:lnTo>
                  <a:pt x="377951" y="318515"/>
                </a:lnTo>
                <a:close/>
              </a:path>
              <a:path w="788035" h="318770">
                <a:moveTo>
                  <a:pt x="278891" y="286511"/>
                </a:moveTo>
                <a:lnTo>
                  <a:pt x="246887" y="281939"/>
                </a:lnTo>
                <a:lnTo>
                  <a:pt x="214883" y="275843"/>
                </a:lnTo>
                <a:lnTo>
                  <a:pt x="204215" y="272795"/>
                </a:lnTo>
                <a:lnTo>
                  <a:pt x="199643" y="298703"/>
                </a:lnTo>
                <a:lnTo>
                  <a:pt x="210311" y="300227"/>
                </a:lnTo>
                <a:lnTo>
                  <a:pt x="243839" y="306323"/>
                </a:lnTo>
                <a:lnTo>
                  <a:pt x="274319" y="310895"/>
                </a:lnTo>
                <a:lnTo>
                  <a:pt x="278891" y="286511"/>
                </a:lnTo>
                <a:close/>
              </a:path>
              <a:path w="788035" h="318770">
                <a:moveTo>
                  <a:pt x="181355" y="268223"/>
                </a:moveTo>
                <a:lnTo>
                  <a:pt x="155447" y="260603"/>
                </a:lnTo>
                <a:lnTo>
                  <a:pt x="141731" y="256031"/>
                </a:lnTo>
                <a:lnTo>
                  <a:pt x="129539" y="251459"/>
                </a:lnTo>
                <a:lnTo>
                  <a:pt x="115823" y="245363"/>
                </a:lnTo>
                <a:lnTo>
                  <a:pt x="109727" y="243839"/>
                </a:lnTo>
                <a:lnTo>
                  <a:pt x="100583" y="266699"/>
                </a:lnTo>
                <a:lnTo>
                  <a:pt x="106679" y="269747"/>
                </a:lnTo>
                <a:lnTo>
                  <a:pt x="120395" y="274319"/>
                </a:lnTo>
                <a:lnTo>
                  <a:pt x="134111" y="280415"/>
                </a:lnTo>
                <a:lnTo>
                  <a:pt x="147827" y="284987"/>
                </a:lnTo>
                <a:lnTo>
                  <a:pt x="173735" y="292607"/>
                </a:lnTo>
                <a:lnTo>
                  <a:pt x="181355" y="268223"/>
                </a:lnTo>
                <a:close/>
              </a:path>
              <a:path w="788035" h="318770">
                <a:moveTo>
                  <a:pt x="88391" y="233171"/>
                </a:moveTo>
                <a:lnTo>
                  <a:pt x="65531" y="217931"/>
                </a:lnTo>
                <a:lnTo>
                  <a:pt x="57911" y="213359"/>
                </a:lnTo>
                <a:lnTo>
                  <a:pt x="51815" y="207263"/>
                </a:lnTo>
                <a:lnTo>
                  <a:pt x="44195" y="201167"/>
                </a:lnTo>
                <a:lnTo>
                  <a:pt x="35051" y="188975"/>
                </a:lnTo>
                <a:lnTo>
                  <a:pt x="13715" y="201167"/>
                </a:lnTo>
                <a:lnTo>
                  <a:pt x="15239" y="204215"/>
                </a:lnTo>
                <a:lnTo>
                  <a:pt x="19811" y="211835"/>
                </a:lnTo>
                <a:lnTo>
                  <a:pt x="27431" y="219455"/>
                </a:lnTo>
                <a:lnTo>
                  <a:pt x="35051" y="225551"/>
                </a:lnTo>
                <a:lnTo>
                  <a:pt x="42671" y="233171"/>
                </a:lnTo>
                <a:lnTo>
                  <a:pt x="51815" y="239267"/>
                </a:lnTo>
                <a:lnTo>
                  <a:pt x="60959" y="246887"/>
                </a:lnTo>
                <a:lnTo>
                  <a:pt x="71627" y="252983"/>
                </a:lnTo>
                <a:lnTo>
                  <a:pt x="76199" y="254507"/>
                </a:lnTo>
                <a:lnTo>
                  <a:pt x="88391" y="23317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741990" y="5137403"/>
            <a:ext cx="596265" cy="318770"/>
          </a:xfrm>
          <a:custGeom>
            <a:avLst/>
            <a:gdLst/>
            <a:ahLst/>
            <a:cxnLst/>
            <a:rect l="l" t="t" r="r" b="b"/>
            <a:pathLst>
              <a:path w="596264" h="318770">
                <a:moveTo>
                  <a:pt x="53339" y="100583"/>
                </a:moveTo>
                <a:lnTo>
                  <a:pt x="35051" y="83819"/>
                </a:lnTo>
                <a:lnTo>
                  <a:pt x="32003" y="86867"/>
                </a:lnTo>
                <a:lnTo>
                  <a:pt x="19811" y="102107"/>
                </a:lnTo>
                <a:lnTo>
                  <a:pt x="10667" y="117347"/>
                </a:lnTo>
                <a:lnTo>
                  <a:pt x="6095" y="126491"/>
                </a:lnTo>
                <a:lnTo>
                  <a:pt x="4571" y="134111"/>
                </a:lnTo>
                <a:lnTo>
                  <a:pt x="1523" y="143255"/>
                </a:lnTo>
                <a:lnTo>
                  <a:pt x="0" y="150875"/>
                </a:lnTo>
                <a:lnTo>
                  <a:pt x="0" y="158495"/>
                </a:lnTo>
                <a:lnTo>
                  <a:pt x="12953" y="159257"/>
                </a:lnTo>
                <a:lnTo>
                  <a:pt x="25907" y="158495"/>
                </a:lnTo>
                <a:lnTo>
                  <a:pt x="25907" y="152399"/>
                </a:lnTo>
                <a:lnTo>
                  <a:pt x="30479" y="134111"/>
                </a:lnTo>
                <a:lnTo>
                  <a:pt x="36575" y="121919"/>
                </a:lnTo>
                <a:lnTo>
                  <a:pt x="50291" y="103631"/>
                </a:lnTo>
                <a:lnTo>
                  <a:pt x="53339" y="100583"/>
                </a:lnTo>
                <a:close/>
              </a:path>
              <a:path w="596264" h="318770">
                <a:moveTo>
                  <a:pt x="50291" y="214883"/>
                </a:moveTo>
                <a:lnTo>
                  <a:pt x="50291" y="213359"/>
                </a:lnTo>
                <a:lnTo>
                  <a:pt x="45719" y="207263"/>
                </a:lnTo>
                <a:lnTo>
                  <a:pt x="39623" y="202691"/>
                </a:lnTo>
                <a:lnTo>
                  <a:pt x="33527" y="190499"/>
                </a:lnTo>
                <a:lnTo>
                  <a:pt x="30479" y="182879"/>
                </a:lnTo>
                <a:lnTo>
                  <a:pt x="28955" y="178307"/>
                </a:lnTo>
                <a:lnTo>
                  <a:pt x="25907" y="170687"/>
                </a:lnTo>
                <a:lnTo>
                  <a:pt x="25907" y="160019"/>
                </a:lnTo>
                <a:lnTo>
                  <a:pt x="12953" y="159257"/>
                </a:lnTo>
                <a:lnTo>
                  <a:pt x="0" y="160019"/>
                </a:lnTo>
                <a:lnTo>
                  <a:pt x="0" y="169163"/>
                </a:lnTo>
                <a:lnTo>
                  <a:pt x="1523" y="176783"/>
                </a:lnTo>
                <a:lnTo>
                  <a:pt x="4571" y="185927"/>
                </a:lnTo>
                <a:lnTo>
                  <a:pt x="7619" y="193547"/>
                </a:lnTo>
                <a:lnTo>
                  <a:pt x="10667" y="202691"/>
                </a:lnTo>
                <a:lnTo>
                  <a:pt x="19811" y="217931"/>
                </a:lnTo>
                <a:lnTo>
                  <a:pt x="25907" y="224027"/>
                </a:lnTo>
                <a:lnTo>
                  <a:pt x="32003" y="231647"/>
                </a:lnTo>
                <a:lnTo>
                  <a:pt x="33527" y="233171"/>
                </a:lnTo>
                <a:lnTo>
                  <a:pt x="50291" y="214883"/>
                </a:lnTo>
                <a:close/>
              </a:path>
              <a:path w="596264" h="318770">
                <a:moveTo>
                  <a:pt x="25907" y="160019"/>
                </a:moveTo>
                <a:lnTo>
                  <a:pt x="25907" y="158495"/>
                </a:lnTo>
                <a:lnTo>
                  <a:pt x="12953" y="159257"/>
                </a:lnTo>
                <a:lnTo>
                  <a:pt x="25907" y="160019"/>
                </a:lnTo>
                <a:close/>
              </a:path>
              <a:path w="596264" h="318770">
                <a:moveTo>
                  <a:pt x="132587" y="265175"/>
                </a:moveTo>
                <a:lnTo>
                  <a:pt x="121919" y="260603"/>
                </a:lnTo>
                <a:lnTo>
                  <a:pt x="102107" y="251459"/>
                </a:lnTo>
                <a:lnTo>
                  <a:pt x="83819" y="240791"/>
                </a:lnTo>
                <a:lnTo>
                  <a:pt x="68579" y="230123"/>
                </a:lnTo>
                <a:lnTo>
                  <a:pt x="53339" y="249935"/>
                </a:lnTo>
                <a:lnTo>
                  <a:pt x="91439" y="274319"/>
                </a:lnTo>
                <a:lnTo>
                  <a:pt x="123443" y="288035"/>
                </a:lnTo>
                <a:lnTo>
                  <a:pt x="132587" y="265175"/>
                </a:lnTo>
                <a:close/>
              </a:path>
              <a:path w="596264" h="318770">
                <a:moveTo>
                  <a:pt x="135635" y="53339"/>
                </a:moveTo>
                <a:lnTo>
                  <a:pt x="126491" y="28955"/>
                </a:lnTo>
                <a:lnTo>
                  <a:pt x="111251" y="35051"/>
                </a:lnTo>
                <a:lnTo>
                  <a:pt x="89915" y="44195"/>
                </a:lnTo>
                <a:lnTo>
                  <a:pt x="71627" y="56387"/>
                </a:lnTo>
                <a:lnTo>
                  <a:pt x="56387" y="65531"/>
                </a:lnTo>
                <a:lnTo>
                  <a:pt x="71627" y="86867"/>
                </a:lnTo>
                <a:lnTo>
                  <a:pt x="85343" y="76199"/>
                </a:lnTo>
                <a:lnTo>
                  <a:pt x="102107" y="67055"/>
                </a:lnTo>
                <a:lnTo>
                  <a:pt x="121919" y="57911"/>
                </a:lnTo>
                <a:lnTo>
                  <a:pt x="135635" y="53339"/>
                </a:lnTo>
                <a:close/>
              </a:path>
              <a:path w="596264" h="318770">
                <a:moveTo>
                  <a:pt x="231647" y="30479"/>
                </a:moveTo>
                <a:lnTo>
                  <a:pt x="228599" y="4571"/>
                </a:lnTo>
                <a:lnTo>
                  <a:pt x="211835" y="7619"/>
                </a:lnTo>
                <a:lnTo>
                  <a:pt x="184403" y="12191"/>
                </a:lnTo>
                <a:lnTo>
                  <a:pt x="158495" y="18287"/>
                </a:lnTo>
                <a:lnTo>
                  <a:pt x="152399" y="21335"/>
                </a:lnTo>
                <a:lnTo>
                  <a:pt x="158495" y="44195"/>
                </a:lnTo>
                <a:lnTo>
                  <a:pt x="166115" y="42671"/>
                </a:lnTo>
                <a:lnTo>
                  <a:pt x="190499" y="36575"/>
                </a:lnTo>
                <a:lnTo>
                  <a:pt x="216407" y="32003"/>
                </a:lnTo>
                <a:lnTo>
                  <a:pt x="231647" y="30479"/>
                </a:lnTo>
                <a:close/>
              </a:path>
              <a:path w="596264" h="318770">
                <a:moveTo>
                  <a:pt x="332231" y="1523"/>
                </a:moveTo>
                <a:lnTo>
                  <a:pt x="327659" y="1523"/>
                </a:lnTo>
                <a:lnTo>
                  <a:pt x="298703" y="0"/>
                </a:lnTo>
                <a:lnTo>
                  <a:pt x="268223" y="1523"/>
                </a:lnTo>
                <a:lnTo>
                  <a:pt x="254507" y="1523"/>
                </a:lnTo>
                <a:lnTo>
                  <a:pt x="256031" y="27431"/>
                </a:lnTo>
                <a:lnTo>
                  <a:pt x="269747" y="25907"/>
                </a:lnTo>
                <a:lnTo>
                  <a:pt x="330707" y="25907"/>
                </a:lnTo>
                <a:lnTo>
                  <a:pt x="332231" y="1523"/>
                </a:lnTo>
                <a:close/>
              </a:path>
              <a:path w="596264" h="318770">
                <a:moveTo>
                  <a:pt x="434339" y="16763"/>
                </a:moveTo>
                <a:lnTo>
                  <a:pt x="413003" y="12191"/>
                </a:lnTo>
                <a:lnTo>
                  <a:pt x="358139" y="3047"/>
                </a:lnTo>
                <a:lnTo>
                  <a:pt x="355091" y="28955"/>
                </a:lnTo>
                <a:lnTo>
                  <a:pt x="382523" y="32003"/>
                </a:lnTo>
                <a:lnTo>
                  <a:pt x="406907" y="36575"/>
                </a:lnTo>
                <a:lnTo>
                  <a:pt x="428243" y="42671"/>
                </a:lnTo>
                <a:lnTo>
                  <a:pt x="434339" y="16763"/>
                </a:lnTo>
                <a:close/>
              </a:path>
              <a:path w="596264" h="318770">
                <a:moveTo>
                  <a:pt x="531875" y="59435"/>
                </a:moveTo>
                <a:lnTo>
                  <a:pt x="525779" y="54863"/>
                </a:lnTo>
                <a:lnTo>
                  <a:pt x="505967" y="44195"/>
                </a:lnTo>
                <a:lnTo>
                  <a:pt x="484631" y="35051"/>
                </a:lnTo>
                <a:lnTo>
                  <a:pt x="461771" y="25907"/>
                </a:lnTo>
                <a:lnTo>
                  <a:pt x="460247" y="24383"/>
                </a:lnTo>
                <a:lnTo>
                  <a:pt x="452627" y="48767"/>
                </a:lnTo>
                <a:lnTo>
                  <a:pt x="454151" y="50291"/>
                </a:lnTo>
                <a:lnTo>
                  <a:pt x="475487" y="57911"/>
                </a:lnTo>
                <a:lnTo>
                  <a:pt x="495299" y="67055"/>
                </a:lnTo>
                <a:lnTo>
                  <a:pt x="513587" y="77723"/>
                </a:lnTo>
                <a:lnTo>
                  <a:pt x="516635" y="80771"/>
                </a:lnTo>
                <a:lnTo>
                  <a:pt x="531875" y="59435"/>
                </a:lnTo>
                <a:close/>
              </a:path>
              <a:path w="596264" h="318770">
                <a:moveTo>
                  <a:pt x="595883" y="146303"/>
                </a:moveTo>
                <a:lnTo>
                  <a:pt x="595883" y="141731"/>
                </a:lnTo>
                <a:lnTo>
                  <a:pt x="592835" y="132587"/>
                </a:lnTo>
                <a:lnTo>
                  <a:pt x="586739" y="117347"/>
                </a:lnTo>
                <a:lnTo>
                  <a:pt x="582167" y="108203"/>
                </a:lnTo>
                <a:lnTo>
                  <a:pt x="577595" y="100583"/>
                </a:lnTo>
                <a:lnTo>
                  <a:pt x="571499" y="94487"/>
                </a:lnTo>
                <a:lnTo>
                  <a:pt x="565403" y="86867"/>
                </a:lnTo>
                <a:lnTo>
                  <a:pt x="553211" y="74675"/>
                </a:lnTo>
                <a:lnTo>
                  <a:pt x="536447" y="94487"/>
                </a:lnTo>
                <a:lnTo>
                  <a:pt x="547115" y="105155"/>
                </a:lnTo>
                <a:lnTo>
                  <a:pt x="551687" y="111251"/>
                </a:lnTo>
                <a:lnTo>
                  <a:pt x="557783" y="117347"/>
                </a:lnTo>
                <a:lnTo>
                  <a:pt x="566927" y="135635"/>
                </a:lnTo>
                <a:lnTo>
                  <a:pt x="569975" y="147827"/>
                </a:lnTo>
                <a:lnTo>
                  <a:pt x="571499" y="150875"/>
                </a:lnTo>
                <a:lnTo>
                  <a:pt x="595883" y="146303"/>
                </a:lnTo>
                <a:close/>
              </a:path>
              <a:path w="596264" h="318770">
                <a:moveTo>
                  <a:pt x="595883" y="176783"/>
                </a:moveTo>
                <a:lnTo>
                  <a:pt x="595883" y="175259"/>
                </a:lnTo>
                <a:lnTo>
                  <a:pt x="569975" y="172211"/>
                </a:lnTo>
                <a:lnTo>
                  <a:pt x="566927" y="184403"/>
                </a:lnTo>
                <a:lnTo>
                  <a:pt x="560831" y="196595"/>
                </a:lnTo>
                <a:lnTo>
                  <a:pt x="547115" y="214883"/>
                </a:lnTo>
                <a:lnTo>
                  <a:pt x="541019" y="220979"/>
                </a:lnTo>
                <a:lnTo>
                  <a:pt x="533399" y="227075"/>
                </a:lnTo>
                <a:lnTo>
                  <a:pt x="550163" y="245363"/>
                </a:lnTo>
                <a:lnTo>
                  <a:pt x="577595" y="216407"/>
                </a:lnTo>
                <a:lnTo>
                  <a:pt x="592835" y="184403"/>
                </a:lnTo>
                <a:lnTo>
                  <a:pt x="595883" y="176783"/>
                </a:lnTo>
                <a:close/>
              </a:path>
              <a:path w="596264" h="318770">
                <a:moveTo>
                  <a:pt x="528827" y="262127"/>
                </a:moveTo>
                <a:lnTo>
                  <a:pt x="513587" y="240791"/>
                </a:lnTo>
                <a:lnTo>
                  <a:pt x="512063" y="242315"/>
                </a:lnTo>
                <a:lnTo>
                  <a:pt x="475487" y="260603"/>
                </a:lnTo>
                <a:lnTo>
                  <a:pt x="454151" y="268223"/>
                </a:lnTo>
                <a:lnTo>
                  <a:pt x="448055" y="271271"/>
                </a:lnTo>
                <a:lnTo>
                  <a:pt x="455675" y="294131"/>
                </a:lnTo>
                <a:lnTo>
                  <a:pt x="463295" y="292607"/>
                </a:lnTo>
                <a:lnTo>
                  <a:pt x="486155" y="283463"/>
                </a:lnTo>
                <a:lnTo>
                  <a:pt x="507491" y="274319"/>
                </a:lnTo>
                <a:lnTo>
                  <a:pt x="525779" y="263651"/>
                </a:lnTo>
                <a:lnTo>
                  <a:pt x="528827" y="262127"/>
                </a:lnTo>
                <a:close/>
              </a:path>
              <a:path w="596264" h="318770">
                <a:moveTo>
                  <a:pt x="431291" y="301751"/>
                </a:moveTo>
                <a:lnTo>
                  <a:pt x="425195" y="277367"/>
                </a:lnTo>
                <a:lnTo>
                  <a:pt x="406907" y="281939"/>
                </a:lnTo>
                <a:lnTo>
                  <a:pt x="355091" y="291083"/>
                </a:lnTo>
                <a:lnTo>
                  <a:pt x="352043" y="291083"/>
                </a:lnTo>
                <a:lnTo>
                  <a:pt x="353567" y="315467"/>
                </a:lnTo>
                <a:lnTo>
                  <a:pt x="358139" y="315467"/>
                </a:lnTo>
                <a:lnTo>
                  <a:pt x="385571" y="312419"/>
                </a:lnTo>
                <a:lnTo>
                  <a:pt x="413003" y="306323"/>
                </a:lnTo>
                <a:lnTo>
                  <a:pt x="431291" y="301751"/>
                </a:lnTo>
                <a:close/>
              </a:path>
              <a:path w="596264" h="318770">
                <a:moveTo>
                  <a:pt x="327659" y="318515"/>
                </a:moveTo>
                <a:lnTo>
                  <a:pt x="327659" y="292607"/>
                </a:lnTo>
                <a:lnTo>
                  <a:pt x="269747" y="292607"/>
                </a:lnTo>
                <a:lnTo>
                  <a:pt x="252983" y="291083"/>
                </a:lnTo>
                <a:lnTo>
                  <a:pt x="249935" y="316991"/>
                </a:lnTo>
                <a:lnTo>
                  <a:pt x="269747" y="318515"/>
                </a:lnTo>
                <a:lnTo>
                  <a:pt x="327659" y="318515"/>
                </a:lnTo>
                <a:close/>
              </a:path>
              <a:path w="596264" h="318770">
                <a:moveTo>
                  <a:pt x="228599" y="288035"/>
                </a:moveTo>
                <a:lnTo>
                  <a:pt x="214883" y="286511"/>
                </a:lnTo>
                <a:lnTo>
                  <a:pt x="190499" y="281939"/>
                </a:lnTo>
                <a:lnTo>
                  <a:pt x="166115" y="275843"/>
                </a:lnTo>
                <a:lnTo>
                  <a:pt x="155447" y="272795"/>
                </a:lnTo>
                <a:lnTo>
                  <a:pt x="147827" y="297179"/>
                </a:lnTo>
                <a:lnTo>
                  <a:pt x="184403" y="306323"/>
                </a:lnTo>
                <a:lnTo>
                  <a:pt x="211835" y="312419"/>
                </a:lnTo>
                <a:lnTo>
                  <a:pt x="224027" y="313943"/>
                </a:lnTo>
                <a:lnTo>
                  <a:pt x="228599" y="28803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999801" y="4613148"/>
            <a:ext cx="654050" cy="321945"/>
          </a:xfrm>
          <a:custGeom>
            <a:avLst/>
            <a:gdLst/>
            <a:ahLst/>
            <a:cxnLst/>
            <a:rect l="l" t="t" r="r" b="b"/>
            <a:pathLst>
              <a:path w="654050" h="321945">
                <a:moveTo>
                  <a:pt x="54863" y="103631"/>
                </a:moveTo>
                <a:lnTo>
                  <a:pt x="38099" y="85343"/>
                </a:lnTo>
                <a:lnTo>
                  <a:pt x="35051" y="86867"/>
                </a:lnTo>
                <a:lnTo>
                  <a:pt x="27431" y="94487"/>
                </a:lnTo>
                <a:lnTo>
                  <a:pt x="4571" y="134111"/>
                </a:lnTo>
                <a:lnTo>
                  <a:pt x="0" y="152399"/>
                </a:lnTo>
                <a:lnTo>
                  <a:pt x="0" y="160019"/>
                </a:lnTo>
                <a:lnTo>
                  <a:pt x="12953" y="160781"/>
                </a:lnTo>
                <a:lnTo>
                  <a:pt x="25907" y="160019"/>
                </a:lnTo>
                <a:lnTo>
                  <a:pt x="25907" y="153923"/>
                </a:lnTo>
                <a:lnTo>
                  <a:pt x="28955" y="141731"/>
                </a:lnTo>
                <a:lnTo>
                  <a:pt x="38099" y="123443"/>
                </a:lnTo>
                <a:lnTo>
                  <a:pt x="47243" y="111251"/>
                </a:lnTo>
                <a:lnTo>
                  <a:pt x="54863" y="103631"/>
                </a:lnTo>
                <a:close/>
              </a:path>
              <a:path w="654050" h="321945">
                <a:moveTo>
                  <a:pt x="54863" y="217931"/>
                </a:moveTo>
                <a:lnTo>
                  <a:pt x="51815" y="214883"/>
                </a:lnTo>
                <a:lnTo>
                  <a:pt x="47243" y="208787"/>
                </a:lnTo>
                <a:lnTo>
                  <a:pt x="41147" y="202691"/>
                </a:lnTo>
                <a:lnTo>
                  <a:pt x="38099" y="196595"/>
                </a:lnTo>
                <a:lnTo>
                  <a:pt x="33527" y="190499"/>
                </a:lnTo>
                <a:lnTo>
                  <a:pt x="30479" y="184403"/>
                </a:lnTo>
                <a:lnTo>
                  <a:pt x="25907" y="166115"/>
                </a:lnTo>
                <a:lnTo>
                  <a:pt x="25907" y="161543"/>
                </a:lnTo>
                <a:lnTo>
                  <a:pt x="12953" y="160781"/>
                </a:lnTo>
                <a:lnTo>
                  <a:pt x="0" y="161543"/>
                </a:lnTo>
                <a:lnTo>
                  <a:pt x="1523" y="170687"/>
                </a:lnTo>
                <a:lnTo>
                  <a:pt x="3047" y="178307"/>
                </a:lnTo>
                <a:lnTo>
                  <a:pt x="4571" y="187451"/>
                </a:lnTo>
                <a:lnTo>
                  <a:pt x="7619" y="196595"/>
                </a:lnTo>
                <a:lnTo>
                  <a:pt x="16763" y="211835"/>
                </a:lnTo>
                <a:lnTo>
                  <a:pt x="35051" y="234695"/>
                </a:lnTo>
                <a:lnTo>
                  <a:pt x="38099" y="236219"/>
                </a:lnTo>
                <a:lnTo>
                  <a:pt x="54863" y="217931"/>
                </a:lnTo>
                <a:close/>
              </a:path>
              <a:path w="654050" h="321945">
                <a:moveTo>
                  <a:pt x="25907" y="161543"/>
                </a:moveTo>
                <a:lnTo>
                  <a:pt x="25907" y="160019"/>
                </a:lnTo>
                <a:lnTo>
                  <a:pt x="12953" y="160781"/>
                </a:lnTo>
                <a:lnTo>
                  <a:pt x="25907" y="161543"/>
                </a:lnTo>
                <a:close/>
              </a:path>
              <a:path w="654050" h="321945">
                <a:moveTo>
                  <a:pt x="137159" y="56387"/>
                </a:moveTo>
                <a:lnTo>
                  <a:pt x="129539" y="32003"/>
                </a:lnTo>
                <a:lnTo>
                  <a:pt x="99059" y="44195"/>
                </a:lnTo>
                <a:lnTo>
                  <a:pt x="77723" y="54863"/>
                </a:lnTo>
                <a:lnTo>
                  <a:pt x="59435" y="67055"/>
                </a:lnTo>
                <a:lnTo>
                  <a:pt x="57911" y="68579"/>
                </a:lnTo>
                <a:lnTo>
                  <a:pt x="73151" y="88391"/>
                </a:lnTo>
                <a:lnTo>
                  <a:pt x="74675" y="88391"/>
                </a:lnTo>
                <a:lnTo>
                  <a:pt x="82295" y="82295"/>
                </a:lnTo>
                <a:lnTo>
                  <a:pt x="91439" y="77723"/>
                </a:lnTo>
                <a:lnTo>
                  <a:pt x="111251" y="67055"/>
                </a:lnTo>
                <a:lnTo>
                  <a:pt x="132587" y="57911"/>
                </a:lnTo>
                <a:lnTo>
                  <a:pt x="137159" y="56387"/>
                </a:lnTo>
                <a:close/>
              </a:path>
              <a:path w="654050" h="321945">
                <a:moveTo>
                  <a:pt x="234695" y="32003"/>
                </a:moveTo>
                <a:lnTo>
                  <a:pt x="230123" y="6095"/>
                </a:lnTo>
                <a:lnTo>
                  <a:pt x="201167" y="12191"/>
                </a:lnTo>
                <a:lnTo>
                  <a:pt x="173735" y="18287"/>
                </a:lnTo>
                <a:lnTo>
                  <a:pt x="153923" y="24383"/>
                </a:lnTo>
                <a:lnTo>
                  <a:pt x="161543" y="48767"/>
                </a:lnTo>
                <a:lnTo>
                  <a:pt x="181355" y="42671"/>
                </a:lnTo>
                <a:lnTo>
                  <a:pt x="207263" y="36575"/>
                </a:lnTo>
                <a:lnTo>
                  <a:pt x="234695" y="32003"/>
                </a:lnTo>
                <a:close/>
              </a:path>
              <a:path w="654050" h="321945">
                <a:moveTo>
                  <a:pt x="326897" y="12191"/>
                </a:moveTo>
                <a:lnTo>
                  <a:pt x="326135" y="0"/>
                </a:lnTo>
                <a:lnTo>
                  <a:pt x="294131" y="0"/>
                </a:lnTo>
                <a:lnTo>
                  <a:pt x="262127" y="3047"/>
                </a:lnTo>
                <a:lnTo>
                  <a:pt x="256031" y="3047"/>
                </a:lnTo>
                <a:lnTo>
                  <a:pt x="259079" y="28955"/>
                </a:lnTo>
                <a:lnTo>
                  <a:pt x="265175" y="27431"/>
                </a:lnTo>
                <a:lnTo>
                  <a:pt x="295655" y="25907"/>
                </a:lnTo>
                <a:lnTo>
                  <a:pt x="326135" y="24456"/>
                </a:lnTo>
                <a:lnTo>
                  <a:pt x="326897" y="12191"/>
                </a:lnTo>
                <a:close/>
              </a:path>
              <a:path w="654050" h="321945">
                <a:moveTo>
                  <a:pt x="327659" y="24383"/>
                </a:moveTo>
                <a:lnTo>
                  <a:pt x="326897" y="12191"/>
                </a:lnTo>
                <a:lnTo>
                  <a:pt x="326135" y="24383"/>
                </a:lnTo>
                <a:lnTo>
                  <a:pt x="326379" y="24444"/>
                </a:lnTo>
                <a:lnTo>
                  <a:pt x="327659" y="24383"/>
                </a:lnTo>
                <a:close/>
              </a:path>
              <a:path w="654050" h="321945">
                <a:moveTo>
                  <a:pt x="326379" y="24444"/>
                </a:moveTo>
                <a:lnTo>
                  <a:pt x="326135" y="24383"/>
                </a:lnTo>
                <a:lnTo>
                  <a:pt x="326379" y="24444"/>
                </a:lnTo>
                <a:close/>
              </a:path>
              <a:path w="654050" h="321945">
                <a:moveTo>
                  <a:pt x="327659" y="24764"/>
                </a:moveTo>
                <a:lnTo>
                  <a:pt x="327659" y="24383"/>
                </a:lnTo>
                <a:lnTo>
                  <a:pt x="326379" y="24444"/>
                </a:lnTo>
                <a:lnTo>
                  <a:pt x="327659" y="24764"/>
                </a:lnTo>
                <a:close/>
              </a:path>
              <a:path w="654050" h="321945">
                <a:moveTo>
                  <a:pt x="333755" y="0"/>
                </a:moveTo>
                <a:lnTo>
                  <a:pt x="327659" y="0"/>
                </a:lnTo>
                <a:lnTo>
                  <a:pt x="326897" y="12191"/>
                </a:lnTo>
                <a:lnTo>
                  <a:pt x="327659" y="24383"/>
                </a:lnTo>
                <a:lnTo>
                  <a:pt x="327659" y="24764"/>
                </a:lnTo>
                <a:lnTo>
                  <a:pt x="332231" y="25907"/>
                </a:lnTo>
                <a:lnTo>
                  <a:pt x="333755" y="0"/>
                </a:lnTo>
                <a:close/>
              </a:path>
              <a:path w="654050" h="321945">
                <a:moveTo>
                  <a:pt x="435863" y="9143"/>
                </a:moveTo>
                <a:lnTo>
                  <a:pt x="422147" y="6095"/>
                </a:lnTo>
                <a:lnTo>
                  <a:pt x="391667" y="3047"/>
                </a:lnTo>
                <a:lnTo>
                  <a:pt x="359663" y="0"/>
                </a:lnTo>
                <a:lnTo>
                  <a:pt x="358139" y="25907"/>
                </a:lnTo>
                <a:lnTo>
                  <a:pt x="388619" y="27431"/>
                </a:lnTo>
                <a:lnTo>
                  <a:pt x="419099" y="32003"/>
                </a:lnTo>
                <a:lnTo>
                  <a:pt x="432815" y="33527"/>
                </a:lnTo>
                <a:lnTo>
                  <a:pt x="435863" y="9143"/>
                </a:lnTo>
                <a:close/>
              </a:path>
              <a:path w="654050" h="321945">
                <a:moveTo>
                  <a:pt x="536447" y="36575"/>
                </a:moveTo>
                <a:lnTo>
                  <a:pt x="530351" y="33527"/>
                </a:lnTo>
                <a:lnTo>
                  <a:pt x="505967" y="25907"/>
                </a:lnTo>
                <a:lnTo>
                  <a:pt x="480059" y="18287"/>
                </a:lnTo>
                <a:lnTo>
                  <a:pt x="461771" y="13715"/>
                </a:lnTo>
                <a:lnTo>
                  <a:pt x="455675" y="38099"/>
                </a:lnTo>
                <a:lnTo>
                  <a:pt x="473963" y="42671"/>
                </a:lnTo>
                <a:lnTo>
                  <a:pt x="522731" y="57911"/>
                </a:lnTo>
                <a:lnTo>
                  <a:pt x="527303" y="60959"/>
                </a:lnTo>
                <a:lnTo>
                  <a:pt x="536447" y="36575"/>
                </a:lnTo>
                <a:close/>
              </a:path>
              <a:path w="654050" h="321945">
                <a:moveTo>
                  <a:pt x="626363" y="94487"/>
                </a:moveTo>
                <a:lnTo>
                  <a:pt x="624839" y="94487"/>
                </a:lnTo>
                <a:lnTo>
                  <a:pt x="618743" y="86867"/>
                </a:lnTo>
                <a:lnTo>
                  <a:pt x="611123" y="80771"/>
                </a:lnTo>
                <a:lnTo>
                  <a:pt x="603503" y="73151"/>
                </a:lnTo>
                <a:lnTo>
                  <a:pt x="585215" y="60959"/>
                </a:lnTo>
                <a:lnTo>
                  <a:pt x="574547" y="54863"/>
                </a:lnTo>
                <a:lnTo>
                  <a:pt x="560831" y="47243"/>
                </a:lnTo>
                <a:lnTo>
                  <a:pt x="548639" y="70103"/>
                </a:lnTo>
                <a:lnTo>
                  <a:pt x="563879" y="77723"/>
                </a:lnTo>
                <a:lnTo>
                  <a:pt x="571499" y="82295"/>
                </a:lnTo>
                <a:lnTo>
                  <a:pt x="580643" y="88391"/>
                </a:lnTo>
                <a:lnTo>
                  <a:pt x="588263" y="94487"/>
                </a:lnTo>
                <a:lnTo>
                  <a:pt x="594359" y="99059"/>
                </a:lnTo>
                <a:lnTo>
                  <a:pt x="601979" y="105155"/>
                </a:lnTo>
                <a:lnTo>
                  <a:pt x="606551" y="111251"/>
                </a:lnTo>
                <a:lnTo>
                  <a:pt x="626363" y="94487"/>
                </a:lnTo>
                <a:close/>
              </a:path>
              <a:path w="654050" h="321945">
                <a:moveTo>
                  <a:pt x="653795" y="160019"/>
                </a:moveTo>
                <a:lnTo>
                  <a:pt x="650747" y="141731"/>
                </a:lnTo>
                <a:lnTo>
                  <a:pt x="649223" y="134111"/>
                </a:lnTo>
                <a:lnTo>
                  <a:pt x="646175" y="124967"/>
                </a:lnTo>
                <a:lnTo>
                  <a:pt x="643127" y="118871"/>
                </a:lnTo>
                <a:lnTo>
                  <a:pt x="620267" y="129539"/>
                </a:lnTo>
                <a:lnTo>
                  <a:pt x="623315" y="135635"/>
                </a:lnTo>
                <a:lnTo>
                  <a:pt x="624839" y="143255"/>
                </a:lnTo>
                <a:lnTo>
                  <a:pt x="627887" y="155447"/>
                </a:lnTo>
                <a:lnTo>
                  <a:pt x="627887" y="160019"/>
                </a:lnTo>
                <a:lnTo>
                  <a:pt x="640841" y="160781"/>
                </a:lnTo>
                <a:lnTo>
                  <a:pt x="653795" y="160019"/>
                </a:lnTo>
                <a:close/>
              </a:path>
              <a:path w="654050" h="321945">
                <a:moveTo>
                  <a:pt x="653795" y="169163"/>
                </a:moveTo>
                <a:lnTo>
                  <a:pt x="653795" y="161543"/>
                </a:lnTo>
                <a:lnTo>
                  <a:pt x="640841" y="160781"/>
                </a:lnTo>
                <a:lnTo>
                  <a:pt x="627887" y="161543"/>
                </a:lnTo>
                <a:lnTo>
                  <a:pt x="627887" y="167639"/>
                </a:lnTo>
                <a:lnTo>
                  <a:pt x="624839" y="179831"/>
                </a:lnTo>
                <a:lnTo>
                  <a:pt x="621791" y="185927"/>
                </a:lnTo>
                <a:lnTo>
                  <a:pt x="620267" y="192023"/>
                </a:lnTo>
                <a:lnTo>
                  <a:pt x="643127" y="202691"/>
                </a:lnTo>
                <a:lnTo>
                  <a:pt x="646175" y="195071"/>
                </a:lnTo>
                <a:lnTo>
                  <a:pt x="649223" y="185927"/>
                </a:lnTo>
                <a:lnTo>
                  <a:pt x="652271" y="178307"/>
                </a:lnTo>
                <a:lnTo>
                  <a:pt x="653795" y="169163"/>
                </a:lnTo>
                <a:close/>
              </a:path>
              <a:path w="654050" h="321945">
                <a:moveTo>
                  <a:pt x="640841" y="160781"/>
                </a:moveTo>
                <a:lnTo>
                  <a:pt x="627887" y="160019"/>
                </a:lnTo>
                <a:lnTo>
                  <a:pt x="627887" y="161543"/>
                </a:lnTo>
                <a:lnTo>
                  <a:pt x="640841" y="160781"/>
                </a:lnTo>
                <a:close/>
              </a:path>
              <a:path w="654050" h="321945">
                <a:moveTo>
                  <a:pt x="626363" y="225551"/>
                </a:moveTo>
                <a:lnTo>
                  <a:pt x="606551" y="210311"/>
                </a:lnTo>
                <a:lnTo>
                  <a:pt x="594359" y="222503"/>
                </a:lnTo>
                <a:lnTo>
                  <a:pt x="586739" y="227075"/>
                </a:lnTo>
                <a:lnTo>
                  <a:pt x="571499" y="239267"/>
                </a:lnTo>
                <a:lnTo>
                  <a:pt x="562355" y="243839"/>
                </a:lnTo>
                <a:lnTo>
                  <a:pt x="548639" y="251459"/>
                </a:lnTo>
                <a:lnTo>
                  <a:pt x="560831" y="272795"/>
                </a:lnTo>
                <a:lnTo>
                  <a:pt x="576071" y="265175"/>
                </a:lnTo>
                <a:lnTo>
                  <a:pt x="603503" y="246887"/>
                </a:lnTo>
                <a:lnTo>
                  <a:pt x="611123" y="240791"/>
                </a:lnTo>
                <a:lnTo>
                  <a:pt x="626363" y="225551"/>
                </a:lnTo>
                <a:close/>
              </a:path>
              <a:path w="654050" h="321945">
                <a:moveTo>
                  <a:pt x="536447" y="283463"/>
                </a:moveTo>
                <a:lnTo>
                  <a:pt x="527303" y="260603"/>
                </a:lnTo>
                <a:lnTo>
                  <a:pt x="521207" y="263651"/>
                </a:lnTo>
                <a:lnTo>
                  <a:pt x="498347" y="271271"/>
                </a:lnTo>
                <a:lnTo>
                  <a:pt x="472439" y="278891"/>
                </a:lnTo>
                <a:lnTo>
                  <a:pt x="455675" y="281939"/>
                </a:lnTo>
                <a:lnTo>
                  <a:pt x="461771" y="306323"/>
                </a:lnTo>
                <a:lnTo>
                  <a:pt x="480059" y="303275"/>
                </a:lnTo>
                <a:lnTo>
                  <a:pt x="505967" y="295655"/>
                </a:lnTo>
                <a:lnTo>
                  <a:pt x="531875" y="286511"/>
                </a:lnTo>
                <a:lnTo>
                  <a:pt x="536447" y="283463"/>
                </a:lnTo>
                <a:close/>
              </a:path>
              <a:path w="654050" h="321945">
                <a:moveTo>
                  <a:pt x="435863" y="312419"/>
                </a:moveTo>
                <a:lnTo>
                  <a:pt x="432815" y="286511"/>
                </a:lnTo>
                <a:lnTo>
                  <a:pt x="417575" y="289559"/>
                </a:lnTo>
                <a:lnTo>
                  <a:pt x="388619" y="292607"/>
                </a:lnTo>
                <a:lnTo>
                  <a:pt x="358139" y="295655"/>
                </a:lnTo>
                <a:lnTo>
                  <a:pt x="358139" y="320039"/>
                </a:lnTo>
                <a:lnTo>
                  <a:pt x="359663" y="320039"/>
                </a:lnTo>
                <a:lnTo>
                  <a:pt x="391667" y="318515"/>
                </a:lnTo>
                <a:lnTo>
                  <a:pt x="422147" y="313943"/>
                </a:lnTo>
                <a:lnTo>
                  <a:pt x="435863" y="312419"/>
                </a:lnTo>
                <a:close/>
              </a:path>
              <a:path w="654050" h="321945">
                <a:moveTo>
                  <a:pt x="326897" y="308609"/>
                </a:moveTo>
                <a:lnTo>
                  <a:pt x="326135" y="295655"/>
                </a:lnTo>
                <a:lnTo>
                  <a:pt x="295655" y="295655"/>
                </a:lnTo>
                <a:lnTo>
                  <a:pt x="265175" y="292607"/>
                </a:lnTo>
                <a:lnTo>
                  <a:pt x="259079" y="292607"/>
                </a:lnTo>
                <a:lnTo>
                  <a:pt x="256031" y="316991"/>
                </a:lnTo>
                <a:lnTo>
                  <a:pt x="262127" y="318515"/>
                </a:lnTo>
                <a:lnTo>
                  <a:pt x="326135" y="321563"/>
                </a:lnTo>
                <a:lnTo>
                  <a:pt x="326897" y="308609"/>
                </a:lnTo>
                <a:close/>
              </a:path>
              <a:path w="654050" h="321945">
                <a:moveTo>
                  <a:pt x="327659" y="295655"/>
                </a:moveTo>
                <a:lnTo>
                  <a:pt x="326135" y="295655"/>
                </a:lnTo>
                <a:lnTo>
                  <a:pt x="326897" y="308609"/>
                </a:lnTo>
                <a:lnTo>
                  <a:pt x="327659" y="295655"/>
                </a:lnTo>
                <a:close/>
              </a:path>
              <a:path w="654050" h="321945">
                <a:moveTo>
                  <a:pt x="333755" y="321563"/>
                </a:moveTo>
                <a:lnTo>
                  <a:pt x="332231" y="295655"/>
                </a:lnTo>
                <a:lnTo>
                  <a:pt x="327659" y="295655"/>
                </a:lnTo>
                <a:lnTo>
                  <a:pt x="326897" y="308609"/>
                </a:lnTo>
                <a:lnTo>
                  <a:pt x="327659" y="321563"/>
                </a:lnTo>
                <a:lnTo>
                  <a:pt x="333755" y="321563"/>
                </a:lnTo>
                <a:close/>
              </a:path>
              <a:path w="654050" h="321945">
                <a:moveTo>
                  <a:pt x="234695" y="289559"/>
                </a:moveTo>
                <a:lnTo>
                  <a:pt x="207263" y="284987"/>
                </a:lnTo>
                <a:lnTo>
                  <a:pt x="179831" y="278891"/>
                </a:lnTo>
                <a:lnTo>
                  <a:pt x="161543" y="272795"/>
                </a:lnTo>
                <a:lnTo>
                  <a:pt x="153923" y="297179"/>
                </a:lnTo>
                <a:lnTo>
                  <a:pt x="173735" y="303275"/>
                </a:lnTo>
                <a:lnTo>
                  <a:pt x="202691" y="309371"/>
                </a:lnTo>
                <a:lnTo>
                  <a:pt x="230123" y="313943"/>
                </a:lnTo>
                <a:lnTo>
                  <a:pt x="234695" y="289559"/>
                </a:lnTo>
                <a:close/>
              </a:path>
              <a:path w="654050" h="321945">
                <a:moveTo>
                  <a:pt x="137159" y="265175"/>
                </a:moveTo>
                <a:lnTo>
                  <a:pt x="131063" y="262127"/>
                </a:lnTo>
                <a:lnTo>
                  <a:pt x="109727" y="252983"/>
                </a:lnTo>
                <a:lnTo>
                  <a:pt x="89915" y="243839"/>
                </a:lnTo>
                <a:lnTo>
                  <a:pt x="82295" y="237743"/>
                </a:lnTo>
                <a:lnTo>
                  <a:pt x="73151" y="233171"/>
                </a:lnTo>
                <a:lnTo>
                  <a:pt x="73151" y="231647"/>
                </a:lnTo>
                <a:lnTo>
                  <a:pt x="57911" y="252983"/>
                </a:lnTo>
                <a:lnTo>
                  <a:pt x="59435" y="254507"/>
                </a:lnTo>
                <a:lnTo>
                  <a:pt x="68579" y="260603"/>
                </a:lnTo>
                <a:lnTo>
                  <a:pt x="79247" y="265175"/>
                </a:lnTo>
                <a:lnTo>
                  <a:pt x="100583" y="277367"/>
                </a:lnTo>
                <a:lnTo>
                  <a:pt x="123443" y="286511"/>
                </a:lnTo>
                <a:lnTo>
                  <a:pt x="129539" y="289559"/>
                </a:lnTo>
                <a:lnTo>
                  <a:pt x="137159" y="2651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741990" y="5137403"/>
            <a:ext cx="597535" cy="318770"/>
          </a:xfrm>
          <a:custGeom>
            <a:avLst/>
            <a:gdLst/>
            <a:ahLst/>
            <a:cxnLst/>
            <a:rect l="l" t="t" r="r" b="b"/>
            <a:pathLst>
              <a:path w="597535" h="318770">
                <a:moveTo>
                  <a:pt x="597407" y="167639"/>
                </a:moveTo>
                <a:lnTo>
                  <a:pt x="597407" y="158495"/>
                </a:lnTo>
                <a:lnTo>
                  <a:pt x="595883" y="149351"/>
                </a:lnTo>
                <a:lnTo>
                  <a:pt x="595883" y="141731"/>
                </a:lnTo>
                <a:lnTo>
                  <a:pt x="577595" y="100583"/>
                </a:lnTo>
                <a:lnTo>
                  <a:pt x="571499" y="94487"/>
                </a:lnTo>
                <a:lnTo>
                  <a:pt x="565403" y="86867"/>
                </a:lnTo>
                <a:lnTo>
                  <a:pt x="525779" y="54863"/>
                </a:lnTo>
                <a:lnTo>
                  <a:pt x="484631" y="35051"/>
                </a:lnTo>
                <a:lnTo>
                  <a:pt x="437387" y="18287"/>
                </a:lnTo>
                <a:lnTo>
                  <a:pt x="385571" y="7619"/>
                </a:lnTo>
                <a:lnTo>
                  <a:pt x="298703" y="0"/>
                </a:lnTo>
                <a:lnTo>
                  <a:pt x="268223" y="1523"/>
                </a:lnTo>
                <a:lnTo>
                  <a:pt x="184403" y="12191"/>
                </a:lnTo>
                <a:lnTo>
                  <a:pt x="134111" y="25907"/>
                </a:lnTo>
                <a:lnTo>
                  <a:pt x="89915" y="44195"/>
                </a:lnTo>
                <a:lnTo>
                  <a:pt x="71627" y="56387"/>
                </a:lnTo>
                <a:lnTo>
                  <a:pt x="53339" y="67055"/>
                </a:lnTo>
                <a:lnTo>
                  <a:pt x="19811" y="102107"/>
                </a:lnTo>
                <a:lnTo>
                  <a:pt x="4571" y="134111"/>
                </a:lnTo>
                <a:lnTo>
                  <a:pt x="1523" y="143255"/>
                </a:lnTo>
                <a:lnTo>
                  <a:pt x="0" y="150875"/>
                </a:lnTo>
                <a:lnTo>
                  <a:pt x="0" y="169163"/>
                </a:lnTo>
                <a:lnTo>
                  <a:pt x="1523" y="178307"/>
                </a:lnTo>
                <a:lnTo>
                  <a:pt x="7619" y="193547"/>
                </a:lnTo>
                <a:lnTo>
                  <a:pt x="10667" y="202691"/>
                </a:lnTo>
                <a:lnTo>
                  <a:pt x="19811" y="217931"/>
                </a:lnTo>
                <a:lnTo>
                  <a:pt x="25907" y="224027"/>
                </a:lnTo>
                <a:lnTo>
                  <a:pt x="25907" y="152399"/>
                </a:lnTo>
                <a:lnTo>
                  <a:pt x="30479" y="134111"/>
                </a:lnTo>
                <a:lnTo>
                  <a:pt x="36575" y="121919"/>
                </a:lnTo>
                <a:lnTo>
                  <a:pt x="50291" y="103631"/>
                </a:lnTo>
                <a:lnTo>
                  <a:pt x="56387" y="99059"/>
                </a:lnTo>
                <a:lnTo>
                  <a:pt x="70103" y="86867"/>
                </a:lnTo>
                <a:lnTo>
                  <a:pt x="121919" y="57911"/>
                </a:lnTo>
                <a:lnTo>
                  <a:pt x="166115" y="42671"/>
                </a:lnTo>
                <a:lnTo>
                  <a:pt x="216407" y="32003"/>
                </a:lnTo>
                <a:lnTo>
                  <a:pt x="269747" y="25907"/>
                </a:lnTo>
                <a:lnTo>
                  <a:pt x="327659" y="25907"/>
                </a:lnTo>
                <a:lnTo>
                  <a:pt x="382523" y="32003"/>
                </a:lnTo>
                <a:lnTo>
                  <a:pt x="431291" y="42671"/>
                </a:lnTo>
                <a:lnTo>
                  <a:pt x="475487" y="57911"/>
                </a:lnTo>
                <a:lnTo>
                  <a:pt x="513587" y="77723"/>
                </a:lnTo>
                <a:lnTo>
                  <a:pt x="547115" y="105155"/>
                </a:lnTo>
                <a:lnTo>
                  <a:pt x="551687" y="111251"/>
                </a:lnTo>
                <a:lnTo>
                  <a:pt x="557783" y="117347"/>
                </a:lnTo>
                <a:lnTo>
                  <a:pt x="566927" y="135635"/>
                </a:lnTo>
                <a:lnTo>
                  <a:pt x="571499" y="153923"/>
                </a:lnTo>
                <a:lnTo>
                  <a:pt x="571499" y="224027"/>
                </a:lnTo>
                <a:lnTo>
                  <a:pt x="577595" y="216407"/>
                </a:lnTo>
                <a:lnTo>
                  <a:pt x="591311" y="193547"/>
                </a:lnTo>
                <a:lnTo>
                  <a:pt x="592835" y="184403"/>
                </a:lnTo>
                <a:lnTo>
                  <a:pt x="595883" y="176783"/>
                </a:lnTo>
                <a:lnTo>
                  <a:pt x="597407" y="167639"/>
                </a:lnTo>
                <a:close/>
              </a:path>
              <a:path w="597535" h="318770">
                <a:moveTo>
                  <a:pt x="571499" y="224027"/>
                </a:moveTo>
                <a:lnTo>
                  <a:pt x="571499" y="166115"/>
                </a:lnTo>
                <a:lnTo>
                  <a:pt x="566927" y="184403"/>
                </a:lnTo>
                <a:lnTo>
                  <a:pt x="560831" y="196595"/>
                </a:lnTo>
                <a:lnTo>
                  <a:pt x="527303" y="231647"/>
                </a:lnTo>
                <a:lnTo>
                  <a:pt x="475487" y="260603"/>
                </a:lnTo>
                <a:lnTo>
                  <a:pt x="431291" y="275843"/>
                </a:lnTo>
                <a:lnTo>
                  <a:pt x="355091" y="291083"/>
                </a:lnTo>
                <a:lnTo>
                  <a:pt x="326135" y="292607"/>
                </a:lnTo>
                <a:lnTo>
                  <a:pt x="269747" y="292607"/>
                </a:lnTo>
                <a:lnTo>
                  <a:pt x="214883" y="286511"/>
                </a:lnTo>
                <a:lnTo>
                  <a:pt x="166115" y="275843"/>
                </a:lnTo>
                <a:lnTo>
                  <a:pt x="121919" y="260603"/>
                </a:lnTo>
                <a:lnTo>
                  <a:pt x="83819" y="240791"/>
                </a:lnTo>
                <a:lnTo>
                  <a:pt x="45719" y="207263"/>
                </a:lnTo>
                <a:lnTo>
                  <a:pt x="39623" y="202691"/>
                </a:lnTo>
                <a:lnTo>
                  <a:pt x="33527" y="190499"/>
                </a:lnTo>
                <a:lnTo>
                  <a:pt x="30479" y="182879"/>
                </a:lnTo>
                <a:lnTo>
                  <a:pt x="28955" y="178307"/>
                </a:lnTo>
                <a:lnTo>
                  <a:pt x="25907" y="170687"/>
                </a:lnTo>
                <a:lnTo>
                  <a:pt x="25907" y="224027"/>
                </a:lnTo>
                <a:lnTo>
                  <a:pt x="32003" y="231647"/>
                </a:lnTo>
                <a:lnTo>
                  <a:pt x="71627" y="263651"/>
                </a:lnTo>
                <a:lnTo>
                  <a:pt x="112775" y="284987"/>
                </a:lnTo>
                <a:lnTo>
                  <a:pt x="160019" y="300227"/>
                </a:lnTo>
                <a:lnTo>
                  <a:pt x="211835" y="312419"/>
                </a:lnTo>
                <a:lnTo>
                  <a:pt x="269747" y="318515"/>
                </a:lnTo>
                <a:lnTo>
                  <a:pt x="329183" y="318515"/>
                </a:lnTo>
                <a:lnTo>
                  <a:pt x="385571" y="312419"/>
                </a:lnTo>
                <a:lnTo>
                  <a:pt x="438911" y="300227"/>
                </a:lnTo>
                <a:lnTo>
                  <a:pt x="486155" y="283463"/>
                </a:lnTo>
                <a:lnTo>
                  <a:pt x="525779" y="263651"/>
                </a:lnTo>
                <a:lnTo>
                  <a:pt x="559307" y="237743"/>
                </a:lnTo>
                <a:lnTo>
                  <a:pt x="565403" y="231647"/>
                </a:lnTo>
                <a:lnTo>
                  <a:pt x="571499" y="22402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807777" y="4977383"/>
            <a:ext cx="294640" cy="264160"/>
          </a:xfrm>
          <a:custGeom>
            <a:avLst/>
            <a:gdLst/>
            <a:ahLst/>
            <a:cxnLst/>
            <a:rect l="l" t="t" r="r" b="b"/>
            <a:pathLst>
              <a:path w="294639" h="264160">
                <a:moveTo>
                  <a:pt x="294131" y="68579"/>
                </a:moveTo>
                <a:lnTo>
                  <a:pt x="237743" y="0"/>
                </a:lnTo>
                <a:lnTo>
                  <a:pt x="146303" y="74675"/>
                </a:lnTo>
                <a:lnTo>
                  <a:pt x="56387" y="0"/>
                </a:lnTo>
                <a:lnTo>
                  <a:pt x="0" y="68579"/>
                </a:lnTo>
                <a:lnTo>
                  <a:pt x="77723" y="132587"/>
                </a:lnTo>
                <a:lnTo>
                  <a:pt x="77723" y="245932"/>
                </a:lnTo>
                <a:lnTo>
                  <a:pt x="146303" y="188975"/>
                </a:lnTo>
                <a:lnTo>
                  <a:pt x="216407" y="246227"/>
                </a:lnTo>
                <a:lnTo>
                  <a:pt x="216407" y="132587"/>
                </a:lnTo>
                <a:lnTo>
                  <a:pt x="294131" y="68579"/>
                </a:lnTo>
                <a:close/>
              </a:path>
              <a:path w="294639" h="264160">
                <a:moveTo>
                  <a:pt x="77723" y="245932"/>
                </a:moveTo>
                <a:lnTo>
                  <a:pt x="77723" y="132587"/>
                </a:lnTo>
                <a:lnTo>
                  <a:pt x="0" y="195071"/>
                </a:lnTo>
                <a:lnTo>
                  <a:pt x="56387" y="263651"/>
                </a:lnTo>
                <a:lnTo>
                  <a:pt x="77723" y="245932"/>
                </a:lnTo>
                <a:close/>
              </a:path>
              <a:path w="294639" h="264160">
                <a:moveTo>
                  <a:pt x="294131" y="195071"/>
                </a:moveTo>
                <a:lnTo>
                  <a:pt x="216407" y="132587"/>
                </a:lnTo>
                <a:lnTo>
                  <a:pt x="216407" y="246227"/>
                </a:lnTo>
                <a:lnTo>
                  <a:pt x="237743" y="263651"/>
                </a:lnTo>
                <a:lnTo>
                  <a:pt x="294131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789490" y="4959096"/>
            <a:ext cx="330835" cy="300355"/>
          </a:xfrm>
          <a:custGeom>
            <a:avLst/>
            <a:gdLst/>
            <a:ahLst/>
            <a:cxnLst/>
            <a:rect l="l" t="t" r="r" b="b"/>
            <a:pathLst>
              <a:path w="330835" h="300354">
                <a:moveTo>
                  <a:pt x="165353" y="76834"/>
                </a:moveTo>
                <a:lnTo>
                  <a:pt x="73151" y="0"/>
                </a:lnTo>
                <a:lnTo>
                  <a:pt x="0" y="88391"/>
                </a:lnTo>
                <a:lnTo>
                  <a:pt x="25907" y="109386"/>
                </a:lnTo>
                <a:lnTo>
                  <a:pt x="25907" y="77723"/>
                </a:lnTo>
                <a:lnTo>
                  <a:pt x="35878" y="85835"/>
                </a:lnTo>
                <a:lnTo>
                  <a:pt x="67055" y="46862"/>
                </a:lnTo>
                <a:lnTo>
                  <a:pt x="67055" y="28955"/>
                </a:lnTo>
                <a:lnTo>
                  <a:pt x="83819" y="25907"/>
                </a:lnTo>
                <a:lnTo>
                  <a:pt x="83819" y="42838"/>
                </a:lnTo>
                <a:lnTo>
                  <a:pt x="156971" y="103417"/>
                </a:lnTo>
                <a:lnTo>
                  <a:pt x="156971" y="83819"/>
                </a:lnTo>
                <a:lnTo>
                  <a:pt x="165353" y="76834"/>
                </a:lnTo>
                <a:close/>
              </a:path>
              <a:path w="330835" h="300354">
                <a:moveTo>
                  <a:pt x="88391" y="173193"/>
                </a:moveTo>
                <a:lnTo>
                  <a:pt x="88391" y="160019"/>
                </a:lnTo>
                <a:lnTo>
                  <a:pt x="76167" y="150113"/>
                </a:lnTo>
                <a:lnTo>
                  <a:pt x="0" y="211835"/>
                </a:lnTo>
                <a:lnTo>
                  <a:pt x="25907" y="243141"/>
                </a:lnTo>
                <a:lnTo>
                  <a:pt x="25907" y="224027"/>
                </a:lnTo>
                <a:lnTo>
                  <a:pt x="28955" y="205739"/>
                </a:lnTo>
                <a:lnTo>
                  <a:pt x="36616" y="215315"/>
                </a:lnTo>
                <a:lnTo>
                  <a:pt x="88391" y="173193"/>
                </a:lnTo>
                <a:close/>
              </a:path>
              <a:path w="330835" h="300354">
                <a:moveTo>
                  <a:pt x="35878" y="85835"/>
                </a:moveTo>
                <a:lnTo>
                  <a:pt x="25907" y="77723"/>
                </a:lnTo>
                <a:lnTo>
                  <a:pt x="28955" y="94487"/>
                </a:lnTo>
                <a:lnTo>
                  <a:pt x="35878" y="85835"/>
                </a:lnTo>
                <a:close/>
              </a:path>
              <a:path w="330835" h="300354">
                <a:moveTo>
                  <a:pt x="115823" y="150875"/>
                </a:moveTo>
                <a:lnTo>
                  <a:pt x="35878" y="85835"/>
                </a:lnTo>
                <a:lnTo>
                  <a:pt x="28955" y="94487"/>
                </a:lnTo>
                <a:lnTo>
                  <a:pt x="25907" y="77723"/>
                </a:lnTo>
                <a:lnTo>
                  <a:pt x="25907" y="109386"/>
                </a:lnTo>
                <a:lnTo>
                  <a:pt x="76167" y="150113"/>
                </a:lnTo>
                <a:lnTo>
                  <a:pt x="88391" y="140207"/>
                </a:lnTo>
                <a:lnTo>
                  <a:pt x="88391" y="173193"/>
                </a:lnTo>
                <a:lnTo>
                  <a:pt x="115823" y="150875"/>
                </a:lnTo>
                <a:close/>
              </a:path>
              <a:path w="330835" h="300354">
                <a:moveTo>
                  <a:pt x="36616" y="215315"/>
                </a:moveTo>
                <a:lnTo>
                  <a:pt x="28955" y="205739"/>
                </a:lnTo>
                <a:lnTo>
                  <a:pt x="25907" y="224027"/>
                </a:lnTo>
                <a:lnTo>
                  <a:pt x="36616" y="215315"/>
                </a:lnTo>
                <a:close/>
              </a:path>
              <a:path w="330835" h="300354">
                <a:moveTo>
                  <a:pt x="75672" y="264136"/>
                </a:moveTo>
                <a:lnTo>
                  <a:pt x="36616" y="215315"/>
                </a:lnTo>
                <a:lnTo>
                  <a:pt x="25907" y="224027"/>
                </a:lnTo>
                <a:lnTo>
                  <a:pt x="25907" y="243141"/>
                </a:lnTo>
                <a:lnTo>
                  <a:pt x="67055" y="292861"/>
                </a:lnTo>
                <a:lnTo>
                  <a:pt x="67055" y="271271"/>
                </a:lnTo>
                <a:lnTo>
                  <a:pt x="75672" y="264136"/>
                </a:lnTo>
                <a:close/>
              </a:path>
              <a:path w="330835" h="300354">
                <a:moveTo>
                  <a:pt x="83819" y="25907"/>
                </a:moveTo>
                <a:lnTo>
                  <a:pt x="67055" y="28955"/>
                </a:lnTo>
                <a:lnTo>
                  <a:pt x="75672" y="36091"/>
                </a:lnTo>
                <a:lnTo>
                  <a:pt x="83819" y="25907"/>
                </a:lnTo>
                <a:close/>
              </a:path>
              <a:path w="330835" h="300354">
                <a:moveTo>
                  <a:pt x="75672" y="36091"/>
                </a:moveTo>
                <a:lnTo>
                  <a:pt x="67055" y="28955"/>
                </a:lnTo>
                <a:lnTo>
                  <a:pt x="67055" y="46862"/>
                </a:lnTo>
                <a:lnTo>
                  <a:pt x="75672" y="36091"/>
                </a:lnTo>
                <a:close/>
              </a:path>
              <a:path w="330835" h="300354">
                <a:moveTo>
                  <a:pt x="83819" y="274319"/>
                </a:moveTo>
                <a:lnTo>
                  <a:pt x="75672" y="264136"/>
                </a:lnTo>
                <a:lnTo>
                  <a:pt x="67055" y="271271"/>
                </a:lnTo>
                <a:lnTo>
                  <a:pt x="83819" y="274319"/>
                </a:lnTo>
                <a:close/>
              </a:path>
              <a:path w="330835" h="300354">
                <a:moveTo>
                  <a:pt x="83819" y="291337"/>
                </a:moveTo>
                <a:lnTo>
                  <a:pt x="83819" y="274319"/>
                </a:lnTo>
                <a:lnTo>
                  <a:pt x="67055" y="271271"/>
                </a:lnTo>
                <a:lnTo>
                  <a:pt x="67055" y="292861"/>
                </a:lnTo>
                <a:lnTo>
                  <a:pt x="73151" y="300227"/>
                </a:lnTo>
                <a:lnTo>
                  <a:pt x="83819" y="291337"/>
                </a:lnTo>
                <a:close/>
              </a:path>
              <a:path w="330835" h="300354">
                <a:moveTo>
                  <a:pt x="83819" y="42838"/>
                </a:moveTo>
                <a:lnTo>
                  <a:pt x="83819" y="25907"/>
                </a:lnTo>
                <a:lnTo>
                  <a:pt x="75672" y="36091"/>
                </a:lnTo>
                <a:lnTo>
                  <a:pt x="83819" y="42838"/>
                </a:lnTo>
                <a:close/>
              </a:path>
              <a:path w="330835" h="300354">
                <a:moveTo>
                  <a:pt x="254981" y="264202"/>
                </a:moveTo>
                <a:lnTo>
                  <a:pt x="164591" y="190499"/>
                </a:lnTo>
                <a:lnTo>
                  <a:pt x="75672" y="264136"/>
                </a:lnTo>
                <a:lnTo>
                  <a:pt x="83819" y="274319"/>
                </a:lnTo>
                <a:lnTo>
                  <a:pt x="83819" y="291337"/>
                </a:lnTo>
                <a:lnTo>
                  <a:pt x="156971" y="230377"/>
                </a:lnTo>
                <a:lnTo>
                  <a:pt x="156971" y="216407"/>
                </a:lnTo>
                <a:lnTo>
                  <a:pt x="173735" y="216407"/>
                </a:lnTo>
                <a:lnTo>
                  <a:pt x="173735" y="230377"/>
                </a:lnTo>
                <a:lnTo>
                  <a:pt x="246887" y="291337"/>
                </a:lnTo>
                <a:lnTo>
                  <a:pt x="246887" y="274319"/>
                </a:lnTo>
                <a:lnTo>
                  <a:pt x="254981" y="264202"/>
                </a:lnTo>
                <a:close/>
              </a:path>
              <a:path w="330835" h="300354">
                <a:moveTo>
                  <a:pt x="88391" y="160019"/>
                </a:moveTo>
                <a:lnTo>
                  <a:pt x="88391" y="140207"/>
                </a:lnTo>
                <a:lnTo>
                  <a:pt x="76167" y="150113"/>
                </a:lnTo>
                <a:lnTo>
                  <a:pt x="88391" y="160019"/>
                </a:lnTo>
                <a:close/>
              </a:path>
              <a:path w="330835" h="300354">
                <a:moveTo>
                  <a:pt x="173735" y="83819"/>
                </a:moveTo>
                <a:lnTo>
                  <a:pt x="165353" y="76834"/>
                </a:lnTo>
                <a:lnTo>
                  <a:pt x="156971" y="83819"/>
                </a:lnTo>
                <a:lnTo>
                  <a:pt x="173735" y="83819"/>
                </a:lnTo>
                <a:close/>
              </a:path>
              <a:path w="330835" h="300354">
                <a:moveTo>
                  <a:pt x="173735" y="102272"/>
                </a:moveTo>
                <a:lnTo>
                  <a:pt x="173735" y="83819"/>
                </a:lnTo>
                <a:lnTo>
                  <a:pt x="156971" y="83819"/>
                </a:lnTo>
                <a:lnTo>
                  <a:pt x="156971" y="103417"/>
                </a:lnTo>
                <a:lnTo>
                  <a:pt x="164591" y="109727"/>
                </a:lnTo>
                <a:lnTo>
                  <a:pt x="173735" y="102272"/>
                </a:lnTo>
                <a:close/>
              </a:path>
              <a:path w="330835" h="300354">
                <a:moveTo>
                  <a:pt x="173735" y="216407"/>
                </a:moveTo>
                <a:lnTo>
                  <a:pt x="156971" y="216407"/>
                </a:lnTo>
                <a:lnTo>
                  <a:pt x="165353" y="223392"/>
                </a:lnTo>
                <a:lnTo>
                  <a:pt x="173735" y="216407"/>
                </a:lnTo>
                <a:close/>
              </a:path>
              <a:path w="330835" h="300354">
                <a:moveTo>
                  <a:pt x="165353" y="223392"/>
                </a:moveTo>
                <a:lnTo>
                  <a:pt x="156971" y="216407"/>
                </a:lnTo>
                <a:lnTo>
                  <a:pt x="156971" y="230377"/>
                </a:lnTo>
                <a:lnTo>
                  <a:pt x="165353" y="223392"/>
                </a:lnTo>
                <a:close/>
              </a:path>
              <a:path w="330835" h="300354">
                <a:moveTo>
                  <a:pt x="330707" y="88391"/>
                </a:moveTo>
                <a:lnTo>
                  <a:pt x="257555" y="0"/>
                </a:lnTo>
                <a:lnTo>
                  <a:pt x="165353" y="76834"/>
                </a:lnTo>
                <a:lnTo>
                  <a:pt x="173735" y="83819"/>
                </a:lnTo>
                <a:lnTo>
                  <a:pt x="173735" y="102272"/>
                </a:lnTo>
                <a:lnTo>
                  <a:pt x="246887" y="42625"/>
                </a:lnTo>
                <a:lnTo>
                  <a:pt x="246887" y="25907"/>
                </a:lnTo>
                <a:lnTo>
                  <a:pt x="263651" y="28955"/>
                </a:lnTo>
                <a:lnTo>
                  <a:pt x="263651" y="46862"/>
                </a:lnTo>
                <a:lnTo>
                  <a:pt x="294290" y="85160"/>
                </a:lnTo>
                <a:lnTo>
                  <a:pt x="303275" y="77723"/>
                </a:lnTo>
                <a:lnTo>
                  <a:pt x="303275" y="110621"/>
                </a:lnTo>
                <a:lnTo>
                  <a:pt x="330707" y="88391"/>
                </a:lnTo>
                <a:close/>
              </a:path>
              <a:path w="330835" h="300354">
                <a:moveTo>
                  <a:pt x="173735" y="230377"/>
                </a:moveTo>
                <a:lnTo>
                  <a:pt x="173735" y="216407"/>
                </a:lnTo>
                <a:lnTo>
                  <a:pt x="165353" y="223392"/>
                </a:lnTo>
                <a:lnTo>
                  <a:pt x="173735" y="230377"/>
                </a:lnTo>
                <a:close/>
              </a:path>
              <a:path w="330835" h="300354">
                <a:moveTo>
                  <a:pt x="303275" y="110621"/>
                </a:moveTo>
                <a:lnTo>
                  <a:pt x="303275" y="77723"/>
                </a:lnTo>
                <a:lnTo>
                  <a:pt x="301751" y="94487"/>
                </a:lnTo>
                <a:lnTo>
                  <a:pt x="294290" y="85160"/>
                </a:lnTo>
                <a:lnTo>
                  <a:pt x="214883" y="150875"/>
                </a:lnTo>
                <a:lnTo>
                  <a:pt x="242315" y="173578"/>
                </a:lnTo>
                <a:lnTo>
                  <a:pt x="242315" y="140207"/>
                </a:lnTo>
                <a:lnTo>
                  <a:pt x="254540" y="150113"/>
                </a:lnTo>
                <a:lnTo>
                  <a:pt x="303275" y="110621"/>
                </a:lnTo>
                <a:close/>
              </a:path>
              <a:path w="330835" h="300354">
                <a:moveTo>
                  <a:pt x="254540" y="150113"/>
                </a:moveTo>
                <a:lnTo>
                  <a:pt x="242315" y="140207"/>
                </a:lnTo>
                <a:lnTo>
                  <a:pt x="242315" y="160019"/>
                </a:lnTo>
                <a:lnTo>
                  <a:pt x="254540" y="150113"/>
                </a:lnTo>
                <a:close/>
              </a:path>
              <a:path w="330835" h="300354">
                <a:moveTo>
                  <a:pt x="330707" y="211835"/>
                </a:moveTo>
                <a:lnTo>
                  <a:pt x="254540" y="150113"/>
                </a:lnTo>
                <a:lnTo>
                  <a:pt x="242315" y="160019"/>
                </a:lnTo>
                <a:lnTo>
                  <a:pt x="242315" y="173578"/>
                </a:lnTo>
                <a:lnTo>
                  <a:pt x="293556" y="215984"/>
                </a:lnTo>
                <a:lnTo>
                  <a:pt x="301751" y="205739"/>
                </a:lnTo>
                <a:lnTo>
                  <a:pt x="303275" y="224027"/>
                </a:lnTo>
                <a:lnTo>
                  <a:pt x="303275" y="244982"/>
                </a:lnTo>
                <a:lnTo>
                  <a:pt x="330707" y="211835"/>
                </a:lnTo>
                <a:close/>
              </a:path>
              <a:path w="330835" h="300354">
                <a:moveTo>
                  <a:pt x="263651" y="28955"/>
                </a:moveTo>
                <a:lnTo>
                  <a:pt x="246887" y="25907"/>
                </a:lnTo>
                <a:lnTo>
                  <a:pt x="254981" y="36025"/>
                </a:lnTo>
                <a:lnTo>
                  <a:pt x="263651" y="28955"/>
                </a:lnTo>
                <a:close/>
              </a:path>
              <a:path w="330835" h="300354">
                <a:moveTo>
                  <a:pt x="254981" y="36025"/>
                </a:moveTo>
                <a:lnTo>
                  <a:pt x="246887" y="25907"/>
                </a:lnTo>
                <a:lnTo>
                  <a:pt x="246887" y="42625"/>
                </a:lnTo>
                <a:lnTo>
                  <a:pt x="254981" y="36025"/>
                </a:lnTo>
                <a:close/>
              </a:path>
              <a:path w="330835" h="300354">
                <a:moveTo>
                  <a:pt x="263651" y="271271"/>
                </a:moveTo>
                <a:lnTo>
                  <a:pt x="254981" y="264202"/>
                </a:lnTo>
                <a:lnTo>
                  <a:pt x="246887" y="274319"/>
                </a:lnTo>
                <a:lnTo>
                  <a:pt x="263651" y="271271"/>
                </a:lnTo>
                <a:close/>
              </a:path>
              <a:path w="330835" h="300354">
                <a:moveTo>
                  <a:pt x="263651" y="292861"/>
                </a:moveTo>
                <a:lnTo>
                  <a:pt x="263651" y="271271"/>
                </a:lnTo>
                <a:lnTo>
                  <a:pt x="246887" y="274319"/>
                </a:lnTo>
                <a:lnTo>
                  <a:pt x="246887" y="291337"/>
                </a:lnTo>
                <a:lnTo>
                  <a:pt x="257555" y="300227"/>
                </a:lnTo>
                <a:lnTo>
                  <a:pt x="263651" y="292861"/>
                </a:lnTo>
                <a:close/>
              </a:path>
              <a:path w="330835" h="300354">
                <a:moveTo>
                  <a:pt x="263651" y="46862"/>
                </a:moveTo>
                <a:lnTo>
                  <a:pt x="263651" y="28955"/>
                </a:lnTo>
                <a:lnTo>
                  <a:pt x="254981" y="36025"/>
                </a:lnTo>
                <a:lnTo>
                  <a:pt x="263651" y="46862"/>
                </a:lnTo>
                <a:close/>
              </a:path>
              <a:path w="330835" h="300354">
                <a:moveTo>
                  <a:pt x="303275" y="244982"/>
                </a:moveTo>
                <a:lnTo>
                  <a:pt x="303275" y="224027"/>
                </a:lnTo>
                <a:lnTo>
                  <a:pt x="293556" y="215984"/>
                </a:lnTo>
                <a:lnTo>
                  <a:pt x="254981" y="264202"/>
                </a:lnTo>
                <a:lnTo>
                  <a:pt x="263651" y="271271"/>
                </a:lnTo>
                <a:lnTo>
                  <a:pt x="263651" y="292861"/>
                </a:lnTo>
                <a:lnTo>
                  <a:pt x="303275" y="244982"/>
                </a:lnTo>
                <a:close/>
              </a:path>
              <a:path w="330835" h="300354">
                <a:moveTo>
                  <a:pt x="303275" y="224027"/>
                </a:moveTo>
                <a:lnTo>
                  <a:pt x="301751" y="205739"/>
                </a:lnTo>
                <a:lnTo>
                  <a:pt x="293556" y="215984"/>
                </a:lnTo>
                <a:lnTo>
                  <a:pt x="303275" y="224027"/>
                </a:lnTo>
                <a:close/>
              </a:path>
              <a:path w="330835" h="300354">
                <a:moveTo>
                  <a:pt x="303275" y="77723"/>
                </a:moveTo>
                <a:lnTo>
                  <a:pt x="294290" y="85160"/>
                </a:lnTo>
                <a:lnTo>
                  <a:pt x="301751" y="94487"/>
                </a:lnTo>
                <a:lnTo>
                  <a:pt x="303275" y="7772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637089" y="4908804"/>
            <a:ext cx="483234" cy="330835"/>
          </a:xfrm>
          <a:custGeom>
            <a:avLst/>
            <a:gdLst/>
            <a:ahLst/>
            <a:cxnLst/>
            <a:rect l="l" t="t" r="r" b="b"/>
            <a:pathLst>
              <a:path w="483235" h="330835">
                <a:moveTo>
                  <a:pt x="483107" y="173735"/>
                </a:moveTo>
                <a:lnTo>
                  <a:pt x="483107" y="155447"/>
                </a:lnTo>
                <a:lnTo>
                  <a:pt x="481583" y="146303"/>
                </a:lnTo>
                <a:lnTo>
                  <a:pt x="452627" y="83819"/>
                </a:lnTo>
                <a:lnTo>
                  <a:pt x="409955" y="47243"/>
                </a:lnTo>
                <a:lnTo>
                  <a:pt x="373379" y="27431"/>
                </a:lnTo>
                <a:lnTo>
                  <a:pt x="333755" y="12191"/>
                </a:lnTo>
                <a:lnTo>
                  <a:pt x="310895" y="7619"/>
                </a:lnTo>
                <a:lnTo>
                  <a:pt x="289559" y="3047"/>
                </a:lnTo>
                <a:lnTo>
                  <a:pt x="240791" y="0"/>
                </a:lnTo>
                <a:lnTo>
                  <a:pt x="216407" y="1523"/>
                </a:lnTo>
                <a:lnTo>
                  <a:pt x="193547" y="3047"/>
                </a:lnTo>
                <a:lnTo>
                  <a:pt x="149351" y="12191"/>
                </a:lnTo>
                <a:lnTo>
                  <a:pt x="108203" y="27431"/>
                </a:lnTo>
                <a:lnTo>
                  <a:pt x="71627" y="47243"/>
                </a:lnTo>
                <a:lnTo>
                  <a:pt x="30479" y="85343"/>
                </a:lnTo>
                <a:lnTo>
                  <a:pt x="4571" y="131063"/>
                </a:lnTo>
                <a:lnTo>
                  <a:pt x="0" y="156971"/>
                </a:lnTo>
                <a:lnTo>
                  <a:pt x="0" y="175259"/>
                </a:lnTo>
                <a:lnTo>
                  <a:pt x="1523" y="184403"/>
                </a:lnTo>
                <a:lnTo>
                  <a:pt x="6095" y="201167"/>
                </a:lnTo>
                <a:lnTo>
                  <a:pt x="12191" y="216407"/>
                </a:lnTo>
                <a:lnTo>
                  <a:pt x="25907" y="239267"/>
                </a:lnTo>
                <a:lnTo>
                  <a:pt x="25907" y="158495"/>
                </a:lnTo>
                <a:lnTo>
                  <a:pt x="27431" y="150875"/>
                </a:lnTo>
                <a:lnTo>
                  <a:pt x="50291" y="100583"/>
                </a:lnTo>
                <a:lnTo>
                  <a:pt x="86867" y="68579"/>
                </a:lnTo>
                <a:lnTo>
                  <a:pt x="102107" y="57911"/>
                </a:lnTo>
                <a:lnTo>
                  <a:pt x="137159" y="42671"/>
                </a:lnTo>
                <a:lnTo>
                  <a:pt x="176783" y="32003"/>
                </a:lnTo>
                <a:lnTo>
                  <a:pt x="219455" y="25907"/>
                </a:lnTo>
                <a:lnTo>
                  <a:pt x="265175" y="25907"/>
                </a:lnTo>
                <a:lnTo>
                  <a:pt x="307847" y="32003"/>
                </a:lnTo>
                <a:lnTo>
                  <a:pt x="345947" y="42671"/>
                </a:lnTo>
                <a:lnTo>
                  <a:pt x="380999" y="59435"/>
                </a:lnTo>
                <a:lnTo>
                  <a:pt x="422147" y="89915"/>
                </a:lnTo>
                <a:lnTo>
                  <a:pt x="448055" y="126491"/>
                </a:lnTo>
                <a:lnTo>
                  <a:pt x="454151" y="138683"/>
                </a:lnTo>
                <a:lnTo>
                  <a:pt x="457199" y="152399"/>
                </a:lnTo>
                <a:lnTo>
                  <a:pt x="457199" y="238832"/>
                </a:lnTo>
                <a:lnTo>
                  <a:pt x="463295" y="230123"/>
                </a:lnTo>
                <a:lnTo>
                  <a:pt x="478535" y="199643"/>
                </a:lnTo>
                <a:lnTo>
                  <a:pt x="481583" y="182879"/>
                </a:lnTo>
                <a:lnTo>
                  <a:pt x="483107" y="173735"/>
                </a:lnTo>
                <a:close/>
              </a:path>
              <a:path w="483235" h="330835">
                <a:moveTo>
                  <a:pt x="457199" y="238832"/>
                </a:moveTo>
                <a:lnTo>
                  <a:pt x="457199" y="172211"/>
                </a:lnTo>
                <a:lnTo>
                  <a:pt x="455675" y="179831"/>
                </a:lnTo>
                <a:lnTo>
                  <a:pt x="452627" y="193547"/>
                </a:lnTo>
                <a:lnTo>
                  <a:pt x="432815" y="230123"/>
                </a:lnTo>
                <a:lnTo>
                  <a:pt x="396239" y="263651"/>
                </a:lnTo>
                <a:lnTo>
                  <a:pt x="345947" y="288035"/>
                </a:lnTo>
                <a:lnTo>
                  <a:pt x="306323" y="298703"/>
                </a:lnTo>
                <a:lnTo>
                  <a:pt x="263651" y="304799"/>
                </a:lnTo>
                <a:lnTo>
                  <a:pt x="217931" y="304799"/>
                </a:lnTo>
                <a:lnTo>
                  <a:pt x="175259" y="298703"/>
                </a:lnTo>
                <a:lnTo>
                  <a:pt x="155447" y="294131"/>
                </a:lnTo>
                <a:lnTo>
                  <a:pt x="137159" y="286511"/>
                </a:lnTo>
                <a:lnTo>
                  <a:pt x="118871" y="280415"/>
                </a:lnTo>
                <a:lnTo>
                  <a:pt x="73151" y="251459"/>
                </a:lnTo>
                <a:lnTo>
                  <a:pt x="41147" y="217931"/>
                </a:lnTo>
                <a:lnTo>
                  <a:pt x="35051" y="204215"/>
                </a:lnTo>
                <a:lnTo>
                  <a:pt x="28955" y="192023"/>
                </a:lnTo>
                <a:lnTo>
                  <a:pt x="25907" y="178307"/>
                </a:lnTo>
                <a:lnTo>
                  <a:pt x="25907" y="239267"/>
                </a:lnTo>
                <a:lnTo>
                  <a:pt x="57911" y="272795"/>
                </a:lnTo>
                <a:lnTo>
                  <a:pt x="89915" y="294131"/>
                </a:lnTo>
                <a:lnTo>
                  <a:pt x="128015" y="310895"/>
                </a:lnTo>
                <a:lnTo>
                  <a:pt x="170687" y="323087"/>
                </a:lnTo>
                <a:lnTo>
                  <a:pt x="242315" y="330707"/>
                </a:lnTo>
                <a:lnTo>
                  <a:pt x="266699" y="329183"/>
                </a:lnTo>
                <a:lnTo>
                  <a:pt x="312419" y="323087"/>
                </a:lnTo>
                <a:lnTo>
                  <a:pt x="355091" y="310895"/>
                </a:lnTo>
                <a:lnTo>
                  <a:pt x="393191" y="294131"/>
                </a:lnTo>
                <a:lnTo>
                  <a:pt x="426719" y="271271"/>
                </a:lnTo>
                <a:lnTo>
                  <a:pt x="452627" y="245363"/>
                </a:lnTo>
                <a:lnTo>
                  <a:pt x="457199" y="23883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603824" y="5422390"/>
            <a:ext cx="1623060" cy="564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/>
            <a:r>
              <a:rPr spc="-5" dirty="0">
                <a:latin typeface="Tahoma"/>
                <a:cs typeface="Tahoma"/>
              </a:rPr>
              <a:t>Start: </a:t>
            </a:r>
            <a:r>
              <a:rPr spc="-15" dirty="0">
                <a:latin typeface="Tahoma"/>
                <a:cs typeface="Tahoma"/>
              </a:rPr>
              <a:t>Arad  </a:t>
            </a:r>
            <a:r>
              <a:rPr spc="-5" dirty="0">
                <a:latin typeface="Tahoma"/>
                <a:cs typeface="Tahoma"/>
              </a:rPr>
              <a:t>Goal:</a:t>
            </a:r>
            <a:r>
              <a:rPr spc="-55" dirty="0">
                <a:latin typeface="Tahoma"/>
                <a:cs typeface="Tahoma"/>
              </a:rPr>
              <a:t> </a:t>
            </a:r>
            <a:r>
              <a:rPr spc="-5" dirty="0">
                <a:latin typeface="Tahoma"/>
                <a:cs typeface="Tahoma"/>
              </a:rPr>
              <a:t>Bucharest</a:t>
            </a:r>
            <a:endParaRPr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3137" y="823467"/>
            <a:ext cx="7104380" cy="687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4400" spc="-10" dirty="0"/>
              <a:t>Search </a:t>
            </a:r>
            <a:r>
              <a:rPr sz="4400" dirty="0"/>
              <a:t>without </a:t>
            </a:r>
            <a:r>
              <a:rPr sz="4400" spc="-15" dirty="0"/>
              <a:t>repeated</a:t>
            </a:r>
            <a:r>
              <a:rPr sz="4400" spc="-100" dirty="0"/>
              <a:t> </a:t>
            </a:r>
            <a:r>
              <a:rPr sz="4400" spc="-30" dirty="0"/>
              <a:t>states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4049081" y="1872997"/>
            <a:ext cx="5410200" cy="1904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283777" y="2767583"/>
            <a:ext cx="294640" cy="264160"/>
          </a:xfrm>
          <a:custGeom>
            <a:avLst/>
            <a:gdLst/>
            <a:ahLst/>
            <a:cxnLst/>
            <a:rect l="l" t="t" r="r" b="b"/>
            <a:pathLst>
              <a:path w="294639" h="264160">
                <a:moveTo>
                  <a:pt x="294131" y="68579"/>
                </a:moveTo>
                <a:lnTo>
                  <a:pt x="237743" y="0"/>
                </a:lnTo>
                <a:lnTo>
                  <a:pt x="146303" y="74675"/>
                </a:lnTo>
                <a:lnTo>
                  <a:pt x="56387" y="0"/>
                </a:lnTo>
                <a:lnTo>
                  <a:pt x="0" y="68579"/>
                </a:lnTo>
                <a:lnTo>
                  <a:pt x="77723" y="132587"/>
                </a:lnTo>
                <a:lnTo>
                  <a:pt x="77723" y="245932"/>
                </a:lnTo>
                <a:lnTo>
                  <a:pt x="146303" y="188975"/>
                </a:lnTo>
                <a:lnTo>
                  <a:pt x="216407" y="246227"/>
                </a:lnTo>
                <a:lnTo>
                  <a:pt x="216407" y="132587"/>
                </a:lnTo>
                <a:lnTo>
                  <a:pt x="294131" y="68579"/>
                </a:lnTo>
                <a:close/>
              </a:path>
              <a:path w="294639" h="264160">
                <a:moveTo>
                  <a:pt x="77723" y="245932"/>
                </a:moveTo>
                <a:lnTo>
                  <a:pt x="77723" y="132587"/>
                </a:lnTo>
                <a:lnTo>
                  <a:pt x="0" y="195071"/>
                </a:lnTo>
                <a:lnTo>
                  <a:pt x="56387" y="263651"/>
                </a:lnTo>
                <a:lnTo>
                  <a:pt x="77723" y="245932"/>
                </a:lnTo>
                <a:close/>
              </a:path>
              <a:path w="294639" h="264160">
                <a:moveTo>
                  <a:pt x="294131" y="195071"/>
                </a:moveTo>
                <a:lnTo>
                  <a:pt x="216407" y="132587"/>
                </a:lnTo>
                <a:lnTo>
                  <a:pt x="216407" y="246227"/>
                </a:lnTo>
                <a:lnTo>
                  <a:pt x="237743" y="263651"/>
                </a:lnTo>
                <a:lnTo>
                  <a:pt x="294131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65491" y="2749296"/>
            <a:ext cx="330835" cy="300355"/>
          </a:xfrm>
          <a:custGeom>
            <a:avLst/>
            <a:gdLst/>
            <a:ahLst/>
            <a:cxnLst/>
            <a:rect l="l" t="t" r="r" b="b"/>
            <a:pathLst>
              <a:path w="330835" h="300355">
                <a:moveTo>
                  <a:pt x="165353" y="76834"/>
                </a:moveTo>
                <a:lnTo>
                  <a:pt x="73151" y="0"/>
                </a:lnTo>
                <a:lnTo>
                  <a:pt x="0" y="88391"/>
                </a:lnTo>
                <a:lnTo>
                  <a:pt x="25907" y="109386"/>
                </a:lnTo>
                <a:lnTo>
                  <a:pt x="25907" y="77723"/>
                </a:lnTo>
                <a:lnTo>
                  <a:pt x="35878" y="85835"/>
                </a:lnTo>
                <a:lnTo>
                  <a:pt x="67055" y="46862"/>
                </a:lnTo>
                <a:lnTo>
                  <a:pt x="67055" y="28955"/>
                </a:lnTo>
                <a:lnTo>
                  <a:pt x="83819" y="25907"/>
                </a:lnTo>
                <a:lnTo>
                  <a:pt x="83819" y="42838"/>
                </a:lnTo>
                <a:lnTo>
                  <a:pt x="156971" y="103417"/>
                </a:lnTo>
                <a:lnTo>
                  <a:pt x="156971" y="83819"/>
                </a:lnTo>
                <a:lnTo>
                  <a:pt x="165353" y="76834"/>
                </a:lnTo>
                <a:close/>
              </a:path>
              <a:path w="330835" h="300355">
                <a:moveTo>
                  <a:pt x="88391" y="173193"/>
                </a:moveTo>
                <a:lnTo>
                  <a:pt x="88391" y="160019"/>
                </a:lnTo>
                <a:lnTo>
                  <a:pt x="76167" y="150113"/>
                </a:lnTo>
                <a:lnTo>
                  <a:pt x="0" y="211835"/>
                </a:lnTo>
                <a:lnTo>
                  <a:pt x="25907" y="243141"/>
                </a:lnTo>
                <a:lnTo>
                  <a:pt x="25907" y="224027"/>
                </a:lnTo>
                <a:lnTo>
                  <a:pt x="28955" y="205739"/>
                </a:lnTo>
                <a:lnTo>
                  <a:pt x="36616" y="215315"/>
                </a:lnTo>
                <a:lnTo>
                  <a:pt x="88391" y="173193"/>
                </a:lnTo>
                <a:close/>
              </a:path>
              <a:path w="330835" h="300355">
                <a:moveTo>
                  <a:pt x="35878" y="85835"/>
                </a:moveTo>
                <a:lnTo>
                  <a:pt x="25907" y="77723"/>
                </a:lnTo>
                <a:lnTo>
                  <a:pt x="28955" y="94487"/>
                </a:lnTo>
                <a:lnTo>
                  <a:pt x="35878" y="85835"/>
                </a:lnTo>
                <a:close/>
              </a:path>
              <a:path w="330835" h="300355">
                <a:moveTo>
                  <a:pt x="115823" y="150875"/>
                </a:moveTo>
                <a:lnTo>
                  <a:pt x="35878" y="85835"/>
                </a:lnTo>
                <a:lnTo>
                  <a:pt x="28955" y="94487"/>
                </a:lnTo>
                <a:lnTo>
                  <a:pt x="25907" y="77723"/>
                </a:lnTo>
                <a:lnTo>
                  <a:pt x="25907" y="109386"/>
                </a:lnTo>
                <a:lnTo>
                  <a:pt x="76167" y="150113"/>
                </a:lnTo>
                <a:lnTo>
                  <a:pt x="88391" y="140207"/>
                </a:lnTo>
                <a:lnTo>
                  <a:pt x="88391" y="173193"/>
                </a:lnTo>
                <a:lnTo>
                  <a:pt x="115823" y="150875"/>
                </a:lnTo>
                <a:close/>
              </a:path>
              <a:path w="330835" h="300355">
                <a:moveTo>
                  <a:pt x="36616" y="215315"/>
                </a:moveTo>
                <a:lnTo>
                  <a:pt x="28955" y="205739"/>
                </a:lnTo>
                <a:lnTo>
                  <a:pt x="25907" y="224027"/>
                </a:lnTo>
                <a:lnTo>
                  <a:pt x="36616" y="215315"/>
                </a:lnTo>
                <a:close/>
              </a:path>
              <a:path w="330835" h="300355">
                <a:moveTo>
                  <a:pt x="75672" y="264136"/>
                </a:moveTo>
                <a:lnTo>
                  <a:pt x="36616" y="215315"/>
                </a:lnTo>
                <a:lnTo>
                  <a:pt x="25907" y="224027"/>
                </a:lnTo>
                <a:lnTo>
                  <a:pt x="25907" y="243141"/>
                </a:lnTo>
                <a:lnTo>
                  <a:pt x="67055" y="292861"/>
                </a:lnTo>
                <a:lnTo>
                  <a:pt x="67055" y="271271"/>
                </a:lnTo>
                <a:lnTo>
                  <a:pt x="75672" y="264136"/>
                </a:lnTo>
                <a:close/>
              </a:path>
              <a:path w="330835" h="300355">
                <a:moveTo>
                  <a:pt x="83819" y="25907"/>
                </a:moveTo>
                <a:lnTo>
                  <a:pt x="67055" y="28955"/>
                </a:lnTo>
                <a:lnTo>
                  <a:pt x="75672" y="36091"/>
                </a:lnTo>
                <a:lnTo>
                  <a:pt x="83819" y="25907"/>
                </a:lnTo>
                <a:close/>
              </a:path>
              <a:path w="330835" h="300355">
                <a:moveTo>
                  <a:pt x="75672" y="36091"/>
                </a:moveTo>
                <a:lnTo>
                  <a:pt x="67055" y="28955"/>
                </a:lnTo>
                <a:lnTo>
                  <a:pt x="67055" y="46862"/>
                </a:lnTo>
                <a:lnTo>
                  <a:pt x="75672" y="36091"/>
                </a:lnTo>
                <a:close/>
              </a:path>
              <a:path w="330835" h="300355">
                <a:moveTo>
                  <a:pt x="83819" y="274319"/>
                </a:moveTo>
                <a:lnTo>
                  <a:pt x="75672" y="264136"/>
                </a:lnTo>
                <a:lnTo>
                  <a:pt x="67055" y="271271"/>
                </a:lnTo>
                <a:lnTo>
                  <a:pt x="83819" y="274319"/>
                </a:lnTo>
                <a:close/>
              </a:path>
              <a:path w="330835" h="300355">
                <a:moveTo>
                  <a:pt x="83819" y="291337"/>
                </a:moveTo>
                <a:lnTo>
                  <a:pt x="83819" y="274319"/>
                </a:lnTo>
                <a:lnTo>
                  <a:pt x="67055" y="271271"/>
                </a:lnTo>
                <a:lnTo>
                  <a:pt x="67055" y="292861"/>
                </a:lnTo>
                <a:lnTo>
                  <a:pt x="73151" y="300227"/>
                </a:lnTo>
                <a:lnTo>
                  <a:pt x="83819" y="291337"/>
                </a:lnTo>
                <a:close/>
              </a:path>
              <a:path w="330835" h="300355">
                <a:moveTo>
                  <a:pt x="83819" y="42838"/>
                </a:moveTo>
                <a:lnTo>
                  <a:pt x="83819" y="25907"/>
                </a:lnTo>
                <a:lnTo>
                  <a:pt x="75672" y="36091"/>
                </a:lnTo>
                <a:lnTo>
                  <a:pt x="83819" y="42838"/>
                </a:lnTo>
                <a:close/>
              </a:path>
              <a:path w="330835" h="300355">
                <a:moveTo>
                  <a:pt x="254981" y="264202"/>
                </a:moveTo>
                <a:lnTo>
                  <a:pt x="164591" y="190499"/>
                </a:lnTo>
                <a:lnTo>
                  <a:pt x="75672" y="264136"/>
                </a:lnTo>
                <a:lnTo>
                  <a:pt x="83819" y="274319"/>
                </a:lnTo>
                <a:lnTo>
                  <a:pt x="83819" y="291337"/>
                </a:lnTo>
                <a:lnTo>
                  <a:pt x="156971" y="230377"/>
                </a:lnTo>
                <a:lnTo>
                  <a:pt x="156971" y="216407"/>
                </a:lnTo>
                <a:lnTo>
                  <a:pt x="173735" y="216407"/>
                </a:lnTo>
                <a:lnTo>
                  <a:pt x="173735" y="230377"/>
                </a:lnTo>
                <a:lnTo>
                  <a:pt x="246887" y="291337"/>
                </a:lnTo>
                <a:lnTo>
                  <a:pt x="246887" y="274319"/>
                </a:lnTo>
                <a:lnTo>
                  <a:pt x="254981" y="264202"/>
                </a:lnTo>
                <a:close/>
              </a:path>
              <a:path w="330835" h="300355">
                <a:moveTo>
                  <a:pt x="88391" y="160019"/>
                </a:moveTo>
                <a:lnTo>
                  <a:pt x="88391" y="140207"/>
                </a:lnTo>
                <a:lnTo>
                  <a:pt x="76167" y="150113"/>
                </a:lnTo>
                <a:lnTo>
                  <a:pt x="88391" y="160019"/>
                </a:lnTo>
                <a:close/>
              </a:path>
              <a:path w="330835" h="300355">
                <a:moveTo>
                  <a:pt x="173735" y="83819"/>
                </a:moveTo>
                <a:lnTo>
                  <a:pt x="165353" y="76834"/>
                </a:lnTo>
                <a:lnTo>
                  <a:pt x="156971" y="83819"/>
                </a:lnTo>
                <a:lnTo>
                  <a:pt x="173735" y="83819"/>
                </a:lnTo>
                <a:close/>
              </a:path>
              <a:path w="330835" h="300355">
                <a:moveTo>
                  <a:pt x="173735" y="102272"/>
                </a:moveTo>
                <a:lnTo>
                  <a:pt x="173735" y="83819"/>
                </a:lnTo>
                <a:lnTo>
                  <a:pt x="156971" y="83819"/>
                </a:lnTo>
                <a:lnTo>
                  <a:pt x="156971" y="103417"/>
                </a:lnTo>
                <a:lnTo>
                  <a:pt x="164591" y="109727"/>
                </a:lnTo>
                <a:lnTo>
                  <a:pt x="173735" y="102272"/>
                </a:lnTo>
                <a:close/>
              </a:path>
              <a:path w="330835" h="300355">
                <a:moveTo>
                  <a:pt x="173735" y="216407"/>
                </a:moveTo>
                <a:lnTo>
                  <a:pt x="156971" y="216407"/>
                </a:lnTo>
                <a:lnTo>
                  <a:pt x="165353" y="223392"/>
                </a:lnTo>
                <a:lnTo>
                  <a:pt x="173735" y="216407"/>
                </a:lnTo>
                <a:close/>
              </a:path>
              <a:path w="330835" h="300355">
                <a:moveTo>
                  <a:pt x="165353" y="223392"/>
                </a:moveTo>
                <a:lnTo>
                  <a:pt x="156971" y="216407"/>
                </a:lnTo>
                <a:lnTo>
                  <a:pt x="156971" y="230377"/>
                </a:lnTo>
                <a:lnTo>
                  <a:pt x="165353" y="223392"/>
                </a:lnTo>
                <a:close/>
              </a:path>
              <a:path w="330835" h="300355">
                <a:moveTo>
                  <a:pt x="330707" y="88391"/>
                </a:moveTo>
                <a:lnTo>
                  <a:pt x="257555" y="0"/>
                </a:lnTo>
                <a:lnTo>
                  <a:pt x="165353" y="76834"/>
                </a:lnTo>
                <a:lnTo>
                  <a:pt x="173735" y="83819"/>
                </a:lnTo>
                <a:lnTo>
                  <a:pt x="173735" y="102272"/>
                </a:lnTo>
                <a:lnTo>
                  <a:pt x="246887" y="42625"/>
                </a:lnTo>
                <a:lnTo>
                  <a:pt x="246887" y="25907"/>
                </a:lnTo>
                <a:lnTo>
                  <a:pt x="263651" y="28955"/>
                </a:lnTo>
                <a:lnTo>
                  <a:pt x="263651" y="46862"/>
                </a:lnTo>
                <a:lnTo>
                  <a:pt x="294290" y="85160"/>
                </a:lnTo>
                <a:lnTo>
                  <a:pt x="303275" y="77723"/>
                </a:lnTo>
                <a:lnTo>
                  <a:pt x="303275" y="110621"/>
                </a:lnTo>
                <a:lnTo>
                  <a:pt x="330707" y="88391"/>
                </a:lnTo>
                <a:close/>
              </a:path>
              <a:path w="330835" h="300355">
                <a:moveTo>
                  <a:pt x="173735" y="230377"/>
                </a:moveTo>
                <a:lnTo>
                  <a:pt x="173735" y="216407"/>
                </a:lnTo>
                <a:lnTo>
                  <a:pt x="165353" y="223392"/>
                </a:lnTo>
                <a:lnTo>
                  <a:pt x="173735" y="230377"/>
                </a:lnTo>
                <a:close/>
              </a:path>
              <a:path w="330835" h="300355">
                <a:moveTo>
                  <a:pt x="303275" y="110621"/>
                </a:moveTo>
                <a:lnTo>
                  <a:pt x="303275" y="77723"/>
                </a:lnTo>
                <a:lnTo>
                  <a:pt x="301751" y="94487"/>
                </a:lnTo>
                <a:lnTo>
                  <a:pt x="294290" y="85160"/>
                </a:lnTo>
                <a:lnTo>
                  <a:pt x="214883" y="150875"/>
                </a:lnTo>
                <a:lnTo>
                  <a:pt x="242315" y="173578"/>
                </a:lnTo>
                <a:lnTo>
                  <a:pt x="242315" y="140207"/>
                </a:lnTo>
                <a:lnTo>
                  <a:pt x="254540" y="150113"/>
                </a:lnTo>
                <a:lnTo>
                  <a:pt x="303275" y="110621"/>
                </a:lnTo>
                <a:close/>
              </a:path>
              <a:path w="330835" h="300355">
                <a:moveTo>
                  <a:pt x="254540" y="150113"/>
                </a:moveTo>
                <a:lnTo>
                  <a:pt x="242315" y="140207"/>
                </a:lnTo>
                <a:lnTo>
                  <a:pt x="242315" y="160019"/>
                </a:lnTo>
                <a:lnTo>
                  <a:pt x="254540" y="150113"/>
                </a:lnTo>
                <a:close/>
              </a:path>
              <a:path w="330835" h="300355">
                <a:moveTo>
                  <a:pt x="330707" y="211835"/>
                </a:moveTo>
                <a:lnTo>
                  <a:pt x="254540" y="150113"/>
                </a:lnTo>
                <a:lnTo>
                  <a:pt x="242315" y="160019"/>
                </a:lnTo>
                <a:lnTo>
                  <a:pt x="242315" y="173578"/>
                </a:lnTo>
                <a:lnTo>
                  <a:pt x="293556" y="215984"/>
                </a:lnTo>
                <a:lnTo>
                  <a:pt x="301751" y="205739"/>
                </a:lnTo>
                <a:lnTo>
                  <a:pt x="303275" y="224027"/>
                </a:lnTo>
                <a:lnTo>
                  <a:pt x="303275" y="244982"/>
                </a:lnTo>
                <a:lnTo>
                  <a:pt x="330707" y="211835"/>
                </a:lnTo>
                <a:close/>
              </a:path>
              <a:path w="330835" h="300355">
                <a:moveTo>
                  <a:pt x="263651" y="28955"/>
                </a:moveTo>
                <a:lnTo>
                  <a:pt x="246887" y="25907"/>
                </a:lnTo>
                <a:lnTo>
                  <a:pt x="254981" y="36025"/>
                </a:lnTo>
                <a:lnTo>
                  <a:pt x="263651" y="28955"/>
                </a:lnTo>
                <a:close/>
              </a:path>
              <a:path w="330835" h="300355">
                <a:moveTo>
                  <a:pt x="254981" y="36025"/>
                </a:moveTo>
                <a:lnTo>
                  <a:pt x="246887" y="25907"/>
                </a:lnTo>
                <a:lnTo>
                  <a:pt x="246887" y="42625"/>
                </a:lnTo>
                <a:lnTo>
                  <a:pt x="254981" y="36025"/>
                </a:lnTo>
                <a:close/>
              </a:path>
              <a:path w="330835" h="300355">
                <a:moveTo>
                  <a:pt x="263651" y="271271"/>
                </a:moveTo>
                <a:lnTo>
                  <a:pt x="254981" y="264202"/>
                </a:lnTo>
                <a:lnTo>
                  <a:pt x="246887" y="274319"/>
                </a:lnTo>
                <a:lnTo>
                  <a:pt x="263651" y="271271"/>
                </a:lnTo>
                <a:close/>
              </a:path>
              <a:path w="330835" h="300355">
                <a:moveTo>
                  <a:pt x="263651" y="292861"/>
                </a:moveTo>
                <a:lnTo>
                  <a:pt x="263651" y="271271"/>
                </a:lnTo>
                <a:lnTo>
                  <a:pt x="246887" y="274319"/>
                </a:lnTo>
                <a:lnTo>
                  <a:pt x="246887" y="291337"/>
                </a:lnTo>
                <a:lnTo>
                  <a:pt x="257555" y="300227"/>
                </a:lnTo>
                <a:lnTo>
                  <a:pt x="263651" y="292861"/>
                </a:lnTo>
                <a:close/>
              </a:path>
              <a:path w="330835" h="300355">
                <a:moveTo>
                  <a:pt x="263651" y="46862"/>
                </a:moveTo>
                <a:lnTo>
                  <a:pt x="263651" y="28955"/>
                </a:lnTo>
                <a:lnTo>
                  <a:pt x="254981" y="36025"/>
                </a:lnTo>
                <a:lnTo>
                  <a:pt x="263651" y="46862"/>
                </a:lnTo>
                <a:close/>
              </a:path>
              <a:path w="330835" h="300355">
                <a:moveTo>
                  <a:pt x="303275" y="244982"/>
                </a:moveTo>
                <a:lnTo>
                  <a:pt x="303275" y="224027"/>
                </a:lnTo>
                <a:lnTo>
                  <a:pt x="293556" y="215984"/>
                </a:lnTo>
                <a:lnTo>
                  <a:pt x="254981" y="264202"/>
                </a:lnTo>
                <a:lnTo>
                  <a:pt x="263651" y="271271"/>
                </a:lnTo>
                <a:lnTo>
                  <a:pt x="263651" y="292861"/>
                </a:lnTo>
                <a:lnTo>
                  <a:pt x="303275" y="244982"/>
                </a:lnTo>
                <a:close/>
              </a:path>
              <a:path w="330835" h="300355">
                <a:moveTo>
                  <a:pt x="303275" y="224027"/>
                </a:moveTo>
                <a:lnTo>
                  <a:pt x="301751" y="205739"/>
                </a:lnTo>
                <a:lnTo>
                  <a:pt x="293556" y="215984"/>
                </a:lnTo>
                <a:lnTo>
                  <a:pt x="303275" y="224027"/>
                </a:lnTo>
                <a:close/>
              </a:path>
              <a:path w="330835" h="300355">
                <a:moveTo>
                  <a:pt x="303275" y="77723"/>
                </a:moveTo>
                <a:lnTo>
                  <a:pt x="294290" y="85160"/>
                </a:lnTo>
                <a:lnTo>
                  <a:pt x="301751" y="94487"/>
                </a:lnTo>
                <a:lnTo>
                  <a:pt x="303275" y="7772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049081" y="3777995"/>
            <a:ext cx="5410200" cy="3154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725482" y="4311397"/>
            <a:ext cx="5334000" cy="261518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789490" y="5518403"/>
            <a:ext cx="788035" cy="318770"/>
          </a:xfrm>
          <a:custGeom>
            <a:avLst/>
            <a:gdLst/>
            <a:ahLst/>
            <a:cxnLst/>
            <a:rect l="l" t="t" r="r" b="b"/>
            <a:pathLst>
              <a:path w="788035" h="318770">
                <a:moveTo>
                  <a:pt x="57911" y="105155"/>
                </a:moveTo>
                <a:lnTo>
                  <a:pt x="42671" y="86867"/>
                </a:lnTo>
                <a:lnTo>
                  <a:pt x="33527" y="92963"/>
                </a:lnTo>
                <a:lnTo>
                  <a:pt x="25907" y="100583"/>
                </a:lnTo>
                <a:lnTo>
                  <a:pt x="13715" y="115823"/>
                </a:lnTo>
                <a:lnTo>
                  <a:pt x="9143" y="124967"/>
                </a:lnTo>
                <a:lnTo>
                  <a:pt x="4571" y="132587"/>
                </a:lnTo>
                <a:lnTo>
                  <a:pt x="3047" y="141731"/>
                </a:lnTo>
                <a:lnTo>
                  <a:pt x="0" y="150875"/>
                </a:lnTo>
                <a:lnTo>
                  <a:pt x="0" y="158495"/>
                </a:lnTo>
                <a:lnTo>
                  <a:pt x="12953" y="159257"/>
                </a:lnTo>
                <a:lnTo>
                  <a:pt x="25907" y="158495"/>
                </a:lnTo>
                <a:lnTo>
                  <a:pt x="25907" y="152399"/>
                </a:lnTo>
                <a:lnTo>
                  <a:pt x="27431" y="146303"/>
                </a:lnTo>
                <a:lnTo>
                  <a:pt x="28955" y="141731"/>
                </a:lnTo>
                <a:lnTo>
                  <a:pt x="35051" y="129539"/>
                </a:lnTo>
                <a:lnTo>
                  <a:pt x="39623" y="123443"/>
                </a:lnTo>
                <a:lnTo>
                  <a:pt x="57911" y="105155"/>
                </a:lnTo>
                <a:close/>
              </a:path>
              <a:path w="788035" h="318770">
                <a:moveTo>
                  <a:pt x="27431" y="169163"/>
                </a:moveTo>
                <a:lnTo>
                  <a:pt x="25907" y="164591"/>
                </a:lnTo>
                <a:lnTo>
                  <a:pt x="25907" y="160019"/>
                </a:lnTo>
                <a:lnTo>
                  <a:pt x="12953" y="159257"/>
                </a:lnTo>
                <a:lnTo>
                  <a:pt x="0" y="160019"/>
                </a:lnTo>
                <a:lnTo>
                  <a:pt x="1523" y="169163"/>
                </a:lnTo>
                <a:lnTo>
                  <a:pt x="1523" y="175259"/>
                </a:lnTo>
                <a:lnTo>
                  <a:pt x="27431" y="169163"/>
                </a:lnTo>
                <a:close/>
              </a:path>
              <a:path w="788035" h="318770">
                <a:moveTo>
                  <a:pt x="25907" y="160019"/>
                </a:moveTo>
                <a:lnTo>
                  <a:pt x="25907" y="158495"/>
                </a:lnTo>
                <a:lnTo>
                  <a:pt x="12953" y="159257"/>
                </a:lnTo>
                <a:lnTo>
                  <a:pt x="25907" y="160019"/>
                </a:lnTo>
                <a:close/>
              </a:path>
              <a:path w="788035" h="318770">
                <a:moveTo>
                  <a:pt x="144779" y="62483"/>
                </a:moveTo>
                <a:lnTo>
                  <a:pt x="137159" y="38099"/>
                </a:lnTo>
                <a:lnTo>
                  <a:pt x="132587" y="39623"/>
                </a:lnTo>
                <a:lnTo>
                  <a:pt x="120395" y="44195"/>
                </a:lnTo>
                <a:lnTo>
                  <a:pt x="106679" y="48767"/>
                </a:lnTo>
                <a:lnTo>
                  <a:pt x="82295" y="60959"/>
                </a:lnTo>
                <a:lnTo>
                  <a:pt x="71627" y="67055"/>
                </a:lnTo>
                <a:lnTo>
                  <a:pt x="64007" y="70103"/>
                </a:lnTo>
                <a:lnTo>
                  <a:pt x="77723" y="92963"/>
                </a:lnTo>
                <a:lnTo>
                  <a:pt x="83819" y="88391"/>
                </a:lnTo>
                <a:lnTo>
                  <a:pt x="94487" y="82295"/>
                </a:lnTo>
                <a:lnTo>
                  <a:pt x="105155" y="77723"/>
                </a:lnTo>
                <a:lnTo>
                  <a:pt x="117347" y="73151"/>
                </a:lnTo>
                <a:lnTo>
                  <a:pt x="129539" y="67055"/>
                </a:lnTo>
                <a:lnTo>
                  <a:pt x="141731" y="62483"/>
                </a:lnTo>
                <a:lnTo>
                  <a:pt x="144779" y="62483"/>
                </a:lnTo>
                <a:close/>
              </a:path>
              <a:path w="788035" h="318770">
                <a:moveTo>
                  <a:pt x="240791" y="38099"/>
                </a:moveTo>
                <a:lnTo>
                  <a:pt x="236219" y="13715"/>
                </a:lnTo>
                <a:lnTo>
                  <a:pt x="208787" y="18287"/>
                </a:lnTo>
                <a:lnTo>
                  <a:pt x="176783" y="25907"/>
                </a:lnTo>
                <a:lnTo>
                  <a:pt x="161543" y="30479"/>
                </a:lnTo>
                <a:lnTo>
                  <a:pt x="167639" y="54863"/>
                </a:lnTo>
                <a:lnTo>
                  <a:pt x="184403" y="50291"/>
                </a:lnTo>
                <a:lnTo>
                  <a:pt x="214883" y="42671"/>
                </a:lnTo>
                <a:lnTo>
                  <a:pt x="240791" y="38099"/>
                </a:lnTo>
                <a:close/>
              </a:path>
              <a:path w="788035" h="318770">
                <a:moveTo>
                  <a:pt x="341375" y="27431"/>
                </a:moveTo>
                <a:lnTo>
                  <a:pt x="339851" y="1523"/>
                </a:lnTo>
                <a:lnTo>
                  <a:pt x="315467" y="3047"/>
                </a:lnTo>
                <a:lnTo>
                  <a:pt x="278891" y="7619"/>
                </a:lnTo>
                <a:lnTo>
                  <a:pt x="262127" y="9143"/>
                </a:lnTo>
                <a:lnTo>
                  <a:pt x="265175" y="35051"/>
                </a:lnTo>
                <a:lnTo>
                  <a:pt x="281939" y="32003"/>
                </a:lnTo>
                <a:lnTo>
                  <a:pt x="318515" y="28955"/>
                </a:lnTo>
                <a:lnTo>
                  <a:pt x="341375" y="27431"/>
                </a:lnTo>
                <a:close/>
              </a:path>
              <a:path w="788035" h="318770">
                <a:moveTo>
                  <a:pt x="393953" y="12953"/>
                </a:moveTo>
                <a:lnTo>
                  <a:pt x="393191" y="0"/>
                </a:lnTo>
                <a:lnTo>
                  <a:pt x="365759" y="1523"/>
                </a:lnTo>
                <a:lnTo>
                  <a:pt x="365759" y="25907"/>
                </a:lnTo>
                <a:lnTo>
                  <a:pt x="393191" y="25907"/>
                </a:lnTo>
                <a:lnTo>
                  <a:pt x="393953" y="12953"/>
                </a:lnTo>
                <a:close/>
              </a:path>
              <a:path w="788035" h="318770">
                <a:moveTo>
                  <a:pt x="394715" y="25907"/>
                </a:moveTo>
                <a:lnTo>
                  <a:pt x="393953" y="12953"/>
                </a:lnTo>
                <a:lnTo>
                  <a:pt x="393191" y="25907"/>
                </a:lnTo>
                <a:lnTo>
                  <a:pt x="394715" y="25907"/>
                </a:lnTo>
                <a:close/>
              </a:path>
              <a:path w="788035" h="318770">
                <a:moveTo>
                  <a:pt x="441959" y="1523"/>
                </a:moveTo>
                <a:lnTo>
                  <a:pt x="432815" y="1523"/>
                </a:lnTo>
                <a:lnTo>
                  <a:pt x="394715" y="0"/>
                </a:lnTo>
                <a:lnTo>
                  <a:pt x="393953" y="12953"/>
                </a:lnTo>
                <a:lnTo>
                  <a:pt x="394715" y="25907"/>
                </a:lnTo>
                <a:lnTo>
                  <a:pt x="432815" y="25907"/>
                </a:lnTo>
                <a:lnTo>
                  <a:pt x="440435" y="27431"/>
                </a:lnTo>
                <a:lnTo>
                  <a:pt x="441959" y="1523"/>
                </a:lnTo>
                <a:close/>
              </a:path>
              <a:path w="788035" h="318770">
                <a:moveTo>
                  <a:pt x="544067" y="12191"/>
                </a:moveTo>
                <a:lnTo>
                  <a:pt x="509015" y="6095"/>
                </a:lnTo>
                <a:lnTo>
                  <a:pt x="470915" y="3047"/>
                </a:lnTo>
                <a:lnTo>
                  <a:pt x="467867" y="3047"/>
                </a:lnTo>
                <a:lnTo>
                  <a:pt x="466343" y="28955"/>
                </a:lnTo>
                <a:lnTo>
                  <a:pt x="469391" y="28955"/>
                </a:lnTo>
                <a:lnTo>
                  <a:pt x="505967" y="32003"/>
                </a:lnTo>
                <a:lnTo>
                  <a:pt x="541019" y="36575"/>
                </a:lnTo>
                <a:lnTo>
                  <a:pt x="544067" y="12191"/>
                </a:lnTo>
                <a:close/>
              </a:path>
              <a:path w="788035" h="318770">
                <a:moveTo>
                  <a:pt x="644651" y="36575"/>
                </a:moveTo>
                <a:lnTo>
                  <a:pt x="640079" y="33527"/>
                </a:lnTo>
                <a:lnTo>
                  <a:pt x="609599" y="25907"/>
                </a:lnTo>
                <a:lnTo>
                  <a:pt x="577595" y="18287"/>
                </a:lnTo>
                <a:lnTo>
                  <a:pt x="569975" y="16763"/>
                </a:lnTo>
                <a:lnTo>
                  <a:pt x="565403" y="41147"/>
                </a:lnTo>
                <a:lnTo>
                  <a:pt x="573023" y="42671"/>
                </a:lnTo>
                <a:lnTo>
                  <a:pt x="603503" y="50291"/>
                </a:lnTo>
                <a:lnTo>
                  <a:pt x="632459" y="57911"/>
                </a:lnTo>
                <a:lnTo>
                  <a:pt x="637031" y="59435"/>
                </a:lnTo>
                <a:lnTo>
                  <a:pt x="644651" y="36575"/>
                </a:lnTo>
                <a:close/>
              </a:path>
              <a:path w="788035" h="318770">
                <a:moveTo>
                  <a:pt x="739139" y="82295"/>
                </a:moveTo>
                <a:lnTo>
                  <a:pt x="736091" y="79247"/>
                </a:lnTo>
                <a:lnTo>
                  <a:pt x="726947" y="73151"/>
                </a:lnTo>
                <a:lnTo>
                  <a:pt x="716279" y="67055"/>
                </a:lnTo>
                <a:lnTo>
                  <a:pt x="704087" y="60959"/>
                </a:lnTo>
                <a:lnTo>
                  <a:pt x="693419" y="54863"/>
                </a:lnTo>
                <a:lnTo>
                  <a:pt x="681227" y="48767"/>
                </a:lnTo>
                <a:lnTo>
                  <a:pt x="670559" y="44195"/>
                </a:lnTo>
                <a:lnTo>
                  <a:pt x="659891" y="68579"/>
                </a:lnTo>
                <a:lnTo>
                  <a:pt x="670559" y="73151"/>
                </a:lnTo>
                <a:lnTo>
                  <a:pt x="682751" y="77723"/>
                </a:lnTo>
                <a:lnTo>
                  <a:pt x="693419" y="83819"/>
                </a:lnTo>
                <a:lnTo>
                  <a:pt x="704087" y="88391"/>
                </a:lnTo>
                <a:lnTo>
                  <a:pt x="722375" y="100583"/>
                </a:lnTo>
                <a:lnTo>
                  <a:pt x="725423" y="102107"/>
                </a:lnTo>
                <a:lnTo>
                  <a:pt x="739139" y="82295"/>
                </a:lnTo>
                <a:close/>
              </a:path>
              <a:path w="788035" h="318770">
                <a:moveTo>
                  <a:pt x="787907" y="158495"/>
                </a:moveTo>
                <a:lnTo>
                  <a:pt x="784859" y="140207"/>
                </a:lnTo>
                <a:lnTo>
                  <a:pt x="781811" y="131063"/>
                </a:lnTo>
                <a:lnTo>
                  <a:pt x="778763" y="123443"/>
                </a:lnTo>
                <a:lnTo>
                  <a:pt x="760475" y="100583"/>
                </a:lnTo>
                <a:lnTo>
                  <a:pt x="760475" y="99059"/>
                </a:lnTo>
                <a:lnTo>
                  <a:pt x="742187" y="117347"/>
                </a:lnTo>
                <a:lnTo>
                  <a:pt x="742187" y="118871"/>
                </a:lnTo>
                <a:lnTo>
                  <a:pt x="748283" y="124967"/>
                </a:lnTo>
                <a:lnTo>
                  <a:pt x="752855" y="131063"/>
                </a:lnTo>
                <a:lnTo>
                  <a:pt x="755903" y="137159"/>
                </a:lnTo>
                <a:lnTo>
                  <a:pt x="758951" y="141731"/>
                </a:lnTo>
                <a:lnTo>
                  <a:pt x="761999" y="153923"/>
                </a:lnTo>
                <a:lnTo>
                  <a:pt x="761999" y="158495"/>
                </a:lnTo>
                <a:lnTo>
                  <a:pt x="774953" y="159257"/>
                </a:lnTo>
                <a:lnTo>
                  <a:pt x="787907" y="158495"/>
                </a:lnTo>
                <a:close/>
              </a:path>
              <a:path w="788035" h="318770">
                <a:moveTo>
                  <a:pt x="787907" y="160019"/>
                </a:moveTo>
                <a:lnTo>
                  <a:pt x="774953" y="159257"/>
                </a:lnTo>
                <a:lnTo>
                  <a:pt x="761999" y="160019"/>
                </a:lnTo>
                <a:lnTo>
                  <a:pt x="761999" y="166115"/>
                </a:lnTo>
                <a:lnTo>
                  <a:pt x="760475" y="172211"/>
                </a:lnTo>
                <a:lnTo>
                  <a:pt x="758951" y="173735"/>
                </a:lnTo>
                <a:lnTo>
                  <a:pt x="783335" y="181355"/>
                </a:lnTo>
                <a:lnTo>
                  <a:pt x="784859" y="176783"/>
                </a:lnTo>
                <a:lnTo>
                  <a:pt x="786383" y="167639"/>
                </a:lnTo>
                <a:lnTo>
                  <a:pt x="787907" y="160019"/>
                </a:lnTo>
                <a:close/>
              </a:path>
              <a:path w="788035" h="318770">
                <a:moveTo>
                  <a:pt x="774953" y="159257"/>
                </a:moveTo>
                <a:lnTo>
                  <a:pt x="761999" y="158495"/>
                </a:lnTo>
                <a:lnTo>
                  <a:pt x="761999" y="160019"/>
                </a:lnTo>
                <a:lnTo>
                  <a:pt x="774953" y="159257"/>
                </a:lnTo>
                <a:close/>
              </a:path>
              <a:path w="788035" h="318770">
                <a:moveTo>
                  <a:pt x="769619" y="207263"/>
                </a:moveTo>
                <a:lnTo>
                  <a:pt x="749807" y="192023"/>
                </a:lnTo>
                <a:lnTo>
                  <a:pt x="748283" y="195071"/>
                </a:lnTo>
                <a:lnTo>
                  <a:pt x="736091" y="207263"/>
                </a:lnTo>
                <a:lnTo>
                  <a:pt x="720851" y="219455"/>
                </a:lnTo>
                <a:lnTo>
                  <a:pt x="713231" y="224027"/>
                </a:lnTo>
                <a:lnTo>
                  <a:pt x="702563" y="230123"/>
                </a:lnTo>
                <a:lnTo>
                  <a:pt x="693419" y="234695"/>
                </a:lnTo>
                <a:lnTo>
                  <a:pt x="705611" y="257555"/>
                </a:lnTo>
                <a:lnTo>
                  <a:pt x="745235" y="233171"/>
                </a:lnTo>
                <a:lnTo>
                  <a:pt x="768095" y="210311"/>
                </a:lnTo>
                <a:lnTo>
                  <a:pt x="769619" y="207263"/>
                </a:lnTo>
                <a:close/>
              </a:path>
              <a:path w="788035" h="318770">
                <a:moveTo>
                  <a:pt x="682751" y="269747"/>
                </a:moveTo>
                <a:lnTo>
                  <a:pt x="672083" y="245363"/>
                </a:lnTo>
                <a:lnTo>
                  <a:pt x="670559" y="246887"/>
                </a:lnTo>
                <a:lnTo>
                  <a:pt x="646175" y="256031"/>
                </a:lnTo>
                <a:lnTo>
                  <a:pt x="632459" y="260603"/>
                </a:lnTo>
                <a:lnTo>
                  <a:pt x="603503" y="268223"/>
                </a:lnTo>
                <a:lnTo>
                  <a:pt x="601979" y="268223"/>
                </a:lnTo>
                <a:lnTo>
                  <a:pt x="608075" y="294131"/>
                </a:lnTo>
                <a:lnTo>
                  <a:pt x="611123" y="292607"/>
                </a:lnTo>
                <a:lnTo>
                  <a:pt x="640079" y="284987"/>
                </a:lnTo>
                <a:lnTo>
                  <a:pt x="653795" y="280415"/>
                </a:lnTo>
                <a:lnTo>
                  <a:pt x="667511" y="274319"/>
                </a:lnTo>
                <a:lnTo>
                  <a:pt x="681227" y="269747"/>
                </a:lnTo>
                <a:lnTo>
                  <a:pt x="682751" y="269747"/>
                </a:lnTo>
                <a:close/>
              </a:path>
              <a:path w="788035" h="318770">
                <a:moveTo>
                  <a:pt x="583691" y="300227"/>
                </a:moveTo>
                <a:lnTo>
                  <a:pt x="577595" y="274319"/>
                </a:lnTo>
                <a:lnTo>
                  <a:pt x="573023" y="275843"/>
                </a:lnTo>
                <a:lnTo>
                  <a:pt x="539495" y="281939"/>
                </a:lnTo>
                <a:lnTo>
                  <a:pt x="505967" y="286511"/>
                </a:lnTo>
                <a:lnTo>
                  <a:pt x="504443" y="286511"/>
                </a:lnTo>
                <a:lnTo>
                  <a:pt x="505967" y="312419"/>
                </a:lnTo>
                <a:lnTo>
                  <a:pt x="509015" y="312419"/>
                </a:lnTo>
                <a:lnTo>
                  <a:pt x="579119" y="300227"/>
                </a:lnTo>
                <a:lnTo>
                  <a:pt x="583691" y="300227"/>
                </a:lnTo>
                <a:close/>
              </a:path>
              <a:path w="788035" h="318770">
                <a:moveTo>
                  <a:pt x="481583" y="313943"/>
                </a:moveTo>
                <a:lnTo>
                  <a:pt x="478535" y="289559"/>
                </a:lnTo>
                <a:lnTo>
                  <a:pt x="469391" y="289559"/>
                </a:lnTo>
                <a:lnTo>
                  <a:pt x="432815" y="292607"/>
                </a:lnTo>
                <a:lnTo>
                  <a:pt x="403859" y="292607"/>
                </a:lnTo>
                <a:lnTo>
                  <a:pt x="403859" y="318515"/>
                </a:lnTo>
                <a:lnTo>
                  <a:pt x="434339" y="318515"/>
                </a:lnTo>
                <a:lnTo>
                  <a:pt x="472439" y="315467"/>
                </a:lnTo>
                <a:lnTo>
                  <a:pt x="481583" y="313943"/>
                </a:lnTo>
                <a:close/>
              </a:path>
              <a:path w="788035" h="318770">
                <a:moveTo>
                  <a:pt x="377951" y="318515"/>
                </a:moveTo>
                <a:lnTo>
                  <a:pt x="377951" y="292607"/>
                </a:lnTo>
                <a:lnTo>
                  <a:pt x="355091" y="292607"/>
                </a:lnTo>
                <a:lnTo>
                  <a:pt x="318515" y="289559"/>
                </a:lnTo>
                <a:lnTo>
                  <a:pt x="303275" y="289559"/>
                </a:lnTo>
                <a:lnTo>
                  <a:pt x="300227" y="313943"/>
                </a:lnTo>
                <a:lnTo>
                  <a:pt x="316991" y="315467"/>
                </a:lnTo>
                <a:lnTo>
                  <a:pt x="355091" y="318515"/>
                </a:lnTo>
                <a:lnTo>
                  <a:pt x="377951" y="318515"/>
                </a:lnTo>
                <a:close/>
              </a:path>
              <a:path w="788035" h="318770">
                <a:moveTo>
                  <a:pt x="278891" y="286511"/>
                </a:moveTo>
                <a:lnTo>
                  <a:pt x="246887" y="281939"/>
                </a:lnTo>
                <a:lnTo>
                  <a:pt x="214883" y="275843"/>
                </a:lnTo>
                <a:lnTo>
                  <a:pt x="204215" y="272795"/>
                </a:lnTo>
                <a:lnTo>
                  <a:pt x="199643" y="298703"/>
                </a:lnTo>
                <a:lnTo>
                  <a:pt x="210311" y="300227"/>
                </a:lnTo>
                <a:lnTo>
                  <a:pt x="243839" y="306323"/>
                </a:lnTo>
                <a:lnTo>
                  <a:pt x="274319" y="310895"/>
                </a:lnTo>
                <a:lnTo>
                  <a:pt x="278891" y="286511"/>
                </a:lnTo>
                <a:close/>
              </a:path>
              <a:path w="788035" h="318770">
                <a:moveTo>
                  <a:pt x="181355" y="268223"/>
                </a:moveTo>
                <a:lnTo>
                  <a:pt x="155447" y="260603"/>
                </a:lnTo>
                <a:lnTo>
                  <a:pt x="141731" y="256031"/>
                </a:lnTo>
                <a:lnTo>
                  <a:pt x="129539" y="251459"/>
                </a:lnTo>
                <a:lnTo>
                  <a:pt x="115823" y="245363"/>
                </a:lnTo>
                <a:lnTo>
                  <a:pt x="109727" y="243839"/>
                </a:lnTo>
                <a:lnTo>
                  <a:pt x="100583" y="266699"/>
                </a:lnTo>
                <a:lnTo>
                  <a:pt x="106679" y="269747"/>
                </a:lnTo>
                <a:lnTo>
                  <a:pt x="120395" y="274319"/>
                </a:lnTo>
                <a:lnTo>
                  <a:pt x="134111" y="280415"/>
                </a:lnTo>
                <a:lnTo>
                  <a:pt x="147827" y="284987"/>
                </a:lnTo>
                <a:lnTo>
                  <a:pt x="173735" y="292607"/>
                </a:lnTo>
                <a:lnTo>
                  <a:pt x="181355" y="268223"/>
                </a:lnTo>
                <a:close/>
              </a:path>
              <a:path w="788035" h="318770">
                <a:moveTo>
                  <a:pt x="88391" y="233171"/>
                </a:moveTo>
                <a:lnTo>
                  <a:pt x="65531" y="217931"/>
                </a:lnTo>
                <a:lnTo>
                  <a:pt x="57911" y="213359"/>
                </a:lnTo>
                <a:lnTo>
                  <a:pt x="51815" y="207263"/>
                </a:lnTo>
                <a:lnTo>
                  <a:pt x="44195" y="201167"/>
                </a:lnTo>
                <a:lnTo>
                  <a:pt x="35051" y="188975"/>
                </a:lnTo>
                <a:lnTo>
                  <a:pt x="13715" y="201167"/>
                </a:lnTo>
                <a:lnTo>
                  <a:pt x="15239" y="204215"/>
                </a:lnTo>
                <a:lnTo>
                  <a:pt x="19811" y="211835"/>
                </a:lnTo>
                <a:lnTo>
                  <a:pt x="27431" y="219455"/>
                </a:lnTo>
                <a:lnTo>
                  <a:pt x="35051" y="225551"/>
                </a:lnTo>
                <a:lnTo>
                  <a:pt x="42671" y="233171"/>
                </a:lnTo>
                <a:lnTo>
                  <a:pt x="51815" y="239267"/>
                </a:lnTo>
                <a:lnTo>
                  <a:pt x="60959" y="246887"/>
                </a:lnTo>
                <a:lnTo>
                  <a:pt x="71627" y="252983"/>
                </a:lnTo>
                <a:lnTo>
                  <a:pt x="76199" y="254507"/>
                </a:lnTo>
                <a:lnTo>
                  <a:pt x="88391" y="23317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89490" y="4308348"/>
            <a:ext cx="2235707" cy="152857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603824" y="5422390"/>
            <a:ext cx="1623060" cy="564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/>
            <a:r>
              <a:rPr spc="-5" dirty="0">
                <a:latin typeface="Tahoma"/>
                <a:cs typeface="Tahoma"/>
              </a:rPr>
              <a:t>Start: </a:t>
            </a:r>
            <a:r>
              <a:rPr spc="-15" dirty="0">
                <a:latin typeface="Tahoma"/>
                <a:cs typeface="Tahoma"/>
              </a:rPr>
              <a:t>Arad  </a:t>
            </a:r>
            <a:r>
              <a:rPr spc="-5" dirty="0">
                <a:latin typeface="Tahoma"/>
                <a:cs typeface="Tahoma"/>
              </a:rPr>
              <a:t>Goal:</a:t>
            </a:r>
            <a:r>
              <a:rPr spc="-55" dirty="0">
                <a:latin typeface="Tahoma"/>
                <a:cs typeface="Tahoma"/>
              </a:rPr>
              <a:t> </a:t>
            </a:r>
            <a:r>
              <a:rPr spc="-5" dirty="0">
                <a:latin typeface="Tahoma"/>
                <a:cs typeface="Tahoma"/>
              </a:rPr>
              <a:t>Bucharest</a:t>
            </a:r>
            <a:endParaRPr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3137" y="823467"/>
            <a:ext cx="7104380" cy="687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4400" spc="-10" dirty="0"/>
              <a:t>Search </a:t>
            </a:r>
            <a:r>
              <a:rPr sz="4400" dirty="0"/>
              <a:t>without </a:t>
            </a:r>
            <a:r>
              <a:rPr sz="4400" spc="-15" dirty="0"/>
              <a:t>repeated</a:t>
            </a:r>
            <a:r>
              <a:rPr sz="4400" spc="-100" dirty="0"/>
              <a:t> </a:t>
            </a:r>
            <a:r>
              <a:rPr sz="4400" spc="-30" dirty="0"/>
              <a:t>states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4049081" y="1872997"/>
            <a:ext cx="5410200" cy="1904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283777" y="2767583"/>
            <a:ext cx="294640" cy="264160"/>
          </a:xfrm>
          <a:custGeom>
            <a:avLst/>
            <a:gdLst/>
            <a:ahLst/>
            <a:cxnLst/>
            <a:rect l="l" t="t" r="r" b="b"/>
            <a:pathLst>
              <a:path w="294639" h="264160">
                <a:moveTo>
                  <a:pt x="294131" y="68579"/>
                </a:moveTo>
                <a:lnTo>
                  <a:pt x="237743" y="0"/>
                </a:lnTo>
                <a:lnTo>
                  <a:pt x="146303" y="74675"/>
                </a:lnTo>
                <a:lnTo>
                  <a:pt x="56387" y="0"/>
                </a:lnTo>
                <a:lnTo>
                  <a:pt x="0" y="68579"/>
                </a:lnTo>
                <a:lnTo>
                  <a:pt x="77723" y="132587"/>
                </a:lnTo>
                <a:lnTo>
                  <a:pt x="77723" y="245932"/>
                </a:lnTo>
                <a:lnTo>
                  <a:pt x="146303" y="188975"/>
                </a:lnTo>
                <a:lnTo>
                  <a:pt x="216407" y="246227"/>
                </a:lnTo>
                <a:lnTo>
                  <a:pt x="216407" y="132587"/>
                </a:lnTo>
                <a:lnTo>
                  <a:pt x="294131" y="68579"/>
                </a:lnTo>
                <a:close/>
              </a:path>
              <a:path w="294639" h="264160">
                <a:moveTo>
                  <a:pt x="77723" y="245932"/>
                </a:moveTo>
                <a:lnTo>
                  <a:pt x="77723" y="132587"/>
                </a:lnTo>
                <a:lnTo>
                  <a:pt x="0" y="195071"/>
                </a:lnTo>
                <a:lnTo>
                  <a:pt x="56387" y="263651"/>
                </a:lnTo>
                <a:lnTo>
                  <a:pt x="77723" y="245932"/>
                </a:lnTo>
                <a:close/>
              </a:path>
              <a:path w="294639" h="264160">
                <a:moveTo>
                  <a:pt x="294131" y="195071"/>
                </a:moveTo>
                <a:lnTo>
                  <a:pt x="216407" y="132587"/>
                </a:lnTo>
                <a:lnTo>
                  <a:pt x="216407" y="246227"/>
                </a:lnTo>
                <a:lnTo>
                  <a:pt x="237743" y="263651"/>
                </a:lnTo>
                <a:lnTo>
                  <a:pt x="294131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65491" y="2749296"/>
            <a:ext cx="330835" cy="300355"/>
          </a:xfrm>
          <a:custGeom>
            <a:avLst/>
            <a:gdLst/>
            <a:ahLst/>
            <a:cxnLst/>
            <a:rect l="l" t="t" r="r" b="b"/>
            <a:pathLst>
              <a:path w="330835" h="300355">
                <a:moveTo>
                  <a:pt x="165353" y="76834"/>
                </a:moveTo>
                <a:lnTo>
                  <a:pt x="73151" y="0"/>
                </a:lnTo>
                <a:lnTo>
                  <a:pt x="0" y="88391"/>
                </a:lnTo>
                <a:lnTo>
                  <a:pt x="25907" y="109386"/>
                </a:lnTo>
                <a:lnTo>
                  <a:pt x="25907" y="77723"/>
                </a:lnTo>
                <a:lnTo>
                  <a:pt x="35878" y="85835"/>
                </a:lnTo>
                <a:lnTo>
                  <a:pt x="67055" y="46862"/>
                </a:lnTo>
                <a:lnTo>
                  <a:pt x="67055" y="28955"/>
                </a:lnTo>
                <a:lnTo>
                  <a:pt x="83819" y="25907"/>
                </a:lnTo>
                <a:lnTo>
                  <a:pt x="83819" y="42838"/>
                </a:lnTo>
                <a:lnTo>
                  <a:pt x="156971" y="103417"/>
                </a:lnTo>
                <a:lnTo>
                  <a:pt x="156971" y="83819"/>
                </a:lnTo>
                <a:lnTo>
                  <a:pt x="165353" y="76834"/>
                </a:lnTo>
                <a:close/>
              </a:path>
              <a:path w="330835" h="300355">
                <a:moveTo>
                  <a:pt x="88391" y="173193"/>
                </a:moveTo>
                <a:lnTo>
                  <a:pt x="88391" y="160019"/>
                </a:lnTo>
                <a:lnTo>
                  <a:pt x="76167" y="150113"/>
                </a:lnTo>
                <a:lnTo>
                  <a:pt x="0" y="211835"/>
                </a:lnTo>
                <a:lnTo>
                  <a:pt x="25907" y="243141"/>
                </a:lnTo>
                <a:lnTo>
                  <a:pt x="25907" y="224027"/>
                </a:lnTo>
                <a:lnTo>
                  <a:pt x="28955" y="205739"/>
                </a:lnTo>
                <a:lnTo>
                  <a:pt x="36616" y="215315"/>
                </a:lnTo>
                <a:lnTo>
                  <a:pt x="88391" y="173193"/>
                </a:lnTo>
                <a:close/>
              </a:path>
              <a:path w="330835" h="300355">
                <a:moveTo>
                  <a:pt x="35878" y="85835"/>
                </a:moveTo>
                <a:lnTo>
                  <a:pt x="25907" y="77723"/>
                </a:lnTo>
                <a:lnTo>
                  <a:pt x="28955" y="94487"/>
                </a:lnTo>
                <a:lnTo>
                  <a:pt x="35878" y="85835"/>
                </a:lnTo>
                <a:close/>
              </a:path>
              <a:path w="330835" h="300355">
                <a:moveTo>
                  <a:pt x="115823" y="150875"/>
                </a:moveTo>
                <a:lnTo>
                  <a:pt x="35878" y="85835"/>
                </a:lnTo>
                <a:lnTo>
                  <a:pt x="28955" y="94487"/>
                </a:lnTo>
                <a:lnTo>
                  <a:pt x="25907" y="77723"/>
                </a:lnTo>
                <a:lnTo>
                  <a:pt x="25907" y="109386"/>
                </a:lnTo>
                <a:lnTo>
                  <a:pt x="76167" y="150113"/>
                </a:lnTo>
                <a:lnTo>
                  <a:pt x="88391" y="140207"/>
                </a:lnTo>
                <a:lnTo>
                  <a:pt x="88391" y="173193"/>
                </a:lnTo>
                <a:lnTo>
                  <a:pt x="115823" y="150875"/>
                </a:lnTo>
                <a:close/>
              </a:path>
              <a:path w="330835" h="300355">
                <a:moveTo>
                  <a:pt x="36616" y="215315"/>
                </a:moveTo>
                <a:lnTo>
                  <a:pt x="28955" y="205739"/>
                </a:lnTo>
                <a:lnTo>
                  <a:pt x="25907" y="224027"/>
                </a:lnTo>
                <a:lnTo>
                  <a:pt x="36616" y="215315"/>
                </a:lnTo>
                <a:close/>
              </a:path>
              <a:path w="330835" h="300355">
                <a:moveTo>
                  <a:pt x="75672" y="264136"/>
                </a:moveTo>
                <a:lnTo>
                  <a:pt x="36616" y="215315"/>
                </a:lnTo>
                <a:lnTo>
                  <a:pt x="25907" y="224027"/>
                </a:lnTo>
                <a:lnTo>
                  <a:pt x="25907" y="243141"/>
                </a:lnTo>
                <a:lnTo>
                  <a:pt x="67055" y="292861"/>
                </a:lnTo>
                <a:lnTo>
                  <a:pt x="67055" y="271271"/>
                </a:lnTo>
                <a:lnTo>
                  <a:pt x="75672" y="264136"/>
                </a:lnTo>
                <a:close/>
              </a:path>
              <a:path w="330835" h="300355">
                <a:moveTo>
                  <a:pt x="83819" y="25907"/>
                </a:moveTo>
                <a:lnTo>
                  <a:pt x="67055" y="28955"/>
                </a:lnTo>
                <a:lnTo>
                  <a:pt x="75672" y="36091"/>
                </a:lnTo>
                <a:lnTo>
                  <a:pt x="83819" y="25907"/>
                </a:lnTo>
                <a:close/>
              </a:path>
              <a:path w="330835" h="300355">
                <a:moveTo>
                  <a:pt x="75672" y="36091"/>
                </a:moveTo>
                <a:lnTo>
                  <a:pt x="67055" y="28955"/>
                </a:lnTo>
                <a:lnTo>
                  <a:pt x="67055" y="46862"/>
                </a:lnTo>
                <a:lnTo>
                  <a:pt x="75672" y="36091"/>
                </a:lnTo>
                <a:close/>
              </a:path>
              <a:path w="330835" h="300355">
                <a:moveTo>
                  <a:pt x="83819" y="274319"/>
                </a:moveTo>
                <a:lnTo>
                  <a:pt x="75672" y="264136"/>
                </a:lnTo>
                <a:lnTo>
                  <a:pt x="67055" y="271271"/>
                </a:lnTo>
                <a:lnTo>
                  <a:pt x="83819" y="274319"/>
                </a:lnTo>
                <a:close/>
              </a:path>
              <a:path w="330835" h="300355">
                <a:moveTo>
                  <a:pt x="83819" y="291337"/>
                </a:moveTo>
                <a:lnTo>
                  <a:pt x="83819" y="274319"/>
                </a:lnTo>
                <a:lnTo>
                  <a:pt x="67055" y="271271"/>
                </a:lnTo>
                <a:lnTo>
                  <a:pt x="67055" y="292861"/>
                </a:lnTo>
                <a:lnTo>
                  <a:pt x="73151" y="300227"/>
                </a:lnTo>
                <a:lnTo>
                  <a:pt x="83819" y="291337"/>
                </a:lnTo>
                <a:close/>
              </a:path>
              <a:path w="330835" h="300355">
                <a:moveTo>
                  <a:pt x="83819" y="42838"/>
                </a:moveTo>
                <a:lnTo>
                  <a:pt x="83819" y="25907"/>
                </a:lnTo>
                <a:lnTo>
                  <a:pt x="75672" y="36091"/>
                </a:lnTo>
                <a:lnTo>
                  <a:pt x="83819" y="42838"/>
                </a:lnTo>
                <a:close/>
              </a:path>
              <a:path w="330835" h="300355">
                <a:moveTo>
                  <a:pt x="254981" y="264202"/>
                </a:moveTo>
                <a:lnTo>
                  <a:pt x="164591" y="190499"/>
                </a:lnTo>
                <a:lnTo>
                  <a:pt x="75672" y="264136"/>
                </a:lnTo>
                <a:lnTo>
                  <a:pt x="83819" y="274319"/>
                </a:lnTo>
                <a:lnTo>
                  <a:pt x="83819" y="291337"/>
                </a:lnTo>
                <a:lnTo>
                  <a:pt x="156971" y="230377"/>
                </a:lnTo>
                <a:lnTo>
                  <a:pt x="156971" y="216407"/>
                </a:lnTo>
                <a:lnTo>
                  <a:pt x="173735" y="216407"/>
                </a:lnTo>
                <a:lnTo>
                  <a:pt x="173735" y="230377"/>
                </a:lnTo>
                <a:lnTo>
                  <a:pt x="246887" y="291337"/>
                </a:lnTo>
                <a:lnTo>
                  <a:pt x="246887" y="274319"/>
                </a:lnTo>
                <a:lnTo>
                  <a:pt x="254981" y="264202"/>
                </a:lnTo>
                <a:close/>
              </a:path>
              <a:path w="330835" h="300355">
                <a:moveTo>
                  <a:pt x="88391" y="160019"/>
                </a:moveTo>
                <a:lnTo>
                  <a:pt x="88391" y="140207"/>
                </a:lnTo>
                <a:lnTo>
                  <a:pt x="76167" y="150113"/>
                </a:lnTo>
                <a:lnTo>
                  <a:pt x="88391" y="160019"/>
                </a:lnTo>
                <a:close/>
              </a:path>
              <a:path w="330835" h="300355">
                <a:moveTo>
                  <a:pt x="173735" y="83819"/>
                </a:moveTo>
                <a:lnTo>
                  <a:pt x="165353" y="76834"/>
                </a:lnTo>
                <a:lnTo>
                  <a:pt x="156971" y="83819"/>
                </a:lnTo>
                <a:lnTo>
                  <a:pt x="173735" y="83819"/>
                </a:lnTo>
                <a:close/>
              </a:path>
              <a:path w="330835" h="300355">
                <a:moveTo>
                  <a:pt x="173735" y="102272"/>
                </a:moveTo>
                <a:lnTo>
                  <a:pt x="173735" y="83819"/>
                </a:lnTo>
                <a:lnTo>
                  <a:pt x="156971" y="83819"/>
                </a:lnTo>
                <a:lnTo>
                  <a:pt x="156971" y="103417"/>
                </a:lnTo>
                <a:lnTo>
                  <a:pt x="164591" y="109727"/>
                </a:lnTo>
                <a:lnTo>
                  <a:pt x="173735" y="102272"/>
                </a:lnTo>
                <a:close/>
              </a:path>
              <a:path w="330835" h="300355">
                <a:moveTo>
                  <a:pt x="173735" y="216407"/>
                </a:moveTo>
                <a:lnTo>
                  <a:pt x="156971" y="216407"/>
                </a:lnTo>
                <a:lnTo>
                  <a:pt x="165353" y="223392"/>
                </a:lnTo>
                <a:lnTo>
                  <a:pt x="173735" y="216407"/>
                </a:lnTo>
                <a:close/>
              </a:path>
              <a:path w="330835" h="300355">
                <a:moveTo>
                  <a:pt x="165353" y="223392"/>
                </a:moveTo>
                <a:lnTo>
                  <a:pt x="156971" y="216407"/>
                </a:lnTo>
                <a:lnTo>
                  <a:pt x="156971" y="230377"/>
                </a:lnTo>
                <a:lnTo>
                  <a:pt x="165353" y="223392"/>
                </a:lnTo>
                <a:close/>
              </a:path>
              <a:path w="330835" h="300355">
                <a:moveTo>
                  <a:pt x="330707" y="88391"/>
                </a:moveTo>
                <a:lnTo>
                  <a:pt x="257555" y="0"/>
                </a:lnTo>
                <a:lnTo>
                  <a:pt x="165353" y="76834"/>
                </a:lnTo>
                <a:lnTo>
                  <a:pt x="173735" y="83819"/>
                </a:lnTo>
                <a:lnTo>
                  <a:pt x="173735" y="102272"/>
                </a:lnTo>
                <a:lnTo>
                  <a:pt x="246887" y="42625"/>
                </a:lnTo>
                <a:lnTo>
                  <a:pt x="246887" y="25907"/>
                </a:lnTo>
                <a:lnTo>
                  <a:pt x="263651" y="28955"/>
                </a:lnTo>
                <a:lnTo>
                  <a:pt x="263651" y="46862"/>
                </a:lnTo>
                <a:lnTo>
                  <a:pt x="294290" y="85160"/>
                </a:lnTo>
                <a:lnTo>
                  <a:pt x="303275" y="77723"/>
                </a:lnTo>
                <a:lnTo>
                  <a:pt x="303275" y="110621"/>
                </a:lnTo>
                <a:lnTo>
                  <a:pt x="330707" y="88391"/>
                </a:lnTo>
                <a:close/>
              </a:path>
              <a:path w="330835" h="300355">
                <a:moveTo>
                  <a:pt x="173735" y="230377"/>
                </a:moveTo>
                <a:lnTo>
                  <a:pt x="173735" y="216407"/>
                </a:lnTo>
                <a:lnTo>
                  <a:pt x="165353" y="223392"/>
                </a:lnTo>
                <a:lnTo>
                  <a:pt x="173735" y="230377"/>
                </a:lnTo>
                <a:close/>
              </a:path>
              <a:path w="330835" h="300355">
                <a:moveTo>
                  <a:pt x="303275" y="110621"/>
                </a:moveTo>
                <a:lnTo>
                  <a:pt x="303275" y="77723"/>
                </a:lnTo>
                <a:lnTo>
                  <a:pt x="301751" y="94487"/>
                </a:lnTo>
                <a:lnTo>
                  <a:pt x="294290" y="85160"/>
                </a:lnTo>
                <a:lnTo>
                  <a:pt x="214883" y="150875"/>
                </a:lnTo>
                <a:lnTo>
                  <a:pt x="242315" y="173578"/>
                </a:lnTo>
                <a:lnTo>
                  <a:pt x="242315" y="140207"/>
                </a:lnTo>
                <a:lnTo>
                  <a:pt x="254540" y="150113"/>
                </a:lnTo>
                <a:lnTo>
                  <a:pt x="303275" y="110621"/>
                </a:lnTo>
                <a:close/>
              </a:path>
              <a:path w="330835" h="300355">
                <a:moveTo>
                  <a:pt x="254540" y="150113"/>
                </a:moveTo>
                <a:lnTo>
                  <a:pt x="242315" y="140207"/>
                </a:lnTo>
                <a:lnTo>
                  <a:pt x="242315" y="160019"/>
                </a:lnTo>
                <a:lnTo>
                  <a:pt x="254540" y="150113"/>
                </a:lnTo>
                <a:close/>
              </a:path>
              <a:path w="330835" h="300355">
                <a:moveTo>
                  <a:pt x="330707" y="211835"/>
                </a:moveTo>
                <a:lnTo>
                  <a:pt x="254540" y="150113"/>
                </a:lnTo>
                <a:lnTo>
                  <a:pt x="242315" y="160019"/>
                </a:lnTo>
                <a:lnTo>
                  <a:pt x="242315" y="173578"/>
                </a:lnTo>
                <a:lnTo>
                  <a:pt x="293556" y="215984"/>
                </a:lnTo>
                <a:lnTo>
                  <a:pt x="301751" y="205739"/>
                </a:lnTo>
                <a:lnTo>
                  <a:pt x="303275" y="224027"/>
                </a:lnTo>
                <a:lnTo>
                  <a:pt x="303275" y="244982"/>
                </a:lnTo>
                <a:lnTo>
                  <a:pt x="330707" y="211835"/>
                </a:lnTo>
                <a:close/>
              </a:path>
              <a:path w="330835" h="300355">
                <a:moveTo>
                  <a:pt x="263651" y="28955"/>
                </a:moveTo>
                <a:lnTo>
                  <a:pt x="246887" y="25907"/>
                </a:lnTo>
                <a:lnTo>
                  <a:pt x="254981" y="36025"/>
                </a:lnTo>
                <a:lnTo>
                  <a:pt x="263651" y="28955"/>
                </a:lnTo>
                <a:close/>
              </a:path>
              <a:path w="330835" h="300355">
                <a:moveTo>
                  <a:pt x="254981" y="36025"/>
                </a:moveTo>
                <a:lnTo>
                  <a:pt x="246887" y="25907"/>
                </a:lnTo>
                <a:lnTo>
                  <a:pt x="246887" y="42625"/>
                </a:lnTo>
                <a:lnTo>
                  <a:pt x="254981" y="36025"/>
                </a:lnTo>
                <a:close/>
              </a:path>
              <a:path w="330835" h="300355">
                <a:moveTo>
                  <a:pt x="263651" y="271271"/>
                </a:moveTo>
                <a:lnTo>
                  <a:pt x="254981" y="264202"/>
                </a:lnTo>
                <a:lnTo>
                  <a:pt x="246887" y="274319"/>
                </a:lnTo>
                <a:lnTo>
                  <a:pt x="263651" y="271271"/>
                </a:lnTo>
                <a:close/>
              </a:path>
              <a:path w="330835" h="300355">
                <a:moveTo>
                  <a:pt x="263651" y="292861"/>
                </a:moveTo>
                <a:lnTo>
                  <a:pt x="263651" y="271271"/>
                </a:lnTo>
                <a:lnTo>
                  <a:pt x="246887" y="274319"/>
                </a:lnTo>
                <a:lnTo>
                  <a:pt x="246887" y="291337"/>
                </a:lnTo>
                <a:lnTo>
                  <a:pt x="257555" y="300227"/>
                </a:lnTo>
                <a:lnTo>
                  <a:pt x="263651" y="292861"/>
                </a:lnTo>
                <a:close/>
              </a:path>
              <a:path w="330835" h="300355">
                <a:moveTo>
                  <a:pt x="263651" y="46862"/>
                </a:moveTo>
                <a:lnTo>
                  <a:pt x="263651" y="28955"/>
                </a:lnTo>
                <a:lnTo>
                  <a:pt x="254981" y="36025"/>
                </a:lnTo>
                <a:lnTo>
                  <a:pt x="263651" y="46862"/>
                </a:lnTo>
                <a:close/>
              </a:path>
              <a:path w="330835" h="300355">
                <a:moveTo>
                  <a:pt x="303275" y="244982"/>
                </a:moveTo>
                <a:lnTo>
                  <a:pt x="303275" y="224027"/>
                </a:lnTo>
                <a:lnTo>
                  <a:pt x="293556" y="215984"/>
                </a:lnTo>
                <a:lnTo>
                  <a:pt x="254981" y="264202"/>
                </a:lnTo>
                <a:lnTo>
                  <a:pt x="263651" y="271271"/>
                </a:lnTo>
                <a:lnTo>
                  <a:pt x="263651" y="292861"/>
                </a:lnTo>
                <a:lnTo>
                  <a:pt x="303275" y="244982"/>
                </a:lnTo>
                <a:close/>
              </a:path>
              <a:path w="330835" h="300355">
                <a:moveTo>
                  <a:pt x="303275" y="224027"/>
                </a:moveTo>
                <a:lnTo>
                  <a:pt x="301751" y="205739"/>
                </a:lnTo>
                <a:lnTo>
                  <a:pt x="293556" y="215984"/>
                </a:lnTo>
                <a:lnTo>
                  <a:pt x="303275" y="224027"/>
                </a:lnTo>
                <a:close/>
              </a:path>
              <a:path w="330835" h="300355">
                <a:moveTo>
                  <a:pt x="303275" y="77723"/>
                </a:moveTo>
                <a:lnTo>
                  <a:pt x="294290" y="85160"/>
                </a:lnTo>
                <a:lnTo>
                  <a:pt x="301751" y="94487"/>
                </a:lnTo>
                <a:lnTo>
                  <a:pt x="303275" y="7772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580190" y="3224783"/>
            <a:ext cx="292735" cy="264160"/>
          </a:xfrm>
          <a:custGeom>
            <a:avLst/>
            <a:gdLst/>
            <a:ahLst/>
            <a:cxnLst/>
            <a:rect l="l" t="t" r="r" b="b"/>
            <a:pathLst>
              <a:path w="292734" h="264160">
                <a:moveTo>
                  <a:pt x="292607" y="68579"/>
                </a:moveTo>
                <a:lnTo>
                  <a:pt x="237743" y="0"/>
                </a:lnTo>
                <a:lnTo>
                  <a:pt x="146303" y="74675"/>
                </a:lnTo>
                <a:lnTo>
                  <a:pt x="54863" y="0"/>
                </a:lnTo>
                <a:lnTo>
                  <a:pt x="0" y="68579"/>
                </a:lnTo>
                <a:lnTo>
                  <a:pt x="76199" y="132587"/>
                </a:lnTo>
                <a:lnTo>
                  <a:pt x="76199" y="246227"/>
                </a:lnTo>
                <a:lnTo>
                  <a:pt x="146303" y="188975"/>
                </a:lnTo>
                <a:lnTo>
                  <a:pt x="216407" y="246227"/>
                </a:lnTo>
                <a:lnTo>
                  <a:pt x="216407" y="132587"/>
                </a:lnTo>
                <a:lnTo>
                  <a:pt x="292607" y="68579"/>
                </a:lnTo>
                <a:close/>
              </a:path>
              <a:path w="292734" h="264160">
                <a:moveTo>
                  <a:pt x="76199" y="246227"/>
                </a:moveTo>
                <a:lnTo>
                  <a:pt x="76199" y="132587"/>
                </a:lnTo>
                <a:lnTo>
                  <a:pt x="0" y="195071"/>
                </a:lnTo>
                <a:lnTo>
                  <a:pt x="54863" y="263651"/>
                </a:lnTo>
                <a:lnTo>
                  <a:pt x="76199" y="246227"/>
                </a:lnTo>
                <a:close/>
              </a:path>
              <a:path w="292734" h="264160">
                <a:moveTo>
                  <a:pt x="292607" y="195071"/>
                </a:moveTo>
                <a:lnTo>
                  <a:pt x="216407" y="132587"/>
                </a:lnTo>
                <a:lnTo>
                  <a:pt x="216407" y="246227"/>
                </a:lnTo>
                <a:lnTo>
                  <a:pt x="237743" y="263651"/>
                </a:lnTo>
                <a:lnTo>
                  <a:pt x="292607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561902" y="3206496"/>
            <a:ext cx="329565" cy="300355"/>
          </a:xfrm>
          <a:custGeom>
            <a:avLst/>
            <a:gdLst/>
            <a:ahLst/>
            <a:cxnLst/>
            <a:rect l="l" t="t" r="r" b="b"/>
            <a:pathLst>
              <a:path w="329565" h="300354">
                <a:moveTo>
                  <a:pt x="164591" y="77469"/>
                </a:moveTo>
                <a:lnTo>
                  <a:pt x="71627" y="0"/>
                </a:lnTo>
                <a:lnTo>
                  <a:pt x="0" y="88391"/>
                </a:lnTo>
                <a:lnTo>
                  <a:pt x="25907" y="109754"/>
                </a:lnTo>
                <a:lnTo>
                  <a:pt x="25907" y="77723"/>
                </a:lnTo>
                <a:lnTo>
                  <a:pt x="35017" y="85262"/>
                </a:lnTo>
                <a:lnTo>
                  <a:pt x="65531" y="48150"/>
                </a:lnTo>
                <a:lnTo>
                  <a:pt x="65531" y="28955"/>
                </a:lnTo>
                <a:lnTo>
                  <a:pt x="83819" y="25907"/>
                </a:lnTo>
                <a:lnTo>
                  <a:pt x="83819" y="43867"/>
                </a:lnTo>
                <a:lnTo>
                  <a:pt x="156971" y="103514"/>
                </a:lnTo>
                <a:lnTo>
                  <a:pt x="156971" y="83819"/>
                </a:lnTo>
                <a:lnTo>
                  <a:pt x="164591" y="77469"/>
                </a:lnTo>
                <a:close/>
              </a:path>
              <a:path w="329565" h="300354">
                <a:moveTo>
                  <a:pt x="86867" y="173578"/>
                </a:moveTo>
                <a:lnTo>
                  <a:pt x="86867" y="160019"/>
                </a:lnTo>
                <a:lnTo>
                  <a:pt x="74854" y="150113"/>
                </a:lnTo>
                <a:lnTo>
                  <a:pt x="0" y="211835"/>
                </a:lnTo>
                <a:lnTo>
                  <a:pt x="25907" y="243807"/>
                </a:lnTo>
                <a:lnTo>
                  <a:pt x="25907" y="224027"/>
                </a:lnTo>
                <a:lnTo>
                  <a:pt x="27431" y="205739"/>
                </a:lnTo>
                <a:lnTo>
                  <a:pt x="35762" y="215872"/>
                </a:lnTo>
                <a:lnTo>
                  <a:pt x="86867" y="173578"/>
                </a:lnTo>
                <a:close/>
              </a:path>
              <a:path w="329565" h="300354">
                <a:moveTo>
                  <a:pt x="35017" y="85262"/>
                </a:moveTo>
                <a:lnTo>
                  <a:pt x="25907" y="77723"/>
                </a:lnTo>
                <a:lnTo>
                  <a:pt x="27431" y="94487"/>
                </a:lnTo>
                <a:lnTo>
                  <a:pt x="35017" y="85262"/>
                </a:lnTo>
                <a:close/>
              </a:path>
              <a:path w="329565" h="300354">
                <a:moveTo>
                  <a:pt x="114299" y="150875"/>
                </a:moveTo>
                <a:lnTo>
                  <a:pt x="35017" y="85262"/>
                </a:lnTo>
                <a:lnTo>
                  <a:pt x="27431" y="94487"/>
                </a:lnTo>
                <a:lnTo>
                  <a:pt x="25907" y="77723"/>
                </a:lnTo>
                <a:lnTo>
                  <a:pt x="25907" y="109754"/>
                </a:lnTo>
                <a:lnTo>
                  <a:pt x="74854" y="150113"/>
                </a:lnTo>
                <a:lnTo>
                  <a:pt x="86867" y="140207"/>
                </a:lnTo>
                <a:lnTo>
                  <a:pt x="86867" y="173578"/>
                </a:lnTo>
                <a:lnTo>
                  <a:pt x="114299" y="150875"/>
                </a:lnTo>
                <a:close/>
              </a:path>
              <a:path w="329565" h="300354">
                <a:moveTo>
                  <a:pt x="35762" y="215872"/>
                </a:moveTo>
                <a:lnTo>
                  <a:pt x="27431" y="205739"/>
                </a:lnTo>
                <a:lnTo>
                  <a:pt x="25907" y="224027"/>
                </a:lnTo>
                <a:lnTo>
                  <a:pt x="35762" y="215872"/>
                </a:lnTo>
                <a:close/>
              </a:path>
              <a:path w="329565" h="300354">
                <a:moveTo>
                  <a:pt x="74979" y="263568"/>
                </a:moveTo>
                <a:lnTo>
                  <a:pt x="35762" y="215872"/>
                </a:lnTo>
                <a:lnTo>
                  <a:pt x="25907" y="224027"/>
                </a:lnTo>
                <a:lnTo>
                  <a:pt x="25907" y="243807"/>
                </a:lnTo>
                <a:lnTo>
                  <a:pt x="65531" y="292705"/>
                </a:lnTo>
                <a:lnTo>
                  <a:pt x="65531" y="271271"/>
                </a:lnTo>
                <a:lnTo>
                  <a:pt x="74979" y="263568"/>
                </a:lnTo>
                <a:close/>
              </a:path>
              <a:path w="329565" h="300354">
                <a:moveTo>
                  <a:pt x="83819" y="25907"/>
                </a:moveTo>
                <a:lnTo>
                  <a:pt x="65531" y="28955"/>
                </a:lnTo>
                <a:lnTo>
                  <a:pt x="74979" y="36659"/>
                </a:lnTo>
                <a:lnTo>
                  <a:pt x="83819" y="25907"/>
                </a:lnTo>
                <a:close/>
              </a:path>
              <a:path w="329565" h="300354">
                <a:moveTo>
                  <a:pt x="74979" y="36659"/>
                </a:moveTo>
                <a:lnTo>
                  <a:pt x="65531" y="28955"/>
                </a:lnTo>
                <a:lnTo>
                  <a:pt x="65531" y="48150"/>
                </a:lnTo>
                <a:lnTo>
                  <a:pt x="74979" y="36659"/>
                </a:lnTo>
                <a:close/>
              </a:path>
              <a:path w="329565" h="300354">
                <a:moveTo>
                  <a:pt x="83819" y="274319"/>
                </a:moveTo>
                <a:lnTo>
                  <a:pt x="74979" y="263568"/>
                </a:lnTo>
                <a:lnTo>
                  <a:pt x="65531" y="271271"/>
                </a:lnTo>
                <a:lnTo>
                  <a:pt x="83819" y="274319"/>
                </a:lnTo>
                <a:close/>
              </a:path>
              <a:path w="329565" h="300354">
                <a:moveTo>
                  <a:pt x="83819" y="290067"/>
                </a:moveTo>
                <a:lnTo>
                  <a:pt x="83819" y="274319"/>
                </a:lnTo>
                <a:lnTo>
                  <a:pt x="65531" y="271271"/>
                </a:lnTo>
                <a:lnTo>
                  <a:pt x="65531" y="292705"/>
                </a:lnTo>
                <a:lnTo>
                  <a:pt x="71627" y="300227"/>
                </a:lnTo>
                <a:lnTo>
                  <a:pt x="83819" y="290067"/>
                </a:lnTo>
                <a:close/>
              </a:path>
              <a:path w="329565" h="300354">
                <a:moveTo>
                  <a:pt x="86867" y="160019"/>
                </a:moveTo>
                <a:lnTo>
                  <a:pt x="86867" y="140207"/>
                </a:lnTo>
                <a:lnTo>
                  <a:pt x="74854" y="150113"/>
                </a:lnTo>
                <a:lnTo>
                  <a:pt x="86867" y="160019"/>
                </a:lnTo>
                <a:close/>
              </a:path>
              <a:path w="329565" h="300354">
                <a:moveTo>
                  <a:pt x="83819" y="43867"/>
                </a:moveTo>
                <a:lnTo>
                  <a:pt x="83819" y="25907"/>
                </a:lnTo>
                <a:lnTo>
                  <a:pt x="74979" y="36659"/>
                </a:lnTo>
                <a:lnTo>
                  <a:pt x="83819" y="43867"/>
                </a:lnTo>
                <a:close/>
              </a:path>
              <a:path w="329565" h="300354">
                <a:moveTo>
                  <a:pt x="254204" y="263568"/>
                </a:moveTo>
                <a:lnTo>
                  <a:pt x="164591" y="190499"/>
                </a:lnTo>
                <a:lnTo>
                  <a:pt x="74979" y="263568"/>
                </a:lnTo>
                <a:lnTo>
                  <a:pt x="83819" y="274319"/>
                </a:lnTo>
                <a:lnTo>
                  <a:pt x="83819" y="290067"/>
                </a:lnTo>
                <a:lnTo>
                  <a:pt x="156971" y="229107"/>
                </a:lnTo>
                <a:lnTo>
                  <a:pt x="156971" y="216407"/>
                </a:lnTo>
                <a:lnTo>
                  <a:pt x="172211" y="216407"/>
                </a:lnTo>
                <a:lnTo>
                  <a:pt x="172211" y="229107"/>
                </a:lnTo>
                <a:lnTo>
                  <a:pt x="245363" y="290067"/>
                </a:lnTo>
                <a:lnTo>
                  <a:pt x="245363" y="274319"/>
                </a:lnTo>
                <a:lnTo>
                  <a:pt x="254204" y="263568"/>
                </a:lnTo>
                <a:close/>
              </a:path>
              <a:path w="329565" h="300354">
                <a:moveTo>
                  <a:pt x="172211" y="83819"/>
                </a:moveTo>
                <a:lnTo>
                  <a:pt x="164591" y="77469"/>
                </a:lnTo>
                <a:lnTo>
                  <a:pt x="156971" y="83819"/>
                </a:lnTo>
                <a:lnTo>
                  <a:pt x="172211" y="83819"/>
                </a:lnTo>
                <a:close/>
              </a:path>
              <a:path w="329565" h="300354">
                <a:moveTo>
                  <a:pt x="172211" y="103514"/>
                </a:moveTo>
                <a:lnTo>
                  <a:pt x="172211" y="83819"/>
                </a:lnTo>
                <a:lnTo>
                  <a:pt x="156971" y="83819"/>
                </a:lnTo>
                <a:lnTo>
                  <a:pt x="156971" y="103514"/>
                </a:lnTo>
                <a:lnTo>
                  <a:pt x="164591" y="109727"/>
                </a:lnTo>
                <a:lnTo>
                  <a:pt x="172211" y="103514"/>
                </a:lnTo>
                <a:close/>
              </a:path>
              <a:path w="329565" h="300354">
                <a:moveTo>
                  <a:pt x="172211" y="216407"/>
                </a:moveTo>
                <a:lnTo>
                  <a:pt x="156971" y="216407"/>
                </a:lnTo>
                <a:lnTo>
                  <a:pt x="164591" y="222757"/>
                </a:lnTo>
                <a:lnTo>
                  <a:pt x="172211" y="216407"/>
                </a:lnTo>
                <a:close/>
              </a:path>
              <a:path w="329565" h="300354">
                <a:moveTo>
                  <a:pt x="164591" y="222757"/>
                </a:moveTo>
                <a:lnTo>
                  <a:pt x="156971" y="216407"/>
                </a:lnTo>
                <a:lnTo>
                  <a:pt x="156971" y="229107"/>
                </a:lnTo>
                <a:lnTo>
                  <a:pt x="164591" y="222757"/>
                </a:lnTo>
                <a:close/>
              </a:path>
              <a:path w="329565" h="300354">
                <a:moveTo>
                  <a:pt x="329183" y="88391"/>
                </a:moveTo>
                <a:lnTo>
                  <a:pt x="257555" y="0"/>
                </a:lnTo>
                <a:lnTo>
                  <a:pt x="164591" y="77469"/>
                </a:lnTo>
                <a:lnTo>
                  <a:pt x="172211" y="83819"/>
                </a:lnTo>
                <a:lnTo>
                  <a:pt x="172211" y="103514"/>
                </a:lnTo>
                <a:lnTo>
                  <a:pt x="245363" y="43867"/>
                </a:lnTo>
                <a:lnTo>
                  <a:pt x="245363" y="25907"/>
                </a:lnTo>
                <a:lnTo>
                  <a:pt x="263651" y="28955"/>
                </a:lnTo>
                <a:lnTo>
                  <a:pt x="263651" y="48150"/>
                </a:lnTo>
                <a:lnTo>
                  <a:pt x="294103" y="85186"/>
                </a:lnTo>
                <a:lnTo>
                  <a:pt x="303275" y="77723"/>
                </a:lnTo>
                <a:lnTo>
                  <a:pt x="303275" y="109754"/>
                </a:lnTo>
                <a:lnTo>
                  <a:pt x="329183" y="88391"/>
                </a:lnTo>
                <a:close/>
              </a:path>
              <a:path w="329565" h="300354">
                <a:moveTo>
                  <a:pt x="172211" y="229107"/>
                </a:moveTo>
                <a:lnTo>
                  <a:pt x="172211" y="216407"/>
                </a:lnTo>
                <a:lnTo>
                  <a:pt x="164591" y="222757"/>
                </a:lnTo>
                <a:lnTo>
                  <a:pt x="172211" y="229107"/>
                </a:lnTo>
                <a:close/>
              </a:path>
              <a:path w="329565" h="300354">
                <a:moveTo>
                  <a:pt x="303275" y="109754"/>
                </a:moveTo>
                <a:lnTo>
                  <a:pt x="303275" y="77723"/>
                </a:lnTo>
                <a:lnTo>
                  <a:pt x="301751" y="94487"/>
                </a:lnTo>
                <a:lnTo>
                  <a:pt x="294103" y="85186"/>
                </a:lnTo>
                <a:lnTo>
                  <a:pt x="213359" y="150875"/>
                </a:lnTo>
                <a:lnTo>
                  <a:pt x="242315" y="174433"/>
                </a:lnTo>
                <a:lnTo>
                  <a:pt x="242315" y="140207"/>
                </a:lnTo>
                <a:lnTo>
                  <a:pt x="254329" y="150113"/>
                </a:lnTo>
                <a:lnTo>
                  <a:pt x="303275" y="109754"/>
                </a:lnTo>
                <a:close/>
              </a:path>
              <a:path w="329565" h="300354">
                <a:moveTo>
                  <a:pt x="254329" y="150113"/>
                </a:moveTo>
                <a:lnTo>
                  <a:pt x="242315" y="140207"/>
                </a:lnTo>
                <a:lnTo>
                  <a:pt x="242315" y="160019"/>
                </a:lnTo>
                <a:lnTo>
                  <a:pt x="254329" y="150113"/>
                </a:lnTo>
                <a:close/>
              </a:path>
              <a:path w="329565" h="300354">
                <a:moveTo>
                  <a:pt x="329183" y="211835"/>
                </a:moveTo>
                <a:lnTo>
                  <a:pt x="254329" y="150113"/>
                </a:lnTo>
                <a:lnTo>
                  <a:pt x="242315" y="160019"/>
                </a:lnTo>
                <a:lnTo>
                  <a:pt x="242315" y="174433"/>
                </a:lnTo>
                <a:lnTo>
                  <a:pt x="293352" y="215955"/>
                </a:lnTo>
                <a:lnTo>
                  <a:pt x="301751" y="205739"/>
                </a:lnTo>
                <a:lnTo>
                  <a:pt x="303275" y="224027"/>
                </a:lnTo>
                <a:lnTo>
                  <a:pt x="303275" y="243807"/>
                </a:lnTo>
                <a:lnTo>
                  <a:pt x="329183" y="211835"/>
                </a:lnTo>
                <a:close/>
              </a:path>
              <a:path w="329565" h="300354">
                <a:moveTo>
                  <a:pt x="263651" y="28955"/>
                </a:moveTo>
                <a:lnTo>
                  <a:pt x="245363" y="25907"/>
                </a:lnTo>
                <a:lnTo>
                  <a:pt x="254204" y="36659"/>
                </a:lnTo>
                <a:lnTo>
                  <a:pt x="263651" y="28955"/>
                </a:lnTo>
                <a:close/>
              </a:path>
              <a:path w="329565" h="300354">
                <a:moveTo>
                  <a:pt x="254204" y="36659"/>
                </a:moveTo>
                <a:lnTo>
                  <a:pt x="245363" y="25907"/>
                </a:lnTo>
                <a:lnTo>
                  <a:pt x="245363" y="43867"/>
                </a:lnTo>
                <a:lnTo>
                  <a:pt x="254204" y="36659"/>
                </a:lnTo>
                <a:close/>
              </a:path>
              <a:path w="329565" h="300354">
                <a:moveTo>
                  <a:pt x="263651" y="271271"/>
                </a:moveTo>
                <a:lnTo>
                  <a:pt x="254204" y="263568"/>
                </a:lnTo>
                <a:lnTo>
                  <a:pt x="245363" y="274319"/>
                </a:lnTo>
                <a:lnTo>
                  <a:pt x="263651" y="271271"/>
                </a:lnTo>
                <a:close/>
              </a:path>
              <a:path w="329565" h="300354">
                <a:moveTo>
                  <a:pt x="263651" y="292705"/>
                </a:moveTo>
                <a:lnTo>
                  <a:pt x="263651" y="271271"/>
                </a:lnTo>
                <a:lnTo>
                  <a:pt x="245363" y="274319"/>
                </a:lnTo>
                <a:lnTo>
                  <a:pt x="245363" y="290067"/>
                </a:lnTo>
                <a:lnTo>
                  <a:pt x="257555" y="300227"/>
                </a:lnTo>
                <a:lnTo>
                  <a:pt x="263651" y="292705"/>
                </a:lnTo>
                <a:close/>
              </a:path>
              <a:path w="329565" h="300354">
                <a:moveTo>
                  <a:pt x="263651" y="48150"/>
                </a:moveTo>
                <a:lnTo>
                  <a:pt x="263651" y="28955"/>
                </a:lnTo>
                <a:lnTo>
                  <a:pt x="254204" y="36659"/>
                </a:lnTo>
                <a:lnTo>
                  <a:pt x="263651" y="48150"/>
                </a:lnTo>
                <a:close/>
              </a:path>
              <a:path w="329565" h="300354">
                <a:moveTo>
                  <a:pt x="303275" y="243807"/>
                </a:moveTo>
                <a:lnTo>
                  <a:pt x="303275" y="224027"/>
                </a:lnTo>
                <a:lnTo>
                  <a:pt x="293352" y="215955"/>
                </a:lnTo>
                <a:lnTo>
                  <a:pt x="254204" y="263568"/>
                </a:lnTo>
                <a:lnTo>
                  <a:pt x="263651" y="271271"/>
                </a:lnTo>
                <a:lnTo>
                  <a:pt x="263651" y="292705"/>
                </a:lnTo>
                <a:lnTo>
                  <a:pt x="303275" y="243807"/>
                </a:lnTo>
                <a:close/>
              </a:path>
              <a:path w="329565" h="300354">
                <a:moveTo>
                  <a:pt x="303275" y="224027"/>
                </a:moveTo>
                <a:lnTo>
                  <a:pt x="301751" y="205739"/>
                </a:lnTo>
                <a:lnTo>
                  <a:pt x="293352" y="215955"/>
                </a:lnTo>
                <a:lnTo>
                  <a:pt x="303275" y="224027"/>
                </a:lnTo>
                <a:close/>
              </a:path>
              <a:path w="329565" h="300354">
                <a:moveTo>
                  <a:pt x="303275" y="77723"/>
                </a:moveTo>
                <a:lnTo>
                  <a:pt x="294103" y="85186"/>
                </a:lnTo>
                <a:lnTo>
                  <a:pt x="301751" y="94487"/>
                </a:lnTo>
                <a:lnTo>
                  <a:pt x="303275" y="7772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049081" y="3777995"/>
            <a:ext cx="5410200" cy="3154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25482" y="4311397"/>
            <a:ext cx="5334000" cy="261518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789490" y="5518403"/>
            <a:ext cx="788035" cy="318770"/>
          </a:xfrm>
          <a:custGeom>
            <a:avLst/>
            <a:gdLst/>
            <a:ahLst/>
            <a:cxnLst/>
            <a:rect l="l" t="t" r="r" b="b"/>
            <a:pathLst>
              <a:path w="788035" h="318770">
                <a:moveTo>
                  <a:pt x="57911" y="105155"/>
                </a:moveTo>
                <a:lnTo>
                  <a:pt x="42671" y="86867"/>
                </a:lnTo>
                <a:lnTo>
                  <a:pt x="33527" y="92963"/>
                </a:lnTo>
                <a:lnTo>
                  <a:pt x="25907" y="100583"/>
                </a:lnTo>
                <a:lnTo>
                  <a:pt x="13715" y="115823"/>
                </a:lnTo>
                <a:lnTo>
                  <a:pt x="9143" y="124967"/>
                </a:lnTo>
                <a:lnTo>
                  <a:pt x="4571" y="132587"/>
                </a:lnTo>
                <a:lnTo>
                  <a:pt x="3047" y="141731"/>
                </a:lnTo>
                <a:lnTo>
                  <a:pt x="0" y="150875"/>
                </a:lnTo>
                <a:lnTo>
                  <a:pt x="0" y="158495"/>
                </a:lnTo>
                <a:lnTo>
                  <a:pt x="12953" y="159257"/>
                </a:lnTo>
                <a:lnTo>
                  <a:pt x="25907" y="158495"/>
                </a:lnTo>
                <a:lnTo>
                  <a:pt x="25907" y="152399"/>
                </a:lnTo>
                <a:lnTo>
                  <a:pt x="27431" y="146303"/>
                </a:lnTo>
                <a:lnTo>
                  <a:pt x="28955" y="141731"/>
                </a:lnTo>
                <a:lnTo>
                  <a:pt x="35051" y="129539"/>
                </a:lnTo>
                <a:lnTo>
                  <a:pt x="39623" y="123443"/>
                </a:lnTo>
                <a:lnTo>
                  <a:pt x="57911" y="105155"/>
                </a:lnTo>
                <a:close/>
              </a:path>
              <a:path w="788035" h="318770">
                <a:moveTo>
                  <a:pt x="27431" y="169163"/>
                </a:moveTo>
                <a:lnTo>
                  <a:pt x="25907" y="164591"/>
                </a:lnTo>
                <a:lnTo>
                  <a:pt x="25907" y="160019"/>
                </a:lnTo>
                <a:lnTo>
                  <a:pt x="12953" y="159257"/>
                </a:lnTo>
                <a:lnTo>
                  <a:pt x="0" y="160019"/>
                </a:lnTo>
                <a:lnTo>
                  <a:pt x="1523" y="169163"/>
                </a:lnTo>
                <a:lnTo>
                  <a:pt x="1523" y="175259"/>
                </a:lnTo>
                <a:lnTo>
                  <a:pt x="27431" y="169163"/>
                </a:lnTo>
                <a:close/>
              </a:path>
              <a:path w="788035" h="318770">
                <a:moveTo>
                  <a:pt x="25907" y="160019"/>
                </a:moveTo>
                <a:lnTo>
                  <a:pt x="25907" y="158495"/>
                </a:lnTo>
                <a:lnTo>
                  <a:pt x="12953" y="159257"/>
                </a:lnTo>
                <a:lnTo>
                  <a:pt x="25907" y="160019"/>
                </a:lnTo>
                <a:close/>
              </a:path>
              <a:path w="788035" h="318770">
                <a:moveTo>
                  <a:pt x="144779" y="62483"/>
                </a:moveTo>
                <a:lnTo>
                  <a:pt x="137159" y="38099"/>
                </a:lnTo>
                <a:lnTo>
                  <a:pt x="132587" y="39623"/>
                </a:lnTo>
                <a:lnTo>
                  <a:pt x="120395" y="44195"/>
                </a:lnTo>
                <a:lnTo>
                  <a:pt x="106679" y="48767"/>
                </a:lnTo>
                <a:lnTo>
                  <a:pt x="82295" y="60959"/>
                </a:lnTo>
                <a:lnTo>
                  <a:pt x="71627" y="67055"/>
                </a:lnTo>
                <a:lnTo>
                  <a:pt x="64007" y="70103"/>
                </a:lnTo>
                <a:lnTo>
                  <a:pt x="77723" y="92963"/>
                </a:lnTo>
                <a:lnTo>
                  <a:pt x="83819" y="88391"/>
                </a:lnTo>
                <a:lnTo>
                  <a:pt x="94487" y="82295"/>
                </a:lnTo>
                <a:lnTo>
                  <a:pt x="105155" y="77723"/>
                </a:lnTo>
                <a:lnTo>
                  <a:pt x="117347" y="73151"/>
                </a:lnTo>
                <a:lnTo>
                  <a:pt x="129539" y="67055"/>
                </a:lnTo>
                <a:lnTo>
                  <a:pt x="141731" y="62483"/>
                </a:lnTo>
                <a:lnTo>
                  <a:pt x="144779" y="62483"/>
                </a:lnTo>
                <a:close/>
              </a:path>
              <a:path w="788035" h="318770">
                <a:moveTo>
                  <a:pt x="240791" y="38099"/>
                </a:moveTo>
                <a:lnTo>
                  <a:pt x="236219" y="13715"/>
                </a:lnTo>
                <a:lnTo>
                  <a:pt x="208787" y="18287"/>
                </a:lnTo>
                <a:lnTo>
                  <a:pt x="176783" y="25907"/>
                </a:lnTo>
                <a:lnTo>
                  <a:pt x="161543" y="30479"/>
                </a:lnTo>
                <a:lnTo>
                  <a:pt x="167639" y="54863"/>
                </a:lnTo>
                <a:lnTo>
                  <a:pt x="184403" y="50291"/>
                </a:lnTo>
                <a:lnTo>
                  <a:pt x="214883" y="42671"/>
                </a:lnTo>
                <a:lnTo>
                  <a:pt x="240791" y="38099"/>
                </a:lnTo>
                <a:close/>
              </a:path>
              <a:path w="788035" h="318770">
                <a:moveTo>
                  <a:pt x="341375" y="27431"/>
                </a:moveTo>
                <a:lnTo>
                  <a:pt x="339851" y="1523"/>
                </a:lnTo>
                <a:lnTo>
                  <a:pt x="315467" y="3047"/>
                </a:lnTo>
                <a:lnTo>
                  <a:pt x="278891" y="7619"/>
                </a:lnTo>
                <a:lnTo>
                  <a:pt x="262127" y="9143"/>
                </a:lnTo>
                <a:lnTo>
                  <a:pt x="265175" y="35051"/>
                </a:lnTo>
                <a:lnTo>
                  <a:pt x="281939" y="32003"/>
                </a:lnTo>
                <a:lnTo>
                  <a:pt x="318515" y="28955"/>
                </a:lnTo>
                <a:lnTo>
                  <a:pt x="341375" y="27431"/>
                </a:lnTo>
                <a:close/>
              </a:path>
              <a:path w="788035" h="318770">
                <a:moveTo>
                  <a:pt x="393953" y="12953"/>
                </a:moveTo>
                <a:lnTo>
                  <a:pt x="393191" y="0"/>
                </a:lnTo>
                <a:lnTo>
                  <a:pt x="365759" y="1523"/>
                </a:lnTo>
                <a:lnTo>
                  <a:pt x="365759" y="25907"/>
                </a:lnTo>
                <a:lnTo>
                  <a:pt x="393191" y="25907"/>
                </a:lnTo>
                <a:lnTo>
                  <a:pt x="393953" y="12953"/>
                </a:lnTo>
                <a:close/>
              </a:path>
              <a:path w="788035" h="318770">
                <a:moveTo>
                  <a:pt x="394715" y="25907"/>
                </a:moveTo>
                <a:lnTo>
                  <a:pt x="393953" y="12953"/>
                </a:lnTo>
                <a:lnTo>
                  <a:pt x="393191" y="25907"/>
                </a:lnTo>
                <a:lnTo>
                  <a:pt x="394715" y="25907"/>
                </a:lnTo>
                <a:close/>
              </a:path>
              <a:path w="788035" h="318770">
                <a:moveTo>
                  <a:pt x="441959" y="1523"/>
                </a:moveTo>
                <a:lnTo>
                  <a:pt x="432815" y="1523"/>
                </a:lnTo>
                <a:lnTo>
                  <a:pt x="394715" y="0"/>
                </a:lnTo>
                <a:lnTo>
                  <a:pt x="393953" y="12953"/>
                </a:lnTo>
                <a:lnTo>
                  <a:pt x="394715" y="25907"/>
                </a:lnTo>
                <a:lnTo>
                  <a:pt x="432815" y="25907"/>
                </a:lnTo>
                <a:lnTo>
                  <a:pt x="440435" y="27431"/>
                </a:lnTo>
                <a:lnTo>
                  <a:pt x="441959" y="1523"/>
                </a:lnTo>
                <a:close/>
              </a:path>
              <a:path w="788035" h="318770">
                <a:moveTo>
                  <a:pt x="544067" y="12191"/>
                </a:moveTo>
                <a:lnTo>
                  <a:pt x="509015" y="6095"/>
                </a:lnTo>
                <a:lnTo>
                  <a:pt x="470915" y="3047"/>
                </a:lnTo>
                <a:lnTo>
                  <a:pt x="467867" y="3047"/>
                </a:lnTo>
                <a:lnTo>
                  <a:pt x="466343" y="28955"/>
                </a:lnTo>
                <a:lnTo>
                  <a:pt x="469391" y="28955"/>
                </a:lnTo>
                <a:lnTo>
                  <a:pt x="505967" y="32003"/>
                </a:lnTo>
                <a:lnTo>
                  <a:pt x="541019" y="36575"/>
                </a:lnTo>
                <a:lnTo>
                  <a:pt x="544067" y="12191"/>
                </a:lnTo>
                <a:close/>
              </a:path>
              <a:path w="788035" h="318770">
                <a:moveTo>
                  <a:pt x="644651" y="36575"/>
                </a:moveTo>
                <a:lnTo>
                  <a:pt x="640079" y="33527"/>
                </a:lnTo>
                <a:lnTo>
                  <a:pt x="609599" y="25907"/>
                </a:lnTo>
                <a:lnTo>
                  <a:pt x="577595" y="18287"/>
                </a:lnTo>
                <a:lnTo>
                  <a:pt x="569975" y="16763"/>
                </a:lnTo>
                <a:lnTo>
                  <a:pt x="565403" y="41147"/>
                </a:lnTo>
                <a:lnTo>
                  <a:pt x="573023" y="42671"/>
                </a:lnTo>
                <a:lnTo>
                  <a:pt x="603503" y="50291"/>
                </a:lnTo>
                <a:lnTo>
                  <a:pt x="632459" y="57911"/>
                </a:lnTo>
                <a:lnTo>
                  <a:pt x="637031" y="59435"/>
                </a:lnTo>
                <a:lnTo>
                  <a:pt x="644651" y="36575"/>
                </a:lnTo>
                <a:close/>
              </a:path>
              <a:path w="788035" h="318770">
                <a:moveTo>
                  <a:pt x="739139" y="82295"/>
                </a:moveTo>
                <a:lnTo>
                  <a:pt x="736091" y="79247"/>
                </a:lnTo>
                <a:lnTo>
                  <a:pt x="726947" y="73151"/>
                </a:lnTo>
                <a:lnTo>
                  <a:pt x="716279" y="67055"/>
                </a:lnTo>
                <a:lnTo>
                  <a:pt x="704087" y="60959"/>
                </a:lnTo>
                <a:lnTo>
                  <a:pt x="693419" y="54863"/>
                </a:lnTo>
                <a:lnTo>
                  <a:pt x="681227" y="48767"/>
                </a:lnTo>
                <a:lnTo>
                  <a:pt x="670559" y="44195"/>
                </a:lnTo>
                <a:lnTo>
                  <a:pt x="659891" y="68579"/>
                </a:lnTo>
                <a:lnTo>
                  <a:pt x="670559" y="73151"/>
                </a:lnTo>
                <a:lnTo>
                  <a:pt x="682751" y="77723"/>
                </a:lnTo>
                <a:lnTo>
                  <a:pt x="693419" y="83819"/>
                </a:lnTo>
                <a:lnTo>
                  <a:pt x="704087" y="88391"/>
                </a:lnTo>
                <a:lnTo>
                  <a:pt x="722375" y="100583"/>
                </a:lnTo>
                <a:lnTo>
                  <a:pt x="725423" y="102107"/>
                </a:lnTo>
                <a:lnTo>
                  <a:pt x="739139" y="82295"/>
                </a:lnTo>
                <a:close/>
              </a:path>
              <a:path w="788035" h="318770">
                <a:moveTo>
                  <a:pt x="787907" y="158495"/>
                </a:moveTo>
                <a:lnTo>
                  <a:pt x="784859" y="140207"/>
                </a:lnTo>
                <a:lnTo>
                  <a:pt x="781811" y="131063"/>
                </a:lnTo>
                <a:lnTo>
                  <a:pt x="778763" y="123443"/>
                </a:lnTo>
                <a:lnTo>
                  <a:pt x="760475" y="100583"/>
                </a:lnTo>
                <a:lnTo>
                  <a:pt x="760475" y="99059"/>
                </a:lnTo>
                <a:lnTo>
                  <a:pt x="742187" y="117347"/>
                </a:lnTo>
                <a:lnTo>
                  <a:pt x="742187" y="118871"/>
                </a:lnTo>
                <a:lnTo>
                  <a:pt x="748283" y="124967"/>
                </a:lnTo>
                <a:lnTo>
                  <a:pt x="752855" y="131063"/>
                </a:lnTo>
                <a:lnTo>
                  <a:pt x="755903" y="137159"/>
                </a:lnTo>
                <a:lnTo>
                  <a:pt x="758951" y="141731"/>
                </a:lnTo>
                <a:lnTo>
                  <a:pt x="761999" y="153923"/>
                </a:lnTo>
                <a:lnTo>
                  <a:pt x="761999" y="158495"/>
                </a:lnTo>
                <a:lnTo>
                  <a:pt x="774953" y="159257"/>
                </a:lnTo>
                <a:lnTo>
                  <a:pt x="787907" y="158495"/>
                </a:lnTo>
                <a:close/>
              </a:path>
              <a:path w="788035" h="318770">
                <a:moveTo>
                  <a:pt x="787907" y="160019"/>
                </a:moveTo>
                <a:lnTo>
                  <a:pt x="774953" y="159257"/>
                </a:lnTo>
                <a:lnTo>
                  <a:pt x="761999" y="160019"/>
                </a:lnTo>
                <a:lnTo>
                  <a:pt x="761999" y="166115"/>
                </a:lnTo>
                <a:lnTo>
                  <a:pt x="760475" y="172211"/>
                </a:lnTo>
                <a:lnTo>
                  <a:pt x="758951" y="173735"/>
                </a:lnTo>
                <a:lnTo>
                  <a:pt x="783335" y="181355"/>
                </a:lnTo>
                <a:lnTo>
                  <a:pt x="784859" y="176783"/>
                </a:lnTo>
                <a:lnTo>
                  <a:pt x="786383" y="167639"/>
                </a:lnTo>
                <a:lnTo>
                  <a:pt x="787907" y="160019"/>
                </a:lnTo>
                <a:close/>
              </a:path>
              <a:path w="788035" h="318770">
                <a:moveTo>
                  <a:pt x="774953" y="159257"/>
                </a:moveTo>
                <a:lnTo>
                  <a:pt x="761999" y="158495"/>
                </a:lnTo>
                <a:lnTo>
                  <a:pt x="761999" y="160019"/>
                </a:lnTo>
                <a:lnTo>
                  <a:pt x="774953" y="159257"/>
                </a:lnTo>
                <a:close/>
              </a:path>
              <a:path w="788035" h="318770">
                <a:moveTo>
                  <a:pt x="769619" y="207263"/>
                </a:moveTo>
                <a:lnTo>
                  <a:pt x="749807" y="192023"/>
                </a:lnTo>
                <a:lnTo>
                  <a:pt x="748283" y="195071"/>
                </a:lnTo>
                <a:lnTo>
                  <a:pt x="736091" y="207263"/>
                </a:lnTo>
                <a:lnTo>
                  <a:pt x="720851" y="219455"/>
                </a:lnTo>
                <a:lnTo>
                  <a:pt x="713231" y="224027"/>
                </a:lnTo>
                <a:lnTo>
                  <a:pt x="702563" y="230123"/>
                </a:lnTo>
                <a:lnTo>
                  <a:pt x="693419" y="234695"/>
                </a:lnTo>
                <a:lnTo>
                  <a:pt x="705611" y="257555"/>
                </a:lnTo>
                <a:lnTo>
                  <a:pt x="745235" y="233171"/>
                </a:lnTo>
                <a:lnTo>
                  <a:pt x="768095" y="210311"/>
                </a:lnTo>
                <a:lnTo>
                  <a:pt x="769619" y="207263"/>
                </a:lnTo>
                <a:close/>
              </a:path>
              <a:path w="788035" h="318770">
                <a:moveTo>
                  <a:pt x="682751" y="269747"/>
                </a:moveTo>
                <a:lnTo>
                  <a:pt x="672083" y="245363"/>
                </a:lnTo>
                <a:lnTo>
                  <a:pt x="670559" y="246887"/>
                </a:lnTo>
                <a:lnTo>
                  <a:pt x="646175" y="256031"/>
                </a:lnTo>
                <a:lnTo>
                  <a:pt x="632459" y="260603"/>
                </a:lnTo>
                <a:lnTo>
                  <a:pt x="603503" y="268223"/>
                </a:lnTo>
                <a:lnTo>
                  <a:pt x="601979" y="268223"/>
                </a:lnTo>
                <a:lnTo>
                  <a:pt x="608075" y="294131"/>
                </a:lnTo>
                <a:lnTo>
                  <a:pt x="611123" y="292607"/>
                </a:lnTo>
                <a:lnTo>
                  <a:pt x="640079" y="284987"/>
                </a:lnTo>
                <a:lnTo>
                  <a:pt x="653795" y="280415"/>
                </a:lnTo>
                <a:lnTo>
                  <a:pt x="667511" y="274319"/>
                </a:lnTo>
                <a:lnTo>
                  <a:pt x="681227" y="269747"/>
                </a:lnTo>
                <a:lnTo>
                  <a:pt x="682751" y="269747"/>
                </a:lnTo>
                <a:close/>
              </a:path>
              <a:path w="788035" h="318770">
                <a:moveTo>
                  <a:pt x="583691" y="300227"/>
                </a:moveTo>
                <a:lnTo>
                  <a:pt x="577595" y="274319"/>
                </a:lnTo>
                <a:lnTo>
                  <a:pt x="573023" y="275843"/>
                </a:lnTo>
                <a:lnTo>
                  <a:pt x="539495" y="281939"/>
                </a:lnTo>
                <a:lnTo>
                  <a:pt x="505967" y="286511"/>
                </a:lnTo>
                <a:lnTo>
                  <a:pt x="504443" y="286511"/>
                </a:lnTo>
                <a:lnTo>
                  <a:pt x="505967" y="312419"/>
                </a:lnTo>
                <a:lnTo>
                  <a:pt x="509015" y="312419"/>
                </a:lnTo>
                <a:lnTo>
                  <a:pt x="579119" y="300227"/>
                </a:lnTo>
                <a:lnTo>
                  <a:pt x="583691" y="300227"/>
                </a:lnTo>
                <a:close/>
              </a:path>
              <a:path w="788035" h="318770">
                <a:moveTo>
                  <a:pt x="481583" y="313943"/>
                </a:moveTo>
                <a:lnTo>
                  <a:pt x="478535" y="289559"/>
                </a:lnTo>
                <a:lnTo>
                  <a:pt x="469391" y="289559"/>
                </a:lnTo>
                <a:lnTo>
                  <a:pt x="432815" y="292607"/>
                </a:lnTo>
                <a:lnTo>
                  <a:pt x="403859" y="292607"/>
                </a:lnTo>
                <a:lnTo>
                  <a:pt x="403859" y="318515"/>
                </a:lnTo>
                <a:lnTo>
                  <a:pt x="434339" y="318515"/>
                </a:lnTo>
                <a:lnTo>
                  <a:pt x="472439" y="315467"/>
                </a:lnTo>
                <a:lnTo>
                  <a:pt x="481583" y="313943"/>
                </a:lnTo>
                <a:close/>
              </a:path>
              <a:path w="788035" h="318770">
                <a:moveTo>
                  <a:pt x="377951" y="318515"/>
                </a:moveTo>
                <a:lnTo>
                  <a:pt x="377951" y="292607"/>
                </a:lnTo>
                <a:lnTo>
                  <a:pt x="355091" y="292607"/>
                </a:lnTo>
                <a:lnTo>
                  <a:pt x="318515" y="289559"/>
                </a:lnTo>
                <a:lnTo>
                  <a:pt x="303275" y="289559"/>
                </a:lnTo>
                <a:lnTo>
                  <a:pt x="300227" y="313943"/>
                </a:lnTo>
                <a:lnTo>
                  <a:pt x="316991" y="315467"/>
                </a:lnTo>
                <a:lnTo>
                  <a:pt x="355091" y="318515"/>
                </a:lnTo>
                <a:lnTo>
                  <a:pt x="377951" y="318515"/>
                </a:lnTo>
                <a:close/>
              </a:path>
              <a:path w="788035" h="318770">
                <a:moveTo>
                  <a:pt x="278891" y="286511"/>
                </a:moveTo>
                <a:lnTo>
                  <a:pt x="246887" y="281939"/>
                </a:lnTo>
                <a:lnTo>
                  <a:pt x="214883" y="275843"/>
                </a:lnTo>
                <a:lnTo>
                  <a:pt x="204215" y="272795"/>
                </a:lnTo>
                <a:lnTo>
                  <a:pt x="199643" y="298703"/>
                </a:lnTo>
                <a:lnTo>
                  <a:pt x="210311" y="300227"/>
                </a:lnTo>
                <a:lnTo>
                  <a:pt x="243839" y="306323"/>
                </a:lnTo>
                <a:lnTo>
                  <a:pt x="274319" y="310895"/>
                </a:lnTo>
                <a:lnTo>
                  <a:pt x="278891" y="286511"/>
                </a:lnTo>
                <a:close/>
              </a:path>
              <a:path w="788035" h="318770">
                <a:moveTo>
                  <a:pt x="181355" y="268223"/>
                </a:moveTo>
                <a:lnTo>
                  <a:pt x="155447" y="260603"/>
                </a:lnTo>
                <a:lnTo>
                  <a:pt x="141731" y="256031"/>
                </a:lnTo>
                <a:lnTo>
                  <a:pt x="129539" y="251459"/>
                </a:lnTo>
                <a:lnTo>
                  <a:pt x="115823" y="245363"/>
                </a:lnTo>
                <a:lnTo>
                  <a:pt x="109727" y="243839"/>
                </a:lnTo>
                <a:lnTo>
                  <a:pt x="100583" y="266699"/>
                </a:lnTo>
                <a:lnTo>
                  <a:pt x="106679" y="269747"/>
                </a:lnTo>
                <a:lnTo>
                  <a:pt x="120395" y="274319"/>
                </a:lnTo>
                <a:lnTo>
                  <a:pt x="134111" y="280415"/>
                </a:lnTo>
                <a:lnTo>
                  <a:pt x="147827" y="284987"/>
                </a:lnTo>
                <a:lnTo>
                  <a:pt x="173735" y="292607"/>
                </a:lnTo>
                <a:lnTo>
                  <a:pt x="181355" y="268223"/>
                </a:lnTo>
                <a:close/>
              </a:path>
              <a:path w="788035" h="318770">
                <a:moveTo>
                  <a:pt x="88391" y="233171"/>
                </a:moveTo>
                <a:lnTo>
                  <a:pt x="65531" y="217931"/>
                </a:lnTo>
                <a:lnTo>
                  <a:pt x="57911" y="213359"/>
                </a:lnTo>
                <a:lnTo>
                  <a:pt x="51815" y="207263"/>
                </a:lnTo>
                <a:lnTo>
                  <a:pt x="44195" y="201167"/>
                </a:lnTo>
                <a:lnTo>
                  <a:pt x="35051" y="188975"/>
                </a:lnTo>
                <a:lnTo>
                  <a:pt x="13715" y="201167"/>
                </a:lnTo>
                <a:lnTo>
                  <a:pt x="15239" y="204215"/>
                </a:lnTo>
                <a:lnTo>
                  <a:pt x="19811" y="211835"/>
                </a:lnTo>
                <a:lnTo>
                  <a:pt x="27431" y="219455"/>
                </a:lnTo>
                <a:lnTo>
                  <a:pt x="35051" y="225551"/>
                </a:lnTo>
                <a:lnTo>
                  <a:pt x="42671" y="233171"/>
                </a:lnTo>
                <a:lnTo>
                  <a:pt x="51815" y="239267"/>
                </a:lnTo>
                <a:lnTo>
                  <a:pt x="60959" y="246887"/>
                </a:lnTo>
                <a:lnTo>
                  <a:pt x="71627" y="252983"/>
                </a:lnTo>
                <a:lnTo>
                  <a:pt x="76199" y="254507"/>
                </a:lnTo>
                <a:lnTo>
                  <a:pt x="88391" y="23317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999801" y="4613148"/>
            <a:ext cx="654050" cy="321945"/>
          </a:xfrm>
          <a:custGeom>
            <a:avLst/>
            <a:gdLst/>
            <a:ahLst/>
            <a:cxnLst/>
            <a:rect l="l" t="t" r="r" b="b"/>
            <a:pathLst>
              <a:path w="654050" h="321945">
                <a:moveTo>
                  <a:pt x="54863" y="103631"/>
                </a:moveTo>
                <a:lnTo>
                  <a:pt x="38099" y="85343"/>
                </a:lnTo>
                <a:lnTo>
                  <a:pt x="35051" y="86867"/>
                </a:lnTo>
                <a:lnTo>
                  <a:pt x="27431" y="94487"/>
                </a:lnTo>
                <a:lnTo>
                  <a:pt x="4571" y="134111"/>
                </a:lnTo>
                <a:lnTo>
                  <a:pt x="0" y="152399"/>
                </a:lnTo>
                <a:lnTo>
                  <a:pt x="0" y="160019"/>
                </a:lnTo>
                <a:lnTo>
                  <a:pt x="12953" y="160781"/>
                </a:lnTo>
                <a:lnTo>
                  <a:pt x="25907" y="160019"/>
                </a:lnTo>
                <a:lnTo>
                  <a:pt x="25907" y="153923"/>
                </a:lnTo>
                <a:lnTo>
                  <a:pt x="28955" y="141731"/>
                </a:lnTo>
                <a:lnTo>
                  <a:pt x="38099" y="123443"/>
                </a:lnTo>
                <a:lnTo>
                  <a:pt x="47243" y="111251"/>
                </a:lnTo>
                <a:lnTo>
                  <a:pt x="54863" y="103631"/>
                </a:lnTo>
                <a:close/>
              </a:path>
              <a:path w="654050" h="321945">
                <a:moveTo>
                  <a:pt x="54863" y="217931"/>
                </a:moveTo>
                <a:lnTo>
                  <a:pt x="51815" y="214883"/>
                </a:lnTo>
                <a:lnTo>
                  <a:pt x="47243" y="208787"/>
                </a:lnTo>
                <a:lnTo>
                  <a:pt x="41147" y="202691"/>
                </a:lnTo>
                <a:lnTo>
                  <a:pt x="38099" y="196595"/>
                </a:lnTo>
                <a:lnTo>
                  <a:pt x="33527" y="190499"/>
                </a:lnTo>
                <a:lnTo>
                  <a:pt x="30479" y="184403"/>
                </a:lnTo>
                <a:lnTo>
                  <a:pt x="25907" y="166115"/>
                </a:lnTo>
                <a:lnTo>
                  <a:pt x="25907" y="161543"/>
                </a:lnTo>
                <a:lnTo>
                  <a:pt x="12953" y="160781"/>
                </a:lnTo>
                <a:lnTo>
                  <a:pt x="0" y="161543"/>
                </a:lnTo>
                <a:lnTo>
                  <a:pt x="1523" y="170687"/>
                </a:lnTo>
                <a:lnTo>
                  <a:pt x="3047" y="178307"/>
                </a:lnTo>
                <a:lnTo>
                  <a:pt x="4571" y="187451"/>
                </a:lnTo>
                <a:lnTo>
                  <a:pt x="7619" y="196595"/>
                </a:lnTo>
                <a:lnTo>
                  <a:pt x="16763" y="211835"/>
                </a:lnTo>
                <a:lnTo>
                  <a:pt x="35051" y="234695"/>
                </a:lnTo>
                <a:lnTo>
                  <a:pt x="38099" y="236219"/>
                </a:lnTo>
                <a:lnTo>
                  <a:pt x="54863" y="217931"/>
                </a:lnTo>
                <a:close/>
              </a:path>
              <a:path w="654050" h="321945">
                <a:moveTo>
                  <a:pt x="25907" y="161543"/>
                </a:moveTo>
                <a:lnTo>
                  <a:pt x="25907" y="160019"/>
                </a:lnTo>
                <a:lnTo>
                  <a:pt x="12953" y="160781"/>
                </a:lnTo>
                <a:lnTo>
                  <a:pt x="25907" y="161543"/>
                </a:lnTo>
                <a:close/>
              </a:path>
              <a:path w="654050" h="321945">
                <a:moveTo>
                  <a:pt x="137159" y="56387"/>
                </a:moveTo>
                <a:lnTo>
                  <a:pt x="129539" y="32003"/>
                </a:lnTo>
                <a:lnTo>
                  <a:pt x="99059" y="44195"/>
                </a:lnTo>
                <a:lnTo>
                  <a:pt x="77723" y="54863"/>
                </a:lnTo>
                <a:lnTo>
                  <a:pt x="59435" y="67055"/>
                </a:lnTo>
                <a:lnTo>
                  <a:pt x="57911" y="68579"/>
                </a:lnTo>
                <a:lnTo>
                  <a:pt x="73151" y="88391"/>
                </a:lnTo>
                <a:lnTo>
                  <a:pt x="74675" y="88391"/>
                </a:lnTo>
                <a:lnTo>
                  <a:pt x="82295" y="82295"/>
                </a:lnTo>
                <a:lnTo>
                  <a:pt x="91439" y="77723"/>
                </a:lnTo>
                <a:lnTo>
                  <a:pt x="111251" y="67055"/>
                </a:lnTo>
                <a:lnTo>
                  <a:pt x="132587" y="57911"/>
                </a:lnTo>
                <a:lnTo>
                  <a:pt x="137159" y="56387"/>
                </a:lnTo>
                <a:close/>
              </a:path>
              <a:path w="654050" h="321945">
                <a:moveTo>
                  <a:pt x="234695" y="32003"/>
                </a:moveTo>
                <a:lnTo>
                  <a:pt x="230123" y="6095"/>
                </a:lnTo>
                <a:lnTo>
                  <a:pt x="201167" y="12191"/>
                </a:lnTo>
                <a:lnTo>
                  <a:pt x="173735" y="18287"/>
                </a:lnTo>
                <a:lnTo>
                  <a:pt x="153923" y="24383"/>
                </a:lnTo>
                <a:lnTo>
                  <a:pt x="161543" y="48767"/>
                </a:lnTo>
                <a:lnTo>
                  <a:pt x="181355" y="42671"/>
                </a:lnTo>
                <a:lnTo>
                  <a:pt x="207263" y="36575"/>
                </a:lnTo>
                <a:lnTo>
                  <a:pt x="234695" y="32003"/>
                </a:lnTo>
                <a:close/>
              </a:path>
              <a:path w="654050" h="321945">
                <a:moveTo>
                  <a:pt x="326897" y="12191"/>
                </a:moveTo>
                <a:lnTo>
                  <a:pt x="326135" y="0"/>
                </a:lnTo>
                <a:lnTo>
                  <a:pt x="294131" y="0"/>
                </a:lnTo>
                <a:lnTo>
                  <a:pt x="262127" y="3047"/>
                </a:lnTo>
                <a:lnTo>
                  <a:pt x="256031" y="3047"/>
                </a:lnTo>
                <a:lnTo>
                  <a:pt x="259079" y="28955"/>
                </a:lnTo>
                <a:lnTo>
                  <a:pt x="265175" y="27431"/>
                </a:lnTo>
                <a:lnTo>
                  <a:pt x="295655" y="25907"/>
                </a:lnTo>
                <a:lnTo>
                  <a:pt x="326135" y="24456"/>
                </a:lnTo>
                <a:lnTo>
                  <a:pt x="326897" y="12191"/>
                </a:lnTo>
                <a:close/>
              </a:path>
              <a:path w="654050" h="321945">
                <a:moveTo>
                  <a:pt x="327659" y="24383"/>
                </a:moveTo>
                <a:lnTo>
                  <a:pt x="326897" y="12191"/>
                </a:lnTo>
                <a:lnTo>
                  <a:pt x="326135" y="24383"/>
                </a:lnTo>
                <a:lnTo>
                  <a:pt x="326379" y="24444"/>
                </a:lnTo>
                <a:lnTo>
                  <a:pt x="327659" y="24383"/>
                </a:lnTo>
                <a:close/>
              </a:path>
              <a:path w="654050" h="321945">
                <a:moveTo>
                  <a:pt x="326379" y="24444"/>
                </a:moveTo>
                <a:lnTo>
                  <a:pt x="326135" y="24383"/>
                </a:lnTo>
                <a:lnTo>
                  <a:pt x="326379" y="24444"/>
                </a:lnTo>
                <a:close/>
              </a:path>
              <a:path w="654050" h="321945">
                <a:moveTo>
                  <a:pt x="327659" y="24764"/>
                </a:moveTo>
                <a:lnTo>
                  <a:pt x="327659" y="24383"/>
                </a:lnTo>
                <a:lnTo>
                  <a:pt x="326379" y="24444"/>
                </a:lnTo>
                <a:lnTo>
                  <a:pt x="327659" y="24764"/>
                </a:lnTo>
                <a:close/>
              </a:path>
              <a:path w="654050" h="321945">
                <a:moveTo>
                  <a:pt x="333755" y="0"/>
                </a:moveTo>
                <a:lnTo>
                  <a:pt x="327659" y="0"/>
                </a:lnTo>
                <a:lnTo>
                  <a:pt x="326897" y="12191"/>
                </a:lnTo>
                <a:lnTo>
                  <a:pt x="327659" y="24383"/>
                </a:lnTo>
                <a:lnTo>
                  <a:pt x="327659" y="24764"/>
                </a:lnTo>
                <a:lnTo>
                  <a:pt x="332231" y="25907"/>
                </a:lnTo>
                <a:lnTo>
                  <a:pt x="333755" y="0"/>
                </a:lnTo>
                <a:close/>
              </a:path>
              <a:path w="654050" h="321945">
                <a:moveTo>
                  <a:pt x="435863" y="9143"/>
                </a:moveTo>
                <a:lnTo>
                  <a:pt x="422147" y="6095"/>
                </a:lnTo>
                <a:lnTo>
                  <a:pt x="391667" y="3047"/>
                </a:lnTo>
                <a:lnTo>
                  <a:pt x="359663" y="0"/>
                </a:lnTo>
                <a:lnTo>
                  <a:pt x="358139" y="25907"/>
                </a:lnTo>
                <a:lnTo>
                  <a:pt x="388619" y="27431"/>
                </a:lnTo>
                <a:lnTo>
                  <a:pt x="419099" y="32003"/>
                </a:lnTo>
                <a:lnTo>
                  <a:pt x="432815" y="33527"/>
                </a:lnTo>
                <a:lnTo>
                  <a:pt x="435863" y="9143"/>
                </a:lnTo>
                <a:close/>
              </a:path>
              <a:path w="654050" h="321945">
                <a:moveTo>
                  <a:pt x="536447" y="36575"/>
                </a:moveTo>
                <a:lnTo>
                  <a:pt x="530351" y="33527"/>
                </a:lnTo>
                <a:lnTo>
                  <a:pt x="505967" y="25907"/>
                </a:lnTo>
                <a:lnTo>
                  <a:pt x="480059" y="18287"/>
                </a:lnTo>
                <a:lnTo>
                  <a:pt x="461771" y="13715"/>
                </a:lnTo>
                <a:lnTo>
                  <a:pt x="455675" y="38099"/>
                </a:lnTo>
                <a:lnTo>
                  <a:pt x="473963" y="42671"/>
                </a:lnTo>
                <a:lnTo>
                  <a:pt x="522731" y="57911"/>
                </a:lnTo>
                <a:lnTo>
                  <a:pt x="527303" y="60959"/>
                </a:lnTo>
                <a:lnTo>
                  <a:pt x="536447" y="36575"/>
                </a:lnTo>
                <a:close/>
              </a:path>
              <a:path w="654050" h="321945">
                <a:moveTo>
                  <a:pt x="626363" y="94487"/>
                </a:moveTo>
                <a:lnTo>
                  <a:pt x="624839" y="94487"/>
                </a:lnTo>
                <a:lnTo>
                  <a:pt x="618743" y="86867"/>
                </a:lnTo>
                <a:lnTo>
                  <a:pt x="611123" y="80771"/>
                </a:lnTo>
                <a:lnTo>
                  <a:pt x="603503" y="73151"/>
                </a:lnTo>
                <a:lnTo>
                  <a:pt x="585215" y="60959"/>
                </a:lnTo>
                <a:lnTo>
                  <a:pt x="574547" y="54863"/>
                </a:lnTo>
                <a:lnTo>
                  <a:pt x="560831" y="47243"/>
                </a:lnTo>
                <a:lnTo>
                  <a:pt x="548639" y="70103"/>
                </a:lnTo>
                <a:lnTo>
                  <a:pt x="563879" y="77723"/>
                </a:lnTo>
                <a:lnTo>
                  <a:pt x="571499" y="82295"/>
                </a:lnTo>
                <a:lnTo>
                  <a:pt x="580643" y="88391"/>
                </a:lnTo>
                <a:lnTo>
                  <a:pt x="588263" y="94487"/>
                </a:lnTo>
                <a:lnTo>
                  <a:pt x="594359" y="99059"/>
                </a:lnTo>
                <a:lnTo>
                  <a:pt x="601979" y="105155"/>
                </a:lnTo>
                <a:lnTo>
                  <a:pt x="606551" y="111251"/>
                </a:lnTo>
                <a:lnTo>
                  <a:pt x="626363" y="94487"/>
                </a:lnTo>
                <a:close/>
              </a:path>
              <a:path w="654050" h="321945">
                <a:moveTo>
                  <a:pt x="653795" y="160019"/>
                </a:moveTo>
                <a:lnTo>
                  <a:pt x="650747" y="141731"/>
                </a:lnTo>
                <a:lnTo>
                  <a:pt x="649223" y="134111"/>
                </a:lnTo>
                <a:lnTo>
                  <a:pt x="646175" y="124967"/>
                </a:lnTo>
                <a:lnTo>
                  <a:pt x="643127" y="118871"/>
                </a:lnTo>
                <a:lnTo>
                  <a:pt x="620267" y="129539"/>
                </a:lnTo>
                <a:lnTo>
                  <a:pt x="623315" y="135635"/>
                </a:lnTo>
                <a:lnTo>
                  <a:pt x="624839" y="143255"/>
                </a:lnTo>
                <a:lnTo>
                  <a:pt x="627887" y="155447"/>
                </a:lnTo>
                <a:lnTo>
                  <a:pt x="627887" y="160019"/>
                </a:lnTo>
                <a:lnTo>
                  <a:pt x="640841" y="160781"/>
                </a:lnTo>
                <a:lnTo>
                  <a:pt x="653795" y="160019"/>
                </a:lnTo>
                <a:close/>
              </a:path>
              <a:path w="654050" h="321945">
                <a:moveTo>
                  <a:pt x="653795" y="169163"/>
                </a:moveTo>
                <a:lnTo>
                  <a:pt x="653795" y="161543"/>
                </a:lnTo>
                <a:lnTo>
                  <a:pt x="640841" y="160781"/>
                </a:lnTo>
                <a:lnTo>
                  <a:pt x="627887" y="161543"/>
                </a:lnTo>
                <a:lnTo>
                  <a:pt x="627887" y="167639"/>
                </a:lnTo>
                <a:lnTo>
                  <a:pt x="624839" y="179831"/>
                </a:lnTo>
                <a:lnTo>
                  <a:pt x="621791" y="185927"/>
                </a:lnTo>
                <a:lnTo>
                  <a:pt x="620267" y="192023"/>
                </a:lnTo>
                <a:lnTo>
                  <a:pt x="643127" y="202691"/>
                </a:lnTo>
                <a:lnTo>
                  <a:pt x="646175" y="195071"/>
                </a:lnTo>
                <a:lnTo>
                  <a:pt x="649223" y="185927"/>
                </a:lnTo>
                <a:lnTo>
                  <a:pt x="652271" y="178307"/>
                </a:lnTo>
                <a:lnTo>
                  <a:pt x="653795" y="169163"/>
                </a:lnTo>
                <a:close/>
              </a:path>
              <a:path w="654050" h="321945">
                <a:moveTo>
                  <a:pt x="640841" y="160781"/>
                </a:moveTo>
                <a:lnTo>
                  <a:pt x="627887" y="160019"/>
                </a:lnTo>
                <a:lnTo>
                  <a:pt x="627887" y="161543"/>
                </a:lnTo>
                <a:lnTo>
                  <a:pt x="640841" y="160781"/>
                </a:lnTo>
                <a:close/>
              </a:path>
              <a:path w="654050" h="321945">
                <a:moveTo>
                  <a:pt x="626363" y="225551"/>
                </a:moveTo>
                <a:lnTo>
                  <a:pt x="606551" y="210311"/>
                </a:lnTo>
                <a:lnTo>
                  <a:pt x="594359" y="222503"/>
                </a:lnTo>
                <a:lnTo>
                  <a:pt x="586739" y="227075"/>
                </a:lnTo>
                <a:lnTo>
                  <a:pt x="571499" y="239267"/>
                </a:lnTo>
                <a:lnTo>
                  <a:pt x="562355" y="243839"/>
                </a:lnTo>
                <a:lnTo>
                  <a:pt x="548639" y="251459"/>
                </a:lnTo>
                <a:lnTo>
                  <a:pt x="560831" y="272795"/>
                </a:lnTo>
                <a:lnTo>
                  <a:pt x="576071" y="265175"/>
                </a:lnTo>
                <a:lnTo>
                  <a:pt x="603503" y="246887"/>
                </a:lnTo>
                <a:lnTo>
                  <a:pt x="611123" y="240791"/>
                </a:lnTo>
                <a:lnTo>
                  <a:pt x="626363" y="225551"/>
                </a:lnTo>
                <a:close/>
              </a:path>
              <a:path w="654050" h="321945">
                <a:moveTo>
                  <a:pt x="536447" y="283463"/>
                </a:moveTo>
                <a:lnTo>
                  <a:pt x="527303" y="260603"/>
                </a:lnTo>
                <a:lnTo>
                  <a:pt x="521207" y="263651"/>
                </a:lnTo>
                <a:lnTo>
                  <a:pt x="498347" y="271271"/>
                </a:lnTo>
                <a:lnTo>
                  <a:pt x="472439" y="278891"/>
                </a:lnTo>
                <a:lnTo>
                  <a:pt x="455675" y="281939"/>
                </a:lnTo>
                <a:lnTo>
                  <a:pt x="461771" y="306323"/>
                </a:lnTo>
                <a:lnTo>
                  <a:pt x="480059" y="303275"/>
                </a:lnTo>
                <a:lnTo>
                  <a:pt x="505967" y="295655"/>
                </a:lnTo>
                <a:lnTo>
                  <a:pt x="531875" y="286511"/>
                </a:lnTo>
                <a:lnTo>
                  <a:pt x="536447" y="283463"/>
                </a:lnTo>
                <a:close/>
              </a:path>
              <a:path w="654050" h="321945">
                <a:moveTo>
                  <a:pt x="435863" y="312419"/>
                </a:moveTo>
                <a:lnTo>
                  <a:pt x="432815" y="286511"/>
                </a:lnTo>
                <a:lnTo>
                  <a:pt x="417575" y="289559"/>
                </a:lnTo>
                <a:lnTo>
                  <a:pt x="388619" y="292607"/>
                </a:lnTo>
                <a:lnTo>
                  <a:pt x="358139" y="295655"/>
                </a:lnTo>
                <a:lnTo>
                  <a:pt x="358139" y="320039"/>
                </a:lnTo>
                <a:lnTo>
                  <a:pt x="359663" y="320039"/>
                </a:lnTo>
                <a:lnTo>
                  <a:pt x="391667" y="318515"/>
                </a:lnTo>
                <a:lnTo>
                  <a:pt x="422147" y="313943"/>
                </a:lnTo>
                <a:lnTo>
                  <a:pt x="435863" y="312419"/>
                </a:lnTo>
                <a:close/>
              </a:path>
              <a:path w="654050" h="321945">
                <a:moveTo>
                  <a:pt x="326897" y="308609"/>
                </a:moveTo>
                <a:lnTo>
                  <a:pt x="326135" y="295655"/>
                </a:lnTo>
                <a:lnTo>
                  <a:pt x="295655" y="295655"/>
                </a:lnTo>
                <a:lnTo>
                  <a:pt x="265175" y="292607"/>
                </a:lnTo>
                <a:lnTo>
                  <a:pt x="259079" y="292607"/>
                </a:lnTo>
                <a:lnTo>
                  <a:pt x="256031" y="316991"/>
                </a:lnTo>
                <a:lnTo>
                  <a:pt x="262127" y="318515"/>
                </a:lnTo>
                <a:lnTo>
                  <a:pt x="326135" y="321563"/>
                </a:lnTo>
                <a:lnTo>
                  <a:pt x="326897" y="308609"/>
                </a:lnTo>
                <a:close/>
              </a:path>
              <a:path w="654050" h="321945">
                <a:moveTo>
                  <a:pt x="327659" y="295655"/>
                </a:moveTo>
                <a:lnTo>
                  <a:pt x="326135" y="295655"/>
                </a:lnTo>
                <a:lnTo>
                  <a:pt x="326897" y="308609"/>
                </a:lnTo>
                <a:lnTo>
                  <a:pt x="327659" y="295655"/>
                </a:lnTo>
                <a:close/>
              </a:path>
              <a:path w="654050" h="321945">
                <a:moveTo>
                  <a:pt x="333755" y="321563"/>
                </a:moveTo>
                <a:lnTo>
                  <a:pt x="332231" y="295655"/>
                </a:lnTo>
                <a:lnTo>
                  <a:pt x="327659" y="295655"/>
                </a:lnTo>
                <a:lnTo>
                  <a:pt x="326897" y="308609"/>
                </a:lnTo>
                <a:lnTo>
                  <a:pt x="327659" y="321563"/>
                </a:lnTo>
                <a:lnTo>
                  <a:pt x="333755" y="321563"/>
                </a:lnTo>
                <a:close/>
              </a:path>
              <a:path w="654050" h="321945">
                <a:moveTo>
                  <a:pt x="234695" y="289559"/>
                </a:moveTo>
                <a:lnTo>
                  <a:pt x="207263" y="284987"/>
                </a:lnTo>
                <a:lnTo>
                  <a:pt x="179831" y="278891"/>
                </a:lnTo>
                <a:lnTo>
                  <a:pt x="161543" y="272795"/>
                </a:lnTo>
                <a:lnTo>
                  <a:pt x="153923" y="297179"/>
                </a:lnTo>
                <a:lnTo>
                  <a:pt x="173735" y="303275"/>
                </a:lnTo>
                <a:lnTo>
                  <a:pt x="202691" y="309371"/>
                </a:lnTo>
                <a:lnTo>
                  <a:pt x="230123" y="313943"/>
                </a:lnTo>
                <a:lnTo>
                  <a:pt x="234695" y="289559"/>
                </a:lnTo>
                <a:close/>
              </a:path>
              <a:path w="654050" h="321945">
                <a:moveTo>
                  <a:pt x="137159" y="265175"/>
                </a:moveTo>
                <a:lnTo>
                  <a:pt x="131063" y="262127"/>
                </a:lnTo>
                <a:lnTo>
                  <a:pt x="109727" y="252983"/>
                </a:lnTo>
                <a:lnTo>
                  <a:pt x="89915" y="243839"/>
                </a:lnTo>
                <a:lnTo>
                  <a:pt x="82295" y="237743"/>
                </a:lnTo>
                <a:lnTo>
                  <a:pt x="73151" y="233171"/>
                </a:lnTo>
                <a:lnTo>
                  <a:pt x="73151" y="231647"/>
                </a:lnTo>
                <a:lnTo>
                  <a:pt x="57911" y="252983"/>
                </a:lnTo>
                <a:lnTo>
                  <a:pt x="59435" y="254507"/>
                </a:lnTo>
                <a:lnTo>
                  <a:pt x="68579" y="260603"/>
                </a:lnTo>
                <a:lnTo>
                  <a:pt x="79247" y="265175"/>
                </a:lnTo>
                <a:lnTo>
                  <a:pt x="100583" y="277367"/>
                </a:lnTo>
                <a:lnTo>
                  <a:pt x="123443" y="286511"/>
                </a:lnTo>
                <a:lnTo>
                  <a:pt x="129539" y="289559"/>
                </a:lnTo>
                <a:lnTo>
                  <a:pt x="137159" y="2651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828858" y="5137404"/>
            <a:ext cx="1290827" cy="109270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122990" y="6533389"/>
            <a:ext cx="597535" cy="405765"/>
          </a:xfrm>
          <a:custGeom>
            <a:avLst/>
            <a:gdLst/>
            <a:ahLst/>
            <a:cxnLst/>
            <a:rect l="l" t="t" r="r" b="b"/>
            <a:pathLst>
              <a:path w="597535" h="405765">
                <a:moveTo>
                  <a:pt x="45719" y="137159"/>
                </a:moveTo>
                <a:lnTo>
                  <a:pt x="22859" y="123443"/>
                </a:lnTo>
                <a:lnTo>
                  <a:pt x="18287" y="131063"/>
                </a:lnTo>
                <a:lnTo>
                  <a:pt x="13715" y="141731"/>
                </a:lnTo>
                <a:lnTo>
                  <a:pt x="10667" y="150875"/>
                </a:lnTo>
                <a:lnTo>
                  <a:pt x="6095" y="161543"/>
                </a:lnTo>
                <a:lnTo>
                  <a:pt x="3047" y="170687"/>
                </a:lnTo>
                <a:lnTo>
                  <a:pt x="0" y="192023"/>
                </a:lnTo>
                <a:lnTo>
                  <a:pt x="0" y="202691"/>
                </a:lnTo>
                <a:lnTo>
                  <a:pt x="25907" y="202691"/>
                </a:lnTo>
                <a:lnTo>
                  <a:pt x="25907" y="193547"/>
                </a:lnTo>
                <a:lnTo>
                  <a:pt x="27431" y="184403"/>
                </a:lnTo>
                <a:lnTo>
                  <a:pt x="28955" y="176783"/>
                </a:lnTo>
                <a:lnTo>
                  <a:pt x="30479" y="167639"/>
                </a:lnTo>
                <a:lnTo>
                  <a:pt x="33527" y="160019"/>
                </a:lnTo>
                <a:lnTo>
                  <a:pt x="38099" y="150875"/>
                </a:lnTo>
                <a:lnTo>
                  <a:pt x="41147" y="143255"/>
                </a:lnTo>
                <a:lnTo>
                  <a:pt x="45719" y="137159"/>
                </a:lnTo>
                <a:close/>
              </a:path>
              <a:path w="597535" h="405765">
                <a:moveTo>
                  <a:pt x="114299" y="73151"/>
                </a:moveTo>
                <a:lnTo>
                  <a:pt x="100583" y="50291"/>
                </a:lnTo>
                <a:lnTo>
                  <a:pt x="88391" y="57911"/>
                </a:lnTo>
                <a:lnTo>
                  <a:pt x="70103" y="71627"/>
                </a:lnTo>
                <a:lnTo>
                  <a:pt x="51815" y="88391"/>
                </a:lnTo>
                <a:lnTo>
                  <a:pt x="39623" y="102107"/>
                </a:lnTo>
                <a:lnTo>
                  <a:pt x="57911" y="118871"/>
                </a:lnTo>
                <a:lnTo>
                  <a:pt x="71627" y="105155"/>
                </a:lnTo>
                <a:lnTo>
                  <a:pt x="86867" y="91439"/>
                </a:lnTo>
                <a:lnTo>
                  <a:pt x="103631" y="77723"/>
                </a:lnTo>
                <a:lnTo>
                  <a:pt x="114299" y="73151"/>
                </a:lnTo>
                <a:close/>
              </a:path>
              <a:path w="597535" h="405765">
                <a:moveTo>
                  <a:pt x="204215" y="36575"/>
                </a:moveTo>
                <a:lnTo>
                  <a:pt x="198119" y="12191"/>
                </a:lnTo>
                <a:lnTo>
                  <a:pt x="182879" y="15239"/>
                </a:lnTo>
                <a:lnTo>
                  <a:pt x="156971" y="22859"/>
                </a:lnTo>
                <a:lnTo>
                  <a:pt x="132587" y="33527"/>
                </a:lnTo>
                <a:lnTo>
                  <a:pt x="123443" y="38099"/>
                </a:lnTo>
                <a:lnTo>
                  <a:pt x="135635" y="60959"/>
                </a:lnTo>
                <a:lnTo>
                  <a:pt x="144779" y="56387"/>
                </a:lnTo>
                <a:lnTo>
                  <a:pt x="167639" y="47243"/>
                </a:lnTo>
                <a:lnTo>
                  <a:pt x="192023" y="39623"/>
                </a:lnTo>
                <a:lnTo>
                  <a:pt x="204215" y="36575"/>
                </a:lnTo>
                <a:close/>
              </a:path>
              <a:path w="597535" h="405765">
                <a:moveTo>
                  <a:pt x="301751" y="24383"/>
                </a:moveTo>
                <a:lnTo>
                  <a:pt x="301751" y="0"/>
                </a:lnTo>
                <a:lnTo>
                  <a:pt x="268223" y="0"/>
                </a:lnTo>
                <a:lnTo>
                  <a:pt x="239267" y="3047"/>
                </a:lnTo>
                <a:lnTo>
                  <a:pt x="224027" y="6095"/>
                </a:lnTo>
                <a:lnTo>
                  <a:pt x="228599" y="32003"/>
                </a:lnTo>
                <a:lnTo>
                  <a:pt x="243839" y="28955"/>
                </a:lnTo>
                <a:lnTo>
                  <a:pt x="271271" y="25907"/>
                </a:lnTo>
                <a:lnTo>
                  <a:pt x="298703" y="24383"/>
                </a:lnTo>
                <a:lnTo>
                  <a:pt x="301751" y="24383"/>
                </a:lnTo>
                <a:close/>
              </a:path>
              <a:path w="597535" h="405765">
                <a:moveTo>
                  <a:pt x="405383" y="13715"/>
                </a:moveTo>
                <a:lnTo>
                  <a:pt x="385571" y="9143"/>
                </a:lnTo>
                <a:lnTo>
                  <a:pt x="358139" y="3047"/>
                </a:lnTo>
                <a:lnTo>
                  <a:pt x="327659" y="0"/>
                </a:lnTo>
                <a:lnTo>
                  <a:pt x="326135" y="25907"/>
                </a:lnTo>
                <a:lnTo>
                  <a:pt x="327659" y="25907"/>
                </a:lnTo>
                <a:lnTo>
                  <a:pt x="355091" y="28955"/>
                </a:lnTo>
                <a:lnTo>
                  <a:pt x="380999" y="33527"/>
                </a:lnTo>
                <a:lnTo>
                  <a:pt x="399287" y="38099"/>
                </a:lnTo>
                <a:lnTo>
                  <a:pt x="405383" y="13715"/>
                </a:lnTo>
                <a:close/>
              </a:path>
              <a:path w="597535" h="405765">
                <a:moveTo>
                  <a:pt x="501395" y="54863"/>
                </a:moveTo>
                <a:lnTo>
                  <a:pt x="486155" y="44195"/>
                </a:lnTo>
                <a:lnTo>
                  <a:pt x="463295" y="33527"/>
                </a:lnTo>
                <a:lnTo>
                  <a:pt x="438911" y="22859"/>
                </a:lnTo>
                <a:lnTo>
                  <a:pt x="431291" y="21335"/>
                </a:lnTo>
                <a:lnTo>
                  <a:pt x="422147" y="44195"/>
                </a:lnTo>
                <a:lnTo>
                  <a:pt x="431291" y="47243"/>
                </a:lnTo>
                <a:lnTo>
                  <a:pt x="454151" y="56387"/>
                </a:lnTo>
                <a:lnTo>
                  <a:pt x="473963" y="67055"/>
                </a:lnTo>
                <a:lnTo>
                  <a:pt x="489203" y="76199"/>
                </a:lnTo>
                <a:lnTo>
                  <a:pt x="501395" y="54863"/>
                </a:lnTo>
                <a:close/>
              </a:path>
              <a:path w="597535" h="405765">
                <a:moveTo>
                  <a:pt x="577595" y="129539"/>
                </a:moveTo>
                <a:lnTo>
                  <a:pt x="544067" y="86867"/>
                </a:lnTo>
                <a:lnTo>
                  <a:pt x="527303" y="71627"/>
                </a:lnTo>
                <a:lnTo>
                  <a:pt x="524255" y="68579"/>
                </a:lnTo>
                <a:lnTo>
                  <a:pt x="509015" y="89915"/>
                </a:lnTo>
                <a:lnTo>
                  <a:pt x="512063" y="91439"/>
                </a:lnTo>
                <a:lnTo>
                  <a:pt x="527303" y="105155"/>
                </a:lnTo>
                <a:lnTo>
                  <a:pt x="541019" y="120395"/>
                </a:lnTo>
                <a:lnTo>
                  <a:pt x="545591" y="128015"/>
                </a:lnTo>
                <a:lnTo>
                  <a:pt x="551687" y="135635"/>
                </a:lnTo>
                <a:lnTo>
                  <a:pt x="556259" y="143255"/>
                </a:lnTo>
                <a:lnTo>
                  <a:pt x="577595" y="129539"/>
                </a:lnTo>
                <a:close/>
              </a:path>
              <a:path w="597535" h="405765">
                <a:moveTo>
                  <a:pt x="597407" y="202691"/>
                </a:moveTo>
                <a:lnTo>
                  <a:pt x="597407" y="192023"/>
                </a:lnTo>
                <a:lnTo>
                  <a:pt x="595883" y="181355"/>
                </a:lnTo>
                <a:lnTo>
                  <a:pt x="592835" y="170687"/>
                </a:lnTo>
                <a:lnTo>
                  <a:pt x="591311" y="160019"/>
                </a:lnTo>
                <a:lnTo>
                  <a:pt x="588263" y="155447"/>
                </a:lnTo>
                <a:lnTo>
                  <a:pt x="565403" y="163067"/>
                </a:lnTo>
                <a:lnTo>
                  <a:pt x="566927" y="169163"/>
                </a:lnTo>
                <a:lnTo>
                  <a:pt x="568451" y="176783"/>
                </a:lnTo>
                <a:lnTo>
                  <a:pt x="571499" y="195071"/>
                </a:lnTo>
                <a:lnTo>
                  <a:pt x="571499" y="202691"/>
                </a:lnTo>
                <a:lnTo>
                  <a:pt x="597407" y="202691"/>
                </a:lnTo>
                <a:close/>
              </a:path>
              <a:path w="597535" h="405765">
                <a:moveTo>
                  <a:pt x="597407" y="213359"/>
                </a:moveTo>
                <a:lnTo>
                  <a:pt x="597407" y="202691"/>
                </a:lnTo>
                <a:lnTo>
                  <a:pt x="571499" y="202691"/>
                </a:lnTo>
                <a:lnTo>
                  <a:pt x="571499" y="211835"/>
                </a:lnTo>
                <a:lnTo>
                  <a:pt x="569975" y="220979"/>
                </a:lnTo>
                <a:lnTo>
                  <a:pt x="568451" y="228599"/>
                </a:lnTo>
                <a:lnTo>
                  <a:pt x="568451" y="231647"/>
                </a:lnTo>
                <a:lnTo>
                  <a:pt x="592835" y="237743"/>
                </a:lnTo>
                <a:lnTo>
                  <a:pt x="592835" y="234695"/>
                </a:lnTo>
                <a:lnTo>
                  <a:pt x="595883" y="224027"/>
                </a:lnTo>
                <a:lnTo>
                  <a:pt x="597407" y="213359"/>
                </a:lnTo>
                <a:close/>
              </a:path>
              <a:path w="597535" h="405765">
                <a:moveTo>
                  <a:pt x="583691" y="265175"/>
                </a:moveTo>
                <a:lnTo>
                  <a:pt x="583691" y="263651"/>
                </a:lnTo>
                <a:lnTo>
                  <a:pt x="560831" y="252983"/>
                </a:lnTo>
                <a:lnTo>
                  <a:pt x="559307" y="254507"/>
                </a:lnTo>
                <a:lnTo>
                  <a:pt x="556259" y="262127"/>
                </a:lnTo>
                <a:lnTo>
                  <a:pt x="551687" y="269747"/>
                </a:lnTo>
                <a:lnTo>
                  <a:pt x="545591" y="278891"/>
                </a:lnTo>
                <a:lnTo>
                  <a:pt x="539495" y="286511"/>
                </a:lnTo>
                <a:lnTo>
                  <a:pt x="525779" y="300227"/>
                </a:lnTo>
                <a:lnTo>
                  <a:pt x="516635" y="307847"/>
                </a:lnTo>
                <a:lnTo>
                  <a:pt x="534923" y="327659"/>
                </a:lnTo>
                <a:lnTo>
                  <a:pt x="545591" y="318515"/>
                </a:lnTo>
                <a:lnTo>
                  <a:pt x="559307" y="301751"/>
                </a:lnTo>
                <a:lnTo>
                  <a:pt x="566927" y="292607"/>
                </a:lnTo>
                <a:lnTo>
                  <a:pt x="579119" y="274319"/>
                </a:lnTo>
                <a:lnTo>
                  <a:pt x="583691" y="265175"/>
                </a:lnTo>
                <a:close/>
              </a:path>
              <a:path w="597535" h="405765">
                <a:moveTo>
                  <a:pt x="513587" y="344423"/>
                </a:moveTo>
                <a:lnTo>
                  <a:pt x="498347" y="323087"/>
                </a:lnTo>
                <a:lnTo>
                  <a:pt x="493775" y="327659"/>
                </a:lnTo>
                <a:lnTo>
                  <a:pt x="473963" y="338327"/>
                </a:lnTo>
                <a:lnTo>
                  <a:pt x="452627" y="348995"/>
                </a:lnTo>
                <a:lnTo>
                  <a:pt x="434339" y="356615"/>
                </a:lnTo>
                <a:lnTo>
                  <a:pt x="443483" y="380999"/>
                </a:lnTo>
                <a:lnTo>
                  <a:pt x="463295" y="371855"/>
                </a:lnTo>
                <a:lnTo>
                  <a:pt x="487679" y="361187"/>
                </a:lnTo>
                <a:lnTo>
                  <a:pt x="507491" y="347471"/>
                </a:lnTo>
                <a:lnTo>
                  <a:pt x="513587" y="344423"/>
                </a:lnTo>
                <a:close/>
              </a:path>
              <a:path w="597535" h="405765">
                <a:moveTo>
                  <a:pt x="417575" y="388619"/>
                </a:moveTo>
                <a:lnTo>
                  <a:pt x="409955" y="364235"/>
                </a:lnTo>
                <a:lnTo>
                  <a:pt x="405383" y="365759"/>
                </a:lnTo>
                <a:lnTo>
                  <a:pt x="380999" y="371855"/>
                </a:lnTo>
                <a:lnTo>
                  <a:pt x="353567" y="376427"/>
                </a:lnTo>
                <a:lnTo>
                  <a:pt x="338327" y="377951"/>
                </a:lnTo>
                <a:lnTo>
                  <a:pt x="341375" y="403859"/>
                </a:lnTo>
                <a:lnTo>
                  <a:pt x="358139" y="402335"/>
                </a:lnTo>
                <a:lnTo>
                  <a:pt x="387095" y="397763"/>
                </a:lnTo>
                <a:lnTo>
                  <a:pt x="414527" y="390143"/>
                </a:lnTo>
                <a:lnTo>
                  <a:pt x="417575" y="388619"/>
                </a:lnTo>
                <a:close/>
              </a:path>
              <a:path w="597535" h="405765">
                <a:moveTo>
                  <a:pt x="315467" y="405383"/>
                </a:moveTo>
                <a:lnTo>
                  <a:pt x="313943" y="379475"/>
                </a:lnTo>
                <a:lnTo>
                  <a:pt x="298703" y="380999"/>
                </a:lnTo>
                <a:lnTo>
                  <a:pt x="269747" y="379475"/>
                </a:lnTo>
                <a:lnTo>
                  <a:pt x="242315" y="376427"/>
                </a:lnTo>
                <a:lnTo>
                  <a:pt x="240791" y="376427"/>
                </a:lnTo>
                <a:lnTo>
                  <a:pt x="236219" y="400811"/>
                </a:lnTo>
                <a:lnTo>
                  <a:pt x="239267" y="402335"/>
                </a:lnTo>
                <a:lnTo>
                  <a:pt x="269747" y="405383"/>
                </a:lnTo>
                <a:lnTo>
                  <a:pt x="315467" y="405383"/>
                </a:lnTo>
                <a:close/>
              </a:path>
              <a:path w="597535" h="405765">
                <a:moveTo>
                  <a:pt x="216407" y="371855"/>
                </a:moveTo>
                <a:lnTo>
                  <a:pt x="190499" y="365759"/>
                </a:lnTo>
                <a:lnTo>
                  <a:pt x="166115" y="358139"/>
                </a:lnTo>
                <a:lnTo>
                  <a:pt x="146303" y="348995"/>
                </a:lnTo>
                <a:lnTo>
                  <a:pt x="135635" y="373379"/>
                </a:lnTo>
                <a:lnTo>
                  <a:pt x="158495" y="382523"/>
                </a:lnTo>
                <a:lnTo>
                  <a:pt x="184403" y="390143"/>
                </a:lnTo>
                <a:lnTo>
                  <a:pt x="210311" y="396239"/>
                </a:lnTo>
                <a:lnTo>
                  <a:pt x="216407" y="371855"/>
                </a:lnTo>
                <a:close/>
              </a:path>
              <a:path w="597535" h="405765">
                <a:moveTo>
                  <a:pt x="123443" y="338327"/>
                </a:moveTo>
                <a:lnTo>
                  <a:pt x="121919" y="338327"/>
                </a:lnTo>
                <a:lnTo>
                  <a:pt x="85343" y="313943"/>
                </a:lnTo>
                <a:lnTo>
                  <a:pt x="70103" y="300227"/>
                </a:lnTo>
                <a:lnTo>
                  <a:pt x="67055" y="295655"/>
                </a:lnTo>
                <a:lnTo>
                  <a:pt x="48767" y="313943"/>
                </a:lnTo>
                <a:lnTo>
                  <a:pt x="53339" y="318515"/>
                </a:lnTo>
                <a:lnTo>
                  <a:pt x="70103" y="333755"/>
                </a:lnTo>
                <a:lnTo>
                  <a:pt x="89915" y="348995"/>
                </a:lnTo>
                <a:lnTo>
                  <a:pt x="111251" y="361187"/>
                </a:lnTo>
                <a:lnTo>
                  <a:pt x="112775" y="361187"/>
                </a:lnTo>
                <a:lnTo>
                  <a:pt x="123443" y="338327"/>
                </a:lnTo>
                <a:close/>
              </a:path>
              <a:path w="597535" h="405765">
                <a:moveTo>
                  <a:pt x="51815" y="278891"/>
                </a:moveTo>
                <a:lnTo>
                  <a:pt x="30479" y="237743"/>
                </a:lnTo>
                <a:lnTo>
                  <a:pt x="27431" y="219455"/>
                </a:lnTo>
                <a:lnTo>
                  <a:pt x="25907" y="213359"/>
                </a:lnTo>
                <a:lnTo>
                  <a:pt x="1523" y="216407"/>
                </a:lnTo>
                <a:lnTo>
                  <a:pt x="1523" y="224027"/>
                </a:lnTo>
                <a:lnTo>
                  <a:pt x="4571" y="234695"/>
                </a:lnTo>
                <a:lnTo>
                  <a:pt x="6095" y="245363"/>
                </a:lnTo>
                <a:lnTo>
                  <a:pt x="10667" y="256031"/>
                </a:lnTo>
                <a:lnTo>
                  <a:pt x="13715" y="265175"/>
                </a:lnTo>
                <a:lnTo>
                  <a:pt x="19811" y="274319"/>
                </a:lnTo>
                <a:lnTo>
                  <a:pt x="24383" y="283463"/>
                </a:lnTo>
                <a:lnTo>
                  <a:pt x="30479" y="292607"/>
                </a:lnTo>
                <a:lnTo>
                  <a:pt x="51815" y="27889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807777" y="4977383"/>
            <a:ext cx="294640" cy="264160"/>
          </a:xfrm>
          <a:custGeom>
            <a:avLst/>
            <a:gdLst/>
            <a:ahLst/>
            <a:cxnLst/>
            <a:rect l="l" t="t" r="r" b="b"/>
            <a:pathLst>
              <a:path w="294639" h="264160">
                <a:moveTo>
                  <a:pt x="294131" y="68579"/>
                </a:moveTo>
                <a:lnTo>
                  <a:pt x="237743" y="0"/>
                </a:lnTo>
                <a:lnTo>
                  <a:pt x="146303" y="74675"/>
                </a:lnTo>
                <a:lnTo>
                  <a:pt x="56387" y="0"/>
                </a:lnTo>
                <a:lnTo>
                  <a:pt x="0" y="68579"/>
                </a:lnTo>
                <a:lnTo>
                  <a:pt x="77723" y="132587"/>
                </a:lnTo>
                <a:lnTo>
                  <a:pt x="77723" y="245932"/>
                </a:lnTo>
                <a:lnTo>
                  <a:pt x="146303" y="188975"/>
                </a:lnTo>
                <a:lnTo>
                  <a:pt x="216407" y="246227"/>
                </a:lnTo>
                <a:lnTo>
                  <a:pt x="216407" y="132587"/>
                </a:lnTo>
                <a:lnTo>
                  <a:pt x="294131" y="68579"/>
                </a:lnTo>
                <a:close/>
              </a:path>
              <a:path w="294639" h="264160">
                <a:moveTo>
                  <a:pt x="77723" y="245932"/>
                </a:moveTo>
                <a:lnTo>
                  <a:pt x="77723" y="132587"/>
                </a:lnTo>
                <a:lnTo>
                  <a:pt x="0" y="195071"/>
                </a:lnTo>
                <a:lnTo>
                  <a:pt x="56387" y="263651"/>
                </a:lnTo>
                <a:lnTo>
                  <a:pt x="77723" y="245932"/>
                </a:lnTo>
                <a:close/>
              </a:path>
              <a:path w="294639" h="264160">
                <a:moveTo>
                  <a:pt x="294131" y="195071"/>
                </a:moveTo>
                <a:lnTo>
                  <a:pt x="216407" y="132587"/>
                </a:lnTo>
                <a:lnTo>
                  <a:pt x="216407" y="246227"/>
                </a:lnTo>
                <a:lnTo>
                  <a:pt x="237743" y="263651"/>
                </a:lnTo>
                <a:lnTo>
                  <a:pt x="294131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789490" y="4959096"/>
            <a:ext cx="330835" cy="300355"/>
          </a:xfrm>
          <a:custGeom>
            <a:avLst/>
            <a:gdLst/>
            <a:ahLst/>
            <a:cxnLst/>
            <a:rect l="l" t="t" r="r" b="b"/>
            <a:pathLst>
              <a:path w="330835" h="300354">
                <a:moveTo>
                  <a:pt x="165353" y="76834"/>
                </a:moveTo>
                <a:lnTo>
                  <a:pt x="73151" y="0"/>
                </a:lnTo>
                <a:lnTo>
                  <a:pt x="0" y="88391"/>
                </a:lnTo>
                <a:lnTo>
                  <a:pt x="25907" y="109386"/>
                </a:lnTo>
                <a:lnTo>
                  <a:pt x="25907" y="77723"/>
                </a:lnTo>
                <a:lnTo>
                  <a:pt x="35878" y="85835"/>
                </a:lnTo>
                <a:lnTo>
                  <a:pt x="67055" y="46862"/>
                </a:lnTo>
                <a:lnTo>
                  <a:pt x="67055" y="28955"/>
                </a:lnTo>
                <a:lnTo>
                  <a:pt x="83819" y="25907"/>
                </a:lnTo>
                <a:lnTo>
                  <a:pt x="83819" y="42838"/>
                </a:lnTo>
                <a:lnTo>
                  <a:pt x="156971" y="103417"/>
                </a:lnTo>
                <a:lnTo>
                  <a:pt x="156971" y="83819"/>
                </a:lnTo>
                <a:lnTo>
                  <a:pt x="165353" y="76834"/>
                </a:lnTo>
                <a:close/>
              </a:path>
              <a:path w="330835" h="300354">
                <a:moveTo>
                  <a:pt x="88391" y="173193"/>
                </a:moveTo>
                <a:lnTo>
                  <a:pt x="88391" y="160019"/>
                </a:lnTo>
                <a:lnTo>
                  <a:pt x="76167" y="150113"/>
                </a:lnTo>
                <a:lnTo>
                  <a:pt x="0" y="211835"/>
                </a:lnTo>
                <a:lnTo>
                  <a:pt x="25907" y="243141"/>
                </a:lnTo>
                <a:lnTo>
                  <a:pt x="25907" y="224027"/>
                </a:lnTo>
                <a:lnTo>
                  <a:pt x="28955" y="205739"/>
                </a:lnTo>
                <a:lnTo>
                  <a:pt x="36616" y="215315"/>
                </a:lnTo>
                <a:lnTo>
                  <a:pt x="88391" y="173193"/>
                </a:lnTo>
                <a:close/>
              </a:path>
              <a:path w="330835" h="300354">
                <a:moveTo>
                  <a:pt x="35878" y="85835"/>
                </a:moveTo>
                <a:lnTo>
                  <a:pt x="25907" y="77723"/>
                </a:lnTo>
                <a:lnTo>
                  <a:pt x="28955" y="94487"/>
                </a:lnTo>
                <a:lnTo>
                  <a:pt x="35878" y="85835"/>
                </a:lnTo>
                <a:close/>
              </a:path>
              <a:path w="330835" h="300354">
                <a:moveTo>
                  <a:pt x="115823" y="150875"/>
                </a:moveTo>
                <a:lnTo>
                  <a:pt x="35878" y="85835"/>
                </a:lnTo>
                <a:lnTo>
                  <a:pt x="28955" y="94487"/>
                </a:lnTo>
                <a:lnTo>
                  <a:pt x="25907" y="77723"/>
                </a:lnTo>
                <a:lnTo>
                  <a:pt x="25907" y="109386"/>
                </a:lnTo>
                <a:lnTo>
                  <a:pt x="76167" y="150113"/>
                </a:lnTo>
                <a:lnTo>
                  <a:pt x="88391" y="140207"/>
                </a:lnTo>
                <a:lnTo>
                  <a:pt x="88391" y="173193"/>
                </a:lnTo>
                <a:lnTo>
                  <a:pt x="115823" y="150875"/>
                </a:lnTo>
                <a:close/>
              </a:path>
              <a:path w="330835" h="300354">
                <a:moveTo>
                  <a:pt x="36616" y="215315"/>
                </a:moveTo>
                <a:lnTo>
                  <a:pt x="28955" y="205739"/>
                </a:lnTo>
                <a:lnTo>
                  <a:pt x="25907" y="224027"/>
                </a:lnTo>
                <a:lnTo>
                  <a:pt x="36616" y="215315"/>
                </a:lnTo>
                <a:close/>
              </a:path>
              <a:path w="330835" h="300354">
                <a:moveTo>
                  <a:pt x="75672" y="264136"/>
                </a:moveTo>
                <a:lnTo>
                  <a:pt x="36616" y="215315"/>
                </a:lnTo>
                <a:lnTo>
                  <a:pt x="25907" y="224027"/>
                </a:lnTo>
                <a:lnTo>
                  <a:pt x="25907" y="243141"/>
                </a:lnTo>
                <a:lnTo>
                  <a:pt x="67055" y="292861"/>
                </a:lnTo>
                <a:lnTo>
                  <a:pt x="67055" y="271271"/>
                </a:lnTo>
                <a:lnTo>
                  <a:pt x="75672" y="264136"/>
                </a:lnTo>
                <a:close/>
              </a:path>
              <a:path w="330835" h="300354">
                <a:moveTo>
                  <a:pt x="83819" y="25907"/>
                </a:moveTo>
                <a:lnTo>
                  <a:pt x="67055" y="28955"/>
                </a:lnTo>
                <a:lnTo>
                  <a:pt x="75672" y="36091"/>
                </a:lnTo>
                <a:lnTo>
                  <a:pt x="83819" y="25907"/>
                </a:lnTo>
                <a:close/>
              </a:path>
              <a:path w="330835" h="300354">
                <a:moveTo>
                  <a:pt x="75672" y="36091"/>
                </a:moveTo>
                <a:lnTo>
                  <a:pt x="67055" y="28955"/>
                </a:lnTo>
                <a:lnTo>
                  <a:pt x="67055" y="46862"/>
                </a:lnTo>
                <a:lnTo>
                  <a:pt x="75672" y="36091"/>
                </a:lnTo>
                <a:close/>
              </a:path>
              <a:path w="330835" h="300354">
                <a:moveTo>
                  <a:pt x="83819" y="274319"/>
                </a:moveTo>
                <a:lnTo>
                  <a:pt x="75672" y="264136"/>
                </a:lnTo>
                <a:lnTo>
                  <a:pt x="67055" y="271271"/>
                </a:lnTo>
                <a:lnTo>
                  <a:pt x="83819" y="274319"/>
                </a:lnTo>
                <a:close/>
              </a:path>
              <a:path w="330835" h="300354">
                <a:moveTo>
                  <a:pt x="83819" y="291337"/>
                </a:moveTo>
                <a:lnTo>
                  <a:pt x="83819" y="274319"/>
                </a:lnTo>
                <a:lnTo>
                  <a:pt x="67055" y="271271"/>
                </a:lnTo>
                <a:lnTo>
                  <a:pt x="67055" y="292861"/>
                </a:lnTo>
                <a:lnTo>
                  <a:pt x="73151" y="300227"/>
                </a:lnTo>
                <a:lnTo>
                  <a:pt x="83819" y="291337"/>
                </a:lnTo>
                <a:close/>
              </a:path>
              <a:path w="330835" h="300354">
                <a:moveTo>
                  <a:pt x="83819" y="42838"/>
                </a:moveTo>
                <a:lnTo>
                  <a:pt x="83819" y="25907"/>
                </a:lnTo>
                <a:lnTo>
                  <a:pt x="75672" y="36091"/>
                </a:lnTo>
                <a:lnTo>
                  <a:pt x="83819" y="42838"/>
                </a:lnTo>
                <a:close/>
              </a:path>
              <a:path w="330835" h="300354">
                <a:moveTo>
                  <a:pt x="254981" y="264202"/>
                </a:moveTo>
                <a:lnTo>
                  <a:pt x="164591" y="190499"/>
                </a:lnTo>
                <a:lnTo>
                  <a:pt x="75672" y="264136"/>
                </a:lnTo>
                <a:lnTo>
                  <a:pt x="83819" y="274319"/>
                </a:lnTo>
                <a:lnTo>
                  <a:pt x="83819" y="291337"/>
                </a:lnTo>
                <a:lnTo>
                  <a:pt x="156971" y="230377"/>
                </a:lnTo>
                <a:lnTo>
                  <a:pt x="156971" y="216407"/>
                </a:lnTo>
                <a:lnTo>
                  <a:pt x="173735" y="216407"/>
                </a:lnTo>
                <a:lnTo>
                  <a:pt x="173735" y="230377"/>
                </a:lnTo>
                <a:lnTo>
                  <a:pt x="246887" y="291337"/>
                </a:lnTo>
                <a:lnTo>
                  <a:pt x="246887" y="274319"/>
                </a:lnTo>
                <a:lnTo>
                  <a:pt x="254981" y="264202"/>
                </a:lnTo>
                <a:close/>
              </a:path>
              <a:path w="330835" h="300354">
                <a:moveTo>
                  <a:pt x="88391" y="160019"/>
                </a:moveTo>
                <a:lnTo>
                  <a:pt x="88391" y="140207"/>
                </a:lnTo>
                <a:lnTo>
                  <a:pt x="76167" y="150113"/>
                </a:lnTo>
                <a:lnTo>
                  <a:pt x="88391" y="160019"/>
                </a:lnTo>
                <a:close/>
              </a:path>
              <a:path w="330835" h="300354">
                <a:moveTo>
                  <a:pt x="173735" y="83819"/>
                </a:moveTo>
                <a:lnTo>
                  <a:pt x="165353" y="76834"/>
                </a:lnTo>
                <a:lnTo>
                  <a:pt x="156971" y="83819"/>
                </a:lnTo>
                <a:lnTo>
                  <a:pt x="173735" y="83819"/>
                </a:lnTo>
                <a:close/>
              </a:path>
              <a:path w="330835" h="300354">
                <a:moveTo>
                  <a:pt x="173735" y="102272"/>
                </a:moveTo>
                <a:lnTo>
                  <a:pt x="173735" y="83819"/>
                </a:lnTo>
                <a:lnTo>
                  <a:pt x="156971" y="83819"/>
                </a:lnTo>
                <a:lnTo>
                  <a:pt x="156971" y="103417"/>
                </a:lnTo>
                <a:lnTo>
                  <a:pt x="164591" y="109727"/>
                </a:lnTo>
                <a:lnTo>
                  <a:pt x="173735" y="102272"/>
                </a:lnTo>
                <a:close/>
              </a:path>
              <a:path w="330835" h="300354">
                <a:moveTo>
                  <a:pt x="173735" y="216407"/>
                </a:moveTo>
                <a:lnTo>
                  <a:pt x="156971" y="216407"/>
                </a:lnTo>
                <a:lnTo>
                  <a:pt x="165353" y="223392"/>
                </a:lnTo>
                <a:lnTo>
                  <a:pt x="173735" y="216407"/>
                </a:lnTo>
                <a:close/>
              </a:path>
              <a:path w="330835" h="300354">
                <a:moveTo>
                  <a:pt x="165353" y="223392"/>
                </a:moveTo>
                <a:lnTo>
                  <a:pt x="156971" y="216407"/>
                </a:lnTo>
                <a:lnTo>
                  <a:pt x="156971" y="230377"/>
                </a:lnTo>
                <a:lnTo>
                  <a:pt x="165353" y="223392"/>
                </a:lnTo>
                <a:close/>
              </a:path>
              <a:path w="330835" h="300354">
                <a:moveTo>
                  <a:pt x="330707" y="88391"/>
                </a:moveTo>
                <a:lnTo>
                  <a:pt x="257555" y="0"/>
                </a:lnTo>
                <a:lnTo>
                  <a:pt x="165353" y="76834"/>
                </a:lnTo>
                <a:lnTo>
                  <a:pt x="173735" y="83819"/>
                </a:lnTo>
                <a:lnTo>
                  <a:pt x="173735" y="102272"/>
                </a:lnTo>
                <a:lnTo>
                  <a:pt x="246887" y="42625"/>
                </a:lnTo>
                <a:lnTo>
                  <a:pt x="246887" y="25907"/>
                </a:lnTo>
                <a:lnTo>
                  <a:pt x="263651" y="28955"/>
                </a:lnTo>
                <a:lnTo>
                  <a:pt x="263651" y="46862"/>
                </a:lnTo>
                <a:lnTo>
                  <a:pt x="294290" y="85160"/>
                </a:lnTo>
                <a:lnTo>
                  <a:pt x="303275" y="77723"/>
                </a:lnTo>
                <a:lnTo>
                  <a:pt x="303275" y="110621"/>
                </a:lnTo>
                <a:lnTo>
                  <a:pt x="330707" y="88391"/>
                </a:lnTo>
                <a:close/>
              </a:path>
              <a:path w="330835" h="300354">
                <a:moveTo>
                  <a:pt x="173735" y="230377"/>
                </a:moveTo>
                <a:lnTo>
                  <a:pt x="173735" y="216407"/>
                </a:lnTo>
                <a:lnTo>
                  <a:pt x="165353" y="223392"/>
                </a:lnTo>
                <a:lnTo>
                  <a:pt x="173735" y="230377"/>
                </a:lnTo>
                <a:close/>
              </a:path>
              <a:path w="330835" h="300354">
                <a:moveTo>
                  <a:pt x="303275" y="110621"/>
                </a:moveTo>
                <a:lnTo>
                  <a:pt x="303275" y="77723"/>
                </a:lnTo>
                <a:lnTo>
                  <a:pt x="301751" y="94487"/>
                </a:lnTo>
                <a:lnTo>
                  <a:pt x="294290" y="85160"/>
                </a:lnTo>
                <a:lnTo>
                  <a:pt x="214883" y="150875"/>
                </a:lnTo>
                <a:lnTo>
                  <a:pt x="242315" y="173578"/>
                </a:lnTo>
                <a:lnTo>
                  <a:pt x="242315" y="140207"/>
                </a:lnTo>
                <a:lnTo>
                  <a:pt x="254540" y="150113"/>
                </a:lnTo>
                <a:lnTo>
                  <a:pt x="303275" y="110621"/>
                </a:lnTo>
                <a:close/>
              </a:path>
              <a:path w="330835" h="300354">
                <a:moveTo>
                  <a:pt x="254540" y="150113"/>
                </a:moveTo>
                <a:lnTo>
                  <a:pt x="242315" y="140207"/>
                </a:lnTo>
                <a:lnTo>
                  <a:pt x="242315" y="160019"/>
                </a:lnTo>
                <a:lnTo>
                  <a:pt x="254540" y="150113"/>
                </a:lnTo>
                <a:close/>
              </a:path>
              <a:path w="330835" h="300354">
                <a:moveTo>
                  <a:pt x="330707" y="211835"/>
                </a:moveTo>
                <a:lnTo>
                  <a:pt x="254540" y="150113"/>
                </a:lnTo>
                <a:lnTo>
                  <a:pt x="242315" y="160019"/>
                </a:lnTo>
                <a:lnTo>
                  <a:pt x="242315" y="173578"/>
                </a:lnTo>
                <a:lnTo>
                  <a:pt x="293556" y="215984"/>
                </a:lnTo>
                <a:lnTo>
                  <a:pt x="301751" y="205739"/>
                </a:lnTo>
                <a:lnTo>
                  <a:pt x="303275" y="224027"/>
                </a:lnTo>
                <a:lnTo>
                  <a:pt x="303275" y="244982"/>
                </a:lnTo>
                <a:lnTo>
                  <a:pt x="330707" y="211835"/>
                </a:lnTo>
                <a:close/>
              </a:path>
              <a:path w="330835" h="300354">
                <a:moveTo>
                  <a:pt x="263651" y="28955"/>
                </a:moveTo>
                <a:lnTo>
                  <a:pt x="246887" y="25907"/>
                </a:lnTo>
                <a:lnTo>
                  <a:pt x="254981" y="36025"/>
                </a:lnTo>
                <a:lnTo>
                  <a:pt x="263651" y="28955"/>
                </a:lnTo>
                <a:close/>
              </a:path>
              <a:path w="330835" h="300354">
                <a:moveTo>
                  <a:pt x="254981" y="36025"/>
                </a:moveTo>
                <a:lnTo>
                  <a:pt x="246887" y="25907"/>
                </a:lnTo>
                <a:lnTo>
                  <a:pt x="246887" y="42625"/>
                </a:lnTo>
                <a:lnTo>
                  <a:pt x="254981" y="36025"/>
                </a:lnTo>
                <a:close/>
              </a:path>
              <a:path w="330835" h="300354">
                <a:moveTo>
                  <a:pt x="263651" y="271271"/>
                </a:moveTo>
                <a:lnTo>
                  <a:pt x="254981" y="264202"/>
                </a:lnTo>
                <a:lnTo>
                  <a:pt x="246887" y="274319"/>
                </a:lnTo>
                <a:lnTo>
                  <a:pt x="263651" y="271271"/>
                </a:lnTo>
                <a:close/>
              </a:path>
              <a:path w="330835" h="300354">
                <a:moveTo>
                  <a:pt x="263651" y="292861"/>
                </a:moveTo>
                <a:lnTo>
                  <a:pt x="263651" y="271271"/>
                </a:lnTo>
                <a:lnTo>
                  <a:pt x="246887" y="274319"/>
                </a:lnTo>
                <a:lnTo>
                  <a:pt x="246887" y="291337"/>
                </a:lnTo>
                <a:lnTo>
                  <a:pt x="257555" y="300227"/>
                </a:lnTo>
                <a:lnTo>
                  <a:pt x="263651" y="292861"/>
                </a:lnTo>
                <a:close/>
              </a:path>
              <a:path w="330835" h="300354">
                <a:moveTo>
                  <a:pt x="263651" y="46862"/>
                </a:moveTo>
                <a:lnTo>
                  <a:pt x="263651" y="28955"/>
                </a:lnTo>
                <a:lnTo>
                  <a:pt x="254981" y="36025"/>
                </a:lnTo>
                <a:lnTo>
                  <a:pt x="263651" y="46862"/>
                </a:lnTo>
                <a:close/>
              </a:path>
              <a:path w="330835" h="300354">
                <a:moveTo>
                  <a:pt x="303275" y="244982"/>
                </a:moveTo>
                <a:lnTo>
                  <a:pt x="303275" y="224027"/>
                </a:lnTo>
                <a:lnTo>
                  <a:pt x="293556" y="215984"/>
                </a:lnTo>
                <a:lnTo>
                  <a:pt x="254981" y="264202"/>
                </a:lnTo>
                <a:lnTo>
                  <a:pt x="263651" y="271271"/>
                </a:lnTo>
                <a:lnTo>
                  <a:pt x="263651" y="292861"/>
                </a:lnTo>
                <a:lnTo>
                  <a:pt x="303275" y="244982"/>
                </a:lnTo>
                <a:close/>
              </a:path>
              <a:path w="330835" h="300354">
                <a:moveTo>
                  <a:pt x="303275" y="224027"/>
                </a:moveTo>
                <a:lnTo>
                  <a:pt x="301751" y="205739"/>
                </a:lnTo>
                <a:lnTo>
                  <a:pt x="293556" y="215984"/>
                </a:lnTo>
                <a:lnTo>
                  <a:pt x="303275" y="224027"/>
                </a:lnTo>
                <a:close/>
              </a:path>
              <a:path w="330835" h="300354">
                <a:moveTo>
                  <a:pt x="303275" y="77723"/>
                </a:moveTo>
                <a:lnTo>
                  <a:pt x="294290" y="85160"/>
                </a:lnTo>
                <a:lnTo>
                  <a:pt x="301751" y="94487"/>
                </a:lnTo>
                <a:lnTo>
                  <a:pt x="303275" y="7772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603824" y="5422390"/>
            <a:ext cx="1623060" cy="564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/>
            <a:r>
              <a:rPr spc="-5" dirty="0">
                <a:latin typeface="Tahoma"/>
                <a:cs typeface="Tahoma"/>
              </a:rPr>
              <a:t>Start: </a:t>
            </a:r>
            <a:r>
              <a:rPr spc="-15" dirty="0">
                <a:latin typeface="Tahoma"/>
                <a:cs typeface="Tahoma"/>
              </a:rPr>
              <a:t>Arad  </a:t>
            </a:r>
            <a:r>
              <a:rPr spc="-5" dirty="0">
                <a:latin typeface="Tahoma"/>
                <a:cs typeface="Tahoma"/>
              </a:rPr>
              <a:t>Goal:</a:t>
            </a:r>
            <a:r>
              <a:rPr spc="-55" dirty="0">
                <a:latin typeface="Tahoma"/>
                <a:cs typeface="Tahoma"/>
              </a:rPr>
              <a:t> </a:t>
            </a:r>
            <a:r>
              <a:rPr spc="-5" dirty="0">
                <a:latin typeface="Tahoma"/>
                <a:cs typeface="Tahoma"/>
              </a:rPr>
              <a:t>Bucharest</a:t>
            </a:r>
            <a:endParaRPr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152201" y="4308348"/>
            <a:ext cx="654050" cy="321945"/>
          </a:xfrm>
          <a:custGeom>
            <a:avLst/>
            <a:gdLst/>
            <a:ahLst/>
            <a:cxnLst/>
            <a:rect l="l" t="t" r="r" b="b"/>
            <a:pathLst>
              <a:path w="654050" h="321945">
                <a:moveTo>
                  <a:pt x="54863" y="103631"/>
                </a:moveTo>
                <a:lnTo>
                  <a:pt x="38099" y="85343"/>
                </a:lnTo>
                <a:lnTo>
                  <a:pt x="35051" y="86867"/>
                </a:lnTo>
                <a:lnTo>
                  <a:pt x="27431" y="94487"/>
                </a:lnTo>
                <a:lnTo>
                  <a:pt x="4571" y="134111"/>
                </a:lnTo>
                <a:lnTo>
                  <a:pt x="0" y="152399"/>
                </a:lnTo>
                <a:lnTo>
                  <a:pt x="0" y="160019"/>
                </a:lnTo>
                <a:lnTo>
                  <a:pt x="12953" y="160781"/>
                </a:lnTo>
                <a:lnTo>
                  <a:pt x="25907" y="160019"/>
                </a:lnTo>
                <a:lnTo>
                  <a:pt x="25907" y="153923"/>
                </a:lnTo>
                <a:lnTo>
                  <a:pt x="28955" y="141731"/>
                </a:lnTo>
                <a:lnTo>
                  <a:pt x="38099" y="123443"/>
                </a:lnTo>
                <a:lnTo>
                  <a:pt x="47243" y="111251"/>
                </a:lnTo>
                <a:lnTo>
                  <a:pt x="54863" y="103631"/>
                </a:lnTo>
                <a:close/>
              </a:path>
              <a:path w="654050" h="321945">
                <a:moveTo>
                  <a:pt x="54863" y="217931"/>
                </a:moveTo>
                <a:lnTo>
                  <a:pt x="51815" y="214883"/>
                </a:lnTo>
                <a:lnTo>
                  <a:pt x="47243" y="208787"/>
                </a:lnTo>
                <a:lnTo>
                  <a:pt x="41147" y="202691"/>
                </a:lnTo>
                <a:lnTo>
                  <a:pt x="38099" y="196595"/>
                </a:lnTo>
                <a:lnTo>
                  <a:pt x="33527" y="190499"/>
                </a:lnTo>
                <a:lnTo>
                  <a:pt x="30479" y="184403"/>
                </a:lnTo>
                <a:lnTo>
                  <a:pt x="25907" y="166115"/>
                </a:lnTo>
                <a:lnTo>
                  <a:pt x="25907" y="161543"/>
                </a:lnTo>
                <a:lnTo>
                  <a:pt x="12953" y="160781"/>
                </a:lnTo>
                <a:lnTo>
                  <a:pt x="0" y="161543"/>
                </a:lnTo>
                <a:lnTo>
                  <a:pt x="1523" y="170687"/>
                </a:lnTo>
                <a:lnTo>
                  <a:pt x="3047" y="178307"/>
                </a:lnTo>
                <a:lnTo>
                  <a:pt x="4571" y="187451"/>
                </a:lnTo>
                <a:lnTo>
                  <a:pt x="7619" y="196595"/>
                </a:lnTo>
                <a:lnTo>
                  <a:pt x="16763" y="211835"/>
                </a:lnTo>
                <a:lnTo>
                  <a:pt x="35051" y="234695"/>
                </a:lnTo>
                <a:lnTo>
                  <a:pt x="38099" y="236219"/>
                </a:lnTo>
                <a:lnTo>
                  <a:pt x="54863" y="217931"/>
                </a:lnTo>
                <a:close/>
              </a:path>
              <a:path w="654050" h="321945">
                <a:moveTo>
                  <a:pt x="25907" y="161543"/>
                </a:moveTo>
                <a:lnTo>
                  <a:pt x="25907" y="160019"/>
                </a:lnTo>
                <a:lnTo>
                  <a:pt x="12953" y="160781"/>
                </a:lnTo>
                <a:lnTo>
                  <a:pt x="25907" y="161543"/>
                </a:lnTo>
                <a:close/>
              </a:path>
              <a:path w="654050" h="321945">
                <a:moveTo>
                  <a:pt x="137159" y="56387"/>
                </a:moveTo>
                <a:lnTo>
                  <a:pt x="129539" y="32003"/>
                </a:lnTo>
                <a:lnTo>
                  <a:pt x="99059" y="44195"/>
                </a:lnTo>
                <a:lnTo>
                  <a:pt x="77723" y="54863"/>
                </a:lnTo>
                <a:lnTo>
                  <a:pt x="59435" y="67055"/>
                </a:lnTo>
                <a:lnTo>
                  <a:pt x="57911" y="68579"/>
                </a:lnTo>
                <a:lnTo>
                  <a:pt x="73151" y="88391"/>
                </a:lnTo>
                <a:lnTo>
                  <a:pt x="74675" y="88391"/>
                </a:lnTo>
                <a:lnTo>
                  <a:pt x="82295" y="82295"/>
                </a:lnTo>
                <a:lnTo>
                  <a:pt x="91439" y="77723"/>
                </a:lnTo>
                <a:lnTo>
                  <a:pt x="111251" y="67055"/>
                </a:lnTo>
                <a:lnTo>
                  <a:pt x="132587" y="57911"/>
                </a:lnTo>
                <a:lnTo>
                  <a:pt x="137159" y="56387"/>
                </a:lnTo>
                <a:close/>
              </a:path>
              <a:path w="654050" h="321945">
                <a:moveTo>
                  <a:pt x="234695" y="32003"/>
                </a:moveTo>
                <a:lnTo>
                  <a:pt x="230123" y="6095"/>
                </a:lnTo>
                <a:lnTo>
                  <a:pt x="201167" y="12191"/>
                </a:lnTo>
                <a:lnTo>
                  <a:pt x="173735" y="18287"/>
                </a:lnTo>
                <a:lnTo>
                  <a:pt x="153923" y="24383"/>
                </a:lnTo>
                <a:lnTo>
                  <a:pt x="161543" y="48767"/>
                </a:lnTo>
                <a:lnTo>
                  <a:pt x="181355" y="42671"/>
                </a:lnTo>
                <a:lnTo>
                  <a:pt x="207263" y="36575"/>
                </a:lnTo>
                <a:lnTo>
                  <a:pt x="234695" y="32003"/>
                </a:lnTo>
                <a:close/>
              </a:path>
              <a:path w="654050" h="321945">
                <a:moveTo>
                  <a:pt x="326897" y="12191"/>
                </a:moveTo>
                <a:lnTo>
                  <a:pt x="326135" y="0"/>
                </a:lnTo>
                <a:lnTo>
                  <a:pt x="294131" y="0"/>
                </a:lnTo>
                <a:lnTo>
                  <a:pt x="262127" y="3047"/>
                </a:lnTo>
                <a:lnTo>
                  <a:pt x="256031" y="3047"/>
                </a:lnTo>
                <a:lnTo>
                  <a:pt x="259079" y="28955"/>
                </a:lnTo>
                <a:lnTo>
                  <a:pt x="265175" y="27431"/>
                </a:lnTo>
                <a:lnTo>
                  <a:pt x="295655" y="25907"/>
                </a:lnTo>
                <a:lnTo>
                  <a:pt x="326135" y="24456"/>
                </a:lnTo>
                <a:lnTo>
                  <a:pt x="326897" y="12191"/>
                </a:lnTo>
                <a:close/>
              </a:path>
              <a:path w="654050" h="321945">
                <a:moveTo>
                  <a:pt x="327659" y="24383"/>
                </a:moveTo>
                <a:lnTo>
                  <a:pt x="326897" y="12191"/>
                </a:lnTo>
                <a:lnTo>
                  <a:pt x="326135" y="24383"/>
                </a:lnTo>
                <a:lnTo>
                  <a:pt x="326379" y="24444"/>
                </a:lnTo>
                <a:lnTo>
                  <a:pt x="327659" y="24383"/>
                </a:lnTo>
                <a:close/>
              </a:path>
              <a:path w="654050" h="321945">
                <a:moveTo>
                  <a:pt x="326379" y="24444"/>
                </a:moveTo>
                <a:lnTo>
                  <a:pt x="326135" y="24383"/>
                </a:lnTo>
                <a:lnTo>
                  <a:pt x="326379" y="24444"/>
                </a:lnTo>
                <a:close/>
              </a:path>
              <a:path w="654050" h="321945">
                <a:moveTo>
                  <a:pt x="327659" y="24764"/>
                </a:moveTo>
                <a:lnTo>
                  <a:pt x="327659" y="24383"/>
                </a:lnTo>
                <a:lnTo>
                  <a:pt x="326379" y="24444"/>
                </a:lnTo>
                <a:lnTo>
                  <a:pt x="327659" y="24764"/>
                </a:lnTo>
                <a:close/>
              </a:path>
              <a:path w="654050" h="321945">
                <a:moveTo>
                  <a:pt x="333755" y="0"/>
                </a:moveTo>
                <a:lnTo>
                  <a:pt x="327659" y="0"/>
                </a:lnTo>
                <a:lnTo>
                  <a:pt x="326897" y="12191"/>
                </a:lnTo>
                <a:lnTo>
                  <a:pt x="327659" y="24383"/>
                </a:lnTo>
                <a:lnTo>
                  <a:pt x="327659" y="24764"/>
                </a:lnTo>
                <a:lnTo>
                  <a:pt x="332231" y="25907"/>
                </a:lnTo>
                <a:lnTo>
                  <a:pt x="333755" y="0"/>
                </a:lnTo>
                <a:close/>
              </a:path>
              <a:path w="654050" h="321945">
                <a:moveTo>
                  <a:pt x="435863" y="9143"/>
                </a:moveTo>
                <a:lnTo>
                  <a:pt x="422147" y="6095"/>
                </a:lnTo>
                <a:lnTo>
                  <a:pt x="391667" y="3047"/>
                </a:lnTo>
                <a:lnTo>
                  <a:pt x="359663" y="0"/>
                </a:lnTo>
                <a:lnTo>
                  <a:pt x="358139" y="25907"/>
                </a:lnTo>
                <a:lnTo>
                  <a:pt x="388619" y="27431"/>
                </a:lnTo>
                <a:lnTo>
                  <a:pt x="419099" y="32003"/>
                </a:lnTo>
                <a:lnTo>
                  <a:pt x="432815" y="33527"/>
                </a:lnTo>
                <a:lnTo>
                  <a:pt x="435863" y="9143"/>
                </a:lnTo>
                <a:close/>
              </a:path>
              <a:path w="654050" h="321945">
                <a:moveTo>
                  <a:pt x="536447" y="36575"/>
                </a:moveTo>
                <a:lnTo>
                  <a:pt x="530351" y="33527"/>
                </a:lnTo>
                <a:lnTo>
                  <a:pt x="505967" y="25907"/>
                </a:lnTo>
                <a:lnTo>
                  <a:pt x="480059" y="18287"/>
                </a:lnTo>
                <a:lnTo>
                  <a:pt x="461771" y="13715"/>
                </a:lnTo>
                <a:lnTo>
                  <a:pt x="455675" y="38099"/>
                </a:lnTo>
                <a:lnTo>
                  <a:pt x="473963" y="42671"/>
                </a:lnTo>
                <a:lnTo>
                  <a:pt x="522731" y="57911"/>
                </a:lnTo>
                <a:lnTo>
                  <a:pt x="527303" y="60959"/>
                </a:lnTo>
                <a:lnTo>
                  <a:pt x="536447" y="36575"/>
                </a:lnTo>
                <a:close/>
              </a:path>
              <a:path w="654050" h="321945">
                <a:moveTo>
                  <a:pt x="626363" y="94487"/>
                </a:moveTo>
                <a:lnTo>
                  <a:pt x="624839" y="94487"/>
                </a:lnTo>
                <a:lnTo>
                  <a:pt x="618743" y="86867"/>
                </a:lnTo>
                <a:lnTo>
                  <a:pt x="611123" y="80771"/>
                </a:lnTo>
                <a:lnTo>
                  <a:pt x="603503" y="73151"/>
                </a:lnTo>
                <a:lnTo>
                  <a:pt x="585215" y="60959"/>
                </a:lnTo>
                <a:lnTo>
                  <a:pt x="574547" y="54863"/>
                </a:lnTo>
                <a:lnTo>
                  <a:pt x="560831" y="47243"/>
                </a:lnTo>
                <a:lnTo>
                  <a:pt x="548639" y="70103"/>
                </a:lnTo>
                <a:lnTo>
                  <a:pt x="563879" y="77723"/>
                </a:lnTo>
                <a:lnTo>
                  <a:pt x="571499" y="82295"/>
                </a:lnTo>
                <a:lnTo>
                  <a:pt x="580643" y="88391"/>
                </a:lnTo>
                <a:lnTo>
                  <a:pt x="588263" y="94487"/>
                </a:lnTo>
                <a:lnTo>
                  <a:pt x="594359" y="99059"/>
                </a:lnTo>
                <a:lnTo>
                  <a:pt x="601979" y="105155"/>
                </a:lnTo>
                <a:lnTo>
                  <a:pt x="606551" y="111251"/>
                </a:lnTo>
                <a:lnTo>
                  <a:pt x="626363" y="94487"/>
                </a:lnTo>
                <a:close/>
              </a:path>
              <a:path w="654050" h="321945">
                <a:moveTo>
                  <a:pt x="653795" y="160019"/>
                </a:moveTo>
                <a:lnTo>
                  <a:pt x="650747" y="141731"/>
                </a:lnTo>
                <a:lnTo>
                  <a:pt x="649223" y="134111"/>
                </a:lnTo>
                <a:lnTo>
                  <a:pt x="646175" y="124967"/>
                </a:lnTo>
                <a:lnTo>
                  <a:pt x="643127" y="118871"/>
                </a:lnTo>
                <a:lnTo>
                  <a:pt x="620267" y="129539"/>
                </a:lnTo>
                <a:lnTo>
                  <a:pt x="623315" y="135635"/>
                </a:lnTo>
                <a:lnTo>
                  <a:pt x="624839" y="143255"/>
                </a:lnTo>
                <a:lnTo>
                  <a:pt x="627887" y="155447"/>
                </a:lnTo>
                <a:lnTo>
                  <a:pt x="627887" y="160019"/>
                </a:lnTo>
                <a:lnTo>
                  <a:pt x="640841" y="160781"/>
                </a:lnTo>
                <a:lnTo>
                  <a:pt x="653795" y="160019"/>
                </a:lnTo>
                <a:close/>
              </a:path>
              <a:path w="654050" h="321945">
                <a:moveTo>
                  <a:pt x="653795" y="169163"/>
                </a:moveTo>
                <a:lnTo>
                  <a:pt x="653795" y="161543"/>
                </a:lnTo>
                <a:lnTo>
                  <a:pt x="640841" y="160781"/>
                </a:lnTo>
                <a:lnTo>
                  <a:pt x="627887" y="161543"/>
                </a:lnTo>
                <a:lnTo>
                  <a:pt x="627887" y="167639"/>
                </a:lnTo>
                <a:lnTo>
                  <a:pt x="624839" y="179831"/>
                </a:lnTo>
                <a:lnTo>
                  <a:pt x="621791" y="185927"/>
                </a:lnTo>
                <a:lnTo>
                  <a:pt x="620267" y="192023"/>
                </a:lnTo>
                <a:lnTo>
                  <a:pt x="643127" y="202691"/>
                </a:lnTo>
                <a:lnTo>
                  <a:pt x="646175" y="195071"/>
                </a:lnTo>
                <a:lnTo>
                  <a:pt x="649223" y="185927"/>
                </a:lnTo>
                <a:lnTo>
                  <a:pt x="652271" y="178307"/>
                </a:lnTo>
                <a:lnTo>
                  <a:pt x="653795" y="169163"/>
                </a:lnTo>
                <a:close/>
              </a:path>
              <a:path w="654050" h="321945">
                <a:moveTo>
                  <a:pt x="640841" y="160781"/>
                </a:moveTo>
                <a:lnTo>
                  <a:pt x="627887" y="160019"/>
                </a:lnTo>
                <a:lnTo>
                  <a:pt x="627887" y="161543"/>
                </a:lnTo>
                <a:lnTo>
                  <a:pt x="640841" y="160781"/>
                </a:lnTo>
                <a:close/>
              </a:path>
              <a:path w="654050" h="321945">
                <a:moveTo>
                  <a:pt x="626363" y="225551"/>
                </a:moveTo>
                <a:lnTo>
                  <a:pt x="606551" y="210311"/>
                </a:lnTo>
                <a:lnTo>
                  <a:pt x="594359" y="222503"/>
                </a:lnTo>
                <a:lnTo>
                  <a:pt x="586739" y="227075"/>
                </a:lnTo>
                <a:lnTo>
                  <a:pt x="571499" y="239267"/>
                </a:lnTo>
                <a:lnTo>
                  <a:pt x="562355" y="243839"/>
                </a:lnTo>
                <a:lnTo>
                  <a:pt x="548639" y="251459"/>
                </a:lnTo>
                <a:lnTo>
                  <a:pt x="560831" y="272795"/>
                </a:lnTo>
                <a:lnTo>
                  <a:pt x="576071" y="265175"/>
                </a:lnTo>
                <a:lnTo>
                  <a:pt x="603503" y="246887"/>
                </a:lnTo>
                <a:lnTo>
                  <a:pt x="611123" y="240791"/>
                </a:lnTo>
                <a:lnTo>
                  <a:pt x="626363" y="225551"/>
                </a:lnTo>
                <a:close/>
              </a:path>
              <a:path w="654050" h="321945">
                <a:moveTo>
                  <a:pt x="536447" y="283463"/>
                </a:moveTo>
                <a:lnTo>
                  <a:pt x="527303" y="260603"/>
                </a:lnTo>
                <a:lnTo>
                  <a:pt x="521207" y="263651"/>
                </a:lnTo>
                <a:lnTo>
                  <a:pt x="498347" y="271271"/>
                </a:lnTo>
                <a:lnTo>
                  <a:pt x="472439" y="278891"/>
                </a:lnTo>
                <a:lnTo>
                  <a:pt x="455675" y="281939"/>
                </a:lnTo>
                <a:lnTo>
                  <a:pt x="461771" y="306323"/>
                </a:lnTo>
                <a:lnTo>
                  <a:pt x="480059" y="303275"/>
                </a:lnTo>
                <a:lnTo>
                  <a:pt x="505967" y="295655"/>
                </a:lnTo>
                <a:lnTo>
                  <a:pt x="531875" y="286511"/>
                </a:lnTo>
                <a:lnTo>
                  <a:pt x="536447" y="283463"/>
                </a:lnTo>
                <a:close/>
              </a:path>
              <a:path w="654050" h="321945">
                <a:moveTo>
                  <a:pt x="435863" y="312419"/>
                </a:moveTo>
                <a:lnTo>
                  <a:pt x="432815" y="286511"/>
                </a:lnTo>
                <a:lnTo>
                  <a:pt x="417575" y="289559"/>
                </a:lnTo>
                <a:lnTo>
                  <a:pt x="388619" y="292607"/>
                </a:lnTo>
                <a:lnTo>
                  <a:pt x="358139" y="295655"/>
                </a:lnTo>
                <a:lnTo>
                  <a:pt x="358139" y="320039"/>
                </a:lnTo>
                <a:lnTo>
                  <a:pt x="359663" y="320039"/>
                </a:lnTo>
                <a:lnTo>
                  <a:pt x="391667" y="318515"/>
                </a:lnTo>
                <a:lnTo>
                  <a:pt x="422147" y="313943"/>
                </a:lnTo>
                <a:lnTo>
                  <a:pt x="435863" y="312419"/>
                </a:lnTo>
                <a:close/>
              </a:path>
              <a:path w="654050" h="321945">
                <a:moveTo>
                  <a:pt x="326897" y="308609"/>
                </a:moveTo>
                <a:lnTo>
                  <a:pt x="326135" y="295655"/>
                </a:lnTo>
                <a:lnTo>
                  <a:pt x="295655" y="295655"/>
                </a:lnTo>
                <a:lnTo>
                  <a:pt x="265175" y="292607"/>
                </a:lnTo>
                <a:lnTo>
                  <a:pt x="259079" y="292607"/>
                </a:lnTo>
                <a:lnTo>
                  <a:pt x="256031" y="316991"/>
                </a:lnTo>
                <a:lnTo>
                  <a:pt x="262127" y="318515"/>
                </a:lnTo>
                <a:lnTo>
                  <a:pt x="326135" y="321563"/>
                </a:lnTo>
                <a:lnTo>
                  <a:pt x="326897" y="308609"/>
                </a:lnTo>
                <a:close/>
              </a:path>
              <a:path w="654050" h="321945">
                <a:moveTo>
                  <a:pt x="327659" y="295655"/>
                </a:moveTo>
                <a:lnTo>
                  <a:pt x="326135" y="295655"/>
                </a:lnTo>
                <a:lnTo>
                  <a:pt x="326897" y="308609"/>
                </a:lnTo>
                <a:lnTo>
                  <a:pt x="327659" y="295655"/>
                </a:lnTo>
                <a:close/>
              </a:path>
              <a:path w="654050" h="321945">
                <a:moveTo>
                  <a:pt x="333755" y="321563"/>
                </a:moveTo>
                <a:lnTo>
                  <a:pt x="332231" y="295655"/>
                </a:lnTo>
                <a:lnTo>
                  <a:pt x="327659" y="295655"/>
                </a:lnTo>
                <a:lnTo>
                  <a:pt x="326897" y="308609"/>
                </a:lnTo>
                <a:lnTo>
                  <a:pt x="327659" y="321563"/>
                </a:lnTo>
                <a:lnTo>
                  <a:pt x="333755" y="321563"/>
                </a:lnTo>
                <a:close/>
              </a:path>
              <a:path w="654050" h="321945">
                <a:moveTo>
                  <a:pt x="234695" y="289559"/>
                </a:moveTo>
                <a:lnTo>
                  <a:pt x="207263" y="284987"/>
                </a:lnTo>
                <a:lnTo>
                  <a:pt x="179831" y="278891"/>
                </a:lnTo>
                <a:lnTo>
                  <a:pt x="161543" y="272795"/>
                </a:lnTo>
                <a:lnTo>
                  <a:pt x="153923" y="297179"/>
                </a:lnTo>
                <a:lnTo>
                  <a:pt x="173735" y="303275"/>
                </a:lnTo>
                <a:lnTo>
                  <a:pt x="202691" y="309371"/>
                </a:lnTo>
                <a:lnTo>
                  <a:pt x="230123" y="313943"/>
                </a:lnTo>
                <a:lnTo>
                  <a:pt x="234695" y="289559"/>
                </a:lnTo>
                <a:close/>
              </a:path>
              <a:path w="654050" h="321945">
                <a:moveTo>
                  <a:pt x="137159" y="265175"/>
                </a:moveTo>
                <a:lnTo>
                  <a:pt x="131063" y="262127"/>
                </a:lnTo>
                <a:lnTo>
                  <a:pt x="109727" y="252983"/>
                </a:lnTo>
                <a:lnTo>
                  <a:pt x="89915" y="243839"/>
                </a:lnTo>
                <a:lnTo>
                  <a:pt x="82295" y="237743"/>
                </a:lnTo>
                <a:lnTo>
                  <a:pt x="73151" y="233171"/>
                </a:lnTo>
                <a:lnTo>
                  <a:pt x="73151" y="231647"/>
                </a:lnTo>
                <a:lnTo>
                  <a:pt x="57911" y="252983"/>
                </a:lnTo>
                <a:lnTo>
                  <a:pt x="59435" y="254507"/>
                </a:lnTo>
                <a:lnTo>
                  <a:pt x="68579" y="260603"/>
                </a:lnTo>
                <a:lnTo>
                  <a:pt x="79247" y="265175"/>
                </a:lnTo>
                <a:lnTo>
                  <a:pt x="100583" y="277367"/>
                </a:lnTo>
                <a:lnTo>
                  <a:pt x="123443" y="286511"/>
                </a:lnTo>
                <a:lnTo>
                  <a:pt x="129539" y="289559"/>
                </a:lnTo>
                <a:lnTo>
                  <a:pt x="137159" y="2651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3137" y="823467"/>
            <a:ext cx="7104380" cy="687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4400" spc="-10" dirty="0"/>
              <a:t>Search </a:t>
            </a:r>
            <a:r>
              <a:rPr sz="4400" dirty="0"/>
              <a:t>without </a:t>
            </a:r>
            <a:r>
              <a:rPr sz="4400" spc="-15" dirty="0"/>
              <a:t>repeated</a:t>
            </a:r>
            <a:r>
              <a:rPr sz="4400" spc="-100" dirty="0"/>
              <a:t> </a:t>
            </a:r>
            <a:r>
              <a:rPr sz="4400" spc="-30" dirty="0"/>
              <a:t>states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4049081" y="1872997"/>
            <a:ext cx="5410200" cy="1904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283777" y="2767583"/>
            <a:ext cx="294640" cy="264160"/>
          </a:xfrm>
          <a:custGeom>
            <a:avLst/>
            <a:gdLst/>
            <a:ahLst/>
            <a:cxnLst/>
            <a:rect l="l" t="t" r="r" b="b"/>
            <a:pathLst>
              <a:path w="294639" h="264160">
                <a:moveTo>
                  <a:pt x="294131" y="68579"/>
                </a:moveTo>
                <a:lnTo>
                  <a:pt x="237743" y="0"/>
                </a:lnTo>
                <a:lnTo>
                  <a:pt x="146303" y="74675"/>
                </a:lnTo>
                <a:lnTo>
                  <a:pt x="56387" y="0"/>
                </a:lnTo>
                <a:lnTo>
                  <a:pt x="0" y="68579"/>
                </a:lnTo>
                <a:lnTo>
                  <a:pt x="77723" y="132587"/>
                </a:lnTo>
                <a:lnTo>
                  <a:pt x="77723" y="245932"/>
                </a:lnTo>
                <a:lnTo>
                  <a:pt x="146303" y="188975"/>
                </a:lnTo>
                <a:lnTo>
                  <a:pt x="216407" y="246227"/>
                </a:lnTo>
                <a:lnTo>
                  <a:pt x="216407" y="132587"/>
                </a:lnTo>
                <a:lnTo>
                  <a:pt x="294131" y="68579"/>
                </a:lnTo>
                <a:close/>
              </a:path>
              <a:path w="294639" h="264160">
                <a:moveTo>
                  <a:pt x="77723" y="245932"/>
                </a:moveTo>
                <a:lnTo>
                  <a:pt x="77723" y="132587"/>
                </a:lnTo>
                <a:lnTo>
                  <a:pt x="0" y="195071"/>
                </a:lnTo>
                <a:lnTo>
                  <a:pt x="56387" y="263651"/>
                </a:lnTo>
                <a:lnTo>
                  <a:pt x="77723" y="245932"/>
                </a:lnTo>
                <a:close/>
              </a:path>
              <a:path w="294639" h="264160">
                <a:moveTo>
                  <a:pt x="294131" y="195071"/>
                </a:moveTo>
                <a:lnTo>
                  <a:pt x="216407" y="132587"/>
                </a:lnTo>
                <a:lnTo>
                  <a:pt x="216407" y="246227"/>
                </a:lnTo>
                <a:lnTo>
                  <a:pt x="237743" y="263651"/>
                </a:lnTo>
                <a:lnTo>
                  <a:pt x="294131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65491" y="2749296"/>
            <a:ext cx="330835" cy="300355"/>
          </a:xfrm>
          <a:custGeom>
            <a:avLst/>
            <a:gdLst/>
            <a:ahLst/>
            <a:cxnLst/>
            <a:rect l="l" t="t" r="r" b="b"/>
            <a:pathLst>
              <a:path w="330835" h="300355">
                <a:moveTo>
                  <a:pt x="165353" y="76834"/>
                </a:moveTo>
                <a:lnTo>
                  <a:pt x="73151" y="0"/>
                </a:lnTo>
                <a:lnTo>
                  <a:pt x="0" y="88391"/>
                </a:lnTo>
                <a:lnTo>
                  <a:pt x="25907" y="109386"/>
                </a:lnTo>
                <a:lnTo>
                  <a:pt x="25907" y="77723"/>
                </a:lnTo>
                <a:lnTo>
                  <a:pt x="35878" y="85835"/>
                </a:lnTo>
                <a:lnTo>
                  <a:pt x="67055" y="46862"/>
                </a:lnTo>
                <a:lnTo>
                  <a:pt x="67055" y="28955"/>
                </a:lnTo>
                <a:lnTo>
                  <a:pt x="83819" y="25907"/>
                </a:lnTo>
                <a:lnTo>
                  <a:pt x="83819" y="42838"/>
                </a:lnTo>
                <a:lnTo>
                  <a:pt x="156971" y="103417"/>
                </a:lnTo>
                <a:lnTo>
                  <a:pt x="156971" y="83819"/>
                </a:lnTo>
                <a:lnTo>
                  <a:pt x="165353" y="76834"/>
                </a:lnTo>
                <a:close/>
              </a:path>
              <a:path w="330835" h="300355">
                <a:moveTo>
                  <a:pt x="88391" y="173193"/>
                </a:moveTo>
                <a:lnTo>
                  <a:pt x="88391" y="160019"/>
                </a:lnTo>
                <a:lnTo>
                  <a:pt x="76167" y="150113"/>
                </a:lnTo>
                <a:lnTo>
                  <a:pt x="0" y="211835"/>
                </a:lnTo>
                <a:lnTo>
                  <a:pt x="25907" y="243141"/>
                </a:lnTo>
                <a:lnTo>
                  <a:pt x="25907" y="224027"/>
                </a:lnTo>
                <a:lnTo>
                  <a:pt x="28955" y="205739"/>
                </a:lnTo>
                <a:lnTo>
                  <a:pt x="36616" y="215315"/>
                </a:lnTo>
                <a:lnTo>
                  <a:pt x="88391" y="173193"/>
                </a:lnTo>
                <a:close/>
              </a:path>
              <a:path w="330835" h="300355">
                <a:moveTo>
                  <a:pt x="35878" y="85835"/>
                </a:moveTo>
                <a:lnTo>
                  <a:pt x="25907" y="77723"/>
                </a:lnTo>
                <a:lnTo>
                  <a:pt x="28955" y="94487"/>
                </a:lnTo>
                <a:lnTo>
                  <a:pt x="35878" y="85835"/>
                </a:lnTo>
                <a:close/>
              </a:path>
              <a:path w="330835" h="300355">
                <a:moveTo>
                  <a:pt x="115823" y="150875"/>
                </a:moveTo>
                <a:lnTo>
                  <a:pt x="35878" y="85835"/>
                </a:lnTo>
                <a:lnTo>
                  <a:pt x="28955" y="94487"/>
                </a:lnTo>
                <a:lnTo>
                  <a:pt x="25907" y="77723"/>
                </a:lnTo>
                <a:lnTo>
                  <a:pt x="25907" y="109386"/>
                </a:lnTo>
                <a:lnTo>
                  <a:pt x="76167" y="150113"/>
                </a:lnTo>
                <a:lnTo>
                  <a:pt x="88391" y="140207"/>
                </a:lnTo>
                <a:lnTo>
                  <a:pt x="88391" y="173193"/>
                </a:lnTo>
                <a:lnTo>
                  <a:pt x="115823" y="150875"/>
                </a:lnTo>
                <a:close/>
              </a:path>
              <a:path w="330835" h="300355">
                <a:moveTo>
                  <a:pt x="36616" y="215315"/>
                </a:moveTo>
                <a:lnTo>
                  <a:pt x="28955" y="205739"/>
                </a:lnTo>
                <a:lnTo>
                  <a:pt x="25907" y="224027"/>
                </a:lnTo>
                <a:lnTo>
                  <a:pt x="36616" y="215315"/>
                </a:lnTo>
                <a:close/>
              </a:path>
              <a:path w="330835" h="300355">
                <a:moveTo>
                  <a:pt x="75672" y="264136"/>
                </a:moveTo>
                <a:lnTo>
                  <a:pt x="36616" y="215315"/>
                </a:lnTo>
                <a:lnTo>
                  <a:pt x="25907" y="224027"/>
                </a:lnTo>
                <a:lnTo>
                  <a:pt x="25907" y="243141"/>
                </a:lnTo>
                <a:lnTo>
                  <a:pt x="67055" y="292861"/>
                </a:lnTo>
                <a:lnTo>
                  <a:pt x="67055" y="271271"/>
                </a:lnTo>
                <a:lnTo>
                  <a:pt x="75672" y="264136"/>
                </a:lnTo>
                <a:close/>
              </a:path>
              <a:path w="330835" h="300355">
                <a:moveTo>
                  <a:pt x="83819" y="25907"/>
                </a:moveTo>
                <a:lnTo>
                  <a:pt x="67055" y="28955"/>
                </a:lnTo>
                <a:lnTo>
                  <a:pt x="75672" y="36091"/>
                </a:lnTo>
                <a:lnTo>
                  <a:pt x="83819" y="25907"/>
                </a:lnTo>
                <a:close/>
              </a:path>
              <a:path w="330835" h="300355">
                <a:moveTo>
                  <a:pt x="75672" y="36091"/>
                </a:moveTo>
                <a:lnTo>
                  <a:pt x="67055" y="28955"/>
                </a:lnTo>
                <a:lnTo>
                  <a:pt x="67055" y="46862"/>
                </a:lnTo>
                <a:lnTo>
                  <a:pt x="75672" y="36091"/>
                </a:lnTo>
                <a:close/>
              </a:path>
              <a:path w="330835" h="300355">
                <a:moveTo>
                  <a:pt x="83819" y="274319"/>
                </a:moveTo>
                <a:lnTo>
                  <a:pt x="75672" y="264136"/>
                </a:lnTo>
                <a:lnTo>
                  <a:pt x="67055" y="271271"/>
                </a:lnTo>
                <a:lnTo>
                  <a:pt x="83819" y="274319"/>
                </a:lnTo>
                <a:close/>
              </a:path>
              <a:path w="330835" h="300355">
                <a:moveTo>
                  <a:pt x="83819" y="291337"/>
                </a:moveTo>
                <a:lnTo>
                  <a:pt x="83819" y="274319"/>
                </a:lnTo>
                <a:lnTo>
                  <a:pt x="67055" y="271271"/>
                </a:lnTo>
                <a:lnTo>
                  <a:pt x="67055" y="292861"/>
                </a:lnTo>
                <a:lnTo>
                  <a:pt x="73151" y="300227"/>
                </a:lnTo>
                <a:lnTo>
                  <a:pt x="83819" y="291337"/>
                </a:lnTo>
                <a:close/>
              </a:path>
              <a:path w="330835" h="300355">
                <a:moveTo>
                  <a:pt x="83819" y="42838"/>
                </a:moveTo>
                <a:lnTo>
                  <a:pt x="83819" y="25907"/>
                </a:lnTo>
                <a:lnTo>
                  <a:pt x="75672" y="36091"/>
                </a:lnTo>
                <a:lnTo>
                  <a:pt x="83819" y="42838"/>
                </a:lnTo>
                <a:close/>
              </a:path>
              <a:path w="330835" h="300355">
                <a:moveTo>
                  <a:pt x="254981" y="264202"/>
                </a:moveTo>
                <a:lnTo>
                  <a:pt x="164591" y="190499"/>
                </a:lnTo>
                <a:lnTo>
                  <a:pt x="75672" y="264136"/>
                </a:lnTo>
                <a:lnTo>
                  <a:pt x="83819" y="274319"/>
                </a:lnTo>
                <a:lnTo>
                  <a:pt x="83819" y="291337"/>
                </a:lnTo>
                <a:lnTo>
                  <a:pt x="156971" y="230377"/>
                </a:lnTo>
                <a:lnTo>
                  <a:pt x="156971" y="216407"/>
                </a:lnTo>
                <a:lnTo>
                  <a:pt x="173735" y="216407"/>
                </a:lnTo>
                <a:lnTo>
                  <a:pt x="173735" y="230377"/>
                </a:lnTo>
                <a:lnTo>
                  <a:pt x="246887" y="291337"/>
                </a:lnTo>
                <a:lnTo>
                  <a:pt x="246887" y="274319"/>
                </a:lnTo>
                <a:lnTo>
                  <a:pt x="254981" y="264202"/>
                </a:lnTo>
                <a:close/>
              </a:path>
              <a:path w="330835" h="300355">
                <a:moveTo>
                  <a:pt x="88391" y="160019"/>
                </a:moveTo>
                <a:lnTo>
                  <a:pt x="88391" y="140207"/>
                </a:lnTo>
                <a:lnTo>
                  <a:pt x="76167" y="150113"/>
                </a:lnTo>
                <a:lnTo>
                  <a:pt x="88391" y="160019"/>
                </a:lnTo>
                <a:close/>
              </a:path>
              <a:path w="330835" h="300355">
                <a:moveTo>
                  <a:pt x="173735" y="83819"/>
                </a:moveTo>
                <a:lnTo>
                  <a:pt x="165353" y="76834"/>
                </a:lnTo>
                <a:lnTo>
                  <a:pt x="156971" y="83819"/>
                </a:lnTo>
                <a:lnTo>
                  <a:pt x="173735" y="83819"/>
                </a:lnTo>
                <a:close/>
              </a:path>
              <a:path w="330835" h="300355">
                <a:moveTo>
                  <a:pt x="173735" y="102272"/>
                </a:moveTo>
                <a:lnTo>
                  <a:pt x="173735" y="83819"/>
                </a:lnTo>
                <a:lnTo>
                  <a:pt x="156971" y="83819"/>
                </a:lnTo>
                <a:lnTo>
                  <a:pt x="156971" y="103417"/>
                </a:lnTo>
                <a:lnTo>
                  <a:pt x="164591" y="109727"/>
                </a:lnTo>
                <a:lnTo>
                  <a:pt x="173735" y="102272"/>
                </a:lnTo>
                <a:close/>
              </a:path>
              <a:path w="330835" h="300355">
                <a:moveTo>
                  <a:pt x="173735" y="216407"/>
                </a:moveTo>
                <a:lnTo>
                  <a:pt x="156971" y="216407"/>
                </a:lnTo>
                <a:lnTo>
                  <a:pt x="165353" y="223392"/>
                </a:lnTo>
                <a:lnTo>
                  <a:pt x="173735" y="216407"/>
                </a:lnTo>
                <a:close/>
              </a:path>
              <a:path w="330835" h="300355">
                <a:moveTo>
                  <a:pt x="165353" y="223392"/>
                </a:moveTo>
                <a:lnTo>
                  <a:pt x="156971" y="216407"/>
                </a:lnTo>
                <a:lnTo>
                  <a:pt x="156971" y="230377"/>
                </a:lnTo>
                <a:lnTo>
                  <a:pt x="165353" y="223392"/>
                </a:lnTo>
                <a:close/>
              </a:path>
              <a:path w="330835" h="300355">
                <a:moveTo>
                  <a:pt x="330707" y="88391"/>
                </a:moveTo>
                <a:lnTo>
                  <a:pt x="257555" y="0"/>
                </a:lnTo>
                <a:lnTo>
                  <a:pt x="165353" y="76834"/>
                </a:lnTo>
                <a:lnTo>
                  <a:pt x="173735" y="83819"/>
                </a:lnTo>
                <a:lnTo>
                  <a:pt x="173735" y="102272"/>
                </a:lnTo>
                <a:lnTo>
                  <a:pt x="246887" y="42625"/>
                </a:lnTo>
                <a:lnTo>
                  <a:pt x="246887" y="25907"/>
                </a:lnTo>
                <a:lnTo>
                  <a:pt x="263651" y="28955"/>
                </a:lnTo>
                <a:lnTo>
                  <a:pt x="263651" y="46862"/>
                </a:lnTo>
                <a:lnTo>
                  <a:pt x="294290" y="85160"/>
                </a:lnTo>
                <a:lnTo>
                  <a:pt x="303275" y="77723"/>
                </a:lnTo>
                <a:lnTo>
                  <a:pt x="303275" y="110621"/>
                </a:lnTo>
                <a:lnTo>
                  <a:pt x="330707" y="88391"/>
                </a:lnTo>
                <a:close/>
              </a:path>
              <a:path w="330835" h="300355">
                <a:moveTo>
                  <a:pt x="173735" y="230377"/>
                </a:moveTo>
                <a:lnTo>
                  <a:pt x="173735" y="216407"/>
                </a:lnTo>
                <a:lnTo>
                  <a:pt x="165353" y="223392"/>
                </a:lnTo>
                <a:lnTo>
                  <a:pt x="173735" y="230377"/>
                </a:lnTo>
                <a:close/>
              </a:path>
              <a:path w="330835" h="300355">
                <a:moveTo>
                  <a:pt x="303275" y="110621"/>
                </a:moveTo>
                <a:lnTo>
                  <a:pt x="303275" y="77723"/>
                </a:lnTo>
                <a:lnTo>
                  <a:pt x="301751" y="94487"/>
                </a:lnTo>
                <a:lnTo>
                  <a:pt x="294290" y="85160"/>
                </a:lnTo>
                <a:lnTo>
                  <a:pt x="214883" y="150875"/>
                </a:lnTo>
                <a:lnTo>
                  <a:pt x="242315" y="173578"/>
                </a:lnTo>
                <a:lnTo>
                  <a:pt x="242315" y="140207"/>
                </a:lnTo>
                <a:lnTo>
                  <a:pt x="254540" y="150113"/>
                </a:lnTo>
                <a:lnTo>
                  <a:pt x="303275" y="110621"/>
                </a:lnTo>
                <a:close/>
              </a:path>
              <a:path w="330835" h="300355">
                <a:moveTo>
                  <a:pt x="254540" y="150113"/>
                </a:moveTo>
                <a:lnTo>
                  <a:pt x="242315" y="140207"/>
                </a:lnTo>
                <a:lnTo>
                  <a:pt x="242315" y="160019"/>
                </a:lnTo>
                <a:lnTo>
                  <a:pt x="254540" y="150113"/>
                </a:lnTo>
                <a:close/>
              </a:path>
              <a:path w="330835" h="300355">
                <a:moveTo>
                  <a:pt x="330707" y="211835"/>
                </a:moveTo>
                <a:lnTo>
                  <a:pt x="254540" y="150113"/>
                </a:lnTo>
                <a:lnTo>
                  <a:pt x="242315" y="160019"/>
                </a:lnTo>
                <a:lnTo>
                  <a:pt x="242315" y="173578"/>
                </a:lnTo>
                <a:lnTo>
                  <a:pt x="293556" y="215984"/>
                </a:lnTo>
                <a:lnTo>
                  <a:pt x="301751" y="205739"/>
                </a:lnTo>
                <a:lnTo>
                  <a:pt x="303275" y="224027"/>
                </a:lnTo>
                <a:lnTo>
                  <a:pt x="303275" y="244982"/>
                </a:lnTo>
                <a:lnTo>
                  <a:pt x="330707" y="211835"/>
                </a:lnTo>
                <a:close/>
              </a:path>
              <a:path w="330835" h="300355">
                <a:moveTo>
                  <a:pt x="263651" y="28955"/>
                </a:moveTo>
                <a:lnTo>
                  <a:pt x="246887" y="25907"/>
                </a:lnTo>
                <a:lnTo>
                  <a:pt x="254981" y="36025"/>
                </a:lnTo>
                <a:lnTo>
                  <a:pt x="263651" y="28955"/>
                </a:lnTo>
                <a:close/>
              </a:path>
              <a:path w="330835" h="300355">
                <a:moveTo>
                  <a:pt x="254981" y="36025"/>
                </a:moveTo>
                <a:lnTo>
                  <a:pt x="246887" y="25907"/>
                </a:lnTo>
                <a:lnTo>
                  <a:pt x="246887" y="42625"/>
                </a:lnTo>
                <a:lnTo>
                  <a:pt x="254981" y="36025"/>
                </a:lnTo>
                <a:close/>
              </a:path>
              <a:path w="330835" h="300355">
                <a:moveTo>
                  <a:pt x="263651" y="271271"/>
                </a:moveTo>
                <a:lnTo>
                  <a:pt x="254981" y="264202"/>
                </a:lnTo>
                <a:lnTo>
                  <a:pt x="246887" y="274319"/>
                </a:lnTo>
                <a:lnTo>
                  <a:pt x="263651" y="271271"/>
                </a:lnTo>
                <a:close/>
              </a:path>
              <a:path w="330835" h="300355">
                <a:moveTo>
                  <a:pt x="263651" y="292861"/>
                </a:moveTo>
                <a:lnTo>
                  <a:pt x="263651" y="271271"/>
                </a:lnTo>
                <a:lnTo>
                  <a:pt x="246887" y="274319"/>
                </a:lnTo>
                <a:lnTo>
                  <a:pt x="246887" y="291337"/>
                </a:lnTo>
                <a:lnTo>
                  <a:pt x="257555" y="300227"/>
                </a:lnTo>
                <a:lnTo>
                  <a:pt x="263651" y="292861"/>
                </a:lnTo>
                <a:close/>
              </a:path>
              <a:path w="330835" h="300355">
                <a:moveTo>
                  <a:pt x="263651" y="46862"/>
                </a:moveTo>
                <a:lnTo>
                  <a:pt x="263651" y="28955"/>
                </a:lnTo>
                <a:lnTo>
                  <a:pt x="254981" y="36025"/>
                </a:lnTo>
                <a:lnTo>
                  <a:pt x="263651" y="46862"/>
                </a:lnTo>
                <a:close/>
              </a:path>
              <a:path w="330835" h="300355">
                <a:moveTo>
                  <a:pt x="303275" y="244982"/>
                </a:moveTo>
                <a:lnTo>
                  <a:pt x="303275" y="224027"/>
                </a:lnTo>
                <a:lnTo>
                  <a:pt x="293556" y="215984"/>
                </a:lnTo>
                <a:lnTo>
                  <a:pt x="254981" y="264202"/>
                </a:lnTo>
                <a:lnTo>
                  <a:pt x="263651" y="271271"/>
                </a:lnTo>
                <a:lnTo>
                  <a:pt x="263651" y="292861"/>
                </a:lnTo>
                <a:lnTo>
                  <a:pt x="303275" y="244982"/>
                </a:lnTo>
                <a:close/>
              </a:path>
              <a:path w="330835" h="300355">
                <a:moveTo>
                  <a:pt x="303275" y="224027"/>
                </a:moveTo>
                <a:lnTo>
                  <a:pt x="301751" y="205739"/>
                </a:lnTo>
                <a:lnTo>
                  <a:pt x="293556" y="215984"/>
                </a:lnTo>
                <a:lnTo>
                  <a:pt x="303275" y="224027"/>
                </a:lnTo>
                <a:close/>
              </a:path>
              <a:path w="330835" h="300355">
                <a:moveTo>
                  <a:pt x="303275" y="77723"/>
                </a:moveTo>
                <a:lnTo>
                  <a:pt x="294290" y="85160"/>
                </a:lnTo>
                <a:lnTo>
                  <a:pt x="301751" y="94487"/>
                </a:lnTo>
                <a:lnTo>
                  <a:pt x="303275" y="7772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580190" y="3224783"/>
            <a:ext cx="292735" cy="264160"/>
          </a:xfrm>
          <a:custGeom>
            <a:avLst/>
            <a:gdLst/>
            <a:ahLst/>
            <a:cxnLst/>
            <a:rect l="l" t="t" r="r" b="b"/>
            <a:pathLst>
              <a:path w="292734" h="264160">
                <a:moveTo>
                  <a:pt x="292607" y="68579"/>
                </a:moveTo>
                <a:lnTo>
                  <a:pt x="237743" y="0"/>
                </a:lnTo>
                <a:lnTo>
                  <a:pt x="146303" y="74675"/>
                </a:lnTo>
                <a:lnTo>
                  <a:pt x="54863" y="0"/>
                </a:lnTo>
                <a:lnTo>
                  <a:pt x="0" y="68579"/>
                </a:lnTo>
                <a:lnTo>
                  <a:pt x="76199" y="132587"/>
                </a:lnTo>
                <a:lnTo>
                  <a:pt x="76199" y="246227"/>
                </a:lnTo>
                <a:lnTo>
                  <a:pt x="146303" y="188975"/>
                </a:lnTo>
                <a:lnTo>
                  <a:pt x="216407" y="246227"/>
                </a:lnTo>
                <a:lnTo>
                  <a:pt x="216407" y="132587"/>
                </a:lnTo>
                <a:lnTo>
                  <a:pt x="292607" y="68579"/>
                </a:lnTo>
                <a:close/>
              </a:path>
              <a:path w="292734" h="264160">
                <a:moveTo>
                  <a:pt x="76199" y="246227"/>
                </a:moveTo>
                <a:lnTo>
                  <a:pt x="76199" y="132587"/>
                </a:lnTo>
                <a:lnTo>
                  <a:pt x="0" y="195071"/>
                </a:lnTo>
                <a:lnTo>
                  <a:pt x="54863" y="263651"/>
                </a:lnTo>
                <a:lnTo>
                  <a:pt x="76199" y="246227"/>
                </a:lnTo>
                <a:close/>
              </a:path>
              <a:path w="292734" h="264160">
                <a:moveTo>
                  <a:pt x="292607" y="195071"/>
                </a:moveTo>
                <a:lnTo>
                  <a:pt x="216407" y="132587"/>
                </a:lnTo>
                <a:lnTo>
                  <a:pt x="216407" y="246227"/>
                </a:lnTo>
                <a:lnTo>
                  <a:pt x="237743" y="263651"/>
                </a:lnTo>
                <a:lnTo>
                  <a:pt x="292607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561902" y="3206496"/>
            <a:ext cx="329565" cy="300355"/>
          </a:xfrm>
          <a:custGeom>
            <a:avLst/>
            <a:gdLst/>
            <a:ahLst/>
            <a:cxnLst/>
            <a:rect l="l" t="t" r="r" b="b"/>
            <a:pathLst>
              <a:path w="329565" h="300354">
                <a:moveTo>
                  <a:pt x="164591" y="77469"/>
                </a:moveTo>
                <a:lnTo>
                  <a:pt x="71627" y="0"/>
                </a:lnTo>
                <a:lnTo>
                  <a:pt x="0" y="88391"/>
                </a:lnTo>
                <a:lnTo>
                  <a:pt x="25907" y="109754"/>
                </a:lnTo>
                <a:lnTo>
                  <a:pt x="25907" y="77723"/>
                </a:lnTo>
                <a:lnTo>
                  <a:pt x="35017" y="85262"/>
                </a:lnTo>
                <a:lnTo>
                  <a:pt x="65531" y="48150"/>
                </a:lnTo>
                <a:lnTo>
                  <a:pt x="65531" y="28955"/>
                </a:lnTo>
                <a:lnTo>
                  <a:pt x="83819" y="25907"/>
                </a:lnTo>
                <a:lnTo>
                  <a:pt x="83819" y="43867"/>
                </a:lnTo>
                <a:lnTo>
                  <a:pt x="156971" y="103514"/>
                </a:lnTo>
                <a:lnTo>
                  <a:pt x="156971" y="83819"/>
                </a:lnTo>
                <a:lnTo>
                  <a:pt x="164591" y="77469"/>
                </a:lnTo>
                <a:close/>
              </a:path>
              <a:path w="329565" h="300354">
                <a:moveTo>
                  <a:pt x="86867" y="173578"/>
                </a:moveTo>
                <a:lnTo>
                  <a:pt x="86867" y="160019"/>
                </a:lnTo>
                <a:lnTo>
                  <a:pt x="74854" y="150113"/>
                </a:lnTo>
                <a:lnTo>
                  <a:pt x="0" y="211835"/>
                </a:lnTo>
                <a:lnTo>
                  <a:pt x="25907" y="243807"/>
                </a:lnTo>
                <a:lnTo>
                  <a:pt x="25907" y="224027"/>
                </a:lnTo>
                <a:lnTo>
                  <a:pt x="27431" y="205739"/>
                </a:lnTo>
                <a:lnTo>
                  <a:pt x="35762" y="215872"/>
                </a:lnTo>
                <a:lnTo>
                  <a:pt x="86867" y="173578"/>
                </a:lnTo>
                <a:close/>
              </a:path>
              <a:path w="329565" h="300354">
                <a:moveTo>
                  <a:pt x="35017" y="85262"/>
                </a:moveTo>
                <a:lnTo>
                  <a:pt x="25907" y="77723"/>
                </a:lnTo>
                <a:lnTo>
                  <a:pt x="27431" y="94487"/>
                </a:lnTo>
                <a:lnTo>
                  <a:pt x="35017" y="85262"/>
                </a:lnTo>
                <a:close/>
              </a:path>
              <a:path w="329565" h="300354">
                <a:moveTo>
                  <a:pt x="114299" y="150875"/>
                </a:moveTo>
                <a:lnTo>
                  <a:pt x="35017" y="85262"/>
                </a:lnTo>
                <a:lnTo>
                  <a:pt x="27431" y="94487"/>
                </a:lnTo>
                <a:lnTo>
                  <a:pt x="25907" y="77723"/>
                </a:lnTo>
                <a:lnTo>
                  <a:pt x="25907" y="109754"/>
                </a:lnTo>
                <a:lnTo>
                  <a:pt x="74854" y="150113"/>
                </a:lnTo>
                <a:lnTo>
                  <a:pt x="86867" y="140207"/>
                </a:lnTo>
                <a:lnTo>
                  <a:pt x="86867" y="173578"/>
                </a:lnTo>
                <a:lnTo>
                  <a:pt x="114299" y="150875"/>
                </a:lnTo>
                <a:close/>
              </a:path>
              <a:path w="329565" h="300354">
                <a:moveTo>
                  <a:pt x="35762" y="215872"/>
                </a:moveTo>
                <a:lnTo>
                  <a:pt x="27431" y="205739"/>
                </a:lnTo>
                <a:lnTo>
                  <a:pt x="25907" y="224027"/>
                </a:lnTo>
                <a:lnTo>
                  <a:pt x="35762" y="215872"/>
                </a:lnTo>
                <a:close/>
              </a:path>
              <a:path w="329565" h="300354">
                <a:moveTo>
                  <a:pt x="74979" y="263568"/>
                </a:moveTo>
                <a:lnTo>
                  <a:pt x="35762" y="215872"/>
                </a:lnTo>
                <a:lnTo>
                  <a:pt x="25907" y="224027"/>
                </a:lnTo>
                <a:lnTo>
                  <a:pt x="25907" y="243807"/>
                </a:lnTo>
                <a:lnTo>
                  <a:pt x="65531" y="292705"/>
                </a:lnTo>
                <a:lnTo>
                  <a:pt x="65531" y="271271"/>
                </a:lnTo>
                <a:lnTo>
                  <a:pt x="74979" y="263568"/>
                </a:lnTo>
                <a:close/>
              </a:path>
              <a:path w="329565" h="300354">
                <a:moveTo>
                  <a:pt x="83819" y="25907"/>
                </a:moveTo>
                <a:lnTo>
                  <a:pt x="65531" y="28955"/>
                </a:lnTo>
                <a:lnTo>
                  <a:pt x="74979" y="36659"/>
                </a:lnTo>
                <a:lnTo>
                  <a:pt x="83819" y="25907"/>
                </a:lnTo>
                <a:close/>
              </a:path>
              <a:path w="329565" h="300354">
                <a:moveTo>
                  <a:pt x="74979" y="36659"/>
                </a:moveTo>
                <a:lnTo>
                  <a:pt x="65531" y="28955"/>
                </a:lnTo>
                <a:lnTo>
                  <a:pt x="65531" y="48150"/>
                </a:lnTo>
                <a:lnTo>
                  <a:pt x="74979" y="36659"/>
                </a:lnTo>
                <a:close/>
              </a:path>
              <a:path w="329565" h="300354">
                <a:moveTo>
                  <a:pt x="83819" y="274319"/>
                </a:moveTo>
                <a:lnTo>
                  <a:pt x="74979" y="263568"/>
                </a:lnTo>
                <a:lnTo>
                  <a:pt x="65531" y="271271"/>
                </a:lnTo>
                <a:lnTo>
                  <a:pt x="83819" y="274319"/>
                </a:lnTo>
                <a:close/>
              </a:path>
              <a:path w="329565" h="300354">
                <a:moveTo>
                  <a:pt x="83819" y="290067"/>
                </a:moveTo>
                <a:lnTo>
                  <a:pt x="83819" y="274319"/>
                </a:lnTo>
                <a:lnTo>
                  <a:pt x="65531" y="271271"/>
                </a:lnTo>
                <a:lnTo>
                  <a:pt x="65531" y="292705"/>
                </a:lnTo>
                <a:lnTo>
                  <a:pt x="71627" y="300227"/>
                </a:lnTo>
                <a:lnTo>
                  <a:pt x="83819" y="290067"/>
                </a:lnTo>
                <a:close/>
              </a:path>
              <a:path w="329565" h="300354">
                <a:moveTo>
                  <a:pt x="86867" y="160019"/>
                </a:moveTo>
                <a:lnTo>
                  <a:pt x="86867" y="140207"/>
                </a:lnTo>
                <a:lnTo>
                  <a:pt x="74854" y="150113"/>
                </a:lnTo>
                <a:lnTo>
                  <a:pt x="86867" y="160019"/>
                </a:lnTo>
                <a:close/>
              </a:path>
              <a:path w="329565" h="300354">
                <a:moveTo>
                  <a:pt x="83819" y="43867"/>
                </a:moveTo>
                <a:lnTo>
                  <a:pt x="83819" y="25907"/>
                </a:lnTo>
                <a:lnTo>
                  <a:pt x="74979" y="36659"/>
                </a:lnTo>
                <a:lnTo>
                  <a:pt x="83819" y="43867"/>
                </a:lnTo>
                <a:close/>
              </a:path>
              <a:path w="329565" h="300354">
                <a:moveTo>
                  <a:pt x="254204" y="263568"/>
                </a:moveTo>
                <a:lnTo>
                  <a:pt x="164591" y="190499"/>
                </a:lnTo>
                <a:lnTo>
                  <a:pt x="74979" y="263568"/>
                </a:lnTo>
                <a:lnTo>
                  <a:pt x="83819" y="274319"/>
                </a:lnTo>
                <a:lnTo>
                  <a:pt x="83819" y="290067"/>
                </a:lnTo>
                <a:lnTo>
                  <a:pt x="156971" y="229107"/>
                </a:lnTo>
                <a:lnTo>
                  <a:pt x="156971" y="216407"/>
                </a:lnTo>
                <a:lnTo>
                  <a:pt x="172211" y="216407"/>
                </a:lnTo>
                <a:lnTo>
                  <a:pt x="172211" y="229107"/>
                </a:lnTo>
                <a:lnTo>
                  <a:pt x="245363" y="290067"/>
                </a:lnTo>
                <a:lnTo>
                  <a:pt x="245363" y="274319"/>
                </a:lnTo>
                <a:lnTo>
                  <a:pt x="254204" y="263568"/>
                </a:lnTo>
                <a:close/>
              </a:path>
              <a:path w="329565" h="300354">
                <a:moveTo>
                  <a:pt x="172211" y="83819"/>
                </a:moveTo>
                <a:lnTo>
                  <a:pt x="164591" y="77469"/>
                </a:lnTo>
                <a:lnTo>
                  <a:pt x="156971" y="83819"/>
                </a:lnTo>
                <a:lnTo>
                  <a:pt x="172211" y="83819"/>
                </a:lnTo>
                <a:close/>
              </a:path>
              <a:path w="329565" h="300354">
                <a:moveTo>
                  <a:pt x="172211" y="103514"/>
                </a:moveTo>
                <a:lnTo>
                  <a:pt x="172211" y="83819"/>
                </a:lnTo>
                <a:lnTo>
                  <a:pt x="156971" y="83819"/>
                </a:lnTo>
                <a:lnTo>
                  <a:pt x="156971" y="103514"/>
                </a:lnTo>
                <a:lnTo>
                  <a:pt x="164591" y="109727"/>
                </a:lnTo>
                <a:lnTo>
                  <a:pt x="172211" y="103514"/>
                </a:lnTo>
                <a:close/>
              </a:path>
              <a:path w="329565" h="300354">
                <a:moveTo>
                  <a:pt x="172211" y="216407"/>
                </a:moveTo>
                <a:lnTo>
                  <a:pt x="156971" y="216407"/>
                </a:lnTo>
                <a:lnTo>
                  <a:pt x="164591" y="222757"/>
                </a:lnTo>
                <a:lnTo>
                  <a:pt x="172211" y="216407"/>
                </a:lnTo>
                <a:close/>
              </a:path>
              <a:path w="329565" h="300354">
                <a:moveTo>
                  <a:pt x="164591" y="222757"/>
                </a:moveTo>
                <a:lnTo>
                  <a:pt x="156971" y="216407"/>
                </a:lnTo>
                <a:lnTo>
                  <a:pt x="156971" y="229107"/>
                </a:lnTo>
                <a:lnTo>
                  <a:pt x="164591" y="222757"/>
                </a:lnTo>
                <a:close/>
              </a:path>
              <a:path w="329565" h="300354">
                <a:moveTo>
                  <a:pt x="329183" y="88391"/>
                </a:moveTo>
                <a:lnTo>
                  <a:pt x="257555" y="0"/>
                </a:lnTo>
                <a:lnTo>
                  <a:pt x="164591" y="77469"/>
                </a:lnTo>
                <a:lnTo>
                  <a:pt x="172211" y="83819"/>
                </a:lnTo>
                <a:lnTo>
                  <a:pt x="172211" y="103514"/>
                </a:lnTo>
                <a:lnTo>
                  <a:pt x="245363" y="43867"/>
                </a:lnTo>
                <a:lnTo>
                  <a:pt x="245363" y="25907"/>
                </a:lnTo>
                <a:lnTo>
                  <a:pt x="263651" y="28955"/>
                </a:lnTo>
                <a:lnTo>
                  <a:pt x="263651" y="48150"/>
                </a:lnTo>
                <a:lnTo>
                  <a:pt x="294103" y="85186"/>
                </a:lnTo>
                <a:lnTo>
                  <a:pt x="303275" y="77723"/>
                </a:lnTo>
                <a:lnTo>
                  <a:pt x="303275" y="109754"/>
                </a:lnTo>
                <a:lnTo>
                  <a:pt x="329183" y="88391"/>
                </a:lnTo>
                <a:close/>
              </a:path>
              <a:path w="329565" h="300354">
                <a:moveTo>
                  <a:pt x="172211" y="229107"/>
                </a:moveTo>
                <a:lnTo>
                  <a:pt x="172211" y="216407"/>
                </a:lnTo>
                <a:lnTo>
                  <a:pt x="164591" y="222757"/>
                </a:lnTo>
                <a:lnTo>
                  <a:pt x="172211" y="229107"/>
                </a:lnTo>
                <a:close/>
              </a:path>
              <a:path w="329565" h="300354">
                <a:moveTo>
                  <a:pt x="303275" y="109754"/>
                </a:moveTo>
                <a:lnTo>
                  <a:pt x="303275" y="77723"/>
                </a:lnTo>
                <a:lnTo>
                  <a:pt x="301751" y="94487"/>
                </a:lnTo>
                <a:lnTo>
                  <a:pt x="294103" y="85186"/>
                </a:lnTo>
                <a:lnTo>
                  <a:pt x="213359" y="150875"/>
                </a:lnTo>
                <a:lnTo>
                  <a:pt x="242315" y="174433"/>
                </a:lnTo>
                <a:lnTo>
                  <a:pt x="242315" y="140207"/>
                </a:lnTo>
                <a:lnTo>
                  <a:pt x="254329" y="150113"/>
                </a:lnTo>
                <a:lnTo>
                  <a:pt x="303275" y="109754"/>
                </a:lnTo>
                <a:close/>
              </a:path>
              <a:path w="329565" h="300354">
                <a:moveTo>
                  <a:pt x="254329" y="150113"/>
                </a:moveTo>
                <a:lnTo>
                  <a:pt x="242315" y="140207"/>
                </a:lnTo>
                <a:lnTo>
                  <a:pt x="242315" y="160019"/>
                </a:lnTo>
                <a:lnTo>
                  <a:pt x="254329" y="150113"/>
                </a:lnTo>
                <a:close/>
              </a:path>
              <a:path w="329565" h="300354">
                <a:moveTo>
                  <a:pt x="329183" y="211835"/>
                </a:moveTo>
                <a:lnTo>
                  <a:pt x="254329" y="150113"/>
                </a:lnTo>
                <a:lnTo>
                  <a:pt x="242315" y="160019"/>
                </a:lnTo>
                <a:lnTo>
                  <a:pt x="242315" y="174433"/>
                </a:lnTo>
                <a:lnTo>
                  <a:pt x="293352" y="215955"/>
                </a:lnTo>
                <a:lnTo>
                  <a:pt x="301751" y="205739"/>
                </a:lnTo>
                <a:lnTo>
                  <a:pt x="303275" y="224027"/>
                </a:lnTo>
                <a:lnTo>
                  <a:pt x="303275" y="243807"/>
                </a:lnTo>
                <a:lnTo>
                  <a:pt x="329183" y="211835"/>
                </a:lnTo>
                <a:close/>
              </a:path>
              <a:path w="329565" h="300354">
                <a:moveTo>
                  <a:pt x="263651" y="28955"/>
                </a:moveTo>
                <a:lnTo>
                  <a:pt x="245363" y="25907"/>
                </a:lnTo>
                <a:lnTo>
                  <a:pt x="254204" y="36659"/>
                </a:lnTo>
                <a:lnTo>
                  <a:pt x="263651" y="28955"/>
                </a:lnTo>
                <a:close/>
              </a:path>
              <a:path w="329565" h="300354">
                <a:moveTo>
                  <a:pt x="254204" y="36659"/>
                </a:moveTo>
                <a:lnTo>
                  <a:pt x="245363" y="25907"/>
                </a:lnTo>
                <a:lnTo>
                  <a:pt x="245363" y="43867"/>
                </a:lnTo>
                <a:lnTo>
                  <a:pt x="254204" y="36659"/>
                </a:lnTo>
                <a:close/>
              </a:path>
              <a:path w="329565" h="300354">
                <a:moveTo>
                  <a:pt x="263651" y="271271"/>
                </a:moveTo>
                <a:lnTo>
                  <a:pt x="254204" y="263568"/>
                </a:lnTo>
                <a:lnTo>
                  <a:pt x="245363" y="274319"/>
                </a:lnTo>
                <a:lnTo>
                  <a:pt x="263651" y="271271"/>
                </a:lnTo>
                <a:close/>
              </a:path>
              <a:path w="329565" h="300354">
                <a:moveTo>
                  <a:pt x="263651" y="292705"/>
                </a:moveTo>
                <a:lnTo>
                  <a:pt x="263651" y="271271"/>
                </a:lnTo>
                <a:lnTo>
                  <a:pt x="245363" y="274319"/>
                </a:lnTo>
                <a:lnTo>
                  <a:pt x="245363" y="290067"/>
                </a:lnTo>
                <a:lnTo>
                  <a:pt x="257555" y="300227"/>
                </a:lnTo>
                <a:lnTo>
                  <a:pt x="263651" y="292705"/>
                </a:lnTo>
                <a:close/>
              </a:path>
              <a:path w="329565" h="300354">
                <a:moveTo>
                  <a:pt x="263651" y="48150"/>
                </a:moveTo>
                <a:lnTo>
                  <a:pt x="263651" y="28955"/>
                </a:lnTo>
                <a:lnTo>
                  <a:pt x="254204" y="36659"/>
                </a:lnTo>
                <a:lnTo>
                  <a:pt x="263651" y="48150"/>
                </a:lnTo>
                <a:close/>
              </a:path>
              <a:path w="329565" h="300354">
                <a:moveTo>
                  <a:pt x="303275" y="243807"/>
                </a:moveTo>
                <a:lnTo>
                  <a:pt x="303275" y="224027"/>
                </a:lnTo>
                <a:lnTo>
                  <a:pt x="293352" y="215955"/>
                </a:lnTo>
                <a:lnTo>
                  <a:pt x="254204" y="263568"/>
                </a:lnTo>
                <a:lnTo>
                  <a:pt x="263651" y="271271"/>
                </a:lnTo>
                <a:lnTo>
                  <a:pt x="263651" y="292705"/>
                </a:lnTo>
                <a:lnTo>
                  <a:pt x="303275" y="243807"/>
                </a:lnTo>
                <a:close/>
              </a:path>
              <a:path w="329565" h="300354">
                <a:moveTo>
                  <a:pt x="303275" y="224027"/>
                </a:moveTo>
                <a:lnTo>
                  <a:pt x="301751" y="205739"/>
                </a:lnTo>
                <a:lnTo>
                  <a:pt x="293352" y="215955"/>
                </a:lnTo>
                <a:lnTo>
                  <a:pt x="303275" y="224027"/>
                </a:lnTo>
                <a:close/>
              </a:path>
              <a:path w="329565" h="300354">
                <a:moveTo>
                  <a:pt x="303275" y="77723"/>
                </a:moveTo>
                <a:lnTo>
                  <a:pt x="294103" y="85186"/>
                </a:lnTo>
                <a:lnTo>
                  <a:pt x="301751" y="94487"/>
                </a:lnTo>
                <a:lnTo>
                  <a:pt x="303275" y="7772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664777" y="3218687"/>
            <a:ext cx="294640" cy="264160"/>
          </a:xfrm>
          <a:custGeom>
            <a:avLst/>
            <a:gdLst/>
            <a:ahLst/>
            <a:cxnLst/>
            <a:rect l="l" t="t" r="r" b="b"/>
            <a:pathLst>
              <a:path w="294639" h="264160">
                <a:moveTo>
                  <a:pt x="294131" y="68579"/>
                </a:moveTo>
                <a:lnTo>
                  <a:pt x="237743" y="0"/>
                </a:lnTo>
                <a:lnTo>
                  <a:pt x="146303" y="74675"/>
                </a:lnTo>
                <a:lnTo>
                  <a:pt x="56387" y="0"/>
                </a:lnTo>
                <a:lnTo>
                  <a:pt x="0" y="68579"/>
                </a:lnTo>
                <a:lnTo>
                  <a:pt x="77723" y="131063"/>
                </a:lnTo>
                <a:lnTo>
                  <a:pt x="77723" y="245932"/>
                </a:lnTo>
                <a:lnTo>
                  <a:pt x="146303" y="188975"/>
                </a:lnTo>
                <a:lnTo>
                  <a:pt x="216407" y="246227"/>
                </a:lnTo>
                <a:lnTo>
                  <a:pt x="216407" y="131063"/>
                </a:lnTo>
                <a:lnTo>
                  <a:pt x="294131" y="68579"/>
                </a:lnTo>
                <a:close/>
              </a:path>
              <a:path w="294639" h="264160">
                <a:moveTo>
                  <a:pt x="77723" y="245932"/>
                </a:moveTo>
                <a:lnTo>
                  <a:pt x="77723" y="131063"/>
                </a:lnTo>
                <a:lnTo>
                  <a:pt x="0" y="195071"/>
                </a:lnTo>
                <a:lnTo>
                  <a:pt x="56387" y="263651"/>
                </a:lnTo>
                <a:lnTo>
                  <a:pt x="77723" y="245932"/>
                </a:lnTo>
                <a:close/>
              </a:path>
              <a:path w="294639" h="264160">
                <a:moveTo>
                  <a:pt x="294131" y="195071"/>
                </a:moveTo>
                <a:lnTo>
                  <a:pt x="216407" y="131063"/>
                </a:lnTo>
                <a:lnTo>
                  <a:pt x="216407" y="246227"/>
                </a:lnTo>
                <a:lnTo>
                  <a:pt x="237743" y="263651"/>
                </a:lnTo>
                <a:lnTo>
                  <a:pt x="294131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646490" y="3200401"/>
            <a:ext cx="330835" cy="299085"/>
          </a:xfrm>
          <a:custGeom>
            <a:avLst/>
            <a:gdLst/>
            <a:ahLst/>
            <a:cxnLst/>
            <a:rect l="l" t="t" r="r" b="b"/>
            <a:pathLst>
              <a:path w="330835" h="299085">
                <a:moveTo>
                  <a:pt x="165353" y="75437"/>
                </a:moveTo>
                <a:lnTo>
                  <a:pt x="73151" y="0"/>
                </a:lnTo>
                <a:lnTo>
                  <a:pt x="0" y="88391"/>
                </a:lnTo>
                <a:lnTo>
                  <a:pt x="25907" y="109386"/>
                </a:lnTo>
                <a:lnTo>
                  <a:pt x="25907" y="76199"/>
                </a:lnTo>
                <a:lnTo>
                  <a:pt x="36616" y="84912"/>
                </a:lnTo>
                <a:lnTo>
                  <a:pt x="67055" y="46862"/>
                </a:lnTo>
                <a:lnTo>
                  <a:pt x="67055" y="27431"/>
                </a:lnTo>
                <a:lnTo>
                  <a:pt x="83819" y="25907"/>
                </a:lnTo>
                <a:lnTo>
                  <a:pt x="83819" y="41576"/>
                </a:lnTo>
                <a:lnTo>
                  <a:pt x="156971" y="103298"/>
                </a:lnTo>
                <a:lnTo>
                  <a:pt x="156971" y="82295"/>
                </a:lnTo>
                <a:lnTo>
                  <a:pt x="165353" y="75437"/>
                </a:lnTo>
                <a:close/>
              </a:path>
              <a:path w="330835" h="299085">
                <a:moveTo>
                  <a:pt x="88391" y="171669"/>
                </a:moveTo>
                <a:lnTo>
                  <a:pt x="88391" y="160019"/>
                </a:lnTo>
                <a:lnTo>
                  <a:pt x="76167" y="150113"/>
                </a:lnTo>
                <a:lnTo>
                  <a:pt x="0" y="211835"/>
                </a:lnTo>
                <a:lnTo>
                  <a:pt x="25907" y="242601"/>
                </a:lnTo>
                <a:lnTo>
                  <a:pt x="25907" y="222503"/>
                </a:lnTo>
                <a:lnTo>
                  <a:pt x="28955" y="205739"/>
                </a:lnTo>
                <a:lnTo>
                  <a:pt x="35972" y="214315"/>
                </a:lnTo>
                <a:lnTo>
                  <a:pt x="88391" y="171669"/>
                </a:lnTo>
                <a:close/>
              </a:path>
              <a:path w="330835" h="299085">
                <a:moveTo>
                  <a:pt x="36616" y="84912"/>
                </a:moveTo>
                <a:lnTo>
                  <a:pt x="25907" y="76199"/>
                </a:lnTo>
                <a:lnTo>
                  <a:pt x="28955" y="94487"/>
                </a:lnTo>
                <a:lnTo>
                  <a:pt x="36616" y="84912"/>
                </a:lnTo>
                <a:close/>
              </a:path>
              <a:path w="330835" h="299085">
                <a:moveTo>
                  <a:pt x="115823" y="149351"/>
                </a:moveTo>
                <a:lnTo>
                  <a:pt x="36616" y="84912"/>
                </a:lnTo>
                <a:lnTo>
                  <a:pt x="28955" y="94487"/>
                </a:lnTo>
                <a:lnTo>
                  <a:pt x="25907" y="76199"/>
                </a:lnTo>
                <a:lnTo>
                  <a:pt x="25907" y="109386"/>
                </a:lnTo>
                <a:lnTo>
                  <a:pt x="76167" y="150113"/>
                </a:lnTo>
                <a:lnTo>
                  <a:pt x="88391" y="140207"/>
                </a:lnTo>
                <a:lnTo>
                  <a:pt x="88391" y="171669"/>
                </a:lnTo>
                <a:lnTo>
                  <a:pt x="115823" y="149351"/>
                </a:lnTo>
                <a:close/>
              </a:path>
              <a:path w="330835" h="299085">
                <a:moveTo>
                  <a:pt x="35972" y="214315"/>
                </a:moveTo>
                <a:lnTo>
                  <a:pt x="28955" y="205739"/>
                </a:lnTo>
                <a:lnTo>
                  <a:pt x="25907" y="222503"/>
                </a:lnTo>
                <a:lnTo>
                  <a:pt x="35972" y="214315"/>
                </a:lnTo>
                <a:close/>
              </a:path>
              <a:path w="330835" h="299085">
                <a:moveTo>
                  <a:pt x="76305" y="263611"/>
                </a:moveTo>
                <a:lnTo>
                  <a:pt x="35972" y="214315"/>
                </a:lnTo>
                <a:lnTo>
                  <a:pt x="25907" y="222503"/>
                </a:lnTo>
                <a:lnTo>
                  <a:pt x="25907" y="242601"/>
                </a:lnTo>
                <a:lnTo>
                  <a:pt x="67055" y="291464"/>
                </a:lnTo>
                <a:lnTo>
                  <a:pt x="67055" y="271271"/>
                </a:lnTo>
                <a:lnTo>
                  <a:pt x="76305" y="263611"/>
                </a:lnTo>
                <a:close/>
              </a:path>
              <a:path w="330835" h="299085">
                <a:moveTo>
                  <a:pt x="83819" y="25907"/>
                </a:moveTo>
                <a:lnTo>
                  <a:pt x="67055" y="27431"/>
                </a:lnTo>
                <a:lnTo>
                  <a:pt x="76336" y="35262"/>
                </a:lnTo>
                <a:lnTo>
                  <a:pt x="83819" y="25907"/>
                </a:lnTo>
                <a:close/>
              </a:path>
              <a:path w="330835" h="299085">
                <a:moveTo>
                  <a:pt x="76336" y="35262"/>
                </a:moveTo>
                <a:lnTo>
                  <a:pt x="67055" y="27431"/>
                </a:lnTo>
                <a:lnTo>
                  <a:pt x="67055" y="46862"/>
                </a:lnTo>
                <a:lnTo>
                  <a:pt x="76336" y="35262"/>
                </a:lnTo>
                <a:close/>
              </a:path>
              <a:path w="330835" h="299085">
                <a:moveTo>
                  <a:pt x="83819" y="272795"/>
                </a:moveTo>
                <a:lnTo>
                  <a:pt x="76305" y="263611"/>
                </a:lnTo>
                <a:lnTo>
                  <a:pt x="67055" y="271271"/>
                </a:lnTo>
                <a:lnTo>
                  <a:pt x="83819" y="272795"/>
                </a:lnTo>
                <a:close/>
              </a:path>
              <a:path w="330835" h="299085">
                <a:moveTo>
                  <a:pt x="83819" y="289975"/>
                </a:moveTo>
                <a:lnTo>
                  <a:pt x="83819" y="272795"/>
                </a:lnTo>
                <a:lnTo>
                  <a:pt x="67055" y="271271"/>
                </a:lnTo>
                <a:lnTo>
                  <a:pt x="67055" y="291464"/>
                </a:lnTo>
                <a:lnTo>
                  <a:pt x="73151" y="298703"/>
                </a:lnTo>
                <a:lnTo>
                  <a:pt x="83819" y="289975"/>
                </a:lnTo>
                <a:close/>
              </a:path>
              <a:path w="330835" h="299085">
                <a:moveTo>
                  <a:pt x="88391" y="160019"/>
                </a:moveTo>
                <a:lnTo>
                  <a:pt x="88391" y="140207"/>
                </a:lnTo>
                <a:lnTo>
                  <a:pt x="76167" y="150113"/>
                </a:lnTo>
                <a:lnTo>
                  <a:pt x="88391" y="160019"/>
                </a:lnTo>
                <a:close/>
              </a:path>
              <a:path w="330835" h="299085">
                <a:moveTo>
                  <a:pt x="254344" y="263682"/>
                </a:moveTo>
                <a:lnTo>
                  <a:pt x="164591" y="190499"/>
                </a:lnTo>
                <a:lnTo>
                  <a:pt x="76305" y="263611"/>
                </a:lnTo>
                <a:lnTo>
                  <a:pt x="83819" y="272795"/>
                </a:lnTo>
                <a:lnTo>
                  <a:pt x="83819" y="289975"/>
                </a:lnTo>
                <a:lnTo>
                  <a:pt x="156971" y="230123"/>
                </a:lnTo>
                <a:lnTo>
                  <a:pt x="156971" y="216407"/>
                </a:lnTo>
                <a:lnTo>
                  <a:pt x="173735" y="216407"/>
                </a:lnTo>
                <a:lnTo>
                  <a:pt x="173735" y="230123"/>
                </a:lnTo>
                <a:lnTo>
                  <a:pt x="246887" y="289975"/>
                </a:lnTo>
                <a:lnTo>
                  <a:pt x="246887" y="272795"/>
                </a:lnTo>
                <a:lnTo>
                  <a:pt x="254344" y="263682"/>
                </a:lnTo>
                <a:close/>
              </a:path>
              <a:path w="330835" h="299085">
                <a:moveTo>
                  <a:pt x="83819" y="41576"/>
                </a:moveTo>
                <a:lnTo>
                  <a:pt x="83819" y="25907"/>
                </a:lnTo>
                <a:lnTo>
                  <a:pt x="76336" y="35262"/>
                </a:lnTo>
                <a:lnTo>
                  <a:pt x="83819" y="41576"/>
                </a:lnTo>
                <a:close/>
              </a:path>
              <a:path w="330835" h="299085">
                <a:moveTo>
                  <a:pt x="173735" y="82295"/>
                </a:moveTo>
                <a:lnTo>
                  <a:pt x="165353" y="75437"/>
                </a:lnTo>
                <a:lnTo>
                  <a:pt x="156971" y="82295"/>
                </a:lnTo>
                <a:lnTo>
                  <a:pt x="173735" y="82295"/>
                </a:lnTo>
                <a:close/>
              </a:path>
              <a:path w="330835" h="299085">
                <a:moveTo>
                  <a:pt x="173735" y="102131"/>
                </a:moveTo>
                <a:lnTo>
                  <a:pt x="173735" y="82295"/>
                </a:lnTo>
                <a:lnTo>
                  <a:pt x="156971" y="82295"/>
                </a:lnTo>
                <a:lnTo>
                  <a:pt x="156971" y="103298"/>
                </a:lnTo>
                <a:lnTo>
                  <a:pt x="164591" y="109727"/>
                </a:lnTo>
                <a:lnTo>
                  <a:pt x="173735" y="102131"/>
                </a:lnTo>
                <a:close/>
              </a:path>
              <a:path w="330835" h="299085">
                <a:moveTo>
                  <a:pt x="173735" y="216407"/>
                </a:moveTo>
                <a:lnTo>
                  <a:pt x="156971" y="216407"/>
                </a:lnTo>
                <a:lnTo>
                  <a:pt x="165353" y="223265"/>
                </a:lnTo>
                <a:lnTo>
                  <a:pt x="173735" y="216407"/>
                </a:lnTo>
                <a:close/>
              </a:path>
              <a:path w="330835" h="299085">
                <a:moveTo>
                  <a:pt x="165353" y="223265"/>
                </a:moveTo>
                <a:lnTo>
                  <a:pt x="156971" y="216407"/>
                </a:lnTo>
                <a:lnTo>
                  <a:pt x="156971" y="230123"/>
                </a:lnTo>
                <a:lnTo>
                  <a:pt x="165353" y="223265"/>
                </a:lnTo>
                <a:close/>
              </a:path>
              <a:path w="330835" h="299085">
                <a:moveTo>
                  <a:pt x="330707" y="88391"/>
                </a:moveTo>
                <a:lnTo>
                  <a:pt x="257555" y="0"/>
                </a:lnTo>
                <a:lnTo>
                  <a:pt x="165353" y="75437"/>
                </a:lnTo>
                <a:lnTo>
                  <a:pt x="173735" y="82295"/>
                </a:lnTo>
                <a:lnTo>
                  <a:pt x="173735" y="102131"/>
                </a:lnTo>
                <a:lnTo>
                  <a:pt x="246887" y="41359"/>
                </a:lnTo>
                <a:lnTo>
                  <a:pt x="246887" y="25907"/>
                </a:lnTo>
                <a:lnTo>
                  <a:pt x="263651" y="27431"/>
                </a:lnTo>
                <a:lnTo>
                  <a:pt x="263651" y="46862"/>
                </a:lnTo>
                <a:lnTo>
                  <a:pt x="293556" y="84243"/>
                </a:lnTo>
                <a:lnTo>
                  <a:pt x="303275" y="76199"/>
                </a:lnTo>
                <a:lnTo>
                  <a:pt x="303275" y="110621"/>
                </a:lnTo>
                <a:lnTo>
                  <a:pt x="330707" y="88391"/>
                </a:lnTo>
                <a:close/>
              </a:path>
              <a:path w="330835" h="299085">
                <a:moveTo>
                  <a:pt x="173735" y="230123"/>
                </a:moveTo>
                <a:lnTo>
                  <a:pt x="173735" y="216407"/>
                </a:lnTo>
                <a:lnTo>
                  <a:pt x="165353" y="223265"/>
                </a:lnTo>
                <a:lnTo>
                  <a:pt x="173735" y="230123"/>
                </a:lnTo>
                <a:close/>
              </a:path>
              <a:path w="330835" h="299085">
                <a:moveTo>
                  <a:pt x="303275" y="110621"/>
                </a:moveTo>
                <a:lnTo>
                  <a:pt x="303275" y="76199"/>
                </a:lnTo>
                <a:lnTo>
                  <a:pt x="301751" y="94487"/>
                </a:lnTo>
                <a:lnTo>
                  <a:pt x="293556" y="84243"/>
                </a:lnTo>
                <a:lnTo>
                  <a:pt x="214883" y="149351"/>
                </a:lnTo>
                <a:lnTo>
                  <a:pt x="242315" y="172054"/>
                </a:lnTo>
                <a:lnTo>
                  <a:pt x="242315" y="140207"/>
                </a:lnTo>
                <a:lnTo>
                  <a:pt x="254540" y="150113"/>
                </a:lnTo>
                <a:lnTo>
                  <a:pt x="303275" y="110621"/>
                </a:lnTo>
                <a:close/>
              </a:path>
              <a:path w="330835" h="299085">
                <a:moveTo>
                  <a:pt x="254540" y="150113"/>
                </a:moveTo>
                <a:lnTo>
                  <a:pt x="242315" y="140207"/>
                </a:lnTo>
                <a:lnTo>
                  <a:pt x="242315" y="160019"/>
                </a:lnTo>
                <a:lnTo>
                  <a:pt x="254540" y="150113"/>
                </a:lnTo>
                <a:close/>
              </a:path>
              <a:path w="330835" h="299085">
                <a:moveTo>
                  <a:pt x="330707" y="211835"/>
                </a:moveTo>
                <a:lnTo>
                  <a:pt x="254540" y="150113"/>
                </a:lnTo>
                <a:lnTo>
                  <a:pt x="242315" y="160019"/>
                </a:lnTo>
                <a:lnTo>
                  <a:pt x="242315" y="172054"/>
                </a:lnTo>
                <a:lnTo>
                  <a:pt x="294188" y="214983"/>
                </a:lnTo>
                <a:lnTo>
                  <a:pt x="301751" y="205739"/>
                </a:lnTo>
                <a:lnTo>
                  <a:pt x="303275" y="222503"/>
                </a:lnTo>
                <a:lnTo>
                  <a:pt x="303275" y="244411"/>
                </a:lnTo>
                <a:lnTo>
                  <a:pt x="330707" y="211835"/>
                </a:lnTo>
                <a:close/>
              </a:path>
              <a:path w="330835" h="299085">
                <a:moveTo>
                  <a:pt x="263651" y="27431"/>
                </a:moveTo>
                <a:lnTo>
                  <a:pt x="246887" y="25907"/>
                </a:lnTo>
                <a:lnTo>
                  <a:pt x="254313" y="35190"/>
                </a:lnTo>
                <a:lnTo>
                  <a:pt x="263651" y="27431"/>
                </a:lnTo>
                <a:close/>
              </a:path>
              <a:path w="330835" h="299085">
                <a:moveTo>
                  <a:pt x="254313" y="35190"/>
                </a:moveTo>
                <a:lnTo>
                  <a:pt x="246887" y="25907"/>
                </a:lnTo>
                <a:lnTo>
                  <a:pt x="246887" y="41359"/>
                </a:lnTo>
                <a:lnTo>
                  <a:pt x="254313" y="35190"/>
                </a:lnTo>
                <a:close/>
              </a:path>
              <a:path w="330835" h="299085">
                <a:moveTo>
                  <a:pt x="263651" y="271271"/>
                </a:moveTo>
                <a:lnTo>
                  <a:pt x="254344" y="263682"/>
                </a:lnTo>
                <a:lnTo>
                  <a:pt x="246887" y="272795"/>
                </a:lnTo>
                <a:lnTo>
                  <a:pt x="263651" y="271271"/>
                </a:lnTo>
                <a:close/>
              </a:path>
              <a:path w="330835" h="299085">
                <a:moveTo>
                  <a:pt x="263651" y="291464"/>
                </a:moveTo>
                <a:lnTo>
                  <a:pt x="263651" y="271271"/>
                </a:lnTo>
                <a:lnTo>
                  <a:pt x="246887" y="272795"/>
                </a:lnTo>
                <a:lnTo>
                  <a:pt x="246887" y="289975"/>
                </a:lnTo>
                <a:lnTo>
                  <a:pt x="257555" y="298703"/>
                </a:lnTo>
                <a:lnTo>
                  <a:pt x="263651" y="291464"/>
                </a:lnTo>
                <a:close/>
              </a:path>
              <a:path w="330835" h="299085">
                <a:moveTo>
                  <a:pt x="263651" y="46862"/>
                </a:moveTo>
                <a:lnTo>
                  <a:pt x="263651" y="27431"/>
                </a:lnTo>
                <a:lnTo>
                  <a:pt x="254313" y="35190"/>
                </a:lnTo>
                <a:lnTo>
                  <a:pt x="263651" y="46862"/>
                </a:lnTo>
                <a:close/>
              </a:path>
              <a:path w="330835" h="299085">
                <a:moveTo>
                  <a:pt x="303275" y="244411"/>
                </a:moveTo>
                <a:lnTo>
                  <a:pt x="303275" y="222503"/>
                </a:lnTo>
                <a:lnTo>
                  <a:pt x="294188" y="214983"/>
                </a:lnTo>
                <a:lnTo>
                  <a:pt x="254344" y="263682"/>
                </a:lnTo>
                <a:lnTo>
                  <a:pt x="263651" y="271271"/>
                </a:lnTo>
                <a:lnTo>
                  <a:pt x="263651" y="291464"/>
                </a:lnTo>
                <a:lnTo>
                  <a:pt x="303275" y="244411"/>
                </a:lnTo>
                <a:close/>
              </a:path>
              <a:path w="330835" h="299085">
                <a:moveTo>
                  <a:pt x="303275" y="76199"/>
                </a:moveTo>
                <a:lnTo>
                  <a:pt x="293556" y="84243"/>
                </a:lnTo>
                <a:lnTo>
                  <a:pt x="301751" y="94487"/>
                </a:lnTo>
                <a:lnTo>
                  <a:pt x="303275" y="76199"/>
                </a:lnTo>
                <a:close/>
              </a:path>
              <a:path w="330835" h="299085">
                <a:moveTo>
                  <a:pt x="303275" y="222503"/>
                </a:moveTo>
                <a:lnTo>
                  <a:pt x="301751" y="205739"/>
                </a:lnTo>
                <a:lnTo>
                  <a:pt x="294188" y="214983"/>
                </a:lnTo>
                <a:lnTo>
                  <a:pt x="303275" y="22250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049081" y="3777995"/>
            <a:ext cx="5410200" cy="3154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725482" y="4311397"/>
            <a:ext cx="5334000" cy="261518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227891" y="6204203"/>
            <a:ext cx="711835" cy="407034"/>
          </a:xfrm>
          <a:custGeom>
            <a:avLst/>
            <a:gdLst/>
            <a:ahLst/>
            <a:cxnLst/>
            <a:rect l="l" t="t" r="r" b="b"/>
            <a:pathLst>
              <a:path w="711834" h="407034">
                <a:moveTo>
                  <a:pt x="47243" y="140207"/>
                </a:moveTo>
                <a:lnTo>
                  <a:pt x="27431" y="124967"/>
                </a:lnTo>
                <a:lnTo>
                  <a:pt x="22859" y="131063"/>
                </a:lnTo>
                <a:lnTo>
                  <a:pt x="16763" y="140207"/>
                </a:lnTo>
                <a:lnTo>
                  <a:pt x="7619" y="161543"/>
                </a:lnTo>
                <a:lnTo>
                  <a:pt x="1523" y="182879"/>
                </a:lnTo>
                <a:lnTo>
                  <a:pt x="0" y="193547"/>
                </a:lnTo>
                <a:lnTo>
                  <a:pt x="0" y="202691"/>
                </a:lnTo>
                <a:lnTo>
                  <a:pt x="25907" y="204215"/>
                </a:lnTo>
                <a:lnTo>
                  <a:pt x="25907" y="193547"/>
                </a:lnTo>
                <a:lnTo>
                  <a:pt x="27431" y="185927"/>
                </a:lnTo>
                <a:lnTo>
                  <a:pt x="28955" y="176783"/>
                </a:lnTo>
                <a:lnTo>
                  <a:pt x="32003" y="169163"/>
                </a:lnTo>
                <a:lnTo>
                  <a:pt x="35051" y="160019"/>
                </a:lnTo>
                <a:lnTo>
                  <a:pt x="44195" y="144779"/>
                </a:lnTo>
                <a:lnTo>
                  <a:pt x="47243" y="140207"/>
                </a:lnTo>
                <a:close/>
              </a:path>
              <a:path w="711834" h="407034">
                <a:moveTo>
                  <a:pt x="120395" y="79247"/>
                </a:moveTo>
                <a:lnTo>
                  <a:pt x="109727" y="56387"/>
                </a:lnTo>
                <a:lnTo>
                  <a:pt x="94487" y="64007"/>
                </a:lnTo>
                <a:lnTo>
                  <a:pt x="62483" y="86867"/>
                </a:lnTo>
                <a:lnTo>
                  <a:pt x="44195" y="105155"/>
                </a:lnTo>
                <a:lnTo>
                  <a:pt x="62483" y="121919"/>
                </a:lnTo>
                <a:lnTo>
                  <a:pt x="64007" y="121919"/>
                </a:lnTo>
                <a:lnTo>
                  <a:pt x="79247" y="106679"/>
                </a:lnTo>
                <a:lnTo>
                  <a:pt x="88391" y="99059"/>
                </a:lnTo>
                <a:lnTo>
                  <a:pt x="99059" y="92963"/>
                </a:lnTo>
                <a:lnTo>
                  <a:pt x="108203" y="85343"/>
                </a:lnTo>
                <a:lnTo>
                  <a:pt x="120395" y="79247"/>
                </a:lnTo>
                <a:close/>
              </a:path>
              <a:path w="711834" h="407034">
                <a:moveTo>
                  <a:pt x="211835" y="44195"/>
                </a:moveTo>
                <a:lnTo>
                  <a:pt x="205739" y="19811"/>
                </a:lnTo>
                <a:lnTo>
                  <a:pt x="188975" y="24383"/>
                </a:lnTo>
                <a:lnTo>
                  <a:pt x="158495" y="33527"/>
                </a:lnTo>
                <a:lnTo>
                  <a:pt x="132587" y="45719"/>
                </a:lnTo>
                <a:lnTo>
                  <a:pt x="131063" y="45719"/>
                </a:lnTo>
                <a:lnTo>
                  <a:pt x="143255" y="68579"/>
                </a:lnTo>
                <a:lnTo>
                  <a:pt x="143255" y="67055"/>
                </a:lnTo>
                <a:lnTo>
                  <a:pt x="169163" y="57911"/>
                </a:lnTo>
                <a:lnTo>
                  <a:pt x="196595" y="47243"/>
                </a:lnTo>
                <a:lnTo>
                  <a:pt x="211835" y="44195"/>
                </a:lnTo>
                <a:close/>
              </a:path>
              <a:path w="711834" h="407034">
                <a:moveTo>
                  <a:pt x="310895" y="27431"/>
                </a:moveTo>
                <a:lnTo>
                  <a:pt x="307847" y="1523"/>
                </a:lnTo>
                <a:lnTo>
                  <a:pt x="284987" y="4571"/>
                </a:lnTo>
                <a:lnTo>
                  <a:pt x="251459" y="9143"/>
                </a:lnTo>
                <a:lnTo>
                  <a:pt x="231647" y="13715"/>
                </a:lnTo>
                <a:lnTo>
                  <a:pt x="236219" y="38099"/>
                </a:lnTo>
                <a:lnTo>
                  <a:pt x="256031" y="33527"/>
                </a:lnTo>
                <a:lnTo>
                  <a:pt x="288035" y="28955"/>
                </a:lnTo>
                <a:lnTo>
                  <a:pt x="310895" y="27431"/>
                </a:lnTo>
                <a:close/>
              </a:path>
              <a:path w="711834" h="407034">
                <a:moveTo>
                  <a:pt x="355853" y="12953"/>
                </a:moveTo>
                <a:lnTo>
                  <a:pt x="355091" y="0"/>
                </a:lnTo>
                <a:lnTo>
                  <a:pt x="333755" y="1523"/>
                </a:lnTo>
                <a:lnTo>
                  <a:pt x="335279" y="25907"/>
                </a:lnTo>
                <a:lnTo>
                  <a:pt x="355091" y="25907"/>
                </a:lnTo>
                <a:lnTo>
                  <a:pt x="355853" y="12953"/>
                </a:lnTo>
                <a:close/>
              </a:path>
              <a:path w="711834" h="407034">
                <a:moveTo>
                  <a:pt x="356615" y="25907"/>
                </a:moveTo>
                <a:lnTo>
                  <a:pt x="355853" y="12953"/>
                </a:lnTo>
                <a:lnTo>
                  <a:pt x="355091" y="25907"/>
                </a:lnTo>
                <a:lnTo>
                  <a:pt x="356615" y="25907"/>
                </a:lnTo>
                <a:close/>
              </a:path>
              <a:path w="711834" h="407034">
                <a:moveTo>
                  <a:pt x="411479" y="3047"/>
                </a:moveTo>
                <a:lnTo>
                  <a:pt x="391667" y="1523"/>
                </a:lnTo>
                <a:lnTo>
                  <a:pt x="356615" y="0"/>
                </a:lnTo>
                <a:lnTo>
                  <a:pt x="355853" y="12953"/>
                </a:lnTo>
                <a:lnTo>
                  <a:pt x="356615" y="25907"/>
                </a:lnTo>
                <a:lnTo>
                  <a:pt x="390143" y="25907"/>
                </a:lnTo>
                <a:lnTo>
                  <a:pt x="409955" y="28955"/>
                </a:lnTo>
                <a:lnTo>
                  <a:pt x="411479" y="3047"/>
                </a:lnTo>
                <a:close/>
              </a:path>
              <a:path w="711834" h="407034">
                <a:moveTo>
                  <a:pt x="513587" y="21335"/>
                </a:moveTo>
                <a:lnTo>
                  <a:pt x="492251" y="15239"/>
                </a:lnTo>
                <a:lnTo>
                  <a:pt x="460247" y="9143"/>
                </a:lnTo>
                <a:lnTo>
                  <a:pt x="437387" y="6095"/>
                </a:lnTo>
                <a:lnTo>
                  <a:pt x="434339" y="30479"/>
                </a:lnTo>
                <a:lnTo>
                  <a:pt x="455675" y="33527"/>
                </a:lnTo>
                <a:lnTo>
                  <a:pt x="486155" y="39623"/>
                </a:lnTo>
                <a:lnTo>
                  <a:pt x="507491" y="45719"/>
                </a:lnTo>
                <a:lnTo>
                  <a:pt x="513587" y="21335"/>
                </a:lnTo>
                <a:close/>
              </a:path>
              <a:path w="711834" h="407034">
                <a:moveTo>
                  <a:pt x="611123" y="60959"/>
                </a:moveTo>
                <a:lnTo>
                  <a:pt x="603503" y="57911"/>
                </a:lnTo>
                <a:lnTo>
                  <a:pt x="579119" y="44195"/>
                </a:lnTo>
                <a:lnTo>
                  <a:pt x="551687" y="33527"/>
                </a:lnTo>
                <a:lnTo>
                  <a:pt x="539495" y="28955"/>
                </a:lnTo>
                <a:lnTo>
                  <a:pt x="530351" y="53339"/>
                </a:lnTo>
                <a:lnTo>
                  <a:pt x="544067" y="57911"/>
                </a:lnTo>
                <a:lnTo>
                  <a:pt x="568451" y="68579"/>
                </a:lnTo>
                <a:lnTo>
                  <a:pt x="592835" y="80771"/>
                </a:lnTo>
                <a:lnTo>
                  <a:pt x="597407" y="83819"/>
                </a:lnTo>
                <a:lnTo>
                  <a:pt x="611123" y="60959"/>
                </a:lnTo>
                <a:close/>
              </a:path>
              <a:path w="711834" h="407034">
                <a:moveTo>
                  <a:pt x="690371" y="132587"/>
                </a:moveTo>
                <a:lnTo>
                  <a:pt x="688847" y="131063"/>
                </a:lnTo>
                <a:lnTo>
                  <a:pt x="665987" y="103631"/>
                </a:lnTo>
                <a:lnTo>
                  <a:pt x="656843" y="94487"/>
                </a:lnTo>
                <a:lnTo>
                  <a:pt x="638555" y="79247"/>
                </a:lnTo>
                <a:lnTo>
                  <a:pt x="632459" y="76199"/>
                </a:lnTo>
                <a:lnTo>
                  <a:pt x="618743" y="96011"/>
                </a:lnTo>
                <a:lnTo>
                  <a:pt x="623315" y="100583"/>
                </a:lnTo>
                <a:lnTo>
                  <a:pt x="632459" y="106679"/>
                </a:lnTo>
                <a:lnTo>
                  <a:pt x="640079" y="114299"/>
                </a:lnTo>
                <a:lnTo>
                  <a:pt x="649223" y="121919"/>
                </a:lnTo>
                <a:lnTo>
                  <a:pt x="667511" y="144779"/>
                </a:lnTo>
                <a:lnTo>
                  <a:pt x="667511" y="146303"/>
                </a:lnTo>
                <a:lnTo>
                  <a:pt x="690371" y="132587"/>
                </a:lnTo>
                <a:close/>
              </a:path>
              <a:path w="711834" h="407034">
                <a:moveTo>
                  <a:pt x="711707" y="202691"/>
                </a:moveTo>
                <a:lnTo>
                  <a:pt x="707135" y="170687"/>
                </a:lnTo>
                <a:lnTo>
                  <a:pt x="704087" y="160019"/>
                </a:lnTo>
                <a:lnTo>
                  <a:pt x="702563" y="156971"/>
                </a:lnTo>
                <a:lnTo>
                  <a:pt x="678179" y="167639"/>
                </a:lnTo>
                <a:lnTo>
                  <a:pt x="679703" y="169163"/>
                </a:lnTo>
                <a:lnTo>
                  <a:pt x="682751" y="178307"/>
                </a:lnTo>
                <a:lnTo>
                  <a:pt x="684275" y="187451"/>
                </a:lnTo>
                <a:lnTo>
                  <a:pt x="685799" y="195071"/>
                </a:lnTo>
                <a:lnTo>
                  <a:pt x="685799" y="202691"/>
                </a:lnTo>
                <a:lnTo>
                  <a:pt x="698753" y="203453"/>
                </a:lnTo>
                <a:lnTo>
                  <a:pt x="711707" y="202691"/>
                </a:lnTo>
                <a:close/>
              </a:path>
              <a:path w="711834" h="407034">
                <a:moveTo>
                  <a:pt x="711707" y="204215"/>
                </a:moveTo>
                <a:lnTo>
                  <a:pt x="698753" y="203453"/>
                </a:lnTo>
                <a:lnTo>
                  <a:pt x="685799" y="204215"/>
                </a:lnTo>
                <a:lnTo>
                  <a:pt x="685799" y="213359"/>
                </a:lnTo>
                <a:lnTo>
                  <a:pt x="684275" y="220979"/>
                </a:lnTo>
                <a:lnTo>
                  <a:pt x="682751" y="230123"/>
                </a:lnTo>
                <a:lnTo>
                  <a:pt x="681227" y="233171"/>
                </a:lnTo>
                <a:lnTo>
                  <a:pt x="705611" y="240791"/>
                </a:lnTo>
                <a:lnTo>
                  <a:pt x="707135" y="234695"/>
                </a:lnTo>
                <a:lnTo>
                  <a:pt x="710183" y="224027"/>
                </a:lnTo>
                <a:lnTo>
                  <a:pt x="710183" y="213359"/>
                </a:lnTo>
                <a:lnTo>
                  <a:pt x="711707" y="204215"/>
                </a:lnTo>
                <a:close/>
              </a:path>
              <a:path w="711834" h="407034">
                <a:moveTo>
                  <a:pt x="698753" y="203453"/>
                </a:moveTo>
                <a:lnTo>
                  <a:pt x="685799" y="202691"/>
                </a:lnTo>
                <a:lnTo>
                  <a:pt x="685799" y="204215"/>
                </a:lnTo>
                <a:lnTo>
                  <a:pt x="698753" y="203453"/>
                </a:lnTo>
                <a:close/>
              </a:path>
              <a:path w="711834" h="407034">
                <a:moveTo>
                  <a:pt x="693419" y="266699"/>
                </a:moveTo>
                <a:lnTo>
                  <a:pt x="672083" y="252983"/>
                </a:lnTo>
                <a:lnTo>
                  <a:pt x="667511" y="262127"/>
                </a:lnTo>
                <a:lnTo>
                  <a:pt x="655319" y="277367"/>
                </a:lnTo>
                <a:lnTo>
                  <a:pt x="632459" y="300227"/>
                </a:lnTo>
                <a:lnTo>
                  <a:pt x="624839" y="306323"/>
                </a:lnTo>
                <a:lnTo>
                  <a:pt x="640079" y="326135"/>
                </a:lnTo>
                <a:lnTo>
                  <a:pt x="647699" y="320039"/>
                </a:lnTo>
                <a:lnTo>
                  <a:pt x="658367" y="310895"/>
                </a:lnTo>
                <a:lnTo>
                  <a:pt x="667511" y="303275"/>
                </a:lnTo>
                <a:lnTo>
                  <a:pt x="682751" y="284987"/>
                </a:lnTo>
                <a:lnTo>
                  <a:pt x="688847" y="275843"/>
                </a:lnTo>
                <a:lnTo>
                  <a:pt x="693419" y="266699"/>
                </a:lnTo>
                <a:close/>
              </a:path>
              <a:path w="711834" h="407034">
                <a:moveTo>
                  <a:pt x="618743" y="341375"/>
                </a:moveTo>
                <a:lnTo>
                  <a:pt x="605027" y="320039"/>
                </a:lnTo>
                <a:lnTo>
                  <a:pt x="603503" y="321563"/>
                </a:lnTo>
                <a:lnTo>
                  <a:pt x="591311" y="327659"/>
                </a:lnTo>
                <a:lnTo>
                  <a:pt x="568451" y="338327"/>
                </a:lnTo>
                <a:lnTo>
                  <a:pt x="542543" y="348995"/>
                </a:lnTo>
                <a:lnTo>
                  <a:pt x="537971" y="350519"/>
                </a:lnTo>
                <a:lnTo>
                  <a:pt x="547115" y="374903"/>
                </a:lnTo>
                <a:lnTo>
                  <a:pt x="551687" y="373379"/>
                </a:lnTo>
                <a:lnTo>
                  <a:pt x="579119" y="361187"/>
                </a:lnTo>
                <a:lnTo>
                  <a:pt x="605027" y="348995"/>
                </a:lnTo>
                <a:lnTo>
                  <a:pt x="617219" y="342899"/>
                </a:lnTo>
                <a:lnTo>
                  <a:pt x="618743" y="341375"/>
                </a:lnTo>
                <a:close/>
              </a:path>
              <a:path w="711834" h="407034">
                <a:moveTo>
                  <a:pt x="521207" y="384047"/>
                </a:moveTo>
                <a:lnTo>
                  <a:pt x="515111" y="358139"/>
                </a:lnTo>
                <a:lnTo>
                  <a:pt x="486155" y="367283"/>
                </a:lnTo>
                <a:lnTo>
                  <a:pt x="455675" y="373379"/>
                </a:lnTo>
                <a:lnTo>
                  <a:pt x="441959" y="374903"/>
                </a:lnTo>
                <a:lnTo>
                  <a:pt x="446531" y="399287"/>
                </a:lnTo>
                <a:lnTo>
                  <a:pt x="460247" y="397763"/>
                </a:lnTo>
                <a:lnTo>
                  <a:pt x="492251" y="391667"/>
                </a:lnTo>
                <a:lnTo>
                  <a:pt x="521207" y="384047"/>
                </a:lnTo>
                <a:close/>
              </a:path>
              <a:path w="711834" h="407034">
                <a:moveTo>
                  <a:pt x="355853" y="393953"/>
                </a:moveTo>
                <a:lnTo>
                  <a:pt x="355091" y="380999"/>
                </a:lnTo>
                <a:lnTo>
                  <a:pt x="342899" y="380999"/>
                </a:lnTo>
                <a:lnTo>
                  <a:pt x="342899" y="406907"/>
                </a:lnTo>
                <a:lnTo>
                  <a:pt x="355091" y="406907"/>
                </a:lnTo>
                <a:lnTo>
                  <a:pt x="355853" y="393953"/>
                </a:lnTo>
                <a:close/>
              </a:path>
              <a:path w="711834" h="407034">
                <a:moveTo>
                  <a:pt x="420623" y="403859"/>
                </a:moveTo>
                <a:lnTo>
                  <a:pt x="417575" y="377951"/>
                </a:lnTo>
                <a:lnTo>
                  <a:pt x="390143" y="379475"/>
                </a:lnTo>
                <a:lnTo>
                  <a:pt x="355091" y="380999"/>
                </a:lnTo>
                <a:lnTo>
                  <a:pt x="356615" y="380999"/>
                </a:lnTo>
                <a:lnTo>
                  <a:pt x="356615" y="406907"/>
                </a:lnTo>
                <a:lnTo>
                  <a:pt x="391667" y="405383"/>
                </a:lnTo>
                <a:lnTo>
                  <a:pt x="420623" y="403859"/>
                </a:lnTo>
                <a:close/>
              </a:path>
              <a:path w="711834" h="407034">
                <a:moveTo>
                  <a:pt x="356615" y="380999"/>
                </a:moveTo>
                <a:lnTo>
                  <a:pt x="355091" y="380999"/>
                </a:lnTo>
                <a:lnTo>
                  <a:pt x="355853" y="393953"/>
                </a:lnTo>
                <a:lnTo>
                  <a:pt x="356615" y="380999"/>
                </a:lnTo>
                <a:close/>
              </a:path>
              <a:path w="711834" h="407034">
                <a:moveTo>
                  <a:pt x="356615" y="406907"/>
                </a:moveTo>
                <a:lnTo>
                  <a:pt x="356615" y="380999"/>
                </a:lnTo>
                <a:lnTo>
                  <a:pt x="355853" y="393953"/>
                </a:lnTo>
                <a:lnTo>
                  <a:pt x="356615" y="406907"/>
                </a:lnTo>
                <a:close/>
              </a:path>
              <a:path w="711834" h="407034">
                <a:moveTo>
                  <a:pt x="318515" y="379475"/>
                </a:moveTo>
                <a:lnTo>
                  <a:pt x="288035" y="377951"/>
                </a:lnTo>
                <a:lnTo>
                  <a:pt x="256031" y="373379"/>
                </a:lnTo>
                <a:lnTo>
                  <a:pt x="243839" y="370331"/>
                </a:lnTo>
                <a:lnTo>
                  <a:pt x="239267" y="394715"/>
                </a:lnTo>
                <a:lnTo>
                  <a:pt x="251459" y="397763"/>
                </a:lnTo>
                <a:lnTo>
                  <a:pt x="284987" y="402335"/>
                </a:lnTo>
                <a:lnTo>
                  <a:pt x="316991" y="405383"/>
                </a:lnTo>
                <a:lnTo>
                  <a:pt x="318515" y="379475"/>
                </a:lnTo>
                <a:close/>
              </a:path>
              <a:path w="711834" h="407034">
                <a:moveTo>
                  <a:pt x="220979" y="365759"/>
                </a:moveTo>
                <a:lnTo>
                  <a:pt x="195071" y="358139"/>
                </a:lnTo>
                <a:lnTo>
                  <a:pt x="167639" y="348995"/>
                </a:lnTo>
                <a:lnTo>
                  <a:pt x="149351" y="341375"/>
                </a:lnTo>
                <a:lnTo>
                  <a:pt x="140207" y="365759"/>
                </a:lnTo>
                <a:lnTo>
                  <a:pt x="160019" y="373379"/>
                </a:lnTo>
                <a:lnTo>
                  <a:pt x="188975" y="382523"/>
                </a:lnTo>
                <a:lnTo>
                  <a:pt x="213359" y="390143"/>
                </a:lnTo>
                <a:lnTo>
                  <a:pt x="220979" y="365759"/>
                </a:lnTo>
                <a:close/>
              </a:path>
              <a:path w="711834" h="407034">
                <a:moveTo>
                  <a:pt x="51815" y="272795"/>
                </a:moveTo>
                <a:lnTo>
                  <a:pt x="50291" y="269747"/>
                </a:lnTo>
                <a:lnTo>
                  <a:pt x="44195" y="262127"/>
                </a:lnTo>
                <a:lnTo>
                  <a:pt x="39623" y="252983"/>
                </a:lnTo>
                <a:lnTo>
                  <a:pt x="35051" y="245363"/>
                </a:lnTo>
                <a:lnTo>
                  <a:pt x="32003" y="236219"/>
                </a:lnTo>
                <a:lnTo>
                  <a:pt x="28955" y="228599"/>
                </a:lnTo>
                <a:lnTo>
                  <a:pt x="27431" y="219455"/>
                </a:lnTo>
                <a:lnTo>
                  <a:pt x="25907" y="211835"/>
                </a:lnTo>
                <a:lnTo>
                  <a:pt x="25907" y="210311"/>
                </a:lnTo>
                <a:lnTo>
                  <a:pt x="0" y="211835"/>
                </a:lnTo>
                <a:lnTo>
                  <a:pt x="1523" y="214883"/>
                </a:lnTo>
                <a:lnTo>
                  <a:pt x="4571" y="236219"/>
                </a:lnTo>
                <a:lnTo>
                  <a:pt x="22859" y="275843"/>
                </a:lnTo>
                <a:lnTo>
                  <a:pt x="30479" y="284987"/>
                </a:lnTo>
                <a:lnTo>
                  <a:pt x="32003" y="289559"/>
                </a:lnTo>
                <a:lnTo>
                  <a:pt x="51815" y="272795"/>
                </a:lnTo>
                <a:close/>
              </a:path>
              <a:path w="711834" h="407034">
                <a:moveTo>
                  <a:pt x="128015" y="330707"/>
                </a:moveTo>
                <a:lnTo>
                  <a:pt x="118871" y="326135"/>
                </a:lnTo>
                <a:lnTo>
                  <a:pt x="97535" y="313943"/>
                </a:lnTo>
                <a:lnTo>
                  <a:pt x="88391" y="306323"/>
                </a:lnTo>
                <a:lnTo>
                  <a:pt x="79247" y="300227"/>
                </a:lnTo>
                <a:lnTo>
                  <a:pt x="70103" y="292607"/>
                </a:lnTo>
                <a:lnTo>
                  <a:pt x="68579" y="289559"/>
                </a:lnTo>
                <a:lnTo>
                  <a:pt x="50291" y="307847"/>
                </a:lnTo>
                <a:lnTo>
                  <a:pt x="83819" y="335279"/>
                </a:lnTo>
                <a:lnTo>
                  <a:pt x="108203" y="348995"/>
                </a:lnTo>
                <a:lnTo>
                  <a:pt x="115823" y="353567"/>
                </a:lnTo>
                <a:lnTo>
                  <a:pt x="128015" y="33070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789490" y="5518403"/>
            <a:ext cx="788035" cy="318770"/>
          </a:xfrm>
          <a:custGeom>
            <a:avLst/>
            <a:gdLst/>
            <a:ahLst/>
            <a:cxnLst/>
            <a:rect l="l" t="t" r="r" b="b"/>
            <a:pathLst>
              <a:path w="788035" h="318770">
                <a:moveTo>
                  <a:pt x="57911" y="105155"/>
                </a:moveTo>
                <a:lnTo>
                  <a:pt x="42671" y="86867"/>
                </a:lnTo>
                <a:lnTo>
                  <a:pt x="33527" y="92963"/>
                </a:lnTo>
                <a:lnTo>
                  <a:pt x="25907" y="100583"/>
                </a:lnTo>
                <a:lnTo>
                  <a:pt x="13715" y="115823"/>
                </a:lnTo>
                <a:lnTo>
                  <a:pt x="9143" y="124967"/>
                </a:lnTo>
                <a:lnTo>
                  <a:pt x="4571" y="132587"/>
                </a:lnTo>
                <a:lnTo>
                  <a:pt x="3047" y="141731"/>
                </a:lnTo>
                <a:lnTo>
                  <a:pt x="0" y="150875"/>
                </a:lnTo>
                <a:lnTo>
                  <a:pt x="0" y="158495"/>
                </a:lnTo>
                <a:lnTo>
                  <a:pt x="12953" y="159257"/>
                </a:lnTo>
                <a:lnTo>
                  <a:pt x="25907" y="158495"/>
                </a:lnTo>
                <a:lnTo>
                  <a:pt x="25907" y="152399"/>
                </a:lnTo>
                <a:lnTo>
                  <a:pt x="27431" y="146303"/>
                </a:lnTo>
                <a:lnTo>
                  <a:pt x="28955" y="141731"/>
                </a:lnTo>
                <a:lnTo>
                  <a:pt x="35051" y="129539"/>
                </a:lnTo>
                <a:lnTo>
                  <a:pt x="39623" y="123443"/>
                </a:lnTo>
                <a:lnTo>
                  <a:pt x="57911" y="105155"/>
                </a:lnTo>
                <a:close/>
              </a:path>
              <a:path w="788035" h="318770">
                <a:moveTo>
                  <a:pt x="27431" y="169163"/>
                </a:moveTo>
                <a:lnTo>
                  <a:pt x="25907" y="164591"/>
                </a:lnTo>
                <a:lnTo>
                  <a:pt x="25907" y="160019"/>
                </a:lnTo>
                <a:lnTo>
                  <a:pt x="12953" y="159257"/>
                </a:lnTo>
                <a:lnTo>
                  <a:pt x="0" y="160019"/>
                </a:lnTo>
                <a:lnTo>
                  <a:pt x="1523" y="169163"/>
                </a:lnTo>
                <a:lnTo>
                  <a:pt x="1523" y="175259"/>
                </a:lnTo>
                <a:lnTo>
                  <a:pt x="27431" y="169163"/>
                </a:lnTo>
                <a:close/>
              </a:path>
              <a:path w="788035" h="318770">
                <a:moveTo>
                  <a:pt x="25907" y="160019"/>
                </a:moveTo>
                <a:lnTo>
                  <a:pt x="25907" y="158495"/>
                </a:lnTo>
                <a:lnTo>
                  <a:pt x="12953" y="159257"/>
                </a:lnTo>
                <a:lnTo>
                  <a:pt x="25907" y="160019"/>
                </a:lnTo>
                <a:close/>
              </a:path>
              <a:path w="788035" h="318770">
                <a:moveTo>
                  <a:pt x="144779" y="62483"/>
                </a:moveTo>
                <a:lnTo>
                  <a:pt x="137159" y="38099"/>
                </a:lnTo>
                <a:lnTo>
                  <a:pt x="132587" y="39623"/>
                </a:lnTo>
                <a:lnTo>
                  <a:pt x="120395" y="44195"/>
                </a:lnTo>
                <a:lnTo>
                  <a:pt x="106679" y="48767"/>
                </a:lnTo>
                <a:lnTo>
                  <a:pt x="82295" y="60959"/>
                </a:lnTo>
                <a:lnTo>
                  <a:pt x="71627" y="67055"/>
                </a:lnTo>
                <a:lnTo>
                  <a:pt x="64007" y="70103"/>
                </a:lnTo>
                <a:lnTo>
                  <a:pt x="77723" y="92963"/>
                </a:lnTo>
                <a:lnTo>
                  <a:pt x="83819" y="88391"/>
                </a:lnTo>
                <a:lnTo>
                  <a:pt x="94487" y="82295"/>
                </a:lnTo>
                <a:lnTo>
                  <a:pt x="105155" y="77723"/>
                </a:lnTo>
                <a:lnTo>
                  <a:pt x="117347" y="73151"/>
                </a:lnTo>
                <a:lnTo>
                  <a:pt x="129539" y="67055"/>
                </a:lnTo>
                <a:lnTo>
                  <a:pt x="141731" y="62483"/>
                </a:lnTo>
                <a:lnTo>
                  <a:pt x="144779" y="62483"/>
                </a:lnTo>
                <a:close/>
              </a:path>
              <a:path w="788035" h="318770">
                <a:moveTo>
                  <a:pt x="240791" y="38099"/>
                </a:moveTo>
                <a:lnTo>
                  <a:pt x="236219" y="13715"/>
                </a:lnTo>
                <a:lnTo>
                  <a:pt x="208787" y="18287"/>
                </a:lnTo>
                <a:lnTo>
                  <a:pt x="176783" y="25907"/>
                </a:lnTo>
                <a:lnTo>
                  <a:pt x="161543" y="30479"/>
                </a:lnTo>
                <a:lnTo>
                  <a:pt x="167639" y="54863"/>
                </a:lnTo>
                <a:lnTo>
                  <a:pt x="184403" y="50291"/>
                </a:lnTo>
                <a:lnTo>
                  <a:pt x="214883" y="42671"/>
                </a:lnTo>
                <a:lnTo>
                  <a:pt x="240791" y="38099"/>
                </a:lnTo>
                <a:close/>
              </a:path>
              <a:path w="788035" h="318770">
                <a:moveTo>
                  <a:pt x="341375" y="27431"/>
                </a:moveTo>
                <a:lnTo>
                  <a:pt x="339851" y="1523"/>
                </a:lnTo>
                <a:lnTo>
                  <a:pt x="315467" y="3047"/>
                </a:lnTo>
                <a:lnTo>
                  <a:pt x="278891" y="7619"/>
                </a:lnTo>
                <a:lnTo>
                  <a:pt x="262127" y="9143"/>
                </a:lnTo>
                <a:lnTo>
                  <a:pt x="265175" y="35051"/>
                </a:lnTo>
                <a:lnTo>
                  <a:pt x="281939" y="32003"/>
                </a:lnTo>
                <a:lnTo>
                  <a:pt x="318515" y="28955"/>
                </a:lnTo>
                <a:lnTo>
                  <a:pt x="341375" y="27431"/>
                </a:lnTo>
                <a:close/>
              </a:path>
              <a:path w="788035" h="318770">
                <a:moveTo>
                  <a:pt x="393953" y="12953"/>
                </a:moveTo>
                <a:lnTo>
                  <a:pt x="393191" y="0"/>
                </a:lnTo>
                <a:lnTo>
                  <a:pt x="365759" y="1523"/>
                </a:lnTo>
                <a:lnTo>
                  <a:pt x="365759" y="25907"/>
                </a:lnTo>
                <a:lnTo>
                  <a:pt x="393191" y="25907"/>
                </a:lnTo>
                <a:lnTo>
                  <a:pt x="393953" y="12953"/>
                </a:lnTo>
                <a:close/>
              </a:path>
              <a:path w="788035" h="318770">
                <a:moveTo>
                  <a:pt x="394715" y="25907"/>
                </a:moveTo>
                <a:lnTo>
                  <a:pt x="393953" y="12953"/>
                </a:lnTo>
                <a:lnTo>
                  <a:pt x="393191" y="25907"/>
                </a:lnTo>
                <a:lnTo>
                  <a:pt x="394715" y="25907"/>
                </a:lnTo>
                <a:close/>
              </a:path>
              <a:path w="788035" h="318770">
                <a:moveTo>
                  <a:pt x="441959" y="1523"/>
                </a:moveTo>
                <a:lnTo>
                  <a:pt x="432815" y="1523"/>
                </a:lnTo>
                <a:lnTo>
                  <a:pt x="394715" y="0"/>
                </a:lnTo>
                <a:lnTo>
                  <a:pt x="393953" y="12953"/>
                </a:lnTo>
                <a:lnTo>
                  <a:pt x="394715" y="25907"/>
                </a:lnTo>
                <a:lnTo>
                  <a:pt x="432815" y="25907"/>
                </a:lnTo>
                <a:lnTo>
                  <a:pt x="440435" y="27431"/>
                </a:lnTo>
                <a:lnTo>
                  <a:pt x="441959" y="1523"/>
                </a:lnTo>
                <a:close/>
              </a:path>
              <a:path w="788035" h="318770">
                <a:moveTo>
                  <a:pt x="544067" y="12191"/>
                </a:moveTo>
                <a:lnTo>
                  <a:pt x="509015" y="6095"/>
                </a:lnTo>
                <a:lnTo>
                  <a:pt x="470915" y="3047"/>
                </a:lnTo>
                <a:lnTo>
                  <a:pt x="467867" y="3047"/>
                </a:lnTo>
                <a:lnTo>
                  <a:pt x="466343" y="28955"/>
                </a:lnTo>
                <a:lnTo>
                  <a:pt x="469391" y="28955"/>
                </a:lnTo>
                <a:lnTo>
                  <a:pt x="505967" y="32003"/>
                </a:lnTo>
                <a:lnTo>
                  <a:pt x="541019" y="36575"/>
                </a:lnTo>
                <a:lnTo>
                  <a:pt x="544067" y="12191"/>
                </a:lnTo>
                <a:close/>
              </a:path>
              <a:path w="788035" h="318770">
                <a:moveTo>
                  <a:pt x="644651" y="36575"/>
                </a:moveTo>
                <a:lnTo>
                  <a:pt x="640079" y="33527"/>
                </a:lnTo>
                <a:lnTo>
                  <a:pt x="609599" y="25907"/>
                </a:lnTo>
                <a:lnTo>
                  <a:pt x="577595" y="18287"/>
                </a:lnTo>
                <a:lnTo>
                  <a:pt x="569975" y="16763"/>
                </a:lnTo>
                <a:lnTo>
                  <a:pt x="565403" y="41147"/>
                </a:lnTo>
                <a:lnTo>
                  <a:pt x="573023" y="42671"/>
                </a:lnTo>
                <a:lnTo>
                  <a:pt x="603503" y="50291"/>
                </a:lnTo>
                <a:lnTo>
                  <a:pt x="632459" y="57911"/>
                </a:lnTo>
                <a:lnTo>
                  <a:pt x="637031" y="59435"/>
                </a:lnTo>
                <a:lnTo>
                  <a:pt x="644651" y="36575"/>
                </a:lnTo>
                <a:close/>
              </a:path>
              <a:path w="788035" h="318770">
                <a:moveTo>
                  <a:pt x="739139" y="82295"/>
                </a:moveTo>
                <a:lnTo>
                  <a:pt x="736091" y="79247"/>
                </a:lnTo>
                <a:lnTo>
                  <a:pt x="726947" y="73151"/>
                </a:lnTo>
                <a:lnTo>
                  <a:pt x="716279" y="67055"/>
                </a:lnTo>
                <a:lnTo>
                  <a:pt x="704087" y="60959"/>
                </a:lnTo>
                <a:lnTo>
                  <a:pt x="693419" y="54863"/>
                </a:lnTo>
                <a:lnTo>
                  <a:pt x="681227" y="48767"/>
                </a:lnTo>
                <a:lnTo>
                  <a:pt x="670559" y="44195"/>
                </a:lnTo>
                <a:lnTo>
                  <a:pt x="659891" y="68579"/>
                </a:lnTo>
                <a:lnTo>
                  <a:pt x="670559" y="73151"/>
                </a:lnTo>
                <a:lnTo>
                  <a:pt x="682751" y="77723"/>
                </a:lnTo>
                <a:lnTo>
                  <a:pt x="693419" y="83819"/>
                </a:lnTo>
                <a:lnTo>
                  <a:pt x="704087" y="88391"/>
                </a:lnTo>
                <a:lnTo>
                  <a:pt x="722375" y="100583"/>
                </a:lnTo>
                <a:lnTo>
                  <a:pt x="725423" y="102107"/>
                </a:lnTo>
                <a:lnTo>
                  <a:pt x="739139" y="82295"/>
                </a:lnTo>
                <a:close/>
              </a:path>
              <a:path w="788035" h="318770">
                <a:moveTo>
                  <a:pt x="787907" y="158495"/>
                </a:moveTo>
                <a:lnTo>
                  <a:pt x="784859" y="140207"/>
                </a:lnTo>
                <a:lnTo>
                  <a:pt x="781811" y="131063"/>
                </a:lnTo>
                <a:lnTo>
                  <a:pt x="778763" y="123443"/>
                </a:lnTo>
                <a:lnTo>
                  <a:pt x="760475" y="100583"/>
                </a:lnTo>
                <a:lnTo>
                  <a:pt x="760475" y="99059"/>
                </a:lnTo>
                <a:lnTo>
                  <a:pt x="742187" y="117347"/>
                </a:lnTo>
                <a:lnTo>
                  <a:pt x="742187" y="118871"/>
                </a:lnTo>
                <a:lnTo>
                  <a:pt x="748283" y="124967"/>
                </a:lnTo>
                <a:lnTo>
                  <a:pt x="752855" y="131063"/>
                </a:lnTo>
                <a:lnTo>
                  <a:pt x="755903" y="137159"/>
                </a:lnTo>
                <a:lnTo>
                  <a:pt x="758951" y="141731"/>
                </a:lnTo>
                <a:lnTo>
                  <a:pt x="761999" y="153923"/>
                </a:lnTo>
                <a:lnTo>
                  <a:pt x="761999" y="158495"/>
                </a:lnTo>
                <a:lnTo>
                  <a:pt x="774953" y="159257"/>
                </a:lnTo>
                <a:lnTo>
                  <a:pt x="787907" y="158495"/>
                </a:lnTo>
                <a:close/>
              </a:path>
              <a:path w="788035" h="318770">
                <a:moveTo>
                  <a:pt x="787907" y="160019"/>
                </a:moveTo>
                <a:lnTo>
                  <a:pt x="774953" y="159257"/>
                </a:lnTo>
                <a:lnTo>
                  <a:pt x="761999" y="160019"/>
                </a:lnTo>
                <a:lnTo>
                  <a:pt x="761999" y="166115"/>
                </a:lnTo>
                <a:lnTo>
                  <a:pt x="760475" y="172211"/>
                </a:lnTo>
                <a:lnTo>
                  <a:pt x="758951" y="173735"/>
                </a:lnTo>
                <a:lnTo>
                  <a:pt x="783335" y="181355"/>
                </a:lnTo>
                <a:lnTo>
                  <a:pt x="784859" y="176783"/>
                </a:lnTo>
                <a:lnTo>
                  <a:pt x="786383" y="167639"/>
                </a:lnTo>
                <a:lnTo>
                  <a:pt x="787907" y="160019"/>
                </a:lnTo>
                <a:close/>
              </a:path>
              <a:path w="788035" h="318770">
                <a:moveTo>
                  <a:pt x="774953" y="159257"/>
                </a:moveTo>
                <a:lnTo>
                  <a:pt x="761999" y="158495"/>
                </a:lnTo>
                <a:lnTo>
                  <a:pt x="761999" y="160019"/>
                </a:lnTo>
                <a:lnTo>
                  <a:pt x="774953" y="159257"/>
                </a:lnTo>
                <a:close/>
              </a:path>
              <a:path w="788035" h="318770">
                <a:moveTo>
                  <a:pt x="769619" y="207263"/>
                </a:moveTo>
                <a:lnTo>
                  <a:pt x="749807" y="192023"/>
                </a:lnTo>
                <a:lnTo>
                  <a:pt x="748283" y="195071"/>
                </a:lnTo>
                <a:lnTo>
                  <a:pt x="736091" y="207263"/>
                </a:lnTo>
                <a:lnTo>
                  <a:pt x="720851" y="219455"/>
                </a:lnTo>
                <a:lnTo>
                  <a:pt x="713231" y="224027"/>
                </a:lnTo>
                <a:lnTo>
                  <a:pt x="702563" y="230123"/>
                </a:lnTo>
                <a:lnTo>
                  <a:pt x="693419" y="234695"/>
                </a:lnTo>
                <a:lnTo>
                  <a:pt x="705611" y="257555"/>
                </a:lnTo>
                <a:lnTo>
                  <a:pt x="745235" y="233171"/>
                </a:lnTo>
                <a:lnTo>
                  <a:pt x="768095" y="210311"/>
                </a:lnTo>
                <a:lnTo>
                  <a:pt x="769619" y="207263"/>
                </a:lnTo>
                <a:close/>
              </a:path>
              <a:path w="788035" h="318770">
                <a:moveTo>
                  <a:pt x="682751" y="269747"/>
                </a:moveTo>
                <a:lnTo>
                  <a:pt x="672083" y="245363"/>
                </a:lnTo>
                <a:lnTo>
                  <a:pt x="670559" y="246887"/>
                </a:lnTo>
                <a:lnTo>
                  <a:pt x="646175" y="256031"/>
                </a:lnTo>
                <a:lnTo>
                  <a:pt x="632459" y="260603"/>
                </a:lnTo>
                <a:lnTo>
                  <a:pt x="603503" y="268223"/>
                </a:lnTo>
                <a:lnTo>
                  <a:pt x="601979" y="268223"/>
                </a:lnTo>
                <a:lnTo>
                  <a:pt x="608075" y="294131"/>
                </a:lnTo>
                <a:lnTo>
                  <a:pt x="611123" y="292607"/>
                </a:lnTo>
                <a:lnTo>
                  <a:pt x="640079" y="284987"/>
                </a:lnTo>
                <a:lnTo>
                  <a:pt x="653795" y="280415"/>
                </a:lnTo>
                <a:lnTo>
                  <a:pt x="667511" y="274319"/>
                </a:lnTo>
                <a:lnTo>
                  <a:pt x="681227" y="269747"/>
                </a:lnTo>
                <a:lnTo>
                  <a:pt x="682751" y="269747"/>
                </a:lnTo>
                <a:close/>
              </a:path>
              <a:path w="788035" h="318770">
                <a:moveTo>
                  <a:pt x="583691" y="300227"/>
                </a:moveTo>
                <a:lnTo>
                  <a:pt x="577595" y="274319"/>
                </a:lnTo>
                <a:lnTo>
                  <a:pt x="573023" y="275843"/>
                </a:lnTo>
                <a:lnTo>
                  <a:pt x="539495" y="281939"/>
                </a:lnTo>
                <a:lnTo>
                  <a:pt x="505967" y="286511"/>
                </a:lnTo>
                <a:lnTo>
                  <a:pt x="504443" y="286511"/>
                </a:lnTo>
                <a:lnTo>
                  <a:pt x="505967" y="312419"/>
                </a:lnTo>
                <a:lnTo>
                  <a:pt x="509015" y="312419"/>
                </a:lnTo>
                <a:lnTo>
                  <a:pt x="579119" y="300227"/>
                </a:lnTo>
                <a:lnTo>
                  <a:pt x="583691" y="300227"/>
                </a:lnTo>
                <a:close/>
              </a:path>
              <a:path w="788035" h="318770">
                <a:moveTo>
                  <a:pt x="481583" y="313943"/>
                </a:moveTo>
                <a:lnTo>
                  <a:pt x="478535" y="289559"/>
                </a:lnTo>
                <a:lnTo>
                  <a:pt x="469391" y="289559"/>
                </a:lnTo>
                <a:lnTo>
                  <a:pt x="432815" y="292607"/>
                </a:lnTo>
                <a:lnTo>
                  <a:pt x="403859" y="292607"/>
                </a:lnTo>
                <a:lnTo>
                  <a:pt x="403859" y="318515"/>
                </a:lnTo>
                <a:lnTo>
                  <a:pt x="434339" y="318515"/>
                </a:lnTo>
                <a:lnTo>
                  <a:pt x="472439" y="315467"/>
                </a:lnTo>
                <a:lnTo>
                  <a:pt x="481583" y="313943"/>
                </a:lnTo>
                <a:close/>
              </a:path>
              <a:path w="788035" h="318770">
                <a:moveTo>
                  <a:pt x="377951" y="318515"/>
                </a:moveTo>
                <a:lnTo>
                  <a:pt x="377951" y="292607"/>
                </a:lnTo>
                <a:lnTo>
                  <a:pt x="355091" y="292607"/>
                </a:lnTo>
                <a:lnTo>
                  <a:pt x="318515" y="289559"/>
                </a:lnTo>
                <a:lnTo>
                  <a:pt x="303275" y="289559"/>
                </a:lnTo>
                <a:lnTo>
                  <a:pt x="300227" y="313943"/>
                </a:lnTo>
                <a:lnTo>
                  <a:pt x="316991" y="315467"/>
                </a:lnTo>
                <a:lnTo>
                  <a:pt x="355091" y="318515"/>
                </a:lnTo>
                <a:lnTo>
                  <a:pt x="377951" y="318515"/>
                </a:lnTo>
                <a:close/>
              </a:path>
              <a:path w="788035" h="318770">
                <a:moveTo>
                  <a:pt x="278891" y="286511"/>
                </a:moveTo>
                <a:lnTo>
                  <a:pt x="246887" y="281939"/>
                </a:lnTo>
                <a:lnTo>
                  <a:pt x="214883" y="275843"/>
                </a:lnTo>
                <a:lnTo>
                  <a:pt x="204215" y="272795"/>
                </a:lnTo>
                <a:lnTo>
                  <a:pt x="199643" y="298703"/>
                </a:lnTo>
                <a:lnTo>
                  <a:pt x="210311" y="300227"/>
                </a:lnTo>
                <a:lnTo>
                  <a:pt x="243839" y="306323"/>
                </a:lnTo>
                <a:lnTo>
                  <a:pt x="274319" y="310895"/>
                </a:lnTo>
                <a:lnTo>
                  <a:pt x="278891" y="286511"/>
                </a:lnTo>
                <a:close/>
              </a:path>
              <a:path w="788035" h="318770">
                <a:moveTo>
                  <a:pt x="181355" y="268223"/>
                </a:moveTo>
                <a:lnTo>
                  <a:pt x="155447" y="260603"/>
                </a:lnTo>
                <a:lnTo>
                  <a:pt x="141731" y="256031"/>
                </a:lnTo>
                <a:lnTo>
                  <a:pt x="129539" y="251459"/>
                </a:lnTo>
                <a:lnTo>
                  <a:pt x="115823" y="245363"/>
                </a:lnTo>
                <a:lnTo>
                  <a:pt x="109727" y="243839"/>
                </a:lnTo>
                <a:lnTo>
                  <a:pt x="100583" y="266699"/>
                </a:lnTo>
                <a:lnTo>
                  <a:pt x="106679" y="269747"/>
                </a:lnTo>
                <a:lnTo>
                  <a:pt x="120395" y="274319"/>
                </a:lnTo>
                <a:lnTo>
                  <a:pt x="134111" y="280415"/>
                </a:lnTo>
                <a:lnTo>
                  <a:pt x="147827" y="284987"/>
                </a:lnTo>
                <a:lnTo>
                  <a:pt x="173735" y="292607"/>
                </a:lnTo>
                <a:lnTo>
                  <a:pt x="181355" y="268223"/>
                </a:lnTo>
                <a:close/>
              </a:path>
              <a:path w="788035" h="318770">
                <a:moveTo>
                  <a:pt x="88391" y="233171"/>
                </a:moveTo>
                <a:lnTo>
                  <a:pt x="65531" y="217931"/>
                </a:lnTo>
                <a:lnTo>
                  <a:pt x="57911" y="213359"/>
                </a:lnTo>
                <a:lnTo>
                  <a:pt x="51815" y="207263"/>
                </a:lnTo>
                <a:lnTo>
                  <a:pt x="44195" y="201167"/>
                </a:lnTo>
                <a:lnTo>
                  <a:pt x="35051" y="188975"/>
                </a:lnTo>
                <a:lnTo>
                  <a:pt x="13715" y="201167"/>
                </a:lnTo>
                <a:lnTo>
                  <a:pt x="15239" y="204215"/>
                </a:lnTo>
                <a:lnTo>
                  <a:pt x="19811" y="211835"/>
                </a:lnTo>
                <a:lnTo>
                  <a:pt x="27431" y="219455"/>
                </a:lnTo>
                <a:lnTo>
                  <a:pt x="35051" y="225551"/>
                </a:lnTo>
                <a:lnTo>
                  <a:pt x="42671" y="233171"/>
                </a:lnTo>
                <a:lnTo>
                  <a:pt x="51815" y="239267"/>
                </a:lnTo>
                <a:lnTo>
                  <a:pt x="60959" y="246887"/>
                </a:lnTo>
                <a:lnTo>
                  <a:pt x="71627" y="252983"/>
                </a:lnTo>
                <a:lnTo>
                  <a:pt x="76199" y="254507"/>
                </a:lnTo>
                <a:lnTo>
                  <a:pt x="88391" y="23317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999801" y="4613148"/>
            <a:ext cx="654050" cy="321945"/>
          </a:xfrm>
          <a:custGeom>
            <a:avLst/>
            <a:gdLst/>
            <a:ahLst/>
            <a:cxnLst/>
            <a:rect l="l" t="t" r="r" b="b"/>
            <a:pathLst>
              <a:path w="654050" h="321945">
                <a:moveTo>
                  <a:pt x="54863" y="103631"/>
                </a:moveTo>
                <a:lnTo>
                  <a:pt x="38099" y="85343"/>
                </a:lnTo>
                <a:lnTo>
                  <a:pt x="35051" y="86867"/>
                </a:lnTo>
                <a:lnTo>
                  <a:pt x="27431" y="94487"/>
                </a:lnTo>
                <a:lnTo>
                  <a:pt x="4571" y="134111"/>
                </a:lnTo>
                <a:lnTo>
                  <a:pt x="0" y="152399"/>
                </a:lnTo>
                <a:lnTo>
                  <a:pt x="0" y="160019"/>
                </a:lnTo>
                <a:lnTo>
                  <a:pt x="12953" y="160781"/>
                </a:lnTo>
                <a:lnTo>
                  <a:pt x="25907" y="160019"/>
                </a:lnTo>
                <a:lnTo>
                  <a:pt x="25907" y="153923"/>
                </a:lnTo>
                <a:lnTo>
                  <a:pt x="28955" y="141731"/>
                </a:lnTo>
                <a:lnTo>
                  <a:pt x="38099" y="123443"/>
                </a:lnTo>
                <a:lnTo>
                  <a:pt x="47243" y="111251"/>
                </a:lnTo>
                <a:lnTo>
                  <a:pt x="54863" y="103631"/>
                </a:lnTo>
                <a:close/>
              </a:path>
              <a:path w="654050" h="321945">
                <a:moveTo>
                  <a:pt x="54863" y="217931"/>
                </a:moveTo>
                <a:lnTo>
                  <a:pt x="51815" y="214883"/>
                </a:lnTo>
                <a:lnTo>
                  <a:pt x="47243" y="208787"/>
                </a:lnTo>
                <a:lnTo>
                  <a:pt x="41147" y="202691"/>
                </a:lnTo>
                <a:lnTo>
                  <a:pt x="38099" y="196595"/>
                </a:lnTo>
                <a:lnTo>
                  <a:pt x="33527" y="190499"/>
                </a:lnTo>
                <a:lnTo>
                  <a:pt x="30479" y="184403"/>
                </a:lnTo>
                <a:lnTo>
                  <a:pt x="25907" y="166115"/>
                </a:lnTo>
                <a:lnTo>
                  <a:pt x="25907" y="161543"/>
                </a:lnTo>
                <a:lnTo>
                  <a:pt x="12953" y="160781"/>
                </a:lnTo>
                <a:lnTo>
                  <a:pt x="0" y="161543"/>
                </a:lnTo>
                <a:lnTo>
                  <a:pt x="1523" y="170687"/>
                </a:lnTo>
                <a:lnTo>
                  <a:pt x="3047" y="178307"/>
                </a:lnTo>
                <a:lnTo>
                  <a:pt x="4571" y="187451"/>
                </a:lnTo>
                <a:lnTo>
                  <a:pt x="7619" y="196595"/>
                </a:lnTo>
                <a:lnTo>
                  <a:pt x="16763" y="211835"/>
                </a:lnTo>
                <a:lnTo>
                  <a:pt x="35051" y="234695"/>
                </a:lnTo>
                <a:lnTo>
                  <a:pt x="38099" y="236219"/>
                </a:lnTo>
                <a:lnTo>
                  <a:pt x="54863" y="217931"/>
                </a:lnTo>
                <a:close/>
              </a:path>
              <a:path w="654050" h="321945">
                <a:moveTo>
                  <a:pt x="25907" y="161543"/>
                </a:moveTo>
                <a:lnTo>
                  <a:pt x="25907" y="160019"/>
                </a:lnTo>
                <a:lnTo>
                  <a:pt x="12953" y="160781"/>
                </a:lnTo>
                <a:lnTo>
                  <a:pt x="25907" y="161543"/>
                </a:lnTo>
                <a:close/>
              </a:path>
              <a:path w="654050" h="321945">
                <a:moveTo>
                  <a:pt x="137159" y="56387"/>
                </a:moveTo>
                <a:lnTo>
                  <a:pt x="129539" y="32003"/>
                </a:lnTo>
                <a:lnTo>
                  <a:pt x="99059" y="44195"/>
                </a:lnTo>
                <a:lnTo>
                  <a:pt x="77723" y="54863"/>
                </a:lnTo>
                <a:lnTo>
                  <a:pt x="59435" y="67055"/>
                </a:lnTo>
                <a:lnTo>
                  <a:pt x="57911" y="68579"/>
                </a:lnTo>
                <a:lnTo>
                  <a:pt x="73151" y="88391"/>
                </a:lnTo>
                <a:lnTo>
                  <a:pt x="74675" y="88391"/>
                </a:lnTo>
                <a:lnTo>
                  <a:pt x="82295" y="82295"/>
                </a:lnTo>
                <a:lnTo>
                  <a:pt x="91439" y="77723"/>
                </a:lnTo>
                <a:lnTo>
                  <a:pt x="111251" y="67055"/>
                </a:lnTo>
                <a:lnTo>
                  <a:pt x="132587" y="57911"/>
                </a:lnTo>
                <a:lnTo>
                  <a:pt x="137159" y="56387"/>
                </a:lnTo>
                <a:close/>
              </a:path>
              <a:path w="654050" h="321945">
                <a:moveTo>
                  <a:pt x="234695" y="32003"/>
                </a:moveTo>
                <a:lnTo>
                  <a:pt x="230123" y="6095"/>
                </a:lnTo>
                <a:lnTo>
                  <a:pt x="201167" y="12191"/>
                </a:lnTo>
                <a:lnTo>
                  <a:pt x="173735" y="18287"/>
                </a:lnTo>
                <a:lnTo>
                  <a:pt x="153923" y="24383"/>
                </a:lnTo>
                <a:lnTo>
                  <a:pt x="161543" y="48767"/>
                </a:lnTo>
                <a:lnTo>
                  <a:pt x="181355" y="42671"/>
                </a:lnTo>
                <a:lnTo>
                  <a:pt x="207263" y="36575"/>
                </a:lnTo>
                <a:lnTo>
                  <a:pt x="234695" y="32003"/>
                </a:lnTo>
                <a:close/>
              </a:path>
              <a:path w="654050" h="321945">
                <a:moveTo>
                  <a:pt x="326897" y="12191"/>
                </a:moveTo>
                <a:lnTo>
                  <a:pt x="326135" y="0"/>
                </a:lnTo>
                <a:lnTo>
                  <a:pt x="294131" y="0"/>
                </a:lnTo>
                <a:lnTo>
                  <a:pt x="262127" y="3047"/>
                </a:lnTo>
                <a:lnTo>
                  <a:pt x="256031" y="3047"/>
                </a:lnTo>
                <a:lnTo>
                  <a:pt x="259079" y="28955"/>
                </a:lnTo>
                <a:lnTo>
                  <a:pt x="265175" y="27431"/>
                </a:lnTo>
                <a:lnTo>
                  <a:pt x="295655" y="25907"/>
                </a:lnTo>
                <a:lnTo>
                  <a:pt x="326135" y="24456"/>
                </a:lnTo>
                <a:lnTo>
                  <a:pt x="326897" y="12191"/>
                </a:lnTo>
                <a:close/>
              </a:path>
              <a:path w="654050" h="321945">
                <a:moveTo>
                  <a:pt x="327659" y="24383"/>
                </a:moveTo>
                <a:lnTo>
                  <a:pt x="326897" y="12191"/>
                </a:lnTo>
                <a:lnTo>
                  <a:pt x="326135" y="24383"/>
                </a:lnTo>
                <a:lnTo>
                  <a:pt x="326379" y="24444"/>
                </a:lnTo>
                <a:lnTo>
                  <a:pt x="327659" y="24383"/>
                </a:lnTo>
                <a:close/>
              </a:path>
              <a:path w="654050" h="321945">
                <a:moveTo>
                  <a:pt x="326379" y="24444"/>
                </a:moveTo>
                <a:lnTo>
                  <a:pt x="326135" y="24383"/>
                </a:lnTo>
                <a:lnTo>
                  <a:pt x="326379" y="24444"/>
                </a:lnTo>
                <a:close/>
              </a:path>
              <a:path w="654050" h="321945">
                <a:moveTo>
                  <a:pt x="327659" y="24764"/>
                </a:moveTo>
                <a:lnTo>
                  <a:pt x="327659" y="24383"/>
                </a:lnTo>
                <a:lnTo>
                  <a:pt x="326379" y="24444"/>
                </a:lnTo>
                <a:lnTo>
                  <a:pt x="327659" y="24764"/>
                </a:lnTo>
                <a:close/>
              </a:path>
              <a:path w="654050" h="321945">
                <a:moveTo>
                  <a:pt x="333755" y="0"/>
                </a:moveTo>
                <a:lnTo>
                  <a:pt x="327659" y="0"/>
                </a:lnTo>
                <a:lnTo>
                  <a:pt x="326897" y="12191"/>
                </a:lnTo>
                <a:lnTo>
                  <a:pt x="327659" y="24383"/>
                </a:lnTo>
                <a:lnTo>
                  <a:pt x="327659" y="24764"/>
                </a:lnTo>
                <a:lnTo>
                  <a:pt x="332231" y="25907"/>
                </a:lnTo>
                <a:lnTo>
                  <a:pt x="333755" y="0"/>
                </a:lnTo>
                <a:close/>
              </a:path>
              <a:path w="654050" h="321945">
                <a:moveTo>
                  <a:pt x="435863" y="9143"/>
                </a:moveTo>
                <a:lnTo>
                  <a:pt x="422147" y="6095"/>
                </a:lnTo>
                <a:lnTo>
                  <a:pt x="391667" y="3047"/>
                </a:lnTo>
                <a:lnTo>
                  <a:pt x="359663" y="0"/>
                </a:lnTo>
                <a:lnTo>
                  <a:pt x="358139" y="25907"/>
                </a:lnTo>
                <a:lnTo>
                  <a:pt x="388619" y="27431"/>
                </a:lnTo>
                <a:lnTo>
                  <a:pt x="419099" y="32003"/>
                </a:lnTo>
                <a:lnTo>
                  <a:pt x="432815" y="33527"/>
                </a:lnTo>
                <a:lnTo>
                  <a:pt x="435863" y="9143"/>
                </a:lnTo>
                <a:close/>
              </a:path>
              <a:path w="654050" h="321945">
                <a:moveTo>
                  <a:pt x="536447" y="36575"/>
                </a:moveTo>
                <a:lnTo>
                  <a:pt x="530351" y="33527"/>
                </a:lnTo>
                <a:lnTo>
                  <a:pt x="505967" y="25907"/>
                </a:lnTo>
                <a:lnTo>
                  <a:pt x="480059" y="18287"/>
                </a:lnTo>
                <a:lnTo>
                  <a:pt x="461771" y="13715"/>
                </a:lnTo>
                <a:lnTo>
                  <a:pt x="455675" y="38099"/>
                </a:lnTo>
                <a:lnTo>
                  <a:pt x="473963" y="42671"/>
                </a:lnTo>
                <a:lnTo>
                  <a:pt x="522731" y="57911"/>
                </a:lnTo>
                <a:lnTo>
                  <a:pt x="527303" y="60959"/>
                </a:lnTo>
                <a:lnTo>
                  <a:pt x="536447" y="36575"/>
                </a:lnTo>
                <a:close/>
              </a:path>
              <a:path w="654050" h="321945">
                <a:moveTo>
                  <a:pt x="626363" y="94487"/>
                </a:moveTo>
                <a:lnTo>
                  <a:pt x="624839" y="94487"/>
                </a:lnTo>
                <a:lnTo>
                  <a:pt x="618743" y="86867"/>
                </a:lnTo>
                <a:lnTo>
                  <a:pt x="611123" y="80771"/>
                </a:lnTo>
                <a:lnTo>
                  <a:pt x="603503" y="73151"/>
                </a:lnTo>
                <a:lnTo>
                  <a:pt x="585215" y="60959"/>
                </a:lnTo>
                <a:lnTo>
                  <a:pt x="574547" y="54863"/>
                </a:lnTo>
                <a:lnTo>
                  <a:pt x="560831" y="47243"/>
                </a:lnTo>
                <a:lnTo>
                  <a:pt x="548639" y="70103"/>
                </a:lnTo>
                <a:lnTo>
                  <a:pt x="563879" y="77723"/>
                </a:lnTo>
                <a:lnTo>
                  <a:pt x="571499" y="82295"/>
                </a:lnTo>
                <a:lnTo>
                  <a:pt x="580643" y="88391"/>
                </a:lnTo>
                <a:lnTo>
                  <a:pt x="588263" y="94487"/>
                </a:lnTo>
                <a:lnTo>
                  <a:pt x="594359" y="99059"/>
                </a:lnTo>
                <a:lnTo>
                  <a:pt x="601979" y="105155"/>
                </a:lnTo>
                <a:lnTo>
                  <a:pt x="606551" y="111251"/>
                </a:lnTo>
                <a:lnTo>
                  <a:pt x="626363" y="94487"/>
                </a:lnTo>
                <a:close/>
              </a:path>
              <a:path w="654050" h="321945">
                <a:moveTo>
                  <a:pt x="653795" y="160019"/>
                </a:moveTo>
                <a:lnTo>
                  <a:pt x="650747" y="141731"/>
                </a:lnTo>
                <a:lnTo>
                  <a:pt x="649223" y="134111"/>
                </a:lnTo>
                <a:lnTo>
                  <a:pt x="646175" y="124967"/>
                </a:lnTo>
                <a:lnTo>
                  <a:pt x="643127" y="118871"/>
                </a:lnTo>
                <a:lnTo>
                  <a:pt x="620267" y="129539"/>
                </a:lnTo>
                <a:lnTo>
                  <a:pt x="623315" y="135635"/>
                </a:lnTo>
                <a:lnTo>
                  <a:pt x="624839" y="143255"/>
                </a:lnTo>
                <a:lnTo>
                  <a:pt x="627887" y="155447"/>
                </a:lnTo>
                <a:lnTo>
                  <a:pt x="627887" y="160019"/>
                </a:lnTo>
                <a:lnTo>
                  <a:pt x="640841" y="160781"/>
                </a:lnTo>
                <a:lnTo>
                  <a:pt x="653795" y="160019"/>
                </a:lnTo>
                <a:close/>
              </a:path>
              <a:path w="654050" h="321945">
                <a:moveTo>
                  <a:pt x="653795" y="169163"/>
                </a:moveTo>
                <a:lnTo>
                  <a:pt x="653795" y="161543"/>
                </a:lnTo>
                <a:lnTo>
                  <a:pt x="640841" y="160781"/>
                </a:lnTo>
                <a:lnTo>
                  <a:pt x="627887" y="161543"/>
                </a:lnTo>
                <a:lnTo>
                  <a:pt x="627887" y="167639"/>
                </a:lnTo>
                <a:lnTo>
                  <a:pt x="624839" y="179831"/>
                </a:lnTo>
                <a:lnTo>
                  <a:pt x="621791" y="185927"/>
                </a:lnTo>
                <a:lnTo>
                  <a:pt x="620267" y="192023"/>
                </a:lnTo>
                <a:lnTo>
                  <a:pt x="643127" y="202691"/>
                </a:lnTo>
                <a:lnTo>
                  <a:pt x="646175" y="195071"/>
                </a:lnTo>
                <a:lnTo>
                  <a:pt x="649223" y="185927"/>
                </a:lnTo>
                <a:lnTo>
                  <a:pt x="652271" y="178307"/>
                </a:lnTo>
                <a:lnTo>
                  <a:pt x="653795" y="169163"/>
                </a:lnTo>
                <a:close/>
              </a:path>
              <a:path w="654050" h="321945">
                <a:moveTo>
                  <a:pt x="640841" y="160781"/>
                </a:moveTo>
                <a:lnTo>
                  <a:pt x="627887" y="160019"/>
                </a:lnTo>
                <a:lnTo>
                  <a:pt x="627887" y="161543"/>
                </a:lnTo>
                <a:lnTo>
                  <a:pt x="640841" y="160781"/>
                </a:lnTo>
                <a:close/>
              </a:path>
              <a:path w="654050" h="321945">
                <a:moveTo>
                  <a:pt x="626363" y="225551"/>
                </a:moveTo>
                <a:lnTo>
                  <a:pt x="606551" y="210311"/>
                </a:lnTo>
                <a:lnTo>
                  <a:pt x="594359" y="222503"/>
                </a:lnTo>
                <a:lnTo>
                  <a:pt x="586739" y="227075"/>
                </a:lnTo>
                <a:lnTo>
                  <a:pt x="571499" y="239267"/>
                </a:lnTo>
                <a:lnTo>
                  <a:pt x="562355" y="243839"/>
                </a:lnTo>
                <a:lnTo>
                  <a:pt x="548639" y="251459"/>
                </a:lnTo>
                <a:lnTo>
                  <a:pt x="560831" y="272795"/>
                </a:lnTo>
                <a:lnTo>
                  <a:pt x="576071" y="265175"/>
                </a:lnTo>
                <a:lnTo>
                  <a:pt x="603503" y="246887"/>
                </a:lnTo>
                <a:lnTo>
                  <a:pt x="611123" y="240791"/>
                </a:lnTo>
                <a:lnTo>
                  <a:pt x="626363" y="225551"/>
                </a:lnTo>
                <a:close/>
              </a:path>
              <a:path w="654050" h="321945">
                <a:moveTo>
                  <a:pt x="536447" y="283463"/>
                </a:moveTo>
                <a:lnTo>
                  <a:pt x="527303" y="260603"/>
                </a:lnTo>
                <a:lnTo>
                  <a:pt x="521207" y="263651"/>
                </a:lnTo>
                <a:lnTo>
                  <a:pt x="498347" y="271271"/>
                </a:lnTo>
                <a:lnTo>
                  <a:pt x="472439" y="278891"/>
                </a:lnTo>
                <a:lnTo>
                  <a:pt x="455675" y="281939"/>
                </a:lnTo>
                <a:lnTo>
                  <a:pt x="461771" y="306323"/>
                </a:lnTo>
                <a:lnTo>
                  <a:pt x="480059" y="303275"/>
                </a:lnTo>
                <a:lnTo>
                  <a:pt x="505967" y="295655"/>
                </a:lnTo>
                <a:lnTo>
                  <a:pt x="531875" y="286511"/>
                </a:lnTo>
                <a:lnTo>
                  <a:pt x="536447" y="283463"/>
                </a:lnTo>
                <a:close/>
              </a:path>
              <a:path w="654050" h="321945">
                <a:moveTo>
                  <a:pt x="435863" y="312419"/>
                </a:moveTo>
                <a:lnTo>
                  <a:pt x="432815" y="286511"/>
                </a:lnTo>
                <a:lnTo>
                  <a:pt x="417575" y="289559"/>
                </a:lnTo>
                <a:lnTo>
                  <a:pt x="388619" y="292607"/>
                </a:lnTo>
                <a:lnTo>
                  <a:pt x="358139" y="295655"/>
                </a:lnTo>
                <a:lnTo>
                  <a:pt x="358139" y="320039"/>
                </a:lnTo>
                <a:lnTo>
                  <a:pt x="359663" y="320039"/>
                </a:lnTo>
                <a:lnTo>
                  <a:pt x="391667" y="318515"/>
                </a:lnTo>
                <a:lnTo>
                  <a:pt x="422147" y="313943"/>
                </a:lnTo>
                <a:lnTo>
                  <a:pt x="435863" y="312419"/>
                </a:lnTo>
                <a:close/>
              </a:path>
              <a:path w="654050" h="321945">
                <a:moveTo>
                  <a:pt x="326897" y="308609"/>
                </a:moveTo>
                <a:lnTo>
                  <a:pt x="326135" y="295655"/>
                </a:lnTo>
                <a:lnTo>
                  <a:pt x="295655" y="295655"/>
                </a:lnTo>
                <a:lnTo>
                  <a:pt x="265175" y="292607"/>
                </a:lnTo>
                <a:lnTo>
                  <a:pt x="259079" y="292607"/>
                </a:lnTo>
                <a:lnTo>
                  <a:pt x="256031" y="316991"/>
                </a:lnTo>
                <a:lnTo>
                  <a:pt x="262127" y="318515"/>
                </a:lnTo>
                <a:lnTo>
                  <a:pt x="326135" y="321563"/>
                </a:lnTo>
                <a:lnTo>
                  <a:pt x="326897" y="308609"/>
                </a:lnTo>
                <a:close/>
              </a:path>
              <a:path w="654050" h="321945">
                <a:moveTo>
                  <a:pt x="327659" y="295655"/>
                </a:moveTo>
                <a:lnTo>
                  <a:pt x="326135" y="295655"/>
                </a:lnTo>
                <a:lnTo>
                  <a:pt x="326897" y="308609"/>
                </a:lnTo>
                <a:lnTo>
                  <a:pt x="327659" y="295655"/>
                </a:lnTo>
                <a:close/>
              </a:path>
              <a:path w="654050" h="321945">
                <a:moveTo>
                  <a:pt x="333755" y="321563"/>
                </a:moveTo>
                <a:lnTo>
                  <a:pt x="332231" y="295655"/>
                </a:lnTo>
                <a:lnTo>
                  <a:pt x="327659" y="295655"/>
                </a:lnTo>
                <a:lnTo>
                  <a:pt x="326897" y="308609"/>
                </a:lnTo>
                <a:lnTo>
                  <a:pt x="327659" y="321563"/>
                </a:lnTo>
                <a:lnTo>
                  <a:pt x="333755" y="321563"/>
                </a:lnTo>
                <a:close/>
              </a:path>
              <a:path w="654050" h="321945">
                <a:moveTo>
                  <a:pt x="234695" y="289559"/>
                </a:moveTo>
                <a:lnTo>
                  <a:pt x="207263" y="284987"/>
                </a:lnTo>
                <a:lnTo>
                  <a:pt x="179831" y="278891"/>
                </a:lnTo>
                <a:lnTo>
                  <a:pt x="161543" y="272795"/>
                </a:lnTo>
                <a:lnTo>
                  <a:pt x="153923" y="297179"/>
                </a:lnTo>
                <a:lnTo>
                  <a:pt x="173735" y="303275"/>
                </a:lnTo>
                <a:lnTo>
                  <a:pt x="202691" y="309371"/>
                </a:lnTo>
                <a:lnTo>
                  <a:pt x="230123" y="313943"/>
                </a:lnTo>
                <a:lnTo>
                  <a:pt x="234695" y="289559"/>
                </a:lnTo>
                <a:close/>
              </a:path>
              <a:path w="654050" h="321945">
                <a:moveTo>
                  <a:pt x="137159" y="265175"/>
                </a:moveTo>
                <a:lnTo>
                  <a:pt x="131063" y="262127"/>
                </a:lnTo>
                <a:lnTo>
                  <a:pt x="109727" y="252983"/>
                </a:lnTo>
                <a:lnTo>
                  <a:pt x="89915" y="243839"/>
                </a:lnTo>
                <a:lnTo>
                  <a:pt x="82295" y="237743"/>
                </a:lnTo>
                <a:lnTo>
                  <a:pt x="73151" y="233171"/>
                </a:lnTo>
                <a:lnTo>
                  <a:pt x="73151" y="231647"/>
                </a:lnTo>
                <a:lnTo>
                  <a:pt x="57911" y="252983"/>
                </a:lnTo>
                <a:lnTo>
                  <a:pt x="59435" y="254507"/>
                </a:lnTo>
                <a:lnTo>
                  <a:pt x="68579" y="260603"/>
                </a:lnTo>
                <a:lnTo>
                  <a:pt x="79247" y="265175"/>
                </a:lnTo>
                <a:lnTo>
                  <a:pt x="100583" y="277367"/>
                </a:lnTo>
                <a:lnTo>
                  <a:pt x="123443" y="286511"/>
                </a:lnTo>
                <a:lnTo>
                  <a:pt x="129539" y="289559"/>
                </a:lnTo>
                <a:lnTo>
                  <a:pt x="137159" y="2651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427790" y="5137403"/>
            <a:ext cx="597535" cy="407034"/>
          </a:xfrm>
          <a:custGeom>
            <a:avLst/>
            <a:gdLst/>
            <a:ahLst/>
            <a:cxnLst/>
            <a:rect l="l" t="t" r="r" b="b"/>
            <a:pathLst>
              <a:path w="597534" h="407035">
                <a:moveTo>
                  <a:pt x="597407" y="213359"/>
                </a:moveTo>
                <a:lnTo>
                  <a:pt x="597407" y="192023"/>
                </a:lnTo>
                <a:lnTo>
                  <a:pt x="595883" y="181355"/>
                </a:lnTo>
                <a:lnTo>
                  <a:pt x="592835" y="170687"/>
                </a:lnTo>
                <a:lnTo>
                  <a:pt x="591311" y="161543"/>
                </a:lnTo>
                <a:lnTo>
                  <a:pt x="573023" y="121919"/>
                </a:lnTo>
                <a:lnTo>
                  <a:pt x="544067" y="86867"/>
                </a:lnTo>
                <a:lnTo>
                  <a:pt x="507491" y="57911"/>
                </a:lnTo>
                <a:lnTo>
                  <a:pt x="463295" y="33527"/>
                </a:lnTo>
                <a:lnTo>
                  <a:pt x="413003" y="15239"/>
                </a:lnTo>
                <a:lnTo>
                  <a:pt x="358139" y="4571"/>
                </a:lnTo>
                <a:lnTo>
                  <a:pt x="298703" y="0"/>
                </a:lnTo>
                <a:lnTo>
                  <a:pt x="268223" y="1523"/>
                </a:lnTo>
                <a:lnTo>
                  <a:pt x="210311" y="9143"/>
                </a:lnTo>
                <a:lnTo>
                  <a:pt x="156971" y="24383"/>
                </a:lnTo>
                <a:lnTo>
                  <a:pt x="109727" y="45719"/>
                </a:lnTo>
                <a:lnTo>
                  <a:pt x="51815" y="88391"/>
                </a:lnTo>
                <a:lnTo>
                  <a:pt x="18287" y="132587"/>
                </a:lnTo>
                <a:lnTo>
                  <a:pt x="10667" y="150875"/>
                </a:lnTo>
                <a:lnTo>
                  <a:pt x="6095" y="161543"/>
                </a:lnTo>
                <a:lnTo>
                  <a:pt x="3047" y="172211"/>
                </a:lnTo>
                <a:lnTo>
                  <a:pt x="0" y="193547"/>
                </a:lnTo>
                <a:lnTo>
                  <a:pt x="0" y="214883"/>
                </a:lnTo>
                <a:lnTo>
                  <a:pt x="1523" y="225551"/>
                </a:lnTo>
                <a:lnTo>
                  <a:pt x="4571" y="236219"/>
                </a:lnTo>
                <a:lnTo>
                  <a:pt x="6095" y="245363"/>
                </a:lnTo>
                <a:lnTo>
                  <a:pt x="10667" y="256031"/>
                </a:lnTo>
                <a:lnTo>
                  <a:pt x="13715" y="265175"/>
                </a:lnTo>
                <a:lnTo>
                  <a:pt x="19811" y="275843"/>
                </a:lnTo>
                <a:lnTo>
                  <a:pt x="24383" y="284987"/>
                </a:lnTo>
                <a:lnTo>
                  <a:pt x="25907" y="287273"/>
                </a:lnTo>
                <a:lnTo>
                  <a:pt x="25907" y="193547"/>
                </a:lnTo>
                <a:lnTo>
                  <a:pt x="27431" y="185927"/>
                </a:lnTo>
                <a:lnTo>
                  <a:pt x="30479" y="167639"/>
                </a:lnTo>
                <a:lnTo>
                  <a:pt x="33527" y="160019"/>
                </a:lnTo>
                <a:lnTo>
                  <a:pt x="38099" y="152399"/>
                </a:lnTo>
                <a:lnTo>
                  <a:pt x="41147" y="143255"/>
                </a:lnTo>
                <a:lnTo>
                  <a:pt x="71627" y="105155"/>
                </a:lnTo>
                <a:lnTo>
                  <a:pt x="103631" y="79247"/>
                </a:lnTo>
                <a:lnTo>
                  <a:pt x="144779" y="56387"/>
                </a:lnTo>
                <a:lnTo>
                  <a:pt x="192023" y="39623"/>
                </a:lnTo>
                <a:lnTo>
                  <a:pt x="243839" y="28955"/>
                </a:lnTo>
                <a:lnTo>
                  <a:pt x="271271" y="25907"/>
                </a:lnTo>
                <a:lnTo>
                  <a:pt x="327659" y="25907"/>
                </a:lnTo>
                <a:lnTo>
                  <a:pt x="380999" y="33527"/>
                </a:lnTo>
                <a:lnTo>
                  <a:pt x="431291" y="48767"/>
                </a:lnTo>
                <a:lnTo>
                  <a:pt x="475487" y="67055"/>
                </a:lnTo>
                <a:lnTo>
                  <a:pt x="512063" y="92963"/>
                </a:lnTo>
                <a:lnTo>
                  <a:pt x="541019" y="121919"/>
                </a:lnTo>
                <a:lnTo>
                  <a:pt x="563879" y="161543"/>
                </a:lnTo>
                <a:lnTo>
                  <a:pt x="566927" y="169163"/>
                </a:lnTo>
                <a:lnTo>
                  <a:pt x="568451" y="178307"/>
                </a:lnTo>
                <a:lnTo>
                  <a:pt x="569975" y="185927"/>
                </a:lnTo>
                <a:lnTo>
                  <a:pt x="571499" y="195071"/>
                </a:lnTo>
                <a:lnTo>
                  <a:pt x="571499" y="285749"/>
                </a:lnTo>
                <a:lnTo>
                  <a:pt x="579119" y="274319"/>
                </a:lnTo>
                <a:lnTo>
                  <a:pt x="583691" y="265175"/>
                </a:lnTo>
                <a:lnTo>
                  <a:pt x="586739" y="254507"/>
                </a:lnTo>
                <a:lnTo>
                  <a:pt x="591311" y="245363"/>
                </a:lnTo>
                <a:lnTo>
                  <a:pt x="592835" y="234695"/>
                </a:lnTo>
                <a:lnTo>
                  <a:pt x="595883" y="224027"/>
                </a:lnTo>
                <a:lnTo>
                  <a:pt x="597407" y="213359"/>
                </a:lnTo>
                <a:close/>
              </a:path>
              <a:path w="597534" h="407035">
                <a:moveTo>
                  <a:pt x="571499" y="285749"/>
                </a:moveTo>
                <a:lnTo>
                  <a:pt x="571499" y="213359"/>
                </a:lnTo>
                <a:lnTo>
                  <a:pt x="569975" y="220979"/>
                </a:lnTo>
                <a:lnTo>
                  <a:pt x="566927" y="239267"/>
                </a:lnTo>
                <a:lnTo>
                  <a:pt x="563879" y="246887"/>
                </a:lnTo>
                <a:lnTo>
                  <a:pt x="559307" y="254507"/>
                </a:lnTo>
                <a:lnTo>
                  <a:pt x="556259" y="263651"/>
                </a:lnTo>
                <a:lnTo>
                  <a:pt x="551687" y="271271"/>
                </a:lnTo>
                <a:lnTo>
                  <a:pt x="525779" y="301751"/>
                </a:lnTo>
                <a:lnTo>
                  <a:pt x="493775" y="327659"/>
                </a:lnTo>
                <a:lnTo>
                  <a:pt x="452627" y="350519"/>
                </a:lnTo>
                <a:lnTo>
                  <a:pt x="405383" y="367283"/>
                </a:lnTo>
                <a:lnTo>
                  <a:pt x="353567" y="377951"/>
                </a:lnTo>
                <a:lnTo>
                  <a:pt x="298703" y="380999"/>
                </a:lnTo>
                <a:lnTo>
                  <a:pt x="269747" y="380999"/>
                </a:lnTo>
                <a:lnTo>
                  <a:pt x="216407" y="373379"/>
                </a:lnTo>
                <a:lnTo>
                  <a:pt x="166115" y="358139"/>
                </a:lnTo>
                <a:lnTo>
                  <a:pt x="121919" y="338327"/>
                </a:lnTo>
                <a:lnTo>
                  <a:pt x="85343" y="313943"/>
                </a:lnTo>
                <a:lnTo>
                  <a:pt x="56387" y="284987"/>
                </a:lnTo>
                <a:lnTo>
                  <a:pt x="33527" y="245363"/>
                </a:lnTo>
                <a:lnTo>
                  <a:pt x="30479" y="237743"/>
                </a:lnTo>
                <a:lnTo>
                  <a:pt x="28955" y="228599"/>
                </a:lnTo>
                <a:lnTo>
                  <a:pt x="27431" y="220979"/>
                </a:lnTo>
                <a:lnTo>
                  <a:pt x="25907" y="211835"/>
                </a:lnTo>
                <a:lnTo>
                  <a:pt x="25907" y="287273"/>
                </a:lnTo>
                <a:lnTo>
                  <a:pt x="30479" y="294131"/>
                </a:lnTo>
                <a:lnTo>
                  <a:pt x="70103" y="335279"/>
                </a:lnTo>
                <a:lnTo>
                  <a:pt x="111251" y="361187"/>
                </a:lnTo>
                <a:lnTo>
                  <a:pt x="158495" y="382523"/>
                </a:lnTo>
                <a:lnTo>
                  <a:pt x="211835" y="397763"/>
                </a:lnTo>
                <a:lnTo>
                  <a:pt x="269747" y="405383"/>
                </a:lnTo>
                <a:lnTo>
                  <a:pt x="298703" y="406907"/>
                </a:lnTo>
                <a:lnTo>
                  <a:pt x="329183" y="405383"/>
                </a:lnTo>
                <a:lnTo>
                  <a:pt x="387095" y="397763"/>
                </a:lnTo>
                <a:lnTo>
                  <a:pt x="463295" y="373379"/>
                </a:lnTo>
                <a:lnTo>
                  <a:pt x="507491" y="348995"/>
                </a:lnTo>
                <a:lnTo>
                  <a:pt x="545591" y="318515"/>
                </a:lnTo>
                <a:lnTo>
                  <a:pt x="559307" y="301751"/>
                </a:lnTo>
                <a:lnTo>
                  <a:pt x="566927" y="292607"/>
                </a:lnTo>
                <a:lnTo>
                  <a:pt x="571499" y="2857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122990" y="6533389"/>
            <a:ext cx="597535" cy="405765"/>
          </a:xfrm>
          <a:custGeom>
            <a:avLst/>
            <a:gdLst/>
            <a:ahLst/>
            <a:cxnLst/>
            <a:rect l="l" t="t" r="r" b="b"/>
            <a:pathLst>
              <a:path w="597535" h="405765">
                <a:moveTo>
                  <a:pt x="45719" y="137159"/>
                </a:moveTo>
                <a:lnTo>
                  <a:pt x="22859" y="123443"/>
                </a:lnTo>
                <a:lnTo>
                  <a:pt x="18287" y="131063"/>
                </a:lnTo>
                <a:lnTo>
                  <a:pt x="13715" y="141731"/>
                </a:lnTo>
                <a:lnTo>
                  <a:pt x="10667" y="150875"/>
                </a:lnTo>
                <a:lnTo>
                  <a:pt x="6095" y="161543"/>
                </a:lnTo>
                <a:lnTo>
                  <a:pt x="3047" y="170687"/>
                </a:lnTo>
                <a:lnTo>
                  <a:pt x="0" y="192023"/>
                </a:lnTo>
                <a:lnTo>
                  <a:pt x="0" y="202691"/>
                </a:lnTo>
                <a:lnTo>
                  <a:pt x="25907" y="202691"/>
                </a:lnTo>
                <a:lnTo>
                  <a:pt x="25907" y="193547"/>
                </a:lnTo>
                <a:lnTo>
                  <a:pt x="27431" y="184403"/>
                </a:lnTo>
                <a:lnTo>
                  <a:pt x="28955" y="176783"/>
                </a:lnTo>
                <a:lnTo>
                  <a:pt x="30479" y="167639"/>
                </a:lnTo>
                <a:lnTo>
                  <a:pt x="33527" y="160019"/>
                </a:lnTo>
                <a:lnTo>
                  <a:pt x="38099" y="150875"/>
                </a:lnTo>
                <a:lnTo>
                  <a:pt x="41147" y="143255"/>
                </a:lnTo>
                <a:lnTo>
                  <a:pt x="45719" y="137159"/>
                </a:lnTo>
                <a:close/>
              </a:path>
              <a:path w="597535" h="405765">
                <a:moveTo>
                  <a:pt x="114299" y="73151"/>
                </a:moveTo>
                <a:lnTo>
                  <a:pt x="100583" y="50291"/>
                </a:lnTo>
                <a:lnTo>
                  <a:pt x="88391" y="57911"/>
                </a:lnTo>
                <a:lnTo>
                  <a:pt x="70103" y="71627"/>
                </a:lnTo>
                <a:lnTo>
                  <a:pt x="51815" y="88391"/>
                </a:lnTo>
                <a:lnTo>
                  <a:pt x="39623" y="102107"/>
                </a:lnTo>
                <a:lnTo>
                  <a:pt x="57911" y="118871"/>
                </a:lnTo>
                <a:lnTo>
                  <a:pt x="71627" y="105155"/>
                </a:lnTo>
                <a:lnTo>
                  <a:pt x="86867" y="91439"/>
                </a:lnTo>
                <a:lnTo>
                  <a:pt x="103631" y="77723"/>
                </a:lnTo>
                <a:lnTo>
                  <a:pt x="114299" y="73151"/>
                </a:lnTo>
                <a:close/>
              </a:path>
              <a:path w="597535" h="405765">
                <a:moveTo>
                  <a:pt x="204215" y="36575"/>
                </a:moveTo>
                <a:lnTo>
                  <a:pt x="198119" y="12191"/>
                </a:lnTo>
                <a:lnTo>
                  <a:pt x="182879" y="15239"/>
                </a:lnTo>
                <a:lnTo>
                  <a:pt x="156971" y="22859"/>
                </a:lnTo>
                <a:lnTo>
                  <a:pt x="132587" y="33527"/>
                </a:lnTo>
                <a:lnTo>
                  <a:pt x="123443" y="38099"/>
                </a:lnTo>
                <a:lnTo>
                  <a:pt x="135635" y="60959"/>
                </a:lnTo>
                <a:lnTo>
                  <a:pt x="144779" y="56387"/>
                </a:lnTo>
                <a:lnTo>
                  <a:pt x="167639" y="47243"/>
                </a:lnTo>
                <a:lnTo>
                  <a:pt x="192023" y="39623"/>
                </a:lnTo>
                <a:lnTo>
                  <a:pt x="204215" y="36575"/>
                </a:lnTo>
                <a:close/>
              </a:path>
              <a:path w="597535" h="405765">
                <a:moveTo>
                  <a:pt x="301751" y="24383"/>
                </a:moveTo>
                <a:lnTo>
                  <a:pt x="301751" y="0"/>
                </a:lnTo>
                <a:lnTo>
                  <a:pt x="268223" y="0"/>
                </a:lnTo>
                <a:lnTo>
                  <a:pt x="239267" y="3047"/>
                </a:lnTo>
                <a:lnTo>
                  <a:pt x="224027" y="6095"/>
                </a:lnTo>
                <a:lnTo>
                  <a:pt x="228599" y="32003"/>
                </a:lnTo>
                <a:lnTo>
                  <a:pt x="243839" y="28955"/>
                </a:lnTo>
                <a:lnTo>
                  <a:pt x="271271" y="25907"/>
                </a:lnTo>
                <a:lnTo>
                  <a:pt x="298703" y="24383"/>
                </a:lnTo>
                <a:lnTo>
                  <a:pt x="301751" y="24383"/>
                </a:lnTo>
                <a:close/>
              </a:path>
              <a:path w="597535" h="405765">
                <a:moveTo>
                  <a:pt x="405383" y="13715"/>
                </a:moveTo>
                <a:lnTo>
                  <a:pt x="385571" y="9143"/>
                </a:lnTo>
                <a:lnTo>
                  <a:pt x="358139" y="3047"/>
                </a:lnTo>
                <a:lnTo>
                  <a:pt x="327659" y="0"/>
                </a:lnTo>
                <a:lnTo>
                  <a:pt x="326135" y="25907"/>
                </a:lnTo>
                <a:lnTo>
                  <a:pt x="327659" y="25907"/>
                </a:lnTo>
                <a:lnTo>
                  <a:pt x="355091" y="28955"/>
                </a:lnTo>
                <a:lnTo>
                  <a:pt x="380999" y="33527"/>
                </a:lnTo>
                <a:lnTo>
                  <a:pt x="399287" y="38099"/>
                </a:lnTo>
                <a:lnTo>
                  <a:pt x="405383" y="13715"/>
                </a:lnTo>
                <a:close/>
              </a:path>
              <a:path w="597535" h="405765">
                <a:moveTo>
                  <a:pt x="501395" y="54863"/>
                </a:moveTo>
                <a:lnTo>
                  <a:pt x="486155" y="44195"/>
                </a:lnTo>
                <a:lnTo>
                  <a:pt x="463295" y="33527"/>
                </a:lnTo>
                <a:lnTo>
                  <a:pt x="438911" y="22859"/>
                </a:lnTo>
                <a:lnTo>
                  <a:pt x="431291" y="21335"/>
                </a:lnTo>
                <a:lnTo>
                  <a:pt x="422147" y="44195"/>
                </a:lnTo>
                <a:lnTo>
                  <a:pt x="431291" y="47243"/>
                </a:lnTo>
                <a:lnTo>
                  <a:pt x="454151" y="56387"/>
                </a:lnTo>
                <a:lnTo>
                  <a:pt x="473963" y="67055"/>
                </a:lnTo>
                <a:lnTo>
                  <a:pt x="489203" y="76199"/>
                </a:lnTo>
                <a:lnTo>
                  <a:pt x="501395" y="54863"/>
                </a:lnTo>
                <a:close/>
              </a:path>
              <a:path w="597535" h="405765">
                <a:moveTo>
                  <a:pt x="577595" y="129539"/>
                </a:moveTo>
                <a:lnTo>
                  <a:pt x="544067" y="86867"/>
                </a:lnTo>
                <a:lnTo>
                  <a:pt x="527303" y="71627"/>
                </a:lnTo>
                <a:lnTo>
                  <a:pt x="524255" y="68579"/>
                </a:lnTo>
                <a:lnTo>
                  <a:pt x="509015" y="89915"/>
                </a:lnTo>
                <a:lnTo>
                  <a:pt x="512063" y="91439"/>
                </a:lnTo>
                <a:lnTo>
                  <a:pt x="527303" y="105155"/>
                </a:lnTo>
                <a:lnTo>
                  <a:pt x="541019" y="120395"/>
                </a:lnTo>
                <a:lnTo>
                  <a:pt x="545591" y="128015"/>
                </a:lnTo>
                <a:lnTo>
                  <a:pt x="551687" y="135635"/>
                </a:lnTo>
                <a:lnTo>
                  <a:pt x="556259" y="143255"/>
                </a:lnTo>
                <a:lnTo>
                  <a:pt x="577595" y="129539"/>
                </a:lnTo>
                <a:close/>
              </a:path>
              <a:path w="597535" h="405765">
                <a:moveTo>
                  <a:pt x="597407" y="202691"/>
                </a:moveTo>
                <a:lnTo>
                  <a:pt x="597407" y="192023"/>
                </a:lnTo>
                <a:lnTo>
                  <a:pt x="595883" y="181355"/>
                </a:lnTo>
                <a:lnTo>
                  <a:pt x="592835" y="170687"/>
                </a:lnTo>
                <a:lnTo>
                  <a:pt x="591311" y="160019"/>
                </a:lnTo>
                <a:lnTo>
                  <a:pt x="588263" y="155447"/>
                </a:lnTo>
                <a:lnTo>
                  <a:pt x="565403" y="163067"/>
                </a:lnTo>
                <a:lnTo>
                  <a:pt x="566927" y="169163"/>
                </a:lnTo>
                <a:lnTo>
                  <a:pt x="568451" y="176783"/>
                </a:lnTo>
                <a:lnTo>
                  <a:pt x="571499" y="195071"/>
                </a:lnTo>
                <a:lnTo>
                  <a:pt x="571499" y="202691"/>
                </a:lnTo>
                <a:lnTo>
                  <a:pt x="597407" y="202691"/>
                </a:lnTo>
                <a:close/>
              </a:path>
              <a:path w="597535" h="405765">
                <a:moveTo>
                  <a:pt x="597407" y="213359"/>
                </a:moveTo>
                <a:lnTo>
                  <a:pt x="597407" y="202691"/>
                </a:lnTo>
                <a:lnTo>
                  <a:pt x="571499" y="202691"/>
                </a:lnTo>
                <a:lnTo>
                  <a:pt x="571499" y="211835"/>
                </a:lnTo>
                <a:lnTo>
                  <a:pt x="569975" y="220979"/>
                </a:lnTo>
                <a:lnTo>
                  <a:pt x="568451" y="228599"/>
                </a:lnTo>
                <a:lnTo>
                  <a:pt x="568451" y="231647"/>
                </a:lnTo>
                <a:lnTo>
                  <a:pt x="592835" y="237743"/>
                </a:lnTo>
                <a:lnTo>
                  <a:pt x="592835" y="234695"/>
                </a:lnTo>
                <a:lnTo>
                  <a:pt x="595883" y="224027"/>
                </a:lnTo>
                <a:lnTo>
                  <a:pt x="597407" y="213359"/>
                </a:lnTo>
                <a:close/>
              </a:path>
              <a:path w="597535" h="405765">
                <a:moveTo>
                  <a:pt x="583691" y="265175"/>
                </a:moveTo>
                <a:lnTo>
                  <a:pt x="583691" y="263651"/>
                </a:lnTo>
                <a:lnTo>
                  <a:pt x="560831" y="252983"/>
                </a:lnTo>
                <a:lnTo>
                  <a:pt x="559307" y="254507"/>
                </a:lnTo>
                <a:lnTo>
                  <a:pt x="556259" y="262127"/>
                </a:lnTo>
                <a:lnTo>
                  <a:pt x="551687" y="269747"/>
                </a:lnTo>
                <a:lnTo>
                  <a:pt x="545591" y="278891"/>
                </a:lnTo>
                <a:lnTo>
                  <a:pt x="539495" y="286511"/>
                </a:lnTo>
                <a:lnTo>
                  <a:pt x="525779" y="300227"/>
                </a:lnTo>
                <a:lnTo>
                  <a:pt x="516635" y="307847"/>
                </a:lnTo>
                <a:lnTo>
                  <a:pt x="534923" y="327659"/>
                </a:lnTo>
                <a:lnTo>
                  <a:pt x="545591" y="318515"/>
                </a:lnTo>
                <a:lnTo>
                  <a:pt x="559307" y="301751"/>
                </a:lnTo>
                <a:lnTo>
                  <a:pt x="566927" y="292607"/>
                </a:lnTo>
                <a:lnTo>
                  <a:pt x="579119" y="274319"/>
                </a:lnTo>
                <a:lnTo>
                  <a:pt x="583691" y="265175"/>
                </a:lnTo>
                <a:close/>
              </a:path>
              <a:path w="597535" h="405765">
                <a:moveTo>
                  <a:pt x="513587" y="344423"/>
                </a:moveTo>
                <a:lnTo>
                  <a:pt x="498347" y="323087"/>
                </a:lnTo>
                <a:lnTo>
                  <a:pt x="493775" y="327659"/>
                </a:lnTo>
                <a:lnTo>
                  <a:pt x="473963" y="338327"/>
                </a:lnTo>
                <a:lnTo>
                  <a:pt x="452627" y="348995"/>
                </a:lnTo>
                <a:lnTo>
                  <a:pt x="434339" y="356615"/>
                </a:lnTo>
                <a:lnTo>
                  <a:pt x="443483" y="380999"/>
                </a:lnTo>
                <a:lnTo>
                  <a:pt x="463295" y="371855"/>
                </a:lnTo>
                <a:lnTo>
                  <a:pt x="487679" y="361187"/>
                </a:lnTo>
                <a:lnTo>
                  <a:pt x="507491" y="347471"/>
                </a:lnTo>
                <a:lnTo>
                  <a:pt x="513587" y="344423"/>
                </a:lnTo>
                <a:close/>
              </a:path>
              <a:path w="597535" h="405765">
                <a:moveTo>
                  <a:pt x="417575" y="388619"/>
                </a:moveTo>
                <a:lnTo>
                  <a:pt x="409955" y="364235"/>
                </a:lnTo>
                <a:lnTo>
                  <a:pt x="405383" y="365759"/>
                </a:lnTo>
                <a:lnTo>
                  <a:pt x="380999" y="371855"/>
                </a:lnTo>
                <a:lnTo>
                  <a:pt x="353567" y="376427"/>
                </a:lnTo>
                <a:lnTo>
                  <a:pt x="338327" y="377951"/>
                </a:lnTo>
                <a:lnTo>
                  <a:pt x="341375" y="403859"/>
                </a:lnTo>
                <a:lnTo>
                  <a:pt x="358139" y="402335"/>
                </a:lnTo>
                <a:lnTo>
                  <a:pt x="387095" y="397763"/>
                </a:lnTo>
                <a:lnTo>
                  <a:pt x="414527" y="390143"/>
                </a:lnTo>
                <a:lnTo>
                  <a:pt x="417575" y="388619"/>
                </a:lnTo>
                <a:close/>
              </a:path>
              <a:path w="597535" h="405765">
                <a:moveTo>
                  <a:pt x="315467" y="405383"/>
                </a:moveTo>
                <a:lnTo>
                  <a:pt x="313943" y="379475"/>
                </a:lnTo>
                <a:lnTo>
                  <a:pt x="298703" y="380999"/>
                </a:lnTo>
                <a:lnTo>
                  <a:pt x="269747" y="379475"/>
                </a:lnTo>
                <a:lnTo>
                  <a:pt x="242315" y="376427"/>
                </a:lnTo>
                <a:lnTo>
                  <a:pt x="240791" y="376427"/>
                </a:lnTo>
                <a:lnTo>
                  <a:pt x="236219" y="400811"/>
                </a:lnTo>
                <a:lnTo>
                  <a:pt x="239267" y="402335"/>
                </a:lnTo>
                <a:lnTo>
                  <a:pt x="269747" y="405383"/>
                </a:lnTo>
                <a:lnTo>
                  <a:pt x="315467" y="405383"/>
                </a:lnTo>
                <a:close/>
              </a:path>
              <a:path w="597535" h="405765">
                <a:moveTo>
                  <a:pt x="216407" y="371855"/>
                </a:moveTo>
                <a:lnTo>
                  <a:pt x="190499" y="365759"/>
                </a:lnTo>
                <a:lnTo>
                  <a:pt x="166115" y="358139"/>
                </a:lnTo>
                <a:lnTo>
                  <a:pt x="146303" y="348995"/>
                </a:lnTo>
                <a:lnTo>
                  <a:pt x="135635" y="373379"/>
                </a:lnTo>
                <a:lnTo>
                  <a:pt x="158495" y="382523"/>
                </a:lnTo>
                <a:lnTo>
                  <a:pt x="184403" y="390143"/>
                </a:lnTo>
                <a:lnTo>
                  <a:pt x="210311" y="396239"/>
                </a:lnTo>
                <a:lnTo>
                  <a:pt x="216407" y="371855"/>
                </a:lnTo>
                <a:close/>
              </a:path>
              <a:path w="597535" h="405765">
                <a:moveTo>
                  <a:pt x="123443" y="338327"/>
                </a:moveTo>
                <a:lnTo>
                  <a:pt x="121919" y="338327"/>
                </a:lnTo>
                <a:lnTo>
                  <a:pt x="85343" y="313943"/>
                </a:lnTo>
                <a:lnTo>
                  <a:pt x="70103" y="300227"/>
                </a:lnTo>
                <a:lnTo>
                  <a:pt x="67055" y="295655"/>
                </a:lnTo>
                <a:lnTo>
                  <a:pt x="48767" y="313943"/>
                </a:lnTo>
                <a:lnTo>
                  <a:pt x="53339" y="318515"/>
                </a:lnTo>
                <a:lnTo>
                  <a:pt x="70103" y="333755"/>
                </a:lnTo>
                <a:lnTo>
                  <a:pt x="89915" y="348995"/>
                </a:lnTo>
                <a:lnTo>
                  <a:pt x="111251" y="361187"/>
                </a:lnTo>
                <a:lnTo>
                  <a:pt x="112775" y="361187"/>
                </a:lnTo>
                <a:lnTo>
                  <a:pt x="123443" y="338327"/>
                </a:lnTo>
                <a:close/>
              </a:path>
              <a:path w="597535" h="405765">
                <a:moveTo>
                  <a:pt x="51815" y="278891"/>
                </a:moveTo>
                <a:lnTo>
                  <a:pt x="30479" y="237743"/>
                </a:lnTo>
                <a:lnTo>
                  <a:pt x="27431" y="219455"/>
                </a:lnTo>
                <a:lnTo>
                  <a:pt x="25907" y="213359"/>
                </a:lnTo>
                <a:lnTo>
                  <a:pt x="1523" y="216407"/>
                </a:lnTo>
                <a:lnTo>
                  <a:pt x="1523" y="224027"/>
                </a:lnTo>
                <a:lnTo>
                  <a:pt x="4571" y="234695"/>
                </a:lnTo>
                <a:lnTo>
                  <a:pt x="6095" y="245363"/>
                </a:lnTo>
                <a:lnTo>
                  <a:pt x="10667" y="256031"/>
                </a:lnTo>
                <a:lnTo>
                  <a:pt x="13715" y="265175"/>
                </a:lnTo>
                <a:lnTo>
                  <a:pt x="19811" y="274319"/>
                </a:lnTo>
                <a:lnTo>
                  <a:pt x="24383" y="283463"/>
                </a:lnTo>
                <a:lnTo>
                  <a:pt x="30479" y="292607"/>
                </a:lnTo>
                <a:lnTo>
                  <a:pt x="51815" y="27889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523802" y="5823203"/>
            <a:ext cx="596265" cy="407034"/>
          </a:xfrm>
          <a:custGeom>
            <a:avLst/>
            <a:gdLst/>
            <a:ahLst/>
            <a:cxnLst/>
            <a:rect l="l" t="t" r="r" b="b"/>
            <a:pathLst>
              <a:path w="596265" h="407035">
                <a:moveTo>
                  <a:pt x="44195" y="137159"/>
                </a:moveTo>
                <a:lnTo>
                  <a:pt x="22859" y="124967"/>
                </a:lnTo>
                <a:lnTo>
                  <a:pt x="18287" y="132587"/>
                </a:lnTo>
                <a:lnTo>
                  <a:pt x="13715" y="141731"/>
                </a:lnTo>
                <a:lnTo>
                  <a:pt x="9143" y="152399"/>
                </a:lnTo>
                <a:lnTo>
                  <a:pt x="6095" y="161543"/>
                </a:lnTo>
                <a:lnTo>
                  <a:pt x="3047" y="172211"/>
                </a:lnTo>
                <a:lnTo>
                  <a:pt x="0" y="193547"/>
                </a:lnTo>
                <a:lnTo>
                  <a:pt x="0" y="202691"/>
                </a:lnTo>
                <a:lnTo>
                  <a:pt x="24383" y="204215"/>
                </a:lnTo>
                <a:lnTo>
                  <a:pt x="25907" y="193547"/>
                </a:lnTo>
                <a:lnTo>
                  <a:pt x="25907" y="185927"/>
                </a:lnTo>
                <a:lnTo>
                  <a:pt x="28955" y="176783"/>
                </a:lnTo>
                <a:lnTo>
                  <a:pt x="30479" y="167639"/>
                </a:lnTo>
                <a:lnTo>
                  <a:pt x="36575" y="152399"/>
                </a:lnTo>
                <a:lnTo>
                  <a:pt x="44195" y="137159"/>
                </a:lnTo>
                <a:close/>
              </a:path>
              <a:path w="596265" h="407035">
                <a:moveTo>
                  <a:pt x="112775" y="73151"/>
                </a:moveTo>
                <a:lnTo>
                  <a:pt x="100583" y="51815"/>
                </a:lnTo>
                <a:lnTo>
                  <a:pt x="88391" y="57911"/>
                </a:lnTo>
                <a:lnTo>
                  <a:pt x="68579" y="73151"/>
                </a:lnTo>
                <a:lnTo>
                  <a:pt x="51815" y="88391"/>
                </a:lnTo>
                <a:lnTo>
                  <a:pt x="39623" y="102107"/>
                </a:lnTo>
                <a:lnTo>
                  <a:pt x="57911" y="118871"/>
                </a:lnTo>
                <a:lnTo>
                  <a:pt x="70103" y="105155"/>
                </a:lnTo>
                <a:lnTo>
                  <a:pt x="86867" y="91439"/>
                </a:lnTo>
                <a:lnTo>
                  <a:pt x="103631" y="79247"/>
                </a:lnTo>
                <a:lnTo>
                  <a:pt x="112775" y="73151"/>
                </a:lnTo>
                <a:close/>
              </a:path>
              <a:path w="596265" h="407035">
                <a:moveTo>
                  <a:pt x="204215" y="36575"/>
                </a:moveTo>
                <a:lnTo>
                  <a:pt x="198119" y="12191"/>
                </a:lnTo>
                <a:lnTo>
                  <a:pt x="182879" y="15239"/>
                </a:lnTo>
                <a:lnTo>
                  <a:pt x="156971" y="24383"/>
                </a:lnTo>
                <a:lnTo>
                  <a:pt x="132587" y="33527"/>
                </a:lnTo>
                <a:lnTo>
                  <a:pt x="123443" y="38099"/>
                </a:lnTo>
                <a:lnTo>
                  <a:pt x="134111" y="60959"/>
                </a:lnTo>
                <a:lnTo>
                  <a:pt x="166115" y="47243"/>
                </a:lnTo>
                <a:lnTo>
                  <a:pt x="190499" y="39623"/>
                </a:lnTo>
                <a:lnTo>
                  <a:pt x="204215" y="36575"/>
                </a:lnTo>
                <a:close/>
              </a:path>
              <a:path w="596265" h="407035">
                <a:moveTo>
                  <a:pt x="297941" y="12953"/>
                </a:moveTo>
                <a:lnTo>
                  <a:pt x="297179" y="0"/>
                </a:lnTo>
                <a:lnTo>
                  <a:pt x="268223" y="1523"/>
                </a:lnTo>
                <a:lnTo>
                  <a:pt x="237743" y="4571"/>
                </a:lnTo>
                <a:lnTo>
                  <a:pt x="224027" y="6095"/>
                </a:lnTo>
                <a:lnTo>
                  <a:pt x="227075" y="32003"/>
                </a:lnTo>
                <a:lnTo>
                  <a:pt x="242315" y="28955"/>
                </a:lnTo>
                <a:lnTo>
                  <a:pt x="269747" y="25907"/>
                </a:lnTo>
                <a:lnTo>
                  <a:pt x="297179" y="25907"/>
                </a:lnTo>
                <a:lnTo>
                  <a:pt x="297941" y="12953"/>
                </a:lnTo>
                <a:close/>
              </a:path>
              <a:path w="596265" h="407035">
                <a:moveTo>
                  <a:pt x="298703" y="25907"/>
                </a:moveTo>
                <a:lnTo>
                  <a:pt x="297941" y="12953"/>
                </a:lnTo>
                <a:lnTo>
                  <a:pt x="297179" y="25907"/>
                </a:lnTo>
                <a:lnTo>
                  <a:pt x="298703" y="25907"/>
                </a:lnTo>
                <a:close/>
              </a:path>
              <a:path w="596265" h="407035">
                <a:moveTo>
                  <a:pt x="301751" y="25907"/>
                </a:moveTo>
                <a:lnTo>
                  <a:pt x="301751" y="0"/>
                </a:lnTo>
                <a:lnTo>
                  <a:pt x="298703" y="0"/>
                </a:lnTo>
                <a:lnTo>
                  <a:pt x="297941" y="12953"/>
                </a:lnTo>
                <a:lnTo>
                  <a:pt x="298703" y="25907"/>
                </a:lnTo>
                <a:lnTo>
                  <a:pt x="301751" y="25907"/>
                </a:lnTo>
                <a:close/>
              </a:path>
              <a:path w="596265" h="407035">
                <a:moveTo>
                  <a:pt x="405383" y="13715"/>
                </a:moveTo>
                <a:lnTo>
                  <a:pt x="385571" y="9143"/>
                </a:lnTo>
                <a:lnTo>
                  <a:pt x="356615" y="4571"/>
                </a:lnTo>
                <a:lnTo>
                  <a:pt x="327659" y="1523"/>
                </a:lnTo>
                <a:lnTo>
                  <a:pt x="326135" y="25907"/>
                </a:lnTo>
                <a:lnTo>
                  <a:pt x="327659" y="25907"/>
                </a:lnTo>
                <a:lnTo>
                  <a:pt x="355091" y="28955"/>
                </a:lnTo>
                <a:lnTo>
                  <a:pt x="380999" y="33527"/>
                </a:lnTo>
                <a:lnTo>
                  <a:pt x="399287" y="38099"/>
                </a:lnTo>
                <a:lnTo>
                  <a:pt x="405383" y="13715"/>
                </a:lnTo>
                <a:close/>
              </a:path>
              <a:path w="596265" h="407035">
                <a:moveTo>
                  <a:pt x="501395" y="54863"/>
                </a:moveTo>
                <a:lnTo>
                  <a:pt x="486155" y="45719"/>
                </a:lnTo>
                <a:lnTo>
                  <a:pt x="463295" y="33527"/>
                </a:lnTo>
                <a:lnTo>
                  <a:pt x="438911" y="24383"/>
                </a:lnTo>
                <a:lnTo>
                  <a:pt x="429767" y="21335"/>
                </a:lnTo>
                <a:lnTo>
                  <a:pt x="422147" y="45719"/>
                </a:lnTo>
                <a:lnTo>
                  <a:pt x="452627" y="57911"/>
                </a:lnTo>
                <a:lnTo>
                  <a:pt x="473963" y="67055"/>
                </a:lnTo>
                <a:lnTo>
                  <a:pt x="489203" y="76199"/>
                </a:lnTo>
                <a:lnTo>
                  <a:pt x="501395" y="54863"/>
                </a:lnTo>
                <a:close/>
              </a:path>
              <a:path w="596265" h="407035">
                <a:moveTo>
                  <a:pt x="577595" y="131063"/>
                </a:moveTo>
                <a:lnTo>
                  <a:pt x="559307" y="103631"/>
                </a:lnTo>
                <a:lnTo>
                  <a:pt x="544067" y="86867"/>
                </a:lnTo>
                <a:lnTo>
                  <a:pt x="525779" y="71627"/>
                </a:lnTo>
                <a:lnTo>
                  <a:pt x="522731" y="70103"/>
                </a:lnTo>
                <a:lnTo>
                  <a:pt x="509015" y="89915"/>
                </a:lnTo>
                <a:lnTo>
                  <a:pt x="510539" y="92963"/>
                </a:lnTo>
                <a:lnTo>
                  <a:pt x="527303" y="106679"/>
                </a:lnTo>
                <a:lnTo>
                  <a:pt x="539495" y="121919"/>
                </a:lnTo>
                <a:lnTo>
                  <a:pt x="545591" y="128015"/>
                </a:lnTo>
                <a:lnTo>
                  <a:pt x="550163" y="137159"/>
                </a:lnTo>
                <a:lnTo>
                  <a:pt x="554735" y="143255"/>
                </a:lnTo>
                <a:lnTo>
                  <a:pt x="577595" y="131063"/>
                </a:lnTo>
                <a:close/>
              </a:path>
              <a:path w="596265" h="407035">
                <a:moveTo>
                  <a:pt x="595883" y="202691"/>
                </a:moveTo>
                <a:lnTo>
                  <a:pt x="595883" y="192023"/>
                </a:lnTo>
                <a:lnTo>
                  <a:pt x="592835" y="170687"/>
                </a:lnTo>
                <a:lnTo>
                  <a:pt x="589787" y="161543"/>
                </a:lnTo>
                <a:lnTo>
                  <a:pt x="588263" y="155447"/>
                </a:lnTo>
                <a:lnTo>
                  <a:pt x="563879" y="164591"/>
                </a:lnTo>
                <a:lnTo>
                  <a:pt x="568451" y="178307"/>
                </a:lnTo>
                <a:lnTo>
                  <a:pt x="569975" y="185927"/>
                </a:lnTo>
                <a:lnTo>
                  <a:pt x="571499" y="195071"/>
                </a:lnTo>
                <a:lnTo>
                  <a:pt x="571499" y="202691"/>
                </a:lnTo>
                <a:lnTo>
                  <a:pt x="583691" y="203453"/>
                </a:lnTo>
                <a:lnTo>
                  <a:pt x="595883" y="202691"/>
                </a:lnTo>
                <a:close/>
              </a:path>
              <a:path w="596265" h="407035">
                <a:moveTo>
                  <a:pt x="595883" y="224027"/>
                </a:moveTo>
                <a:lnTo>
                  <a:pt x="595883" y="204215"/>
                </a:lnTo>
                <a:lnTo>
                  <a:pt x="583691" y="203453"/>
                </a:lnTo>
                <a:lnTo>
                  <a:pt x="571499" y="204215"/>
                </a:lnTo>
                <a:lnTo>
                  <a:pt x="571499" y="213359"/>
                </a:lnTo>
                <a:lnTo>
                  <a:pt x="569975" y="220979"/>
                </a:lnTo>
                <a:lnTo>
                  <a:pt x="568451" y="230123"/>
                </a:lnTo>
                <a:lnTo>
                  <a:pt x="566927" y="231647"/>
                </a:lnTo>
                <a:lnTo>
                  <a:pt x="592835" y="237743"/>
                </a:lnTo>
                <a:lnTo>
                  <a:pt x="592835" y="234695"/>
                </a:lnTo>
                <a:lnTo>
                  <a:pt x="595883" y="224027"/>
                </a:lnTo>
                <a:close/>
              </a:path>
              <a:path w="596265" h="407035">
                <a:moveTo>
                  <a:pt x="583691" y="203453"/>
                </a:moveTo>
                <a:lnTo>
                  <a:pt x="571499" y="202691"/>
                </a:lnTo>
                <a:lnTo>
                  <a:pt x="571499" y="204215"/>
                </a:lnTo>
                <a:lnTo>
                  <a:pt x="583691" y="203453"/>
                </a:lnTo>
                <a:close/>
              </a:path>
              <a:path w="596265" h="407035">
                <a:moveTo>
                  <a:pt x="583691" y="263651"/>
                </a:moveTo>
                <a:lnTo>
                  <a:pt x="559307" y="254507"/>
                </a:lnTo>
                <a:lnTo>
                  <a:pt x="554735" y="263651"/>
                </a:lnTo>
                <a:lnTo>
                  <a:pt x="545591" y="278891"/>
                </a:lnTo>
                <a:lnTo>
                  <a:pt x="539495" y="286511"/>
                </a:lnTo>
                <a:lnTo>
                  <a:pt x="525779" y="301751"/>
                </a:lnTo>
                <a:lnTo>
                  <a:pt x="516635" y="309371"/>
                </a:lnTo>
                <a:lnTo>
                  <a:pt x="533399" y="327659"/>
                </a:lnTo>
                <a:lnTo>
                  <a:pt x="566927" y="292607"/>
                </a:lnTo>
                <a:lnTo>
                  <a:pt x="582167" y="265175"/>
                </a:lnTo>
                <a:lnTo>
                  <a:pt x="583691" y="263651"/>
                </a:lnTo>
                <a:close/>
              </a:path>
              <a:path w="596265" h="407035">
                <a:moveTo>
                  <a:pt x="512063" y="344423"/>
                </a:moveTo>
                <a:lnTo>
                  <a:pt x="498347" y="324611"/>
                </a:lnTo>
                <a:lnTo>
                  <a:pt x="492251" y="327659"/>
                </a:lnTo>
                <a:lnTo>
                  <a:pt x="473963" y="339851"/>
                </a:lnTo>
                <a:lnTo>
                  <a:pt x="452627" y="350519"/>
                </a:lnTo>
                <a:lnTo>
                  <a:pt x="432815" y="358139"/>
                </a:lnTo>
                <a:lnTo>
                  <a:pt x="443483" y="380999"/>
                </a:lnTo>
                <a:lnTo>
                  <a:pt x="463295" y="373379"/>
                </a:lnTo>
                <a:lnTo>
                  <a:pt x="486155" y="361187"/>
                </a:lnTo>
                <a:lnTo>
                  <a:pt x="507491" y="348995"/>
                </a:lnTo>
                <a:lnTo>
                  <a:pt x="512063" y="344423"/>
                </a:lnTo>
                <a:close/>
              </a:path>
              <a:path w="596265" h="407035">
                <a:moveTo>
                  <a:pt x="417575" y="390143"/>
                </a:moveTo>
                <a:lnTo>
                  <a:pt x="409955" y="365759"/>
                </a:lnTo>
                <a:lnTo>
                  <a:pt x="405383" y="367283"/>
                </a:lnTo>
                <a:lnTo>
                  <a:pt x="379475" y="373379"/>
                </a:lnTo>
                <a:lnTo>
                  <a:pt x="353567" y="377951"/>
                </a:lnTo>
                <a:lnTo>
                  <a:pt x="338327" y="379475"/>
                </a:lnTo>
                <a:lnTo>
                  <a:pt x="339851" y="403859"/>
                </a:lnTo>
                <a:lnTo>
                  <a:pt x="358139" y="402335"/>
                </a:lnTo>
                <a:lnTo>
                  <a:pt x="385571" y="397763"/>
                </a:lnTo>
                <a:lnTo>
                  <a:pt x="413003" y="391667"/>
                </a:lnTo>
                <a:lnTo>
                  <a:pt x="417575" y="390143"/>
                </a:lnTo>
                <a:close/>
              </a:path>
              <a:path w="596265" h="407035">
                <a:moveTo>
                  <a:pt x="297941" y="393953"/>
                </a:moveTo>
                <a:lnTo>
                  <a:pt x="297179" y="380999"/>
                </a:lnTo>
                <a:lnTo>
                  <a:pt x="269747" y="380999"/>
                </a:lnTo>
                <a:lnTo>
                  <a:pt x="242315" y="377951"/>
                </a:lnTo>
                <a:lnTo>
                  <a:pt x="239267" y="376427"/>
                </a:lnTo>
                <a:lnTo>
                  <a:pt x="236219" y="402335"/>
                </a:lnTo>
                <a:lnTo>
                  <a:pt x="239267" y="402335"/>
                </a:lnTo>
                <a:lnTo>
                  <a:pt x="268223" y="405383"/>
                </a:lnTo>
                <a:lnTo>
                  <a:pt x="297179" y="406907"/>
                </a:lnTo>
                <a:lnTo>
                  <a:pt x="297941" y="393953"/>
                </a:lnTo>
                <a:close/>
              </a:path>
              <a:path w="596265" h="407035">
                <a:moveTo>
                  <a:pt x="298703" y="380999"/>
                </a:moveTo>
                <a:lnTo>
                  <a:pt x="297179" y="380999"/>
                </a:lnTo>
                <a:lnTo>
                  <a:pt x="297941" y="393953"/>
                </a:lnTo>
                <a:lnTo>
                  <a:pt x="298703" y="380999"/>
                </a:lnTo>
                <a:close/>
              </a:path>
              <a:path w="596265" h="407035">
                <a:moveTo>
                  <a:pt x="313943" y="405383"/>
                </a:moveTo>
                <a:lnTo>
                  <a:pt x="313943" y="380999"/>
                </a:lnTo>
                <a:lnTo>
                  <a:pt x="298703" y="380999"/>
                </a:lnTo>
                <a:lnTo>
                  <a:pt x="297941" y="393953"/>
                </a:lnTo>
                <a:lnTo>
                  <a:pt x="298703" y="406907"/>
                </a:lnTo>
                <a:lnTo>
                  <a:pt x="313943" y="405383"/>
                </a:lnTo>
                <a:close/>
              </a:path>
              <a:path w="596265" h="407035">
                <a:moveTo>
                  <a:pt x="216407" y="373379"/>
                </a:moveTo>
                <a:lnTo>
                  <a:pt x="190499" y="367283"/>
                </a:lnTo>
                <a:lnTo>
                  <a:pt x="166115" y="358139"/>
                </a:lnTo>
                <a:lnTo>
                  <a:pt x="144779" y="350519"/>
                </a:lnTo>
                <a:lnTo>
                  <a:pt x="135635" y="373379"/>
                </a:lnTo>
                <a:lnTo>
                  <a:pt x="158495" y="382523"/>
                </a:lnTo>
                <a:lnTo>
                  <a:pt x="184403" y="391667"/>
                </a:lnTo>
                <a:lnTo>
                  <a:pt x="210311" y="397763"/>
                </a:lnTo>
                <a:lnTo>
                  <a:pt x="216407" y="373379"/>
                </a:lnTo>
                <a:close/>
              </a:path>
              <a:path w="596265" h="407035">
                <a:moveTo>
                  <a:pt x="123443" y="339851"/>
                </a:moveTo>
                <a:lnTo>
                  <a:pt x="121919" y="338327"/>
                </a:lnTo>
                <a:lnTo>
                  <a:pt x="102107" y="327659"/>
                </a:lnTo>
                <a:lnTo>
                  <a:pt x="85343" y="313943"/>
                </a:lnTo>
                <a:lnTo>
                  <a:pt x="70103" y="300227"/>
                </a:lnTo>
                <a:lnTo>
                  <a:pt x="67055" y="297179"/>
                </a:lnTo>
                <a:lnTo>
                  <a:pt x="47243" y="313943"/>
                </a:lnTo>
                <a:lnTo>
                  <a:pt x="53339" y="320039"/>
                </a:lnTo>
                <a:lnTo>
                  <a:pt x="70103" y="335279"/>
                </a:lnTo>
                <a:lnTo>
                  <a:pt x="89915" y="348995"/>
                </a:lnTo>
                <a:lnTo>
                  <a:pt x="111251" y="361187"/>
                </a:lnTo>
                <a:lnTo>
                  <a:pt x="111251" y="362711"/>
                </a:lnTo>
                <a:lnTo>
                  <a:pt x="123443" y="339851"/>
                </a:lnTo>
                <a:close/>
              </a:path>
              <a:path w="596265" h="407035">
                <a:moveTo>
                  <a:pt x="50291" y="278891"/>
                </a:moveTo>
                <a:lnTo>
                  <a:pt x="45719" y="269747"/>
                </a:lnTo>
                <a:lnTo>
                  <a:pt x="36575" y="254507"/>
                </a:lnTo>
                <a:lnTo>
                  <a:pt x="33527" y="245363"/>
                </a:lnTo>
                <a:lnTo>
                  <a:pt x="30479" y="237743"/>
                </a:lnTo>
                <a:lnTo>
                  <a:pt x="27431" y="228599"/>
                </a:lnTo>
                <a:lnTo>
                  <a:pt x="25907" y="220979"/>
                </a:lnTo>
                <a:lnTo>
                  <a:pt x="25907" y="214883"/>
                </a:lnTo>
                <a:lnTo>
                  <a:pt x="0" y="216407"/>
                </a:lnTo>
                <a:lnTo>
                  <a:pt x="1523" y="225551"/>
                </a:lnTo>
                <a:lnTo>
                  <a:pt x="3047" y="236219"/>
                </a:lnTo>
                <a:lnTo>
                  <a:pt x="6095" y="245363"/>
                </a:lnTo>
                <a:lnTo>
                  <a:pt x="9143" y="256031"/>
                </a:lnTo>
                <a:lnTo>
                  <a:pt x="13715" y="265175"/>
                </a:lnTo>
                <a:lnTo>
                  <a:pt x="18287" y="275843"/>
                </a:lnTo>
                <a:lnTo>
                  <a:pt x="24383" y="284987"/>
                </a:lnTo>
                <a:lnTo>
                  <a:pt x="30479" y="292607"/>
                </a:lnTo>
                <a:lnTo>
                  <a:pt x="50291" y="27889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526850" y="5823203"/>
            <a:ext cx="597535" cy="407034"/>
          </a:xfrm>
          <a:custGeom>
            <a:avLst/>
            <a:gdLst/>
            <a:ahLst/>
            <a:cxnLst/>
            <a:rect l="l" t="t" r="r" b="b"/>
            <a:pathLst>
              <a:path w="597534" h="407035">
                <a:moveTo>
                  <a:pt x="597407" y="213359"/>
                </a:moveTo>
                <a:lnTo>
                  <a:pt x="597407" y="192023"/>
                </a:lnTo>
                <a:lnTo>
                  <a:pt x="595883" y="181355"/>
                </a:lnTo>
                <a:lnTo>
                  <a:pt x="592835" y="170687"/>
                </a:lnTo>
                <a:lnTo>
                  <a:pt x="591311" y="161543"/>
                </a:lnTo>
                <a:lnTo>
                  <a:pt x="573023" y="121919"/>
                </a:lnTo>
                <a:lnTo>
                  <a:pt x="544067" y="86867"/>
                </a:lnTo>
                <a:lnTo>
                  <a:pt x="507491" y="57911"/>
                </a:lnTo>
                <a:lnTo>
                  <a:pt x="463295" y="33527"/>
                </a:lnTo>
                <a:lnTo>
                  <a:pt x="413003" y="15239"/>
                </a:lnTo>
                <a:lnTo>
                  <a:pt x="358139" y="4571"/>
                </a:lnTo>
                <a:lnTo>
                  <a:pt x="298703" y="0"/>
                </a:lnTo>
                <a:lnTo>
                  <a:pt x="268223" y="1523"/>
                </a:lnTo>
                <a:lnTo>
                  <a:pt x="210311" y="9143"/>
                </a:lnTo>
                <a:lnTo>
                  <a:pt x="156971" y="24383"/>
                </a:lnTo>
                <a:lnTo>
                  <a:pt x="109727" y="45719"/>
                </a:lnTo>
                <a:lnTo>
                  <a:pt x="51815" y="88391"/>
                </a:lnTo>
                <a:lnTo>
                  <a:pt x="18287" y="132587"/>
                </a:lnTo>
                <a:lnTo>
                  <a:pt x="10667" y="150875"/>
                </a:lnTo>
                <a:lnTo>
                  <a:pt x="6095" y="161543"/>
                </a:lnTo>
                <a:lnTo>
                  <a:pt x="3047" y="172211"/>
                </a:lnTo>
                <a:lnTo>
                  <a:pt x="0" y="193547"/>
                </a:lnTo>
                <a:lnTo>
                  <a:pt x="0" y="214883"/>
                </a:lnTo>
                <a:lnTo>
                  <a:pt x="1523" y="225551"/>
                </a:lnTo>
                <a:lnTo>
                  <a:pt x="4571" y="236219"/>
                </a:lnTo>
                <a:lnTo>
                  <a:pt x="6095" y="245363"/>
                </a:lnTo>
                <a:lnTo>
                  <a:pt x="10667" y="256031"/>
                </a:lnTo>
                <a:lnTo>
                  <a:pt x="13715" y="265175"/>
                </a:lnTo>
                <a:lnTo>
                  <a:pt x="19811" y="275843"/>
                </a:lnTo>
                <a:lnTo>
                  <a:pt x="24383" y="284987"/>
                </a:lnTo>
                <a:lnTo>
                  <a:pt x="25907" y="287273"/>
                </a:lnTo>
                <a:lnTo>
                  <a:pt x="25907" y="193547"/>
                </a:lnTo>
                <a:lnTo>
                  <a:pt x="27431" y="185927"/>
                </a:lnTo>
                <a:lnTo>
                  <a:pt x="30479" y="167639"/>
                </a:lnTo>
                <a:lnTo>
                  <a:pt x="33527" y="160019"/>
                </a:lnTo>
                <a:lnTo>
                  <a:pt x="38099" y="152399"/>
                </a:lnTo>
                <a:lnTo>
                  <a:pt x="41147" y="143255"/>
                </a:lnTo>
                <a:lnTo>
                  <a:pt x="71627" y="105155"/>
                </a:lnTo>
                <a:lnTo>
                  <a:pt x="103631" y="79247"/>
                </a:lnTo>
                <a:lnTo>
                  <a:pt x="144779" y="56387"/>
                </a:lnTo>
                <a:lnTo>
                  <a:pt x="192023" y="39623"/>
                </a:lnTo>
                <a:lnTo>
                  <a:pt x="243839" y="28955"/>
                </a:lnTo>
                <a:lnTo>
                  <a:pt x="271271" y="25907"/>
                </a:lnTo>
                <a:lnTo>
                  <a:pt x="327659" y="25907"/>
                </a:lnTo>
                <a:lnTo>
                  <a:pt x="380999" y="33527"/>
                </a:lnTo>
                <a:lnTo>
                  <a:pt x="431291" y="48767"/>
                </a:lnTo>
                <a:lnTo>
                  <a:pt x="475487" y="67055"/>
                </a:lnTo>
                <a:lnTo>
                  <a:pt x="512063" y="92963"/>
                </a:lnTo>
                <a:lnTo>
                  <a:pt x="541019" y="121919"/>
                </a:lnTo>
                <a:lnTo>
                  <a:pt x="563879" y="161543"/>
                </a:lnTo>
                <a:lnTo>
                  <a:pt x="566927" y="169163"/>
                </a:lnTo>
                <a:lnTo>
                  <a:pt x="568451" y="178307"/>
                </a:lnTo>
                <a:lnTo>
                  <a:pt x="569975" y="185927"/>
                </a:lnTo>
                <a:lnTo>
                  <a:pt x="571499" y="195071"/>
                </a:lnTo>
                <a:lnTo>
                  <a:pt x="571499" y="285749"/>
                </a:lnTo>
                <a:lnTo>
                  <a:pt x="579119" y="274319"/>
                </a:lnTo>
                <a:lnTo>
                  <a:pt x="583691" y="265175"/>
                </a:lnTo>
                <a:lnTo>
                  <a:pt x="586739" y="254507"/>
                </a:lnTo>
                <a:lnTo>
                  <a:pt x="591311" y="245363"/>
                </a:lnTo>
                <a:lnTo>
                  <a:pt x="592835" y="234695"/>
                </a:lnTo>
                <a:lnTo>
                  <a:pt x="595883" y="224027"/>
                </a:lnTo>
                <a:lnTo>
                  <a:pt x="597407" y="213359"/>
                </a:lnTo>
                <a:close/>
              </a:path>
              <a:path w="597534" h="407035">
                <a:moveTo>
                  <a:pt x="571499" y="285749"/>
                </a:moveTo>
                <a:lnTo>
                  <a:pt x="571499" y="213359"/>
                </a:lnTo>
                <a:lnTo>
                  <a:pt x="569975" y="220979"/>
                </a:lnTo>
                <a:lnTo>
                  <a:pt x="566927" y="239267"/>
                </a:lnTo>
                <a:lnTo>
                  <a:pt x="563879" y="246887"/>
                </a:lnTo>
                <a:lnTo>
                  <a:pt x="559307" y="254507"/>
                </a:lnTo>
                <a:lnTo>
                  <a:pt x="556259" y="263651"/>
                </a:lnTo>
                <a:lnTo>
                  <a:pt x="551687" y="271271"/>
                </a:lnTo>
                <a:lnTo>
                  <a:pt x="525779" y="301751"/>
                </a:lnTo>
                <a:lnTo>
                  <a:pt x="493775" y="327659"/>
                </a:lnTo>
                <a:lnTo>
                  <a:pt x="452627" y="350519"/>
                </a:lnTo>
                <a:lnTo>
                  <a:pt x="405383" y="367283"/>
                </a:lnTo>
                <a:lnTo>
                  <a:pt x="353567" y="377951"/>
                </a:lnTo>
                <a:lnTo>
                  <a:pt x="298703" y="380999"/>
                </a:lnTo>
                <a:lnTo>
                  <a:pt x="269747" y="380999"/>
                </a:lnTo>
                <a:lnTo>
                  <a:pt x="216407" y="373379"/>
                </a:lnTo>
                <a:lnTo>
                  <a:pt x="166115" y="358139"/>
                </a:lnTo>
                <a:lnTo>
                  <a:pt x="121919" y="338327"/>
                </a:lnTo>
                <a:lnTo>
                  <a:pt x="85343" y="313943"/>
                </a:lnTo>
                <a:lnTo>
                  <a:pt x="56387" y="284987"/>
                </a:lnTo>
                <a:lnTo>
                  <a:pt x="33527" y="245363"/>
                </a:lnTo>
                <a:lnTo>
                  <a:pt x="30479" y="237743"/>
                </a:lnTo>
                <a:lnTo>
                  <a:pt x="28955" y="228599"/>
                </a:lnTo>
                <a:lnTo>
                  <a:pt x="27431" y="220979"/>
                </a:lnTo>
                <a:lnTo>
                  <a:pt x="25907" y="211835"/>
                </a:lnTo>
                <a:lnTo>
                  <a:pt x="25907" y="287273"/>
                </a:lnTo>
                <a:lnTo>
                  <a:pt x="30479" y="294131"/>
                </a:lnTo>
                <a:lnTo>
                  <a:pt x="70103" y="335279"/>
                </a:lnTo>
                <a:lnTo>
                  <a:pt x="111251" y="361187"/>
                </a:lnTo>
                <a:lnTo>
                  <a:pt x="158495" y="382523"/>
                </a:lnTo>
                <a:lnTo>
                  <a:pt x="211835" y="397763"/>
                </a:lnTo>
                <a:lnTo>
                  <a:pt x="269747" y="405383"/>
                </a:lnTo>
                <a:lnTo>
                  <a:pt x="298703" y="406907"/>
                </a:lnTo>
                <a:lnTo>
                  <a:pt x="329183" y="405383"/>
                </a:lnTo>
                <a:lnTo>
                  <a:pt x="387095" y="397763"/>
                </a:lnTo>
                <a:lnTo>
                  <a:pt x="463295" y="373379"/>
                </a:lnTo>
                <a:lnTo>
                  <a:pt x="507491" y="348995"/>
                </a:lnTo>
                <a:lnTo>
                  <a:pt x="545591" y="318515"/>
                </a:lnTo>
                <a:lnTo>
                  <a:pt x="559307" y="301751"/>
                </a:lnTo>
                <a:lnTo>
                  <a:pt x="566927" y="292607"/>
                </a:lnTo>
                <a:lnTo>
                  <a:pt x="571499" y="2857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807777" y="4977383"/>
            <a:ext cx="294640" cy="264160"/>
          </a:xfrm>
          <a:custGeom>
            <a:avLst/>
            <a:gdLst/>
            <a:ahLst/>
            <a:cxnLst/>
            <a:rect l="l" t="t" r="r" b="b"/>
            <a:pathLst>
              <a:path w="294639" h="264160">
                <a:moveTo>
                  <a:pt x="294131" y="68579"/>
                </a:moveTo>
                <a:lnTo>
                  <a:pt x="237743" y="0"/>
                </a:lnTo>
                <a:lnTo>
                  <a:pt x="146303" y="74675"/>
                </a:lnTo>
                <a:lnTo>
                  <a:pt x="56387" y="0"/>
                </a:lnTo>
                <a:lnTo>
                  <a:pt x="0" y="68579"/>
                </a:lnTo>
                <a:lnTo>
                  <a:pt x="77723" y="132587"/>
                </a:lnTo>
                <a:lnTo>
                  <a:pt x="77723" y="245932"/>
                </a:lnTo>
                <a:lnTo>
                  <a:pt x="146303" y="188975"/>
                </a:lnTo>
                <a:lnTo>
                  <a:pt x="216407" y="246227"/>
                </a:lnTo>
                <a:lnTo>
                  <a:pt x="216407" y="132587"/>
                </a:lnTo>
                <a:lnTo>
                  <a:pt x="294131" y="68579"/>
                </a:lnTo>
                <a:close/>
              </a:path>
              <a:path w="294639" h="264160">
                <a:moveTo>
                  <a:pt x="77723" y="245932"/>
                </a:moveTo>
                <a:lnTo>
                  <a:pt x="77723" y="132587"/>
                </a:lnTo>
                <a:lnTo>
                  <a:pt x="0" y="195071"/>
                </a:lnTo>
                <a:lnTo>
                  <a:pt x="56387" y="263651"/>
                </a:lnTo>
                <a:lnTo>
                  <a:pt x="77723" y="245932"/>
                </a:lnTo>
                <a:close/>
              </a:path>
              <a:path w="294639" h="264160">
                <a:moveTo>
                  <a:pt x="294131" y="195071"/>
                </a:moveTo>
                <a:lnTo>
                  <a:pt x="216407" y="132587"/>
                </a:lnTo>
                <a:lnTo>
                  <a:pt x="216407" y="246227"/>
                </a:lnTo>
                <a:lnTo>
                  <a:pt x="237743" y="263651"/>
                </a:lnTo>
                <a:lnTo>
                  <a:pt x="294131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789490" y="4959096"/>
            <a:ext cx="330835" cy="300355"/>
          </a:xfrm>
          <a:custGeom>
            <a:avLst/>
            <a:gdLst/>
            <a:ahLst/>
            <a:cxnLst/>
            <a:rect l="l" t="t" r="r" b="b"/>
            <a:pathLst>
              <a:path w="330835" h="300354">
                <a:moveTo>
                  <a:pt x="165353" y="76834"/>
                </a:moveTo>
                <a:lnTo>
                  <a:pt x="73151" y="0"/>
                </a:lnTo>
                <a:lnTo>
                  <a:pt x="0" y="88391"/>
                </a:lnTo>
                <a:lnTo>
                  <a:pt x="25907" y="109386"/>
                </a:lnTo>
                <a:lnTo>
                  <a:pt x="25907" y="77723"/>
                </a:lnTo>
                <a:lnTo>
                  <a:pt x="35878" y="85835"/>
                </a:lnTo>
                <a:lnTo>
                  <a:pt x="67055" y="46862"/>
                </a:lnTo>
                <a:lnTo>
                  <a:pt x="67055" y="28955"/>
                </a:lnTo>
                <a:lnTo>
                  <a:pt x="83819" y="25907"/>
                </a:lnTo>
                <a:lnTo>
                  <a:pt x="83819" y="42838"/>
                </a:lnTo>
                <a:lnTo>
                  <a:pt x="156971" y="103417"/>
                </a:lnTo>
                <a:lnTo>
                  <a:pt x="156971" y="83819"/>
                </a:lnTo>
                <a:lnTo>
                  <a:pt x="165353" y="76834"/>
                </a:lnTo>
                <a:close/>
              </a:path>
              <a:path w="330835" h="300354">
                <a:moveTo>
                  <a:pt x="88391" y="173193"/>
                </a:moveTo>
                <a:lnTo>
                  <a:pt x="88391" y="160019"/>
                </a:lnTo>
                <a:lnTo>
                  <a:pt x="76167" y="150113"/>
                </a:lnTo>
                <a:lnTo>
                  <a:pt x="0" y="211835"/>
                </a:lnTo>
                <a:lnTo>
                  <a:pt x="25907" y="243141"/>
                </a:lnTo>
                <a:lnTo>
                  <a:pt x="25907" y="224027"/>
                </a:lnTo>
                <a:lnTo>
                  <a:pt x="28955" y="205739"/>
                </a:lnTo>
                <a:lnTo>
                  <a:pt x="36616" y="215315"/>
                </a:lnTo>
                <a:lnTo>
                  <a:pt x="88391" y="173193"/>
                </a:lnTo>
                <a:close/>
              </a:path>
              <a:path w="330835" h="300354">
                <a:moveTo>
                  <a:pt x="35878" y="85835"/>
                </a:moveTo>
                <a:lnTo>
                  <a:pt x="25907" y="77723"/>
                </a:lnTo>
                <a:lnTo>
                  <a:pt x="28955" y="94487"/>
                </a:lnTo>
                <a:lnTo>
                  <a:pt x="35878" y="85835"/>
                </a:lnTo>
                <a:close/>
              </a:path>
              <a:path w="330835" h="300354">
                <a:moveTo>
                  <a:pt x="115823" y="150875"/>
                </a:moveTo>
                <a:lnTo>
                  <a:pt x="35878" y="85835"/>
                </a:lnTo>
                <a:lnTo>
                  <a:pt x="28955" y="94487"/>
                </a:lnTo>
                <a:lnTo>
                  <a:pt x="25907" y="77723"/>
                </a:lnTo>
                <a:lnTo>
                  <a:pt x="25907" y="109386"/>
                </a:lnTo>
                <a:lnTo>
                  <a:pt x="76167" y="150113"/>
                </a:lnTo>
                <a:lnTo>
                  <a:pt x="88391" y="140207"/>
                </a:lnTo>
                <a:lnTo>
                  <a:pt x="88391" y="173193"/>
                </a:lnTo>
                <a:lnTo>
                  <a:pt x="115823" y="150875"/>
                </a:lnTo>
                <a:close/>
              </a:path>
              <a:path w="330835" h="300354">
                <a:moveTo>
                  <a:pt x="36616" y="215315"/>
                </a:moveTo>
                <a:lnTo>
                  <a:pt x="28955" y="205739"/>
                </a:lnTo>
                <a:lnTo>
                  <a:pt x="25907" y="224027"/>
                </a:lnTo>
                <a:lnTo>
                  <a:pt x="36616" y="215315"/>
                </a:lnTo>
                <a:close/>
              </a:path>
              <a:path w="330835" h="300354">
                <a:moveTo>
                  <a:pt x="75672" y="264136"/>
                </a:moveTo>
                <a:lnTo>
                  <a:pt x="36616" y="215315"/>
                </a:lnTo>
                <a:lnTo>
                  <a:pt x="25907" y="224027"/>
                </a:lnTo>
                <a:lnTo>
                  <a:pt x="25907" y="243141"/>
                </a:lnTo>
                <a:lnTo>
                  <a:pt x="67055" y="292861"/>
                </a:lnTo>
                <a:lnTo>
                  <a:pt x="67055" y="271271"/>
                </a:lnTo>
                <a:lnTo>
                  <a:pt x="75672" y="264136"/>
                </a:lnTo>
                <a:close/>
              </a:path>
              <a:path w="330835" h="300354">
                <a:moveTo>
                  <a:pt x="83819" y="25907"/>
                </a:moveTo>
                <a:lnTo>
                  <a:pt x="67055" y="28955"/>
                </a:lnTo>
                <a:lnTo>
                  <a:pt x="75672" y="36091"/>
                </a:lnTo>
                <a:lnTo>
                  <a:pt x="83819" y="25907"/>
                </a:lnTo>
                <a:close/>
              </a:path>
              <a:path w="330835" h="300354">
                <a:moveTo>
                  <a:pt x="75672" y="36091"/>
                </a:moveTo>
                <a:lnTo>
                  <a:pt x="67055" y="28955"/>
                </a:lnTo>
                <a:lnTo>
                  <a:pt x="67055" y="46862"/>
                </a:lnTo>
                <a:lnTo>
                  <a:pt x="75672" y="36091"/>
                </a:lnTo>
                <a:close/>
              </a:path>
              <a:path w="330835" h="300354">
                <a:moveTo>
                  <a:pt x="83819" y="274319"/>
                </a:moveTo>
                <a:lnTo>
                  <a:pt x="75672" y="264136"/>
                </a:lnTo>
                <a:lnTo>
                  <a:pt x="67055" y="271271"/>
                </a:lnTo>
                <a:lnTo>
                  <a:pt x="83819" y="274319"/>
                </a:lnTo>
                <a:close/>
              </a:path>
              <a:path w="330835" h="300354">
                <a:moveTo>
                  <a:pt x="83819" y="291337"/>
                </a:moveTo>
                <a:lnTo>
                  <a:pt x="83819" y="274319"/>
                </a:lnTo>
                <a:lnTo>
                  <a:pt x="67055" y="271271"/>
                </a:lnTo>
                <a:lnTo>
                  <a:pt x="67055" y="292861"/>
                </a:lnTo>
                <a:lnTo>
                  <a:pt x="73151" y="300227"/>
                </a:lnTo>
                <a:lnTo>
                  <a:pt x="83819" y="291337"/>
                </a:lnTo>
                <a:close/>
              </a:path>
              <a:path w="330835" h="300354">
                <a:moveTo>
                  <a:pt x="83819" y="42838"/>
                </a:moveTo>
                <a:lnTo>
                  <a:pt x="83819" y="25907"/>
                </a:lnTo>
                <a:lnTo>
                  <a:pt x="75672" y="36091"/>
                </a:lnTo>
                <a:lnTo>
                  <a:pt x="83819" y="42838"/>
                </a:lnTo>
                <a:close/>
              </a:path>
              <a:path w="330835" h="300354">
                <a:moveTo>
                  <a:pt x="254981" y="264202"/>
                </a:moveTo>
                <a:lnTo>
                  <a:pt x="164591" y="190499"/>
                </a:lnTo>
                <a:lnTo>
                  <a:pt x="75672" y="264136"/>
                </a:lnTo>
                <a:lnTo>
                  <a:pt x="83819" y="274319"/>
                </a:lnTo>
                <a:lnTo>
                  <a:pt x="83819" y="291337"/>
                </a:lnTo>
                <a:lnTo>
                  <a:pt x="156971" y="230377"/>
                </a:lnTo>
                <a:lnTo>
                  <a:pt x="156971" y="216407"/>
                </a:lnTo>
                <a:lnTo>
                  <a:pt x="173735" y="216407"/>
                </a:lnTo>
                <a:lnTo>
                  <a:pt x="173735" y="230377"/>
                </a:lnTo>
                <a:lnTo>
                  <a:pt x="246887" y="291337"/>
                </a:lnTo>
                <a:lnTo>
                  <a:pt x="246887" y="274319"/>
                </a:lnTo>
                <a:lnTo>
                  <a:pt x="254981" y="264202"/>
                </a:lnTo>
                <a:close/>
              </a:path>
              <a:path w="330835" h="300354">
                <a:moveTo>
                  <a:pt x="88391" y="160019"/>
                </a:moveTo>
                <a:lnTo>
                  <a:pt x="88391" y="140207"/>
                </a:lnTo>
                <a:lnTo>
                  <a:pt x="76167" y="150113"/>
                </a:lnTo>
                <a:lnTo>
                  <a:pt x="88391" y="160019"/>
                </a:lnTo>
                <a:close/>
              </a:path>
              <a:path w="330835" h="300354">
                <a:moveTo>
                  <a:pt x="173735" y="83819"/>
                </a:moveTo>
                <a:lnTo>
                  <a:pt x="165353" y="76834"/>
                </a:lnTo>
                <a:lnTo>
                  <a:pt x="156971" y="83819"/>
                </a:lnTo>
                <a:lnTo>
                  <a:pt x="173735" y="83819"/>
                </a:lnTo>
                <a:close/>
              </a:path>
              <a:path w="330835" h="300354">
                <a:moveTo>
                  <a:pt x="173735" y="102272"/>
                </a:moveTo>
                <a:lnTo>
                  <a:pt x="173735" y="83819"/>
                </a:lnTo>
                <a:lnTo>
                  <a:pt x="156971" y="83819"/>
                </a:lnTo>
                <a:lnTo>
                  <a:pt x="156971" y="103417"/>
                </a:lnTo>
                <a:lnTo>
                  <a:pt x="164591" y="109727"/>
                </a:lnTo>
                <a:lnTo>
                  <a:pt x="173735" y="102272"/>
                </a:lnTo>
                <a:close/>
              </a:path>
              <a:path w="330835" h="300354">
                <a:moveTo>
                  <a:pt x="173735" y="216407"/>
                </a:moveTo>
                <a:lnTo>
                  <a:pt x="156971" y="216407"/>
                </a:lnTo>
                <a:lnTo>
                  <a:pt x="165353" y="223392"/>
                </a:lnTo>
                <a:lnTo>
                  <a:pt x="173735" y="216407"/>
                </a:lnTo>
                <a:close/>
              </a:path>
              <a:path w="330835" h="300354">
                <a:moveTo>
                  <a:pt x="165353" y="223392"/>
                </a:moveTo>
                <a:lnTo>
                  <a:pt x="156971" y="216407"/>
                </a:lnTo>
                <a:lnTo>
                  <a:pt x="156971" y="230377"/>
                </a:lnTo>
                <a:lnTo>
                  <a:pt x="165353" y="223392"/>
                </a:lnTo>
                <a:close/>
              </a:path>
              <a:path w="330835" h="300354">
                <a:moveTo>
                  <a:pt x="330707" y="88391"/>
                </a:moveTo>
                <a:lnTo>
                  <a:pt x="257555" y="0"/>
                </a:lnTo>
                <a:lnTo>
                  <a:pt x="165353" y="76834"/>
                </a:lnTo>
                <a:lnTo>
                  <a:pt x="173735" y="83819"/>
                </a:lnTo>
                <a:lnTo>
                  <a:pt x="173735" y="102272"/>
                </a:lnTo>
                <a:lnTo>
                  <a:pt x="246887" y="42625"/>
                </a:lnTo>
                <a:lnTo>
                  <a:pt x="246887" y="25907"/>
                </a:lnTo>
                <a:lnTo>
                  <a:pt x="263651" y="28955"/>
                </a:lnTo>
                <a:lnTo>
                  <a:pt x="263651" y="46862"/>
                </a:lnTo>
                <a:lnTo>
                  <a:pt x="294290" y="85160"/>
                </a:lnTo>
                <a:lnTo>
                  <a:pt x="303275" y="77723"/>
                </a:lnTo>
                <a:lnTo>
                  <a:pt x="303275" y="110621"/>
                </a:lnTo>
                <a:lnTo>
                  <a:pt x="330707" y="88391"/>
                </a:lnTo>
                <a:close/>
              </a:path>
              <a:path w="330835" h="300354">
                <a:moveTo>
                  <a:pt x="173735" y="230377"/>
                </a:moveTo>
                <a:lnTo>
                  <a:pt x="173735" y="216407"/>
                </a:lnTo>
                <a:lnTo>
                  <a:pt x="165353" y="223392"/>
                </a:lnTo>
                <a:lnTo>
                  <a:pt x="173735" y="230377"/>
                </a:lnTo>
                <a:close/>
              </a:path>
              <a:path w="330835" h="300354">
                <a:moveTo>
                  <a:pt x="303275" y="110621"/>
                </a:moveTo>
                <a:lnTo>
                  <a:pt x="303275" y="77723"/>
                </a:lnTo>
                <a:lnTo>
                  <a:pt x="301751" y="94487"/>
                </a:lnTo>
                <a:lnTo>
                  <a:pt x="294290" y="85160"/>
                </a:lnTo>
                <a:lnTo>
                  <a:pt x="214883" y="150875"/>
                </a:lnTo>
                <a:lnTo>
                  <a:pt x="242315" y="173578"/>
                </a:lnTo>
                <a:lnTo>
                  <a:pt x="242315" y="140207"/>
                </a:lnTo>
                <a:lnTo>
                  <a:pt x="254540" y="150113"/>
                </a:lnTo>
                <a:lnTo>
                  <a:pt x="303275" y="110621"/>
                </a:lnTo>
                <a:close/>
              </a:path>
              <a:path w="330835" h="300354">
                <a:moveTo>
                  <a:pt x="254540" y="150113"/>
                </a:moveTo>
                <a:lnTo>
                  <a:pt x="242315" y="140207"/>
                </a:lnTo>
                <a:lnTo>
                  <a:pt x="242315" y="160019"/>
                </a:lnTo>
                <a:lnTo>
                  <a:pt x="254540" y="150113"/>
                </a:lnTo>
                <a:close/>
              </a:path>
              <a:path w="330835" h="300354">
                <a:moveTo>
                  <a:pt x="330707" y="211835"/>
                </a:moveTo>
                <a:lnTo>
                  <a:pt x="254540" y="150113"/>
                </a:lnTo>
                <a:lnTo>
                  <a:pt x="242315" y="160019"/>
                </a:lnTo>
                <a:lnTo>
                  <a:pt x="242315" y="173578"/>
                </a:lnTo>
                <a:lnTo>
                  <a:pt x="293556" y="215984"/>
                </a:lnTo>
                <a:lnTo>
                  <a:pt x="301751" y="205739"/>
                </a:lnTo>
                <a:lnTo>
                  <a:pt x="303275" y="224027"/>
                </a:lnTo>
                <a:lnTo>
                  <a:pt x="303275" y="244982"/>
                </a:lnTo>
                <a:lnTo>
                  <a:pt x="330707" y="211835"/>
                </a:lnTo>
                <a:close/>
              </a:path>
              <a:path w="330835" h="300354">
                <a:moveTo>
                  <a:pt x="263651" y="28955"/>
                </a:moveTo>
                <a:lnTo>
                  <a:pt x="246887" y="25907"/>
                </a:lnTo>
                <a:lnTo>
                  <a:pt x="254981" y="36025"/>
                </a:lnTo>
                <a:lnTo>
                  <a:pt x="263651" y="28955"/>
                </a:lnTo>
                <a:close/>
              </a:path>
              <a:path w="330835" h="300354">
                <a:moveTo>
                  <a:pt x="254981" y="36025"/>
                </a:moveTo>
                <a:lnTo>
                  <a:pt x="246887" y="25907"/>
                </a:lnTo>
                <a:lnTo>
                  <a:pt x="246887" y="42625"/>
                </a:lnTo>
                <a:lnTo>
                  <a:pt x="254981" y="36025"/>
                </a:lnTo>
                <a:close/>
              </a:path>
              <a:path w="330835" h="300354">
                <a:moveTo>
                  <a:pt x="263651" y="271271"/>
                </a:moveTo>
                <a:lnTo>
                  <a:pt x="254981" y="264202"/>
                </a:lnTo>
                <a:lnTo>
                  <a:pt x="246887" y="274319"/>
                </a:lnTo>
                <a:lnTo>
                  <a:pt x="263651" y="271271"/>
                </a:lnTo>
                <a:close/>
              </a:path>
              <a:path w="330835" h="300354">
                <a:moveTo>
                  <a:pt x="263651" y="292861"/>
                </a:moveTo>
                <a:lnTo>
                  <a:pt x="263651" y="271271"/>
                </a:lnTo>
                <a:lnTo>
                  <a:pt x="246887" y="274319"/>
                </a:lnTo>
                <a:lnTo>
                  <a:pt x="246887" y="291337"/>
                </a:lnTo>
                <a:lnTo>
                  <a:pt x="257555" y="300227"/>
                </a:lnTo>
                <a:lnTo>
                  <a:pt x="263651" y="292861"/>
                </a:lnTo>
                <a:close/>
              </a:path>
              <a:path w="330835" h="300354">
                <a:moveTo>
                  <a:pt x="263651" y="46862"/>
                </a:moveTo>
                <a:lnTo>
                  <a:pt x="263651" y="28955"/>
                </a:lnTo>
                <a:lnTo>
                  <a:pt x="254981" y="36025"/>
                </a:lnTo>
                <a:lnTo>
                  <a:pt x="263651" y="46862"/>
                </a:lnTo>
                <a:close/>
              </a:path>
              <a:path w="330835" h="300354">
                <a:moveTo>
                  <a:pt x="303275" y="244982"/>
                </a:moveTo>
                <a:lnTo>
                  <a:pt x="303275" y="224027"/>
                </a:lnTo>
                <a:lnTo>
                  <a:pt x="293556" y="215984"/>
                </a:lnTo>
                <a:lnTo>
                  <a:pt x="254981" y="264202"/>
                </a:lnTo>
                <a:lnTo>
                  <a:pt x="263651" y="271271"/>
                </a:lnTo>
                <a:lnTo>
                  <a:pt x="263651" y="292861"/>
                </a:lnTo>
                <a:lnTo>
                  <a:pt x="303275" y="244982"/>
                </a:lnTo>
                <a:close/>
              </a:path>
              <a:path w="330835" h="300354">
                <a:moveTo>
                  <a:pt x="303275" y="224027"/>
                </a:moveTo>
                <a:lnTo>
                  <a:pt x="301751" y="205739"/>
                </a:lnTo>
                <a:lnTo>
                  <a:pt x="293556" y="215984"/>
                </a:lnTo>
                <a:lnTo>
                  <a:pt x="303275" y="224027"/>
                </a:lnTo>
                <a:close/>
              </a:path>
              <a:path w="330835" h="300354">
                <a:moveTo>
                  <a:pt x="303275" y="77723"/>
                </a:moveTo>
                <a:lnTo>
                  <a:pt x="294290" y="85160"/>
                </a:lnTo>
                <a:lnTo>
                  <a:pt x="301751" y="94487"/>
                </a:lnTo>
                <a:lnTo>
                  <a:pt x="303275" y="7772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847145" y="5187695"/>
            <a:ext cx="294640" cy="264160"/>
          </a:xfrm>
          <a:custGeom>
            <a:avLst/>
            <a:gdLst/>
            <a:ahLst/>
            <a:cxnLst/>
            <a:rect l="l" t="t" r="r" b="b"/>
            <a:pathLst>
              <a:path w="294639" h="264160">
                <a:moveTo>
                  <a:pt x="294131" y="68579"/>
                </a:moveTo>
                <a:lnTo>
                  <a:pt x="237743" y="0"/>
                </a:lnTo>
                <a:lnTo>
                  <a:pt x="147827" y="74675"/>
                </a:lnTo>
                <a:lnTo>
                  <a:pt x="56387" y="0"/>
                </a:lnTo>
                <a:lnTo>
                  <a:pt x="0" y="68579"/>
                </a:lnTo>
                <a:lnTo>
                  <a:pt x="77723" y="131063"/>
                </a:lnTo>
                <a:lnTo>
                  <a:pt x="77723" y="246227"/>
                </a:lnTo>
                <a:lnTo>
                  <a:pt x="147827" y="188975"/>
                </a:lnTo>
                <a:lnTo>
                  <a:pt x="216407" y="245932"/>
                </a:lnTo>
                <a:lnTo>
                  <a:pt x="216407" y="131063"/>
                </a:lnTo>
                <a:lnTo>
                  <a:pt x="294131" y="68579"/>
                </a:lnTo>
                <a:close/>
              </a:path>
              <a:path w="294639" h="264160">
                <a:moveTo>
                  <a:pt x="77723" y="246227"/>
                </a:moveTo>
                <a:lnTo>
                  <a:pt x="77723" y="131063"/>
                </a:lnTo>
                <a:lnTo>
                  <a:pt x="0" y="195071"/>
                </a:lnTo>
                <a:lnTo>
                  <a:pt x="56387" y="263651"/>
                </a:lnTo>
                <a:lnTo>
                  <a:pt x="77723" y="246227"/>
                </a:lnTo>
                <a:close/>
              </a:path>
              <a:path w="294639" h="264160">
                <a:moveTo>
                  <a:pt x="294131" y="195071"/>
                </a:moveTo>
                <a:lnTo>
                  <a:pt x="216407" y="131063"/>
                </a:lnTo>
                <a:lnTo>
                  <a:pt x="216407" y="245932"/>
                </a:lnTo>
                <a:lnTo>
                  <a:pt x="237743" y="263651"/>
                </a:lnTo>
                <a:lnTo>
                  <a:pt x="294131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828858" y="5169408"/>
            <a:ext cx="330835" cy="299085"/>
          </a:xfrm>
          <a:custGeom>
            <a:avLst/>
            <a:gdLst/>
            <a:ahLst/>
            <a:cxnLst/>
            <a:rect l="l" t="t" r="r" b="b"/>
            <a:pathLst>
              <a:path w="330835" h="299085">
                <a:moveTo>
                  <a:pt x="165353" y="75437"/>
                </a:moveTo>
                <a:lnTo>
                  <a:pt x="73151" y="0"/>
                </a:lnTo>
                <a:lnTo>
                  <a:pt x="0" y="88391"/>
                </a:lnTo>
                <a:lnTo>
                  <a:pt x="25907" y="109386"/>
                </a:lnTo>
                <a:lnTo>
                  <a:pt x="25907" y="76199"/>
                </a:lnTo>
                <a:lnTo>
                  <a:pt x="36616" y="84912"/>
                </a:lnTo>
                <a:lnTo>
                  <a:pt x="67055" y="46862"/>
                </a:lnTo>
                <a:lnTo>
                  <a:pt x="67055" y="27431"/>
                </a:lnTo>
                <a:lnTo>
                  <a:pt x="83819" y="25907"/>
                </a:lnTo>
                <a:lnTo>
                  <a:pt x="83819" y="41359"/>
                </a:lnTo>
                <a:lnTo>
                  <a:pt x="156971" y="102131"/>
                </a:lnTo>
                <a:lnTo>
                  <a:pt x="156971" y="82295"/>
                </a:lnTo>
                <a:lnTo>
                  <a:pt x="165353" y="75437"/>
                </a:lnTo>
                <a:close/>
              </a:path>
              <a:path w="330835" h="299085">
                <a:moveTo>
                  <a:pt x="88391" y="171669"/>
                </a:moveTo>
                <a:lnTo>
                  <a:pt x="88391" y="160019"/>
                </a:lnTo>
                <a:lnTo>
                  <a:pt x="76167" y="150113"/>
                </a:lnTo>
                <a:lnTo>
                  <a:pt x="0" y="211835"/>
                </a:lnTo>
                <a:lnTo>
                  <a:pt x="25907" y="242601"/>
                </a:lnTo>
                <a:lnTo>
                  <a:pt x="25907" y="222503"/>
                </a:lnTo>
                <a:lnTo>
                  <a:pt x="28955" y="205739"/>
                </a:lnTo>
                <a:lnTo>
                  <a:pt x="35972" y="214315"/>
                </a:lnTo>
                <a:lnTo>
                  <a:pt x="88391" y="171669"/>
                </a:lnTo>
                <a:close/>
              </a:path>
              <a:path w="330835" h="299085">
                <a:moveTo>
                  <a:pt x="36616" y="84912"/>
                </a:moveTo>
                <a:lnTo>
                  <a:pt x="25907" y="76199"/>
                </a:lnTo>
                <a:lnTo>
                  <a:pt x="28955" y="94487"/>
                </a:lnTo>
                <a:lnTo>
                  <a:pt x="36616" y="84912"/>
                </a:lnTo>
                <a:close/>
              </a:path>
              <a:path w="330835" h="299085">
                <a:moveTo>
                  <a:pt x="115823" y="149351"/>
                </a:moveTo>
                <a:lnTo>
                  <a:pt x="36616" y="84912"/>
                </a:lnTo>
                <a:lnTo>
                  <a:pt x="28955" y="94487"/>
                </a:lnTo>
                <a:lnTo>
                  <a:pt x="25907" y="76199"/>
                </a:lnTo>
                <a:lnTo>
                  <a:pt x="25907" y="109386"/>
                </a:lnTo>
                <a:lnTo>
                  <a:pt x="76167" y="150113"/>
                </a:lnTo>
                <a:lnTo>
                  <a:pt x="88391" y="140207"/>
                </a:lnTo>
                <a:lnTo>
                  <a:pt x="88391" y="171669"/>
                </a:lnTo>
                <a:lnTo>
                  <a:pt x="115823" y="149351"/>
                </a:lnTo>
                <a:close/>
              </a:path>
              <a:path w="330835" h="299085">
                <a:moveTo>
                  <a:pt x="35972" y="214315"/>
                </a:moveTo>
                <a:lnTo>
                  <a:pt x="28955" y="205739"/>
                </a:lnTo>
                <a:lnTo>
                  <a:pt x="25907" y="222503"/>
                </a:lnTo>
                <a:lnTo>
                  <a:pt x="35972" y="214315"/>
                </a:lnTo>
                <a:close/>
              </a:path>
              <a:path w="330835" h="299085">
                <a:moveTo>
                  <a:pt x="76363" y="263682"/>
                </a:moveTo>
                <a:lnTo>
                  <a:pt x="35972" y="214315"/>
                </a:lnTo>
                <a:lnTo>
                  <a:pt x="25907" y="222503"/>
                </a:lnTo>
                <a:lnTo>
                  <a:pt x="25907" y="242601"/>
                </a:lnTo>
                <a:lnTo>
                  <a:pt x="67055" y="291464"/>
                </a:lnTo>
                <a:lnTo>
                  <a:pt x="67055" y="271271"/>
                </a:lnTo>
                <a:lnTo>
                  <a:pt x="76363" y="263682"/>
                </a:lnTo>
                <a:close/>
              </a:path>
              <a:path w="330835" h="299085">
                <a:moveTo>
                  <a:pt x="83819" y="25907"/>
                </a:moveTo>
                <a:lnTo>
                  <a:pt x="67055" y="27431"/>
                </a:lnTo>
                <a:lnTo>
                  <a:pt x="76394" y="35190"/>
                </a:lnTo>
                <a:lnTo>
                  <a:pt x="83819" y="25907"/>
                </a:lnTo>
                <a:close/>
              </a:path>
              <a:path w="330835" h="299085">
                <a:moveTo>
                  <a:pt x="76394" y="35190"/>
                </a:moveTo>
                <a:lnTo>
                  <a:pt x="67055" y="27431"/>
                </a:lnTo>
                <a:lnTo>
                  <a:pt x="67055" y="46862"/>
                </a:lnTo>
                <a:lnTo>
                  <a:pt x="76394" y="35190"/>
                </a:lnTo>
                <a:close/>
              </a:path>
              <a:path w="330835" h="299085">
                <a:moveTo>
                  <a:pt x="83819" y="272795"/>
                </a:moveTo>
                <a:lnTo>
                  <a:pt x="76363" y="263682"/>
                </a:lnTo>
                <a:lnTo>
                  <a:pt x="67055" y="271271"/>
                </a:lnTo>
                <a:lnTo>
                  <a:pt x="83819" y="272795"/>
                </a:lnTo>
                <a:close/>
              </a:path>
              <a:path w="330835" h="299085">
                <a:moveTo>
                  <a:pt x="83819" y="289975"/>
                </a:moveTo>
                <a:lnTo>
                  <a:pt x="83819" y="272795"/>
                </a:lnTo>
                <a:lnTo>
                  <a:pt x="67055" y="271271"/>
                </a:lnTo>
                <a:lnTo>
                  <a:pt x="67055" y="291464"/>
                </a:lnTo>
                <a:lnTo>
                  <a:pt x="73151" y="298703"/>
                </a:lnTo>
                <a:lnTo>
                  <a:pt x="83819" y="289975"/>
                </a:lnTo>
                <a:close/>
              </a:path>
              <a:path w="330835" h="299085">
                <a:moveTo>
                  <a:pt x="88391" y="160019"/>
                </a:moveTo>
                <a:lnTo>
                  <a:pt x="88391" y="140207"/>
                </a:lnTo>
                <a:lnTo>
                  <a:pt x="76167" y="150113"/>
                </a:lnTo>
                <a:lnTo>
                  <a:pt x="88391" y="160019"/>
                </a:lnTo>
                <a:close/>
              </a:path>
              <a:path w="330835" h="299085">
                <a:moveTo>
                  <a:pt x="254402" y="263611"/>
                </a:moveTo>
                <a:lnTo>
                  <a:pt x="166115" y="190499"/>
                </a:lnTo>
                <a:lnTo>
                  <a:pt x="76363" y="263682"/>
                </a:lnTo>
                <a:lnTo>
                  <a:pt x="83819" y="272795"/>
                </a:lnTo>
                <a:lnTo>
                  <a:pt x="83819" y="289975"/>
                </a:lnTo>
                <a:lnTo>
                  <a:pt x="156971" y="230123"/>
                </a:lnTo>
                <a:lnTo>
                  <a:pt x="156971" y="216407"/>
                </a:lnTo>
                <a:lnTo>
                  <a:pt x="173735" y="216407"/>
                </a:lnTo>
                <a:lnTo>
                  <a:pt x="173735" y="230123"/>
                </a:lnTo>
                <a:lnTo>
                  <a:pt x="246887" y="289975"/>
                </a:lnTo>
                <a:lnTo>
                  <a:pt x="246887" y="272795"/>
                </a:lnTo>
                <a:lnTo>
                  <a:pt x="254402" y="263611"/>
                </a:lnTo>
                <a:close/>
              </a:path>
              <a:path w="330835" h="299085">
                <a:moveTo>
                  <a:pt x="83819" y="41359"/>
                </a:moveTo>
                <a:lnTo>
                  <a:pt x="83819" y="25907"/>
                </a:lnTo>
                <a:lnTo>
                  <a:pt x="76394" y="35190"/>
                </a:lnTo>
                <a:lnTo>
                  <a:pt x="83819" y="41359"/>
                </a:lnTo>
                <a:close/>
              </a:path>
              <a:path w="330835" h="299085">
                <a:moveTo>
                  <a:pt x="173735" y="82295"/>
                </a:moveTo>
                <a:lnTo>
                  <a:pt x="165353" y="75437"/>
                </a:lnTo>
                <a:lnTo>
                  <a:pt x="156971" y="82295"/>
                </a:lnTo>
                <a:lnTo>
                  <a:pt x="173735" y="82295"/>
                </a:lnTo>
                <a:close/>
              </a:path>
              <a:path w="330835" h="299085">
                <a:moveTo>
                  <a:pt x="173735" y="103298"/>
                </a:moveTo>
                <a:lnTo>
                  <a:pt x="173735" y="82295"/>
                </a:lnTo>
                <a:lnTo>
                  <a:pt x="156971" y="82295"/>
                </a:lnTo>
                <a:lnTo>
                  <a:pt x="156971" y="102131"/>
                </a:lnTo>
                <a:lnTo>
                  <a:pt x="166115" y="109727"/>
                </a:lnTo>
                <a:lnTo>
                  <a:pt x="173735" y="103298"/>
                </a:lnTo>
                <a:close/>
              </a:path>
              <a:path w="330835" h="299085">
                <a:moveTo>
                  <a:pt x="173735" y="216407"/>
                </a:moveTo>
                <a:lnTo>
                  <a:pt x="156971" y="216407"/>
                </a:lnTo>
                <a:lnTo>
                  <a:pt x="165353" y="223265"/>
                </a:lnTo>
                <a:lnTo>
                  <a:pt x="173735" y="216407"/>
                </a:lnTo>
                <a:close/>
              </a:path>
              <a:path w="330835" h="299085">
                <a:moveTo>
                  <a:pt x="165353" y="223265"/>
                </a:moveTo>
                <a:lnTo>
                  <a:pt x="156971" y="216407"/>
                </a:lnTo>
                <a:lnTo>
                  <a:pt x="156971" y="230123"/>
                </a:lnTo>
                <a:lnTo>
                  <a:pt x="165353" y="223265"/>
                </a:lnTo>
                <a:close/>
              </a:path>
              <a:path w="330835" h="299085">
                <a:moveTo>
                  <a:pt x="330707" y="88391"/>
                </a:moveTo>
                <a:lnTo>
                  <a:pt x="257555" y="0"/>
                </a:lnTo>
                <a:lnTo>
                  <a:pt x="165353" y="75437"/>
                </a:lnTo>
                <a:lnTo>
                  <a:pt x="173735" y="82295"/>
                </a:lnTo>
                <a:lnTo>
                  <a:pt x="173735" y="103298"/>
                </a:lnTo>
                <a:lnTo>
                  <a:pt x="246887" y="41576"/>
                </a:lnTo>
                <a:lnTo>
                  <a:pt x="246887" y="25907"/>
                </a:lnTo>
                <a:lnTo>
                  <a:pt x="263651" y="27431"/>
                </a:lnTo>
                <a:lnTo>
                  <a:pt x="263651" y="46862"/>
                </a:lnTo>
                <a:lnTo>
                  <a:pt x="294091" y="84912"/>
                </a:lnTo>
                <a:lnTo>
                  <a:pt x="304799" y="76199"/>
                </a:lnTo>
                <a:lnTo>
                  <a:pt x="304799" y="109386"/>
                </a:lnTo>
                <a:lnTo>
                  <a:pt x="330707" y="88391"/>
                </a:lnTo>
                <a:close/>
              </a:path>
              <a:path w="330835" h="299085">
                <a:moveTo>
                  <a:pt x="173735" y="230123"/>
                </a:moveTo>
                <a:lnTo>
                  <a:pt x="173735" y="216407"/>
                </a:lnTo>
                <a:lnTo>
                  <a:pt x="165353" y="223265"/>
                </a:lnTo>
                <a:lnTo>
                  <a:pt x="173735" y="230123"/>
                </a:lnTo>
                <a:close/>
              </a:path>
              <a:path w="330835" h="299085">
                <a:moveTo>
                  <a:pt x="304799" y="109386"/>
                </a:moveTo>
                <a:lnTo>
                  <a:pt x="304799" y="76199"/>
                </a:lnTo>
                <a:lnTo>
                  <a:pt x="301751" y="94487"/>
                </a:lnTo>
                <a:lnTo>
                  <a:pt x="294091" y="84912"/>
                </a:lnTo>
                <a:lnTo>
                  <a:pt x="214883" y="149351"/>
                </a:lnTo>
                <a:lnTo>
                  <a:pt x="242315" y="171669"/>
                </a:lnTo>
                <a:lnTo>
                  <a:pt x="242315" y="140207"/>
                </a:lnTo>
                <a:lnTo>
                  <a:pt x="254540" y="150113"/>
                </a:lnTo>
                <a:lnTo>
                  <a:pt x="304799" y="109386"/>
                </a:lnTo>
                <a:close/>
              </a:path>
              <a:path w="330835" h="299085">
                <a:moveTo>
                  <a:pt x="254540" y="150113"/>
                </a:moveTo>
                <a:lnTo>
                  <a:pt x="242315" y="140207"/>
                </a:lnTo>
                <a:lnTo>
                  <a:pt x="242315" y="160019"/>
                </a:lnTo>
                <a:lnTo>
                  <a:pt x="254540" y="150113"/>
                </a:lnTo>
                <a:close/>
              </a:path>
              <a:path w="330835" h="299085">
                <a:moveTo>
                  <a:pt x="330707" y="211835"/>
                </a:moveTo>
                <a:lnTo>
                  <a:pt x="254540" y="150113"/>
                </a:lnTo>
                <a:lnTo>
                  <a:pt x="242315" y="160019"/>
                </a:lnTo>
                <a:lnTo>
                  <a:pt x="242315" y="171669"/>
                </a:lnTo>
                <a:lnTo>
                  <a:pt x="294735" y="214315"/>
                </a:lnTo>
                <a:lnTo>
                  <a:pt x="301751" y="205739"/>
                </a:lnTo>
                <a:lnTo>
                  <a:pt x="304799" y="222503"/>
                </a:lnTo>
                <a:lnTo>
                  <a:pt x="304799" y="242601"/>
                </a:lnTo>
                <a:lnTo>
                  <a:pt x="330707" y="211835"/>
                </a:lnTo>
                <a:close/>
              </a:path>
              <a:path w="330835" h="299085">
                <a:moveTo>
                  <a:pt x="263651" y="27431"/>
                </a:moveTo>
                <a:lnTo>
                  <a:pt x="246887" y="25907"/>
                </a:lnTo>
                <a:lnTo>
                  <a:pt x="254371" y="35262"/>
                </a:lnTo>
                <a:lnTo>
                  <a:pt x="263651" y="27431"/>
                </a:lnTo>
                <a:close/>
              </a:path>
              <a:path w="330835" h="299085">
                <a:moveTo>
                  <a:pt x="254371" y="35262"/>
                </a:moveTo>
                <a:lnTo>
                  <a:pt x="246887" y="25907"/>
                </a:lnTo>
                <a:lnTo>
                  <a:pt x="246887" y="41576"/>
                </a:lnTo>
                <a:lnTo>
                  <a:pt x="254371" y="35262"/>
                </a:lnTo>
                <a:close/>
              </a:path>
              <a:path w="330835" h="299085">
                <a:moveTo>
                  <a:pt x="263651" y="271271"/>
                </a:moveTo>
                <a:lnTo>
                  <a:pt x="254402" y="263611"/>
                </a:lnTo>
                <a:lnTo>
                  <a:pt x="246887" y="272795"/>
                </a:lnTo>
                <a:lnTo>
                  <a:pt x="263651" y="271271"/>
                </a:lnTo>
                <a:close/>
              </a:path>
              <a:path w="330835" h="299085">
                <a:moveTo>
                  <a:pt x="263651" y="291464"/>
                </a:moveTo>
                <a:lnTo>
                  <a:pt x="263651" y="271271"/>
                </a:lnTo>
                <a:lnTo>
                  <a:pt x="246887" y="272795"/>
                </a:lnTo>
                <a:lnTo>
                  <a:pt x="246887" y="289975"/>
                </a:lnTo>
                <a:lnTo>
                  <a:pt x="257555" y="298703"/>
                </a:lnTo>
                <a:lnTo>
                  <a:pt x="263651" y="291464"/>
                </a:lnTo>
                <a:close/>
              </a:path>
              <a:path w="330835" h="299085">
                <a:moveTo>
                  <a:pt x="263651" y="46862"/>
                </a:moveTo>
                <a:lnTo>
                  <a:pt x="263651" y="27431"/>
                </a:lnTo>
                <a:lnTo>
                  <a:pt x="254371" y="35262"/>
                </a:lnTo>
                <a:lnTo>
                  <a:pt x="263651" y="46862"/>
                </a:lnTo>
                <a:close/>
              </a:path>
              <a:path w="330835" h="299085">
                <a:moveTo>
                  <a:pt x="304799" y="242601"/>
                </a:moveTo>
                <a:lnTo>
                  <a:pt x="304799" y="222503"/>
                </a:lnTo>
                <a:lnTo>
                  <a:pt x="294735" y="214315"/>
                </a:lnTo>
                <a:lnTo>
                  <a:pt x="254402" y="263611"/>
                </a:lnTo>
                <a:lnTo>
                  <a:pt x="263651" y="271271"/>
                </a:lnTo>
                <a:lnTo>
                  <a:pt x="263651" y="291464"/>
                </a:lnTo>
                <a:lnTo>
                  <a:pt x="304799" y="242601"/>
                </a:lnTo>
                <a:close/>
              </a:path>
              <a:path w="330835" h="299085">
                <a:moveTo>
                  <a:pt x="304799" y="76199"/>
                </a:moveTo>
                <a:lnTo>
                  <a:pt x="294091" y="84912"/>
                </a:lnTo>
                <a:lnTo>
                  <a:pt x="301751" y="94487"/>
                </a:lnTo>
                <a:lnTo>
                  <a:pt x="304799" y="76199"/>
                </a:lnTo>
                <a:close/>
              </a:path>
              <a:path w="330835" h="299085">
                <a:moveTo>
                  <a:pt x="304799" y="222503"/>
                </a:moveTo>
                <a:lnTo>
                  <a:pt x="301751" y="205739"/>
                </a:lnTo>
                <a:lnTo>
                  <a:pt x="294735" y="214315"/>
                </a:lnTo>
                <a:lnTo>
                  <a:pt x="304799" y="22250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950777" y="5510783"/>
            <a:ext cx="294640" cy="264160"/>
          </a:xfrm>
          <a:custGeom>
            <a:avLst/>
            <a:gdLst/>
            <a:ahLst/>
            <a:cxnLst/>
            <a:rect l="l" t="t" r="r" b="b"/>
            <a:pathLst>
              <a:path w="294639" h="264160">
                <a:moveTo>
                  <a:pt x="294131" y="68579"/>
                </a:moveTo>
                <a:lnTo>
                  <a:pt x="237743" y="0"/>
                </a:lnTo>
                <a:lnTo>
                  <a:pt x="146303" y="74675"/>
                </a:lnTo>
                <a:lnTo>
                  <a:pt x="56387" y="0"/>
                </a:lnTo>
                <a:lnTo>
                  <a:pt x="0" y="68579"/>
                </a:lnTo>
                <a:lnTo>
                  <a:pt x="77723" y="132587"/>
                </a:lnTo>
                <a:lnTo>
                  <a:pt x="77723" y="245932"/>
                </a:lnTo>
                <a:lnTo>
                  <a:pt x="146303" y="188975"/>
                </a:lnTo>
                <a:lnTo>
                  <a:pt x="216407" y="246227"/>
                </a:lnTo>
                <a:lnTo>
                  <a:pt x="216407" y="132587"/>
                </a:lnTo>
                <a:lnTo>
                  <a:pt x="294131" y="68579"/>
                </a:lnTo>
                <a:close/>
              </a:path>
              <a:path w="294639" h="264160">
                <a:moveTo>
                  <a:pt x="77723" y="245932"/>
                </a:moveTo>
                <a:lnTo>
                  <a:pt x="77723" y="132587"/>
                </a:lnTo>
                <a:lnTo>
                  <a:pt x="0" y="195071"/>
                </a:lnTo>
                <a:lnTo>
                  <a:pt x="56387" y="263651"/>
                </a:lnTo>
                <a:lnTo>
                  <a:pt x="77723" y="245932"/>
                </a:lnTo>
                <a:close/>
              </a:path>
              <a:path w="294639" h="264160">
                <a:moveTo>
                  <a:pt x="294131" y="195071"/>
                </a:moveTo>
                <a:lnTo>
                  <a:pt x="216407" y="132587"/>
                </a:lnTo>
                <a:lnTo>
                  <a:pt x="216407" y="246227"/>
                </a:lnTo>
                <a:lnTo>
                  <a:pt x="237743" y="263651"/>
                </a:lnTo>
                <a:lnTo>
                  <a:pt x="294131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932490" y="5492496"/>
            <a:ext cx="329565" cy="300355"/>
          </a:xfrm>
          <a:custGeom>
            <a:avLst/>
            <a:gdLst/>
            <a:ahLst/>
            <a:cxnLst/>
            <a:rect l="l" t="t" r="r" b="b"/>
            <a:pathLst>
              <a:path w="329564" h="300354">
                <a:moveTo>
                  <a:pt x="165353" y="76834"/>
                </a:moveTo>
                <a:lnTo>
                  <a:pt x="73151" y="0"/>
                </a:lnTo>
                <a:lnTo>
                  <a:pt x="0" y="88391"/>
                </a:lnTo>
                <a:lnTo>
                  <a:pt x="25907" y="109386"/>
                </a:lnTo>
                <a:lnTo>
                  <a:pt x="25907" y="77723"/>
                </a:lnTo>
                <a:lnTo>
                  <a:pt x="35878" y="85835"/>
                </a:lnTo>
                <a:lnTo>
                  <a:pt x="67055" y="46862"/>
                </a:lnTo>
                <a:lnTo>
                  <a:pt x="67055" y="28955"/>
                </a:lnTo>
                <a:lnTo>
                  <a:pt x="83819" y="25907"/>
                </a:lnTo>
                <a:lnTo>
                  <a:pt x="83819" y="42838"/>
                </a:lnTo>
                <a:lnTo>
                  <a:pt x="156971" y="103417"/>
                </a:lnTo>
                <a:lnTo>
                  <a:pt x="156971" y="83819"/>
                </a:lnTo>
                <a:lnTo>
                  <a:pt x="165353" y="76834"/>
                </a:lnTo>
                <a:close/>
              </a:path>
              <a:path w="329564" h="300354">
                <a:moveTo>
                  <a:pt x="88391" y="173193"/>
                </a:moveTo>
                <a:lnTo>
                  <a:pt x="88391" y="160019"/>
                </a:lnTo>
                <a:lnTo>
                  <a:pt x="76167" y="150113"/>
                </a:lnTo>
                <a:lnTo>
                  <a:pt x="0" y="211835"/>
                </a:lnTo>
                <a:lnTo>
                  <a:pt x="25907" y="243141"/>
                </a:lnTo>
                <a:lnTo>
                  <a:pt x="25907" y="224027"/>
                </a:lnTo>
                <a:lnTo>
                  <a:pt x="28955" y="205739"/>
                </a:lnTo>
                <a:lnTo>
                  <a:pt x="36616" y="215315"/>
                </a:lnTo>
                <a:lnTo>
                  <a:pt x="88391" y="173193"/>
                </a:lnTo>
                <a:close/>
              </a:path>
              <a:path w="329564" h="300354">
                <a:moveTo>
                  <a:pt x="35878" y="85835"/>
                </a:moveTo>
                <a:lnTo>
                  <a:pt x="25907" y="77723"/>
                </a:lnTo>
                <a:lnTo>
                  <a:pt x="28955" y="94487"/>
                </a:lnTo>
                <a:lnTo>
                  <a:pt x="35878" y="85835"/>
                </a:lnTo>
                <a:close/>
              </a:path>
              <a:path w="329564" h="300354">
                <a:moveTo>
                  <a:pt x="115823" y="150875"/>
                </a:moveTo>
                <a:lnTo>
                  <a:pt x="35878" y="85835"/>
                </a:lnTo>
                <a:lnTo>
                  <a:pt x="28955" y="94487"/>
                </a:lnTo>
                <a:lnTo>
                  <a:pt x="25907" y="77723"/>
                </a:lnTo>
                <a:lnTo>
                  <a:pt x="25907" y="109386"/>
                </a:lnTo>
                <a:lnTo>
                  <a:pt x="76167" y="150113"/>
                </a:lnTo>
                <a:lnTo>
                  <a:pt x="88391" y="140207"/>
                </a:lnTo>
                <a:lnTo>
                  <a:pt x="88391" y="173193"/>
                </a:lnTo>
                <a:lnTo>
                  <a:pt x="115823" y="150875"/>
                </a:lnTo>
                <a:close/>
              </a:path>
              <a:path w="329564" h="300354">
                <a:moveTo>
                  <a:pt x="36616" y="215315"/>
                </a:moveTo>
                <a:lnTo>
                  <a:pt x="28955" y="205739"/>
                </a:lnTo>
                <a:lnTo>
                  <a:pt x="25907" y="224027"/>
                </a:lnTo>
                <a:lnTo>
                  <a:pt x="36616" y="215315"/>
                </a:lnTo>
                <a:close/>
              </a:path>
              <a:path w="329564" h="300354">
                <a:moveTo>
                  <a:pt x="75672" y="264136"/>
                </a:moveTo>
                <a:lnTo>
                  <a:pt x="36616" y="215315"/>
                </a:lnTo>
                <a:lnTo>
                  <a:pt x="25907" y="224027"/>
                </a:lnTo>
                <a:lnTo>
                  <a:pt x="25907" y="243141"/>
                </a:lnTo>
                <a:lnTo>
                  <a:pt x="67055" y="292861"/>
                </a:lnTo>
                <a:lnTo>
                  <a:pt x="67055" y="271271"/>
                </a:lnTo>
                <a:lnTo>
                  <a:pt x="75672" y="264136"/>
                </a:lnTo>
                <a:close/>
              </a:path>
              <a:path w="329564" h="300354">
                <a:moveTo>
                  <a:pt x="83819" y="25907"/>
                </a:moveTo>
                <a:lnTo>
                  <a:pt x="67055" y="28955"/>
                </a:lnTo>
                <a:lnTo>
                  <a:pt x="75672" y="36091"/>
                </a:lnTo>
                <a:lnTo>
                  <a:pt x="83819" y="25907"/>
                </a:lnTo>
                <a:close/>
              </a:path>
              <a:path w="329564" h="300354">
                <a:moveTo>
                  <a:pt x="75672" y="36091"/>
                </a:moveTo>
                <a:lnTo>
                  <a:pt x="67055" y="28955"/>
                </a:lnTo>
                <a:lnTo>
                  <a:pt x="67055" y="46862"/>
                </a:lnTo>
                <a:lnTo>
                  <a:pt x="75672" y="36091"/>
                </a:lnTo>
                <a:close/>
              </a:path>
              <a:path w="329564" h="300354">
                <a:moveTo>
                  <a:pt x="83819" y="274319"/>
                </a:moveTo>
                <a:lnTo>
                  <a:pt x="75672" y="264136"/>
                </a:lnTo>
                <a:lnTo>
                  <a:pt x="67055" y="271271"/>
                </a:lnTo>
                <a:lnTo>
                  <a:pt x="83819" y="274319"/>
                </a:lnTo>
                <a:close/>
              </a:path>
              <a:path w="329564" h="300354">
                <a:moveTo>
                  <a:pt x="83819" y="291337"/>
                </a:moveTo>
                <a:lnTo>
                  <a:pt x="83819" y="274319"/>
                </a:lnTo>
                <a:lnTo>
                  <a:pt x="67055" y="271271"/>
                </a:lnTo>
                <a:lnTo>
                  <a:pt x="67055" y="292861"/>
                </a:lnTo>
                <a:lnTo>
                  <a:pt x="73151" y="300227"/>
                </a:lnTo>
                <a:lnTo>
                  <a:pt x="83819" y="291337"/>
                </a:lnTo>
                <a:close/>
              </a:path>
              <a:path w="329564" h="300354">
                <a:moveTo>
                  <a:pt x="83819" y="42838"/>
                </a:moveTo>
                <a:lnTo>
                  <a:pt x="83819" y="25907"/>
                </a:lnTo>
                <a:lnTo>
                  <a:pt x="75672" y="36091"/>
                </a:lnTo>
                <a:lnTo>
                  <a:pt x="83819" y="42838"/>
                </a:lnTo>
                <a:close/>
              </a:path>
              <a:path w="329564" h="300354">
                <a:moveTo>
                  <a:pt x="254981" y="264202"/>
                </a:moveTo>
                <a:lnTo>
                  <a:pt x="164591" y="190499"/>
                </a:lnTo>
                <a:lnTo>
                  <a:pt x="75672" y="264136"/>
                </a:lnTo>
                <a:lnTo>
                  <a:pt x="83819" y="274319"/>
                </a:lnTo>
                <a:lnTo>
                  <a:pt x="83819" y="291337"/>
                </a:lnTo>
                <a:lnTo>
                  <a:pt x="156971" y="230377"/>
                </a:lnTo>
                <a:lnTo>
                  <a:pt x="156971" y="216407"/>
                </a:lnTo>
                <a:lnTo>
                  <a:pt x="173735" y="216407"/>
                </a:lnTo>
                <a:lnTo>
                  <a:pt x="173735" y="230377"/>
                </a:lnTo>
                <a:lnTo>
                  <a:pt x="246887" y="291337"/>
                </a:lnTo>
                <a:lnTo>
                  <a:pt x="246887" y="274319"/>
                </a:lnTo>
                <a:lnTo>
                  <a:pt x="254981" y="264202"/>
                </a:lnTo>
                <a:close/>
              </a:path>
              <a:path w="329564" h="300354">
                <a:moveTo>
                  <a:pt x="88391" y="160019"/>
                </a:moveTo>
                <a:lnTo>
                  <a:pt x="88391" y="140207"/>
                </a:lnTo>
                <a:lnTo>
                  <a:pt x="76167" y="150113"/>
                </a:lnTo>
                <a:lnTo>
                  <a:pt x="88391" y="160019"/>
                </a:lnTo>
                <a:close/>
              </a:path>
              <a:path w="329564" h="300354">
                <a:moveTo>
                  <a:pt x="173735" y="83819"/>
                </a:moveTo>
                <a:lnTo>
                  <a:pt x="165353" y="76834"/>
                </a:lnTo>
                <a:lnTo>
                  <a:pt x="156971" y="83819"/>
                </a:lnTo>
                <a:lnTo>
                  <a:pt x="173735" y="83819"/>
                </a:lnTo>
                <a:close/>
              </a:path>
              <a:path w="329564" h="300354">
                <a:moveTo>
                  <a:pt x="173735" y="102272"/>
                </a:moveTo>
                <a:lnTo>
                  <a:pt x="173735" y="83819"/>
                </a:lnTo>
                <a:lnTo>
                  <a:pt x="156971" y="83819"/>
                </a:lnTo>
                <a:lnTo>
                  <a:pt x="156971" y="103417"/>
                </a:lnTo>
                <a:lnTo>
                  <a:pt x="164591" y="109727"/>
                </a:lnTo>
                <a:lnTo>
                  <a:pt x="173735" y="102272"/>
                </a:lnTo>
                <a:close/>
              </a:path>
              <a:path w="329564" h="300354">
                <a:moveTo>
                  <a:pt x="173735" y="216407"/>
                </a:moveTo>
                <a:lnTo>
                  <a:pt x="156971" y="216407"/>
                </a:lnTo>
                <a:lnTo>
                  <a:pt x="165353" y="223392"/>
                </a:lnTo>
                <a:lnTo>
                  <a:pt x="173735" y="216407"/>
                </a:lnTo>
                <a:close/>
              </a:path>
              <a:path w="329564" h="300354">
                <a:moveTo>
                  <a:pt x="165353" y="223392"/>
                </a:moveTo>
                <a:lnTo>
                  <a:pt x="156971" y="216407"/>
                </a:lnTo>
                <a:lnTo>
                  <a:pt x="156971" y="230377"/>
                </a:lnTo>
                <a:lnTo>
                  <a:pt x="165353" y="223392"/>
                </a:lnTo>
                <a:close/>
              </a:path>
              <a:path w="329564" h="300354">
                <a:moveTo>
                  <a:pt x="329183" y="88391"/>
                </a:moveTo>
                <a:lnTo>
                  <a:pt x="257555" y="0"/>
                </a:lnTo>
                <a:lnTo>
                  <a:pt x="165353" y="76834"/>
                </a:lnTo>
                <a:lnTo>
                  <a:pt x="173735" y="83819"/>
                </a:lnTo>
                <a:lnTo>
                  <a:pt x="173735" y="102272"/>
                </a:lnTo>
                <a:lnTo>
                  <a:pt x="246887" y="42625"/>
                </a:lnTo>
                <a:lnTo>
                  <a:pt x="246887" y="25907"/>
                </a:lnTo>
                <a:lnTo>
                  <a:pt x="263651" y="28955"/>
                </a:lnTo>
                <a:lnTo>
                  <a:pt x="263651" y="46862"/>
                </a:lnTo>
                <a:lnTo>
                  <a:pt x="294290" y="85160"/>
                </a:lnTo>
                <a:lnTo>
                  <a:pt x="303275" y="77723"/>
                </a:lnTo>
                <a:lnTo>
                  <a:pt x="303275" y="109754"/>
                </a:lnTo>
                <a:lnTo>
                  <a:pt x="329183" y="88391"/>
                </a:lnTo>
                <a:close/>
              </a:path>
              <a:path w="329564" h="300354">
                <a:moveTo>
                  <a:pt x="173735" y="230377"/>
                </a:moveTo>
                <a:lnTo>
                  <a:pt x="173735" y="216407"/>
                </a:lnTo>
                <a:lnTo>
                  <a:pt x="165353" y="223392"/>
                </a:lnTo>
                <a:lnTo>
                  <a:pt x="173735" y="230377"/>
                </a:lnTo>
                <a:close/>
              </a:path>
              <a:path w="329564" h="300354">
                <a:moveTo>
                  <a:pt x="303275" y="109754"/>
                </a:moveTo>
                <a:lnTo>
                  <a:pt x="303275" y="77723"/>
                </a:lnTo>
                <a:lnTo>
                  <a:pt x="301751" y="94487"/>
                </a:lnTo>
                <a:lnTo>
                  <a:pt x="294290" y="85160"/>
                </a:lnTo>
                <a:lnTo>
                  <a:pt x="214883" y="150875"/>
                </a:lnTo>
                <a:lnTo>
                  <a:pt x="242315" y="173578"/>
                </a:lnTo>
                <a:lnTo>
                  <a:pt x="242315" y="140207"/>
                </a:lnTo>
                <a:lnTo>
                  <a:pt x="254329" y="150113"/>
                </a:lnTo>
                <a:lnTo>
                  <a:pt x="303275" y="109754"/>
                </a:lnTo>
                <a:close/>
              </a:path>
              <a:path w="329564" h="300354">
                <a:moveTo>
                  <a:pt x="254329" y="150113"/>
                </a:moveTo>
                <a:lnTo>
                  <a:pt x="242315" y="140207"/>
                </a:lnTo>
                <a:lnTo>
                  <a:pt x="242315" y="160019"/>
                </a:lnTo>
                <a:lnTo>
                  <a:pt x="254329" y="150113"/>
                </a:lnTo>
                <a:close/>
              </a:path>
              <a:path w="329564" h="300354">
                <a:moveTo>
                  <a:pt x="329183" y="211835"/>
                </a:moveTo>
                <a:lnTo>
                  <a:pt x="254329" y="150113"/>
                </a:lnTo>
                <a:lnTo>
                  <a:pt x="242315" y="160019"/>
                </a:lnTo>
                <a:lnTo>
                  <a:pt x="242315" y="173578"/>
                </a:lnTo>
                <a:lnTo>
                  <a:pt x="293556" y="215984"/>
                </a:lnTo>
                <a:lnTo>
                  <a:pt x="301751" y="205739"/>
                </a:lnTo>
                <a:lnTo>
                  <a:pt x="303275" y="224027"/>
                </a:lnTo>
                <a:lnTo>
                  <a:pt x="303275" y="243807"/>
                </a:lnTo>
                <a:lnTo>
                  <a:pt x="329183" y="211835"/>
                </a:lnTo>
                <a:close/>
              </a:path>
              <a:path w="329564" h="300354">
                <a:moveTo>
                  <a:pt x="263651" y="28955"/>
                </a:moveTo>
                <a:lnTo>
                  <a:pt x="246887" y="25907"/>
                </a:lnTo>
                <a:lnTo>
                  <a:pt x="254981" y="36025"/>
                </a:lnTo>
                <a:lnTo>
                  <a:pt x="263651" y="28955"/>
                </a:lnTo>
                <a:close/>
              </a:path>
              <a:path w="329564" h="300354">
                <a:moveTo>
                  <a:pt x="254981" y="36025"/>
                </a:moveTo>
                <a:lnTo>
                  <a:pt x="246887" y="25907"/>
                </a:lnTo>
                <a:lnTo>
                  <a:pt x="246887" y="42625"/>
                </a:lnTo>
                <a:lnTo>
                  <a:pt x="254981" y="36025"/>
                </a:lnTo>
                <a:close/>
              </a:path>
              <a:path w="329564" h="300354">
                <a:moveTo>
                  <a:pt x="263651" y="271271"/>
                </a:moveTo>
                <a:lnTo>
                  <a:pt x="254981" y="264202"/>
                </a:lnTo>
                <a:lnTo>
                  <a:pt x="246887" y="274319"/>
                </a:lnTo>
                <a:lnTo>
                  <a:pt x="263651" y="271271"/>
                </a:lnTo>
                <a:close/>
              </a:path>
              <a:path w="329564" h="300354">
                <a:moveTo>
                  <a:pt x="263651" y="292705"/>
                </a:moveTo>
                <a:lnTo>
                  <a:pt x="263651" y="271271"/>
                </a:lnTo>
                <a:lnTo>
                  <a:pt x="246887" y="274319"/>
                </a:lnTo>
                <a:lnTo>
                  <a:pt x="246887" y="291337"/>
                </a:lnTo>
                <a:lnTo>
                  <a:pt x="257555" y="300227"/>
                </a:lnTo>
                <a:lnTo>
                  <a:pt x="263651" y="292705"/>
                </a:lnTo>
                <a:close/>
              </a:path>
              <a:path w="329564" h="300354">
                <a:moveTo>
                  <a:pt x="263651" y="46862"/>
                </a:moveTo>
                <a:lnTo>
                  <a:pt x="263651" y="28955"/>
                </a:lnTo>
                <a:lnTo>
                  <a:pt x="254981" y="36025"/>
                </a:lnTo>
                <a:lnTo>
                  <a:pt x="263651" y="46862"/>
                </a:lnTo>
                <a:close/>
              </a:path>
              <a:path w="329564" h="300354">
                <a:moveTo>
                  <a:pt x="303275" y="243807"/>
                </a:moveTo>
                <a:lnTo>
                  <a:pt x="303275" y="224027"/>
                </a:lnTo>
                <a:lnTo>
                  <a:pt x="293556" y="215984"/>
                </a:lnTo>
                <a:lnTo>
                  <a:pt x="254981" y="264202"/>
                </a:lnTo>
                <a:lnTo>
                  <a:pt x="263651" y="271271"/>
                </a:lnTo>
                <a:lnTo>
                  <a:pt x="263651" y="292705"/>
                </a:lnTo>
                <a:lnTo>
                  <a:pt x="303275" y="243807"/>
                </a:lnTo>
                <a:close/>
              </a:path>
              <a:path w="329564" h="300354">
                <a:moveTo>
                  <a:pt x="303275" y="224027"/>
                </a:moveTo>
                <a:lnTo>
                  <a:pt x="301751" y="205739"/>
                </a:lnTo>
                <a:lnTo>
                  <a:pt x="293556" y="215984"/>
                </a:lnTo>
                <a:lnTo>
                  <a:pt x="303275" y="224027"/>
                </a:lnTo>
                <a:close/>
              </a:path>
              <a:path w="329564" h="300354">
                <a:moveTo>
                  <a:pt x="303275" y="77723"/>
                </a:moveTo>
                <a:lnTo>
                  <a:pt x="294290" y="85160"/>
                </a:lnTo>
                <a:lnTo>
                  <a:pt x="301751" y="94487"/>
                </a:lnTo>
                <a:lnTo>
                  <a:pt x="303275" y="7772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560377" y="5205983"/>
            <a:ext cx="294640" cy="264160"/>
          </a:xfrm>
          <a:custGeom>
            <a:avLst/>
            <a:gdLst/>
            <a:ahLst/>
            <a:cxnLst/>
            <a:rect l="l" t="t" r="r" b="b"/>
            <a:pathLst>
              <a:path w="294639" h="264160">
                <a:moveTo>
                  <a:pt x="294131" y="68579"/>
                </a:moveTo>
                <a:lnTo>
                  <a:pt x="237743" y="0"/>
                </a:lnTo>
                <a:lnTo>
                  <a:pt x="146303" y="74675"/>
                </a:lnTo>
                <a:lnTo>
                  <a:pt x="56387" y="0"/>
                </a:lnTo>
                <a:lnTo>
                  <a:pt x="0" y="68579"/>
                </a:lnTo>
                <a:lnTo>
                  <a:pt x="77723" y="132587"/>
                </a:lnTo>
                <a:lnTo>
                  <a:pt x="77723" y="245932"/>
                </a:lnTo>
                <a:lnTo>
                  <a:pt x="146303" y="188975"/>
                </a:lnTo>
                <a:lnTo>
                  <a:pt x="216407" y="246227"/>
                </a:lnTo>
                <a:lnTo>
                  <a:pt x="216407" y="132587"/>
                </a:lnTo>
                <a:lnTo>
                  <a:pt x="294131" y="68579"/>
                </a:lnTo>
                <a:close/>
              </a:path>
              <a:path w="294639" h="264160">
                <a:moveTo>
                  <a:pt x="77723" y="245932"/>
                </a:moveTo>
                <a:lnTo>
                  <a:pt x="77723" y="132587"/>
                </a:lnTo>
                <a:lnTo>
                  <a:pt x="0" y="195071"/>
                </a:lnTo>
                <a:lnTo>
                  <a:pt x="56387" y="263651"/>
                </a:lnTo>
                <a:lnTo>
                  <a:pt x="77723" y="245932"/>
                </a:lnTo>
                <a:close/>
              </a:path>
              <a:path w="294639" h="264160">
                <a:moveTo>
                  <a:pt x="294131" y="195071"/>
                </a:moveTo>
                <a:lnTo>
                  <a:pt x="216407" y="132587"/>
                </a:lnTo>
                <a:lnTo>
                  <a:pt x="216407" y="246227"/>
                </a:lnTo>
                <a:lnTo>
                  <a:pt x="237743" y="263651"/>
                </a:lnTo>
                <a:lnTo>
                  <a:pt x="294131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542090" y="5187696"/>
            <a:ext cx="329565" cy="300355"/>
          </a:xfrm>
          <a:custGeom>
            <a:avLst/>
            <a:gdLst/>
            <a:ahLst/>
            <a:cxnLst/>
            <a:rect l="l" t="t" r="r" b="b"/>
            <a:pathLst>
              <a:path w="329564" h="300354">
                <a:moveTo>
                  <a:pt x="165353" y="76834"/>
                </a:moveTo>
                <a:lnTo>
                  <a:pt x="73151" y="0"/>
                </a:lnTo>
                <a:lnTo>
                  <a:pt x="0" y="88391"/>
                </a:lnTo>
                <a:lnTo>
                  <a:pt x="25907" y="109386"/>
                </a:lnTo>
                <a:lnTo>
                  <a:pt x="25907" y="77723"/>
                </a:lnTo>
                <a:lnTo>
                  <a:pt x="35878" y="85835"/>
                </a:lnTo>
                <a:lnTo>
                  <a:pt x="67055" y="46862"/>
                </a:lnTo>
                <a:lnTo>
                  <a:pt x="67055" y="28955"/>
                </a:lnTo>
                <a:lnTo>
                  <a:pt x="83819" y="25907"/>
                </a:lnTo>
                <a:lnTo>
                  <a:pt x="83819" y="42838"/>
                </a:lnTo>
                <a:lnTo>
                  <a:pt x="156971" y="103417"/>
                </a:lnTo>
                <a:lnTo>
                  <a:pt x="156971" y="83819"/>
                </a:lnTo>
                <a:lnTo>
                  <a:pt x="165353" y="76834"/>
                </a:lnTo>
                <a:close/>
              </a:path>
              <a:path w="329564" h="300354">
                <a:moveTo>
                  <a:pt x="88391" y="173193"/>
                </a:moveTo>
                <a:lnTo>
                  <a:pt x="88391" y="160019"/>
                </a:lnTo>
                <a:lnTo>
                  <a:pt x="76167" y="150113"/>
                </a:lnTo>
                <a:lnTo>
                  <a:pt x="0" y="211835"/>
                </a:lnTo>
                <a:lnTo>
                  <a:pt x="25907" y="243141"/>
                </a:lnTo>
                <a:lnTo>
                  <a:pt x="25907" y="224027"/>
                </a:lnTo>
                <a:lnTo>
                  <a:pt x="28955" y="205739"/>
                </a:lnTo>
                <a:lnTo>
                  <a:pt x="36616" y="215315"/>
                </a:lnTo>
                <a:lnTo>
                  <a:pt x="88391" y="173193"/>
                </a:lnTo>
                <a:close/>
              </a:path>
              <a:path w="329564" h="300354">
                <a:moveTo>
                  <a:pt x="35878" y="85835"/>
                </a:moveTo>
                <a:lnTo>
                  <a:pt x="25907" y="77723"/>
                </a:lnTo>
                <a:lnTo>
                  <a:pt x="28955" y="94487"/>
                </a:lnTo>
                <a:lnTo>
                  <a:pt x="35878" y="85835"/>
                </a:lnTo>
                <a:close/>
              </a:path>
              <a:path w="329564" h="300354">
                <a:moveTo>
                  <a:pt x="115823" y="150875"/>
                </a:moveTo>
                <a:lnTo>
                  <a:pt x="35878" y="85835"/>
                </a:lnTo>
                <a:lnTo>
                  <a:pt x="28955" y="94487"/>
                </a:lnTo>
                <a:lnTo>
                  <a:pt x="25907" y="77723"/>
                </a:lnTo>
                <a:lnTo>
                  <a:pt x="25907" y="109386"/>
                </a:lnTo>
                <a:lnTo>
                  <a:pt x="76167" y="150113"/>
                </a:lnTo>
                <a:lnTo>
                  <a:pt x="88391" y="140207"/>
                </a:lnTo>
                <a:lnTo>
                  <a:pt x="88391" y="173193"/>
                </a:lnTo>
                <a:lnTo>
                  <a:pt x="115823" y="150875"/>
                </a:lnTo>
                <a:close/>
              </a:path>
              <a:path w="329564" h="300354">
                <a:moveTo>
                  <a:pt x="36616" y="215315"/>
                </a:moveTo>
                <a:lnTo>
                  <a:pt x="28955" y="205739"/>
                </a:lnTo>
                <a:lnTo>
                  <a:pt x="25907" y="224027"/>
                </a:lnTo>
                <a:lnTo>
                  <a:pt x="36616" y="215315"/>
                </a:lnTo>
                <a:close/>
              </a:path>
              <a:path w="329564" h="300354">
                <a:moveTo>
                  <a:pt x="75672" y="264136"/>
                </a:moveTo>
                <a:lnTo>
                  <a:pt x="36616" y="215315"/>
                </a:lnTo>
                <a:lnTo>
                  <a:pt x="25907" y="224027"/>
                </a:lnTo>
                <a:lnTo>
                  <a:pt x="25907" y="243141"/>
                </a:lnTo>
                <a:lnTo>
                  <a:pt x="67055" y="292861"/>
                </a:lnTo>
                <a:lnTo>
                  <a:pt x="67055" y="271271"/>
                </a:lnTo>
                <a:lnTo>
                  <a:pt x="75672" y="264136"/>
                </a:lnTo>
                <a:close/>
              </a:path>
              <a:path w="329564" h="300354">
                <a:moveTo>
                  <a:pt x="83819" y="25907"/>
                </a:moveTo>
                <a:lnTo>
                  <a:pt x="67055" y="28955"/>
                </a:lnTo>
                <a:lnTo>
                  <a:pt x="75672" y="36091"/>
                </a:lnTo>
                <a:lnTo>
                  <a:pt x="83819" y="25907"/>
                </a:lnTo>
                <a:close/>
              </a:path>
              <a:path w="329564" h="300354">
                <a:moveTo>
                  <a:pt x="75672" y="36091"/>
                </a:moveTo>
                <a:lnTo>
                  <a:pt x="67055" y="28955"/>
                </a:lnTo>
                <a:lnTo>
                  <a:pt x="67055" y="46862"/>
                </a:lnTo>
                <a:lnTo>
                  <a:pt x="75672" y="36091"/>
                </a:lnTo>
                <a:close/>
              </a:path>
              <a:path w="329564" h="300354">
                <a:moveTo>
                  <a:pt x="83819" y="274319"/>
                </a:moveTo>
                <a:lnTo>
                  <a:pt x="75672" y="264136"/>
                </a:lnTo>
                <a:lnTo>
                  <a:pt x="67055" y="271271"/>
                </a:lnTo>
                <a:lnTo>
                  <a:pt x="83819" y="274319"/>
                </a:lnTo>
                <a:close/>
              </a:path>
              <a:path w="329564" h="300354">
                <a:moveTo>
                  <a:pt x="83819" y="291337"/>
                </a:moveTo>
                <a:lnTo>
                  <a:pt x="83819" y="274319"/>
                </a:lnTo>
                <a:lnTo>
                  <a:pt x="67055" y="271271"/>
                </a:lnTo>
                <a:lnTo>
                  <a:pt x="67055" y="292861"/>
                </a:lnTo>
                <a:lnTo>
                  <a:pt x="73151" y="300227"/>
                </a:lnTo>
                <a:lnTo>
                  <a:pt x="83819" y="291337"/>
                </a:lnTo>
                <a:close/>
              </a:path>
              <a:path w="329564" h="300354">
                <a:moveTo>
                  <a:pt x="83819" y="42838"/>
                </a:moveTo>
                <a:lnTo>
                  <a:pt x="83819" y="25907"/>
                </a:lnTo>
                <a:lnTo>
                  <a:pt x="75672" y="36091"/>
                </a:lnTo>
                <a:lnTo>
                  <a:pt x="83819" y="42838"/>
                </a:lnTo>
                <a:close/>
              </a:path>
              <a:path w="329564" h="300354">
                <a:moveTo>
                  <a:pt x="254981" y="264202"/>
                </a:moveTo>
                <a:lnTo>
                  <a:pt x="164591" y="190499"/>
                </a:lnTo>
                <a:lnTo>
                  <a:pt x="75672" y="264136"/>
                </a:lnTo>
                <a:lnTo>
                  <a:pt x="83819" y="274319"/>
                </a:lnTo>
                <a:lnTo>
                  <a:pt x="83819" y="291337"/>
                </a:lnTo>
                <a:lnTo>
                  <a:pt x="156971" y="230377"/>
                </a:lnTo>
                <a:lnTo>
                  <a:pt x="156971" y="216407"/>
                </a:lnTo>
                <a:lnTo>
                  <a:pt x="173735" y="216407"/>
                </a:lnTo>
                <a:lnTo>
                  <a:pt x="173735" y="230377"/>
                </a:lnTo>
                <a:lnTo>
                  <a:pt x="246887" y="291337"/>
                </a:lnTo>
                <a:lnTo>
                  <a:pt x="246887" y="274319"/>
                </a:lnTo>
                <a:lnTo>
                  <a:pt x="254981" y="264202"/>
                </a:lnTo>
                <a:close/>
              </a:path>
              <a:path w="329564" h="300354">
                <a:moveTo>
                  <a:pt x="88391" y="160019"/>
                </a:moveTo>
                <a:lnTo>
                  <a:pt x="88391" y="140207"/>
                </a:lnTo>
                <a:lnTo>
                  <a:pt x="76167" y="150113"/>
                </a:lnTo>
                <a:lnTo>
                  <a:pt x="88391" y="160019"/>
                </a:lnTo>
                <a:close/>
              </a:path>
              <a:path w="329564" h="300354">
                <a:moveTo>
                  <a:pt x="173735" y="83819"/>
                </a:moveTo>
                <a:lnTo>
                  <a:pt x="165353" y="76834"/>
                </a:lnTo>
                <a:lnTo>
                  <a:pt x="156971" y="83819"/>
                </a:lnTo>
                <a:lnTo>
                  <a:pt x="173735" y="83819"/>
                </a:lnTo>
                <a:close/>
              </a:path>
              <a:path w="329564" h="300354">
                <a:moveTo>
                  <a:pt x="173735" y="102272"/>
                </a:moveTo>
                <a:lnTo>
                  <a:pt x="173735" y="83819"/>
                </a:lnTo>
                <a:lnTo>
                  <a:pt x="156971" y="83819"/>
                </a:lnTo>
                <a:lnTo>
                  <a:pt x="156971" y="103417"/>
                </a:lnTo>
                <a:lnTo>
                  <a:pt x="164591" y="109727"/>
                </a:lnTo>
                <a:lnTo>
                  <a:pt x="173735" y="102272"/>
                </a:lnTo>
                <a:close/>
              </a:path>
              <a:path w="329564" h="300354">
                <a:moveTo>
                  <a:pt x="173735" y="216407"/>
                </a:moveTo>
                <a:lnTo>
                  <a:pt x="156971" y="216407"/>
                </a:lnTo>
                <a:lnTo>
                  <a:pt x="165353" y="223392"/>
                </a:lnTo>
                <a:lnTo>
                  <a:pt x="173735" y="216407"/>
                </a:lnTo>
                <a:close/>
              </a:path>
              <a:path w="329564" h="300354">
                <a:moveTo>
                  <a:pt x="165353" y="223392"/>
                </a:moveTo>
                <a:lnTo>
                  <a:pt x="156971" y="216407"/>
                </a:lnTo>
                <a:lnTo>
                  <a:pt x="156971" y="230377"/>
                </a:lnTo>
                <a:lnTo>
                  <a:pt x="165353" y="223392"/>
                </a:lnTo>
                <a:close/>
              </a:path>
              <a:path w="329564" h="300354">
                <a:moveTo>
                  <a:pt x="329183" y="88391"/>
                </a:moveTo>
                <a:lnTo>
                  <a:pt x="257555" y="0"/>
                </a:lnTo>
                <a:lnTo>
                  <a:pt x="165353" y="76834"/>
                </a:lnTo>
                <a:lnTo>
                  <a:pt x="173735" y="83819"/>
                </a:lnTo>
                <a:lnTo>
                  <a:pt x="173735" y="102272"/>
                </a:lnTo>
                <a:lnTo>
                  <a:pt x="246887" y="42625"/>
                </a:lnTo>
                <a:lnTo>
                  <a:pt x="246887" y="25907"/>
                </a:lnTo>
                <a:lnTo>
                  <a:pt x="263651" y="28955"/>
                </a:lnTo>
                <a:lnTo>
                  <a:pt x="263651" y="46862"/>
                </a:lnTo>
                <a:lnTo>
                  <a:pt x="294290" y="85160"/>
                </a:lnTo>
                <a:lnTo>
                  <a:pt x="303275" y="77723"/>
                </a:lnTo>
                <a:lnTo>
                  <a:pt x="303275" y="109754"/>
                </a:lnTo>
                <a:lnTo>
                  <a:pt x="329183" y="88391"/>
                </a:lnTo>
                <a:close/>
              </a:path>
              <a:path w="329564" h="300354">
                <a:moveTo>
                  <a:pt x="173735" y="230377"/>
                </a:moveTo>
                <a:lnTo>
                  <a:pt x="173735" y="216407"/>
                </a:lnTo>
                <a:lnTo>
                  <a:pt x="165353" y="223392"/>
                </a:lnTo>
                <a:lnTo>
                  <a:pt x="173735" y="230377"/>
                </a:lnTo>
                <a:close/>
              </a:path>
              <a:path w="329564" h="300354">
                <a:moveTo>
                  <a:pt x="303275" y="109754"/>
                </a:moveTo>
                <a:lnTo>
                  <a:pt x="303275" y="77723"/>
                </a:lnTo>
                <a:lnTo>
                  <a:pt x="301751" y="94487"/>
                </a:lnTo>
                <a:lnTo>
                  <a:pt x="294290" y="85160"/>
                </a:lnTo>
                <a:lnTo>
                  <a:pt x="214883" y="150875"/>
                </a:lnTo>
                <a:lnTo>
                  <a:pt x="242315" y="173578"/>
                </a:lnTo>
                <a:lnTo>
                  <a:pt x="242315" y="140207"/>
                </a:lnTo>
                <a:lnTo>
                  <a:pt x="254329" y="150113"/>
                </a:lnTo>
                <a:lnTo>
                  <a:pt x="303275" y="109754"/>
                </a:lnTo>
                <a:close/>
              </a:path>
              <a:path w="329564" h="300354">
                <a:moveTo>
                  <a:pt x="254329" y="150113"/>
                </a:moveTo>
                <a:lnTo>
                  <a:pt x="242315" y="140207"/>
                </a:lnTo>
                <a:lnTo>
                  <a:pt x="242315" y="160019"/>
                </a:lnTo>
                <a:lnTo>
                  <a:pt x="254329" y="150113"/>
                </a:lnTo>
                <a:close/>
              </a:path>
              <a:path w="329564" h="300354">
                <a:moveTo>
                  <a:pt x="329183" y="211835"/>
                </a:moveTo>
                <a:lnTo>
                  <a:pt x="254329" y="150113"/>
                </a:lnTo>
                <a:lnTo>
                  <a:pt x="242315" y="160019"/>
                </a:lnTo>
                <a:lnTo>
                  <a:pt x="242315" y="173578"/>
                </a:lnTo>
                <a:lnTo>
                  <a:pt x="293556" y="215984"/>
                </a:lnTo>
                <a:lnTo>
                  <a:pt x="301751" y="205739"/>
                </a:lnTo>
                <a:lnTo>
                  <a:pt x="303275" y="224027"/>
                </a:lnTo>
                <a:lnTo>
                  <a:pt x="303275" y="243807"/>
                </a:lnTo>
                <a:lnTo>
                  <a:pt x="329183" y="211835"/>
                </a:lnTo>
                <a:close/>
              </a:path>
              <a:path w="329564" h="300354">
                <a:moveTo>
                  <a:pt x="263651" y="28955"/>
                </a:moveTo>
                <a:lnTo>
                  <a:pt x="246887" y="25907"/>
                </a:lnTo>
                <a:lnTo>
                  <a:pt x="254981" y="36025"/>
                </a:lnTo>
                <a:lnTo>
                  <a:pt x="263651" y="28955"/>
                </a:lnTo>
                <a:close/>
              </a:path>
              <a:path w="329564" h="300354">
                <a:moveTo>
                  <a:pt x="254981" y="36025"/>
                </a:moveTo>
                <a:lnTo>
                  <a:pt x="246887" y="25907"/>
                </a:lnTo>
                <a:lnTo>
                  <a:pt x="246887" y="42625"/>
                </a:lnTo>
                <a:lnTo>
                  <a:pt x="254981" y="36025"/>
                </a:lnTo>
                <a:close/>
              </a:path>
              <a:path w="329564" h="300354">
                <a:moveTo>
                  <a:pt x="263651" y="271271"/>
                </a:moveTo>
                <a:lnTo>
                  <a:pt x="254981" y="264202"/>
                </a:lnTo>
                <a:lnTo>
                  <a:pt x="246887" y="274319"/>
                </a:lnTo>
                <a:lnTo>
                  <a:pt x="263651" y="271271"/>
                </a:lnTo>
                <a:close/>
              </a:path>
              <a:path w="329564" h="300354">
                <a:moveTo>
                  <a:pt x="263651" y="292705"/>
                </a:moveTo>
                <a:lnTo>
                  <a:pt x="263651" y="271271"/>
                </a:lnTo>
                <a:lnTo>
                  <a:pt x="246887" y="274319"/>
                </a:lnTo>
                <a:lnTo>
                  <a:pt x="246887" y="291337"/>
                </a:lnTo>
                <a:lnTo>
                  <a:pt x="257555" y="300227"/>
                </a:lnTo>
                <a:lnTo>
                  <a:pt x="263651" y="292705"/>
                </a:lnTo>
                <a:close/>
              </a:path>
              <a:path w="329564" h="300354">
                <a:moveTo>
                  <a:pt x="263651" y="46862"/>
                </a:moveTo>
                <a:lnTo>
                  <a:pt x="263651" y="28955"/>
                </a:lnTo>
                <a:lnTo>
                  <a:pt x="254981" y="36025"/>
                </a:lnTo>
                <a:lnTo>
                  <a:pt x="263651" y="46862"/>
                </a:lnTo>
                <a:close/>
              </a:path>
              <a:path w="329564" h="300354">
                <a:moveTo>
                  <a:pt x="303275" y="243807"/>
                </a:moveTo>
                <a:lnTo>
                  <a:pt x="303275" y="224027"/>
                </a:lnTo>
                <a:lnTo>
                  <a:pt x="293556" y="215984"/>
                </a:lnTo>
                <a:lnTo>
                  <a:pt x="254981" y="264202"/>
                </a:lnTo>
                <a:lnTo>
                  <a:pt x="263651" y="271271"/>
                </a:lnTo>
                <a:lnTo>
                  <a:pt x="263651" y="292705"/>
                </a:lnTo>
                <a:lnTo>
                  <a:pt x="303275" y="243807"/>
                </a:lnTo>
                <a:close/>
              </a:path>
              <a:path w="329564" h="300354">
                <a:moveTo>
                  <a:pt x="303275" y="224027"/>
                </a:moveTo>
                <a:lnTo>
                  <a:pt x="301751" y="205739"/>
                </a:lnTo>
                <a:lnTo>
                  <a:pt x="293556" y="215984"/>
                </a:lnTo>
                <a:lnTo>
                  <a:pt x="303275" y="224027"/>
                </a:lnTo>
                <a:close/>
              </a:path>
              <a:path w="329564" h="300354">
                <a:moveTo>
                  <a:pt x="303275" y="77723"/>
                </a:moveTo>
                <a:lnTo>
                  <a:pt x="294290" y="85160"/>
                </a:lnTo>
                <a:lnTo>
                  <a:pt x="301751" y="94487"/>
                </a:lnTo>
                <a:lnTo>
                  <a:pt x="303275" y="7772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2603824" y="5422390"/>
            <a:ext cx="1623060" cy="564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/>
            <a:r>
              <a:rPr spc="-5" dirty="0">
                <a:latin typeface="Tahoma"/>
                <a:cs typeface="Tahoma"/>
              </a:rPr>
              <a:t>Start: </a:t>
            </a:r>
            <a:r>
              <a:rPr spc="-15" dirty="0">
                <a:latin typeface="Tahoma"/>
                <a:cs typeface="Tahoma"/>
              </a:rPr>
              <a:t>Arad  </a:t>
            </a:r>
            <a:r>
              <a:rPr spc="-5" dirty="0">
                <a:latin typeface="Tahoma"/>
                <a:cs typeface="Tahoma"/>
              </a:rPr>
              <a:t>Goal:</a:t>
            </a:r>
            <a:r>
              <a:rPr spc="-55" dirty="0">
                <a:latin typeface="Tahoma"/>
                <a:cs typeface="Tahoma"/>
              </a:rPr>
              <a:t> </a:t>
            </a:r>
            <a:r>
              <a:rPr spc="-5" dirty="0">
                <a:latin typeface="Tahoma"/>
                <a:cs typeface="Tahoma"/>
              </a:rPr>
              <a:t>Bucharest</a:t>
            </a:r>
            <a:endParaRPr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152201" y="4308348"/>
            <a:ext cx="654050" cy="321945"/>
          </a:xfrm>
          <a:custGeom>
            <a:avLst/>
            <a:gdLst/>
            <a:ahLst/>
            <a:cxnLst/>
            <a:rect l="l" t="t" r="r" b="b"/>
            <a:pathLst>
              <a:path w="654050" h="321945">
                <a:moveTo>
                  <a:pt x="54863" y="103631"/>
                </a:moveTo>
                <a:lnTo>
                  <a:pt x="38099" y="85343"/>
                </a:lnTo>
                <a:lnTo>
                  <a:pt x="35051" y="86867"/>
                </a:lnTo>
                <a:lnTo>
                  <a:pt x="27431" y="94487"/>
                </a:lnTo>
                <a:lnTo>
                  <a:pt x="4571" y="134111"/>
                </a:lnTo>
                <a:lnTo>
                  <a:pt x="0" y="152399"/>
                </a:lnTo>
                <a:lnTo>
                  <a:pt x="0" y="160019"/>
                </a:lnTo>
                <a:lnTo>
                  <a:pt x="12953" y="160781"/>
                </a:lnTo>
                <a:lnTo>
                  <a:pt x="25907" y="160019"/>
                </a:lnTo>
                <a:lnTo>
                  <a:pt x="25907" y="153923"/>
                </a:lnTo>
                <a:lnTo>
                  <a:pt x="28955" y="141731"/>
                </a:lnTo>
                <a:lnTo>
                  <a:pt x="38099" y="123443"/>
                </a:lnTo>
                <a:lnTo>
                  <a:pt x="47243" y="111251"/>
                </a:lnTo>
                <a:lnTo>
                  <a:pt x="54863" y="103631"/>
                </a:lnTo>
                <a:close/>
              </a:path>
              <a:path w="654050" h="321945">
                <a:moveTo>
                  <a:pt x="54863" y="217931"/>
                </a:moveTo>
                <a:lnTo>
                  <a:pt x="51815" y="214883"/>
                </a:lnTo>
                <a:lnTo>
                  <a:pt x="47243" y="208787"/>
                </a:lnTo>
                <a:lnTo>
                  <a:pt x="41147" y="202691"/>
                </a:lnTo>
                <a:lnTo>
                  <a:pt x="38099" y="196595"/>
                </a:lnTo>
                <a:lnTo>
                  <a:pt x="33527" y="190499"/>
                </a:lnTo>
                <a:lnTo>
                  <a:pt x="30479" y="184403"/>
                </a:lnTo>
                <a:lnTo>
                  <a:pt x="25907" y="166115"/>
                </a:lnTo>
                <a:lnTo>
                  <a:pt x="25907" y="161543"/>
                </a:lnTo>
                <a:lnTo>
                  <a:pt x="12953" y="160781"/>
                </a:lnTo>
                <a:lnTo>
                  <a:pt x="0" y="161543"/>
                </a:lnTo>
                <a:lnTo>
                  <a:pt x="1523" y="170687"/>
                </a:lnTo>
                <a:lnTo>
                  <a:pt x="3047" y="178307"/>
                </a:lnTo>
                <a:lnTo>
                  <a:pt x="4571" y="187451"/>
                </a:lnTo>
                <a:lnTo>
                  <a:pt x="7619" y="196595"/>
                </a:lnTo>
                <a:lnTo>
                  <a:pt x="16763" y="211835"/>
                </a:lnTo>
                <a:lnTo>
                  <a:pt x="35051" y="234695"/>
                </a:lnTo>
                <a:lnTo>
                  <a:pt x="38099" y="236219"/>
                </a:lnTo>
                <a:lnTo>
                  <a:pt x="54863" y="217931"/>
                </a:lnTo>
                <a:close/>
              </a:path>
              <a:path w="654050" h="321945">
                <a:moveTo>
                  <a:pt x="25907" y="161543"/>
                </a:moveTo>
                <a:lnTo>
                  <a:pt x="25907" y="160019"/>
                </a:lnTo>
                <a:lnTo>
                  <a:pt x="12953" y="160781"/>
                </a:lnTo>
                <a:lnTo>
                  <a:pt x="25907" y="161543"/>
                </a:lnTo>
                <a:close/>
              </a:path>
              <a:path w="654050" h="321945">
                <a:moveTo>
                  <a:pt x="137159" y="56387"/>
                </a:moveTo>
                <a:lnTo>
                  <a:pt x="129539" y="32003"/>
                </a:lnTo>
                <a:lnTo>
                  <a:pt x="99059" y="44195"/>
                </a:lnTo>
                <a:lnTo>
                  <a:pt x="77723" y="54863"/>
                </a:lnTo>
                <a:lnTo>
                  <a:pt x="59435" y="67055"/>
                </a:lnTo>
                <a:lnTo>
                  <a:pt x="57911" y="68579"/>
                </a:lnTo>
                <a:lnTo>
                  <a:pt x="73151" y="88391"/>
                </a:lnTo>
                <a:lnTo>
                  <a:pt x="74675" y="88391"/>
                </a:lnTo>
                <a:lnTo>
                  <a:pt x="82295" y="82295"/>
                </a:lnTo>
                <a:lnTo>
                  <a:pt x="91439" y="77723"/>
                </a:lnTo>
                <a:lnTo>
                  <a:pt x="111251" y="67055"/>
                </a:lnTo>
                <a:lnTo>
                  <a:pt x="132587" y="57911"/>
                </a:lnTo>
                <a:lnTo>
                  <a:pt x="137159" y="56387"/>
                </a:lnTo>
                <a:close/>
              </a:path>
              <a:path w="654050" h="321945">
                <a:moveTo>
                  <a:pt x="234695" y="32003"/>
                </a:moveTo>
                <a:lnTo>
                  <a:pt x="230123" y="6095"/>
                </a:lnTo>
                <a:lnTo>
                  <a:pt x="201167" y="12191"/>
                </a:lnTo>
                <a:lnTo>
                  <a:pt x="173735" y="18287"/>
                </a:lnTo>
                <a:lnTo>
                  <a:pt x="153923" y="24383"/>
                </a:lnTo>
                <a:lnTo>
                  <a:pt x="161543" y="48767"/>
                </a:lnTo>
                <a:lnTo>
                  <a:pt x="181355" y="42671"/>
                </a:lnTo>
                <a:lnTo>
                  <a:pt x="207263" y="36575"/>
                </a:lnTo>
                <a:lnTo>
                  <a:pt x="234695" y="32003"/>
                </a:lnTo>
                <a:close/>
              </a:path>
              <a:path w="654050" h="321945">
                <a:moveTo>
                  <a:pt x="326897" y="12191"/>
                </a:moveTo>
                <a:lnTo>
                  <a:pt x="326135" y="0"/>
                </a:lnTo>
                <a:lnTo>
                  <a:pt x="294131" y="0"/>
                </a:lnTo>
                <a:lnTo>
                  <a:pt x="262127" y="3047"/>
                </a:lnTo>
                <a:lnTo>
                  <a:pt x="256031" y="3047"/>
                </a:lnTo>
                <a:lnTo>
                  <a:pt x="259079" y="28955"/>
                </a:lnTo>
                <a:lnTo>
                  <a:pt x="265175" y="27431"/>
                </a:lnTo>
                <a:lnTo>
                  <a:pt x="295655" y="25907"/>
                </a:lnTo>
                <a:lnTo>
                  <a:pt x="326135" y="24456"/>
                </a:lnTo>
                <a:lnTo>
                  <a:pt x="326897" y="12191"/>
                </a:lnTo>
                <a:close/>
              </a:path>
              <a:path w="654050" h="321945">
                <a:moveTo>
                  <a:pt x="327659" y="24383"/>
                </a:moveTo>
                <a:lnTo>
                  <a:pt x="326897" y="12191"/>
                </a:lnTo>
                <a:lnTo>
                  <a:pt x="326135" y="24383"/>
                </a:lnTo>
                <a:lnTo>
                  <a:pt x="326379" y="24444"/>
                </a:lnTo>
                <a:lnTo>
                  <a:pt x="327659" y="24383"/>
                </a:lnTo>
                <a:close/>
              </a:path>
              <a:path w="654050" h="321945">
                <a:moveTo>
                  <a:pt x="326379" y="24444"/>
                </a:moveTo>
                <a:lnTo>
                  <a:pt x="326135" y="24383"/>
                </a:lnTo>
                <a:lnTo>
                  <a:pt x="326379" y="24444"/>
                </a:lnTo>
                <a:close/>
              </a:path>
              <a:path w="654050" h="321945">
                <a:moveTo>
                  <a:pt x="327659" y="24764"/>
                </a:moveTo>
                <a:lnTo>
                  <a:pt x="327659" y="24383"/>
                </a:lnTo>
                <a:lnTo>
                  <a:pt x="326379" y="24444"/>
                </a:lnTo>
                <a:lnTo>
                  <a:pt x="327659" y="24764"/>
                </a:lnTo>
                <a:close/>
              </a:path>
              <a:path w="654050" h="321945">
                <a:moveTo>
                  <a:pt x="333755" y="0"/>
                </a:moveTo>
                <a:lnTo>
                  <a:pt x="327659" y="0"/>
                </a:lnTo>
                <a:lnTo>
                  <a:pt x="326897" y="12191"/>
                </a:lnTo>
                <a:lnTo>
                  <a:pt x="327659" y="24383"/>
                </a:lnTo>
                <a:lnTo>
                  <a:pt x="327659" y="24764"/>
                </a:lnTo>
                <a:lnTo>
                  <a:pt x="332231" y="25907"/>
                </a:lnTo>
                <a:lnTo>
                  <a:pt x="333755" y="0"/>
                </a:lnTo>
                <a:close/>
              </a:path>
              <a:path w="654050" h="321945">
                <a:moveTo>
                  <a:pt x="435863" y="9143"/>
                </a:moveTo>
                <a:lnTo>
                  <a:pt x="422147" y="6095"/>
                </a:lnTo>
                <a:lnTo>
                  <a:pt x="391667" y="3047"/>
                </a:lnTo>
                <a:lnTo>
                  <a:pt x="359663" y="0"/>
                </a:lnTo>
                <a:lnTo>
                  <a:pt x="358139" y="25907"/>
                </a:lnTo>
                <a:lnTo>
                  <a:pt x="388619" y="27431"/>
                </a:lnTo>
                <a:lnTo>
                  <a:pt x="419099" y="32003"/>
                </a:lnTo>
                <a:lnTo>
                  <a:pt x="432815" y="33527"/>
                </a:lnTo>
                <a:lnTo>
                  <a:pt x="435863" y="9143"/>
                </a:lnTo>
                <a:close/>
              </a:path>
              <a:path w="654050" h="321945">
                <a:moveTo>
                  <a:pt x="536447" y="36575"/>
                </a:moveTo>
                <a:lnTo>
                  <a:pt x="530351" y="33527"/>
                </a:lnTo>
                <a:lnTo>
                  <a:pt x="505967" y="25907"/>
                </a:lnTo>
                <a:lnTo>
                  <a:pt x="480059" y="18287"/>
                </a:lnTo>
                <a:lnTo>
                  <a:pt x="461771" y="13715"/>
                </a:lnTo>
                <a:lnTo>
                  <a:pt x="455675" y="38099"/>
                </a:lnTo>
                <a:lnTo>
                  <a:pt x="473963" y="42671"/>
                </a:lnTo>
                <a:lnTo>
                  <a:pt x="522731" y="57911"/>
                </a:lnTo>
                <a:lnTo>
                  <a:pt x="527303" y="60959"/>
                </a:lnTo>
                <a:lnTo>
                  <a:pt x="536447" y="36575"/>
                </a:lnTo>
                <a:close/>
              </a:path>
              <a:path w="654050" h="321945">
                <a:moveTo>
                  <a:pt x="626363" y="94487"/>
                </a:moveTo>
                <a:lnTo>
                  <a:pt x="624839" y="94487"/>
                </a:lnTo>
                <a:lnTo>
                  <a:pt x="618743" y="86867"/>
                </a:lnTo>
                <a:lnTo>
                  <a:pt x="611123" y="80771"/>
                </a:lnTo>
                <a:lnTo>
                  <a:pt x="603503" y="73151"/>
                </a:lnTo>
                <a:lnTo>
                  <a:pt x="585215" y="60959"/>
                </a:lnTo>
                <a:lnTo>
                  <a:pt x="574547" y="54863"/>
                </a:lnTo>
                <a:lnTo>
                  <a:pt x="560831" y="47243"/>
                </a:lnTo>
                <a:lnTo>
                  <a:pt x="548639" y="70103"/>
                </a:lnTo>
                <a:lnTo>
                  <a:pt x="563879" y="77723"/>
                </a:lnTo>
                <a:lnTo>
                  <a:pt x="571499" y="82295"/>
                </a:lnTo>
                <a:lnTo>
                  <a:pt x="580643" y="88391"/>
                </a:lnTo>
                <a:lnTo>
                  <a:pt x="588263" y="94487"/>
                </a:lnTo>
                <a:lnTo>
                  <a:pt x="594359" y="99059"/>
                </a:lnTo>
                <a:lnTo>
                  <a:pt x="601979" y="105155"/>
                </a:lnTo>
                <a:lnTo>
                  <a:pt x="606551" y="111251"/>
                </a:lnTo>
                <a:lnTo>
                  <a:pt x="626363" y="94487"/>
                </a:lnTo>
                <a:close/>
              </a:path>
              <a:path w="654050" h="321945">
                <a:moveTo>
                  <a:pt x="653795" y="160019"/>
                </a:moveTo>
                <a:lnTo>
                  <a:pt x="650747" y="141731"/>
                </a:lnTo>
                <a:lnTo>
                  <a:pt x="649223" y="134111"/>
                </a:lnTo>
                <a:lnTo>
                  <a:pt x="646175" y="124967"/>
                </a:lnTo>
                <a:lnTo>
                  <a:pt x="643127" y="118871"/>
                </a:lnTo>
                <a:lnTo>
                  <a:pt x="620267" y="129539"/>
                </a:lnTo>
                <a:lnTo>
                  <a:pt x="623315" y="135635"/>
                </a:lnTo>
                <a:lnTo>
                  <a:pt x="624839" y="143255"/>
                </a:lnTo>
                <a:lnTo>
                  <a:pt x="627887" y="155447"/>
                </a:lnTo>
                <a:lnTo>
                  <a:pt x="627887" y="160019"/>
                </a:lnTo>
                <a:lnTo>
                  <a:pt x="640841" y="160781"/>
                </a:lnTo>
                <a:lnTo>
                  <a:pt x="653795" y="160019"/>
                </a:lnTo>
                <a:close/>
              </a:path>
              <a:path w="654050" h="321945">
                <a:moveTo>
                  <a:pt x="653795" y="169163"/>
                </a:moveTo>
                <a:lnTo>
                  <a:pt x="653795" y="161543"/>
                </a:lnTo>
                <a:lnTo>
                  <a:pt x="640841" y="160781"/>
                </a:lnTo>
                <a:lnTo>
                  <a:pt x="627887" y="161543"/>
                </a:lnTo>
                <a:lnTo>
                  <a:pt x="627887" y="167639"/>
                </a:lnTo>
                <a:lnTo>
                  <a:pt x="624839" y="179831"/>
                </a:lnTo>
                <a:lnTo>
                  <a:pt x="621791" y="185927"/>
                </a:lnTo>
                <a:lnTo>
                  <a:pt x="620267" y="192023"/>
                </a:lnTo>
                <a:lnTo>
                  <a:pt x="643127" y="202691"/>
                </a:lnTo>
                <a:lnTo>
                  <a:pt x="646175" y="195071"/>
                </a:lnTo>
                <a:lnTo>
                  <a:pt x="649223" y="185927"/>
                </a:lnTo>
                <a:lnTo>
                  <a:pt x="652271" y="178307"/>
                </a:lnTo>
                <a:lnTo>
                  <a:pt x="653795" y="169163"/>
                </a:lnTo>
                <a:close/>
              </a:path>
              <a:path w="654050" h="321945">
                <a:moveTo>
                  <a:pt x="640841" y="160781"/>
                </a:moveTo>
                <a:lnTo>
                  <a:pt x="627887" y="160019"/>
                </a:lnTo>
                <a:lnTo>
                  <a:pt x="627887" y="161543"/>
                </a:lnTo>
                <a:lnTo>
                  <a:pt x="640841" y="160781"/>
                </a:lnTo>
                <a:close/>
              </a:path>
              <a:path w="654050" h="321945">
                <a:moveTo>
                  <a:pt x="626363" y="225551"/>
                </a:moveTo>
                <a:lnTo>
                  <a:pt x="606551" y="210311"/>
                </a:lnTo>
                <a:lnTo>
                  <a:pt x="594359" y="222503"/>
                </a:lnTo>
                <a:lnTo>
                  <a:pt x="586739" y="227075"/>
                </a:lnTo>
                <a:lnTo>
                  <a:pt x="571499" y="239267"/>
                </a:lnTo>
                <a:lnTo>
                  <a:pt x="562355" y="243839"/>
                </a:lnTo>
                <a:lnTo>
                  <a:pt x="548639" y="251459"/>
                </a:lnTo>
                <a:lnTo>
                  <a:pt x="560831" y="272795"/>
                </a:lnTo>
                <a:lnTo>
                  <a:pt x="576071" y="265175"/>
                </a:lnTo>
                <a:lnTo>
                  <a:pt x="603503" y="246887"/>
                </a:lnTo>
                <a:lnTo>
                  <a:pt x="611123" y="240791"/>
                </a:lnTo>
                <a:lnTo>
                  <a:pt x="626363" y="225551"/>
                </a:lnTo>
                <a:close/>
              </a:path>
              <a:path w="654050" h="321945">
                <a:moveTo>
                  <a:pt x="536447" y="283463"/>
                </a:moveTo>
                <a:lnTo>
                  <a:pt x="527303" y="260603"/>
                </a:lnTo>
                <a:lnTo>
                  <a:pt x="521207" y="263651"/>
                </a:lnTo>
                <a:lnTo>
                  <a:pt x="498347" y="271271"/>
                </a:lnTo>
                <a:lnTo>
                  <a:pt x="472439" y="278891"/>
                </a:lnTo>
                <a:lnTo>
                  <a:pt x="455675" y="281939"/>
                </a:lnTo>
                <a:lnTo>
                  <a:pt x="461771" y="306323"/>
                </a:lnTo>
                <a:lnTo>
                  <a:pt x="480059" y="303275"/>
                </a:lnTo>
                <a:lnTo>
                  <a:pt x="505967" y="295655"/>
                </a:lnTo>
                <a:lnTo>
                  <a:pt x="531875" y="286511"/>
                </a:lnTo>
                <a:lnTo>
                  <a:pt x="536447" y="283463"/>
                </a:lnTo>
                <a:close/>
              </a:path>
              <a:path w="654050" h="321945">
                <a:moveTo>
                  <a:pt x="435863" y="312419"/>
                </a:moveTo>
                <a:lnTo>
                  <a:pt x="432815" y="286511"/>
                </a:lnTo>
                <a:lnTo>
                  <a:pt x="417575" y="289559"/>
                </a:lnTo>
                <a:lnTo>
                  <a:pt x="388619" y="292607"/>
                </a:lnTo>
                <a:lnTo>
                  <a:pt x="358139" y="295655"/>
                </a:lnTo>
                <a:lnTo>
                  <a:pt x="358139" y="320039"/>
                </a:lnTo>
                <a:lnTo>
                  <a:pt x="359663" y="320039"/>
                </a:lnTo>
                <a:lnTo>
                  <a:pt x="391667" y="318515"/>
                </a:lnTo>
                <a:lnTo>
                  <a:pt x="422147" y="313943"/>
                </a:lnTo>
                <a:lnTo>
                  <a:pt x="435863" y="312419"/>
                </a:lnTo>
                <a:close/>
              </a:path>
              <a:path w="654050" h="321945">
                <a:moveTo>
                  <a:pt x="326897" y="308609"/>
                </a:moveTo>
                <a:lnTo>
                  <a:pt x="326135" y="295655"/>
                </a:lnTo>
                <a:lnTo>
                  <a:pt x="295655" y="295655"/>
                </a:lnTo>
                <a:lnTo>
                  <a:pt x="265175" y="292607"/>
                </a:lnTo>
                <a:lnTo>
                  <a:pt x="259079" y="292607"/>
                </a:lnTo>
                <a:lnTo>
                  <a:pt x="256031" y="316991"/>
                </a:lnTo>
                <a:lnTo>
                  <a:pt x="262127" y="318515"/>
                </a:lnTo>
                <a:lnTo>
                  <a:pt x="326135" y="321563"/>
                </a:lnTo>
                <a:lnTo>
                  <a:pt x="326897" y="308609"/>
                </a:lnTo>
                <a:close/>
              </a:path>
              <a:path w="654050" h="321945">
                <a:moveTo>
                  <a:pt x="327659" y="295655"/>
                </a:moveTo>
                <a:lnTo>
                  <a:pt x="326135" y="295655"/>
                </a:lnTo>
                <a:lnTo>
                  <a:pt x="326897" y="308609"/>
                </a:lnTo>
                <a:lnTo>
                  <a:pt x="327659" y="295655"/>
                </a:lnTo>
                <a:close/>
              </a:path>
              <a:path w="654050" h="321945">
                <a:moveTo>
                  <a:pt x="333755" y="321563"/>
                </a:moveTo>
                <a:lnTo>
                  <a:pt x="332231" y="295655"/>
                </a:lnTo>
                <a:lnTo>
                  <a:pt x="327659" y="295655"/>
                </a:lnTo>
                <a:lnTo>
                  <a:pt x="326897" y="308609"/>
                </a:lnTo>
                <a:lnTo>
                  <a:pt x="327659" y="321563"/>
                </a:lnTo>
                <a:lnTo>
                  <a:pt x="333755" y="321563"/>
                </a:lnTo>
                <a:close/>
              </a:path>
              <a:path w="654050" h="321945">
                <a:moveTo>
                  <a:pt x="234695" y="289559"/>
                </a:moveTo>
                <a:lnTo>
                  <a:pt x="207263" y="284987"/>
                </a:lnTo>
                <a:lnTo>
                  <a:pt x="179831" y="278891"/>
                </a:lnTo>
                <a:lnTo>
                  <a:pt x="161543" y="272795"/>
                </a:lnTo>
                <a:lnTo>
                  <a:pt x="153923" y="297179"/>
                </a:lnTo>
                <a:lnTo>
                  <a:pt x="173735" y="303275"/>
                </a:lnTo>
                <a:lnTo>
                  <a:pt x="202691" y="309371"/>
                </a:lnTo>
                <a:lnTo>
                  <a:pt x="230123" y="313943"/>
                </a:lnTo>
                <a:lnTo>
                  <a:pt x="234695" y="289559"/>
                </a:lnTo>
                <a:close/>
              </a:path>
              <a:path w="654050" h="321945">
                <a:moveTo>
                  <a:pt x="137159" y="265175"/>
                </a:moveTo>
                <a:lnTo>
                  <a:pt x="131063" y="262127"/>
                </a:lnTo>
                <a:lnTo>
                  <a:pt x="109727" y="252983"/>
                </a:lnTo>
                <a:lnTo>
                  <a:pt x="89915" y="243839"/>
                </a:lnTo>
                <a:lnTo>
                  <a:pt x="82295" y="237743"/>
                </a:lnTo>
                <a:lnTo>
                  <a:pt x="73151" y="233171"/>
                </a:lnTo>
                <a:lnTo>
                  <a:pt x="73151" y="231647"/>
                </a:lnTo>
                <a:lnTo>
                  <a:pt x="57911" y="252983"/>
                </a:lnTo>
                <a:lnTo>
                  <a:pt x="59435" y="254507"/>
                </a:lnTo>
                <a:lnTo>
                  <a:pt x="68579" y="260603"/>
                </a:lnTo>
                <a:lnTo>
                  <a:pt x="79247" y="265175"/>
                </a:lnTo>
                <a:lnTo>
                  <a:pt x="100583" y="277367"/>
                </a:lnTo>
                <a:lnTo>
                  <a:pt x="123443" y="286511"/>
                </a:lnTo>
                <a:lnTo>
                  <a:pt x="129539" y="289559"/>
                </a:lnTo>
                <a:lnTo>
                  <a:pt x="137159" y="2651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25335" y="95250"/>
            <a:ext cx="7104380" cy="687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4400" spc="-10" dirty="0"/>
              <a:t>Search </a:t>
            </a:r>
            <a:r>
              <a:rPr sz="4400" dirty="0"/>
              <a:t>without </a:t>
            </a:r>
            <a:r>
              <a:rPr sz="4400" spc="-15" dirty="0"/>
              <a:t>repeated</a:t>
            </a:r>
            <a:r>
              <a:rPr sz="4400" spc="-100" dirty="0"/>
              <a:t> </a:t>
            </a:r>
            <a:r>
              <a:rPr sz="4400" spc="-30" dirty="0"/>
              <a:t>states</a:t>
            </a:r>
            <a:endParaRPr sz="4400" dirty="0"/>
          </a:p>
        </p:txBody>
      </p:sp>
      <p:sp>
        <p:nvSpPr>
          <p:cNvPr id="3" name="object 3"/>
          <p:cNvSpPr/>
          <p:nvPr/>
        </p:nvSpPr>
        <p:spPr>
          <a:xfrm>
            <a:off x="4049081" y="1872997"/>
            <a:ext cx="5410200" cy="1904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283777" y="2767583"/>
            <a:ext cx="294640" cy="264160"/>
          </a:xfrm>
          <a:custGeom>
            <a:avLst/>
            <a:gdLst/>
            <a:ahLst/>
            <a:cxnLst/>
            <a:rect l="l" t="t" r="r" b="b"/>
            <a:pathLst>
              <a:path w="294639" h="264160">
                <a:moveTo>
                  <a:pt x="294131" y="68579"/>
                </a:moveTo>
                <a:lnTo>
                  <a:pt x="237743" y="0"/>
                </a:lnTo>
                <a:lnTo>
                  <a:pt x="146303" y="74675"/>
                </a:lnTo>
                <a:lnTo>
                  <a:pt x="56387" y="0"/>
                </a:lnTo>
                <a:lnTo>
                  <a:pt x="0" y="68579"/>
                </a:lnTo>
                <a:lnTo>
                  <a:pt x="77723" y="132587"/>
                </a:lnTo>
                <a:lnTo>
                  <a:pt x="77723" y="245932"/>
                </a:lnTo>
                <a:lnTo>
                  <a:pt x="146303" y="188975"/>
                </a:lnTo>
                <a:lnTo>
                  <a:pt x="216407" y="246227"/>
                </a:lnTo>
                <a:lnTo>
                  <a:pt x="216407" y="132587"/>
                </a:lnTo>
                <a:lnTo>
                  <a:pt x="294131" y="68579"/>
                </a:lnTo>
                <a:close/>
              </a:path>
              <a:path w="294639" h="264160">
                <a:moveTo>
                  <a:pt x="77723" y="245932"/>
                </a:moveTo>
                <a:lnTo>
                  <a:pt x="77723" y="132587"/>
                </a:lnTo>
                <a:lnTo>
                  <a:pt x="0" y="195071"/>
                </a:lnTo>
                <a:lnTo>
                  <a:pt x="56387" y="263651"/>
                </a:lnTo>
                <a:lnTo>
                  <a:pt x="77723" y="245932"/>
                </a:lnTo>
                <a:close/>
              </a:path>
              <a:path w="294639" h="264160">
                <a:moveTo>
                  <a:pt x="294131" y="195071"/>
                </a:moveTo>
                <a:lnTo>
                  <a:pt x="216407" y="132587"/>
                </a:lnTo>
                <a:lnTo>
                  <a:pt x="216407" y="246227"/>
                </a:lnTo>
                <a:lnTo>
                  <a:pt x="237743" y="263651"/>
                </a:lnTo>
                <a:lnTo>
                  <a:pt x="294131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65491" y="2749296"/>
            <a:ext cx="330835" cy="300355"/>
          </a:xfrm>
          <a:custGeom>
            <a:avLst/>
            <a:gdLst/>
            <a:ahLst/>
            <a:cxnLst/>
            <a:rect l="l" t="t" r="r" b="b"/>
            <a:pathLst>
              <a:path w="330835" h="300355">
                <a:moveTo>
                  <a:pt x="165353" y="76834"/>
                </a:moveTo>
                <a:lnTo>
                  <a:pt x="73151" y="0"/>
                </a:lnTo>
                <a:lnTo>
                  <a:pt x="0" y="88391"/>
                </a:lnTo>
                <a:lnTo>
                  <a:pt x="25907" y="109386"/>
                </a:lnTo>
                <a:lnTo>
                  <a:pt x="25907" y="77723"/>
                </a:lnTo>
                <a:lnTo>
                  <a:pt x="35878" y="85835"/>
                </a:lnTo>
                <a:lnTo>
                  <a:pt x="67055" y="46862"/>
                </a:lnTo>
                <a:lnTo>
                  <a:pt x="67055" y="28955"/>
                </a:lnTo>
                <a:lnTo>
                  <a:pt x="83819" y="25907"/>
                </a:lnTo>
                <a:lnTo>
                  <a:pt x="83819" y="42838"/>
                </a:lnTo>
                <a:lnTo>
                  <a:pt x="156971" y="103417"/>
                </a:lnTo>
                <a:lnTo>
                  <a:pt x="156971" y="83819"/>
                </a:lnTo>
                <a:lnTo>
                  <a:pt x="165353" y="76834"/>
                </a:lnTo>
                <a:close/>
              </a:path>
              <a:path w="330835" h="300355">
                <a:moveTo>
                  <a:pt x="88391" y="173193"/>
                </a:moveTo>
                <a:lnTo>
                  <a:pt x="88391" y="160019"/>
                </a:lnTo>
                <a:lnTo>
                  <a:pt x="76167" y="150113"/>
                </a:lnTo>
                <a:lnTo>
                  <a:pt x="0" y="211835"/>
                </a:lnTo>
                <a:lnTo>
                  <a:pt x="25907" y="243141"/>
                </a:lnTo>
                <a:lnTo>
                  <a:pt x="25907" y="224027"/>
                </a:lnTo>
                <a:lnTo>
                  <a:pt x="28955" y="205739"/>
                </a:lnTo>
                <a:lnTo>
                  <a:pt x="36616" y="215315"/>
                </a:lnTo>
                <a:lnTo>
                  <a:pt x="88391" y="173193"/>
                </a:lnTo>
                <a:close/>
              </a:path>
              <a:path w="330835" h="300355">
                <a:moveTo>
                  <a:pt x="35878" y="85835"/>
                </a:moveTo>
                <a:lnTo>
                  <a:pt x="25907" y="77723"/>
                </a:lnTo>
                <a:lnTo>
                  <a:pt x="28955" y="94487"/>
                </a:lnTo>
                <a:lnTo>
                  <a:pt x="35878" y="85835"/>
                </a:lnTo>
                <a:close/>
              </a:path>
              <a:path w="330835" h="300355">
                <a:moveTo>
                  <a:pt x="115823" y="150875"/>
                </a:moveTo>
                <a:lnTo>
                  <a:pt x="35878" y="85835"/>
                </a:lnTo>
                <a:lnTo>
                  <a:pt x="28955" y="94487"/>
                </a:lnTo>
                <a:lnTo>
                  <a:pt x="25907" y="77723"/>
                </a:lnTo>
                <a:lnTo>
                  <a:pt x="25907" y="109386"/>
                </a:lnTo>
                <a:lnTo>
                  <a:pt x="76167" y="150113"/>
                </a:lnTo>
                <a:lnTo>
                  <a:pt x="88391" y="140207"/>
                </a:lnTo>
                <a:lnTo>
                  <a:pt x="88391" y="173193"/>
                </a:lnTo>
                <a:lnTo>
                  <a:pt x="115823" y="150875"/>
                </a:lnTo>
                <a:close/>
              </a:path>
              <a:path w="330835" h="300355">
                <a:moveTo>
                  <a:pt x="36616" y="215315"/>
                </a:moveTo>
                <a:lnTo>
                  <a:pt x="28955" y="205739"/>
                </a:lnTo>
                <a:lnTo>
                  <a:pt x="25907" y="224027"/>
                </a:lnTo>
                <a:lnTo>
                  <a:pt x="36616" y="215315"/>
                </a:lnTo>
                <a:close/>
              </a:path>
              <a:path w="330835" h="300355">
                <a:moveTo>
                  <a:pt x="75672" y="264136"/>
                </a:moveTo>
                <a:lnTo>
                  <a:pt x="36616" y="215315"/>
                </a:lnTo>
                <a:lnTo>
                  <a:pt x="25907" y="224027"/>
                </a:lnTo>
                <a:lnTo>
                  <a:pt x="25907" y="243141"/>
                </a:lnTo>
                <a:lnTo>
                  <a:pt x="67055" y="292861"/>
                </a:lnTo>
                <a:lnTo>
                  <a:pt x="67055" y="271271"/>
                </a:lnTo>
                <a:lnTo>
                  <a:pt x="75672" y="264136"/>
                </a:lnTo>
                <a:close/>
              </a:path>
              <a:path w="330835" h="300355">
                <a:moveTo>
                  <a:pt x="83819" y="25907"/>
                </a:moveTo>
                <a:lnTo>
                  <a:pt x="67055" y="28955"/>
                </a:lnTo>
                <a:lnTo>
                  <a:pt x="75672" y="36091"/>
                </a:lnTo>
                <a:lnTo>
                  <a:pt x="83819" y="25907"/>
                </a:lnTo>
                <a:close/>
              </a:path>
              <a:path w="330835" h="300355">
                <a:moveTo>
                  <a:pt x="75672" y="36091"/>
                </a:moveTo>
                <a:lnTo>
                  <a:pt x="67055" y="28955"/>
                </a:lnTo>
                <a:lnTo>
                  <a:pt x="67055" y="46862"/>
                </a:lnTo>
                <a:lnTo>
                  <a:pt x="75672" y="36091"/>
                </a:lnTo>
                <a:close/>
              </a:path>
              <a:path w="330835" h="300355">
                <a:moveTo>
                  <a:pt x="83819" y="274319"/>
                </a:moveTo>
                <a:lnTo>
                  <a:pt x="75672" y="264136"/>
                </a:lnTo>
                <a:lnTo>
                  <a:pt x="67055" y="271271"/>
                </a:lnTo>
                <a:lnTo>
                  <a:pt x="83819" y="274319"/>
                </a:lnTo>
                <a:close/>
              </a:path>
              <a:path w="330835" h="300355">
                <a:moveTo>
                  <a:pt x="83819" y="291337"/>
                </a:moveTo>
                <a:lnTo>
                  <a:pt x="83819" y="274319"/>
                </a:lnTo>
                <a:lnTo>
                  <a:pt x="67055" y="271271"/>
                </a:lnTo>
                <a:lnTo>
                  <a:pt x="67055" y="292861"/>
                </a:lnTo>
                <a:lnTo>
                  <a:pt x="73151" y="300227"/>
                </a:lnTo>
                <a:lnTo>
                  <a:pt x="83819" y="291337"/>
                </a:lnTo>
                <a:close/>
              </a:path>
              <a:path w="330835" h="300355">
                <a:moveTo>
                  <a:pt x="83819" y="42838"/>
                </a:moveTo>
                <a:lnTo>
                  <a:pt x="83819" y="25907"/>
                </a:lnTo>
                <a:lnTo>
                  <a:pt x="75672" y="36091"/>
                </a:lnTo>
                <a:lnTo>
                  <a:pt x="83819" y="42838"/>
                </a:lnTo>
                <a:close/>
              </a:path>
              <a:path w="330835" h="300355">
                <a:moveTo>
                  <a:pt x="254981" y="264202"/>
                </a:moveTo>
                <a:lnTo>
                  <a:pt x="164591" y="190499"/>
                </a:lnTo>
                <a:lnTo>
                  <a:pt x="75672" y="264136"/>
                </a:lnTo>
                <a:lnTo>
                  <a:pt x="83819" y="274319"/>
                </a:lnTo>
                <a:lnTo>
                  <a:pt x="83819" y="291337"/>
                </a:lnTo>
                <a:lnTo>
                  <a:pt x="156971" y="230377"/>
                </a:lnTo>
                <a:lnTo>
                  <a:pt x="156971" y="216407"/>
                </a:lnTo>
                <a:lnTo>
                  <a:pt x="173735" y="216407"/>
                </a:lnTo>
                <a:lnTo>
                  <a:pt x="173735" y="230377"/>
                </a:lnTo>
                <a:lnTo>
                  <a:pt x="246887" y="291337"/>
                </a:lnTo>
                <a:lnTo>
                  <a:pt x="246887" y="274319"/>
                </a:lnTo>
                <a:lnTo>
                  <a:pt x="254981" y="264202"/>
                </a:lnTo>
                <a:close/>
              </a:path>
              <a:path w="330835" h="300355">
                <a:moveTo>
                  <a:pt x="88391" y="160019"/>
                </a:moveTo>
                <a:lnTo>
                  <a:pt x="88391" y="140207"/>
                </a:lnTo>
                <a:lnTo>
                  <a:pt x="76167" y="150113"/>
                </a:lnTo>
                <a:lnTo>
                  <a:pt x="88391" y="160019"/>
                </a:lnTo>
                <a:close/>
              </a:path>
              <a:path w="330835" h="300355">
                <a:moveTo>
                  <a:pt x="173735" y="83819"/>
                </a:moveTo>
                <a:lnTo>
                  <a:pt x="165353" y="76834"/>
                </a:lnTo>
                <a:lnTo>
                  <a:pt x="156971" y="83819"/>
                </a:lnTo>
                <a:lnTo>
                  <a:pt x="173735" y="83819"/>
                </a:lnTo>
                <a:close/>
              </a:path>
              <a:path w="330835" h="300355">
                <a:moveTo>
                  <a:pt x="173735" y="102272"/>
                </a:moveTo>
                <a:lnTo>
                  <a:pt x="173735" y="83819"/>
                </a:lnTo>
                <a:lnTo>
                  <a:pt x="156971" y="83819"/>
                </a:lnTo>
                <a:lnTo>
                  <a:pt x="156971" y="103417"/>
                </a:lnTo>
                <a:lnTo>
                  <a:pt x="164591" y="109727"/>
                </a:lnTo>
                <a:lnTo>
                  <a:pt x="173735" y="102272"/>
                </a:lnTo>
                <a:close/>
              </a:path>
              <a:path w="330835" h="300355">
                <a:moveTo>
                  <a:pt x="173735" y="216407"/>
                </a:moveTo>
                <a:lnTo>
                  <a:pt x="156971" y="216407"/>
                </a:lnTo>
                <a:lnTo>
                  <a:pt x="165353" y="223392"/>
                </a:lnTo>
                <a:lnTo>
                  <a:pt x="173735" y="216407"/>
                </a:lnTo>
                <a:close/>
              </a:path>
              <a:path w="330835" h="300355">
                <a:moveTo>
                  <a:pt x="165353" y="223392"/>
                </a:moveTo>
                <a:lnTo>
                  <a:pt x="156971" y="216407"/>
                </a:lnTo>
                <a:lnTo>
                  <a:pt x="156971" y="230377"/>
                </a:lnTo>
                <a:lnTo>
                  <a:pt x="165353" y="223392"/>
                </a:lnTo>
                <a:close/>
              </a:path>
              <a:path w="330835" h="300355">
                <a:moveTo>
                  <a:pt x="330707" y="88391"/>
                </a:moveTo>
                <a:lnTo>
                  <a:pt x="257555" y="0"/>
                </a:lnTo>
                <a:lnTo>
                  <a:pt x="165353" y="76834"/>
                </a:lnTo>
                <a:lnTo>
                  <a:pt x="173735" y="83819"/>
                </a:lnTo>
                <a:lnTo>
                  <a:pt x="173735" y="102272"/>
                </a:lnTo>
                <a:lnTo>
                  <a:pt x="246887" y="42625"/>
                </a:lnTo>
                <a:lnTo>
                  <a:pt x="246887" y="25907"/>
                </a:lnTo>
                <a:lnTo>
                  <a:pt x="263651" y="28955"/>
                </a:lnTo>
                <a:lnTo>
                  <a:pt x="263651" y="46862"/>
                </a:lnTo>
                <a:lnTo>
                  <a:pt x="294290" y="85160"/>
                </a:lnTo>
                <a:lnTo>
                  <a:pt x="303275" y="77723"/>
                </a:lnTo>
                <a:lnTo>
                  <a:pt x="303275" y="110621"/>
                </a:lnTo>
                <a:lnTo>
                  <a:pt x="330707" y="88391"/>
                </a:lnTo>
                <a:close/>
              </a:path>
              <a:path w="330835" h="300355">
                <a:moveTo>
                  <a:pt x="173735" y="230377"/>
                </a:moveTo>
                <a:lnTo>
                  <a:pt x="173735" y="216407"/>
                </a:lnTo>
                <a:lnTo>
                  <a:pt x="165353" y="223392"/>
                </a:lnTo>
                <a:lnTo>
                  <a:pt x="173735" y="230377"/>
                </a:lnTo>
                <a:close/>
              </a:path>
              <a:path w="330835" h="300355">
                <a:moveTo>
                  <a:pt x="303275" y="110621"/>
                </a:moveTo>
                <a:lnTo>
                  <a:pt x="303275" y="77723"/>
                </a:lnTo>
                <a:lnTo>
                  <a:pt x="301751" y="94487"/>
                </a:lnTo>
                <a:lnTo>
                  <a:pt x="294290" y="85160"/>
                </a:lnTo>
                <a:lnTo>
                  <a:pt x="214883" y="150875"/>
                </a:lnTo>
                <a:lnTo>
                  <a:pt x="242315" y="173578"/>
                </a:lnTo>
                <a:lnTo>
                  <a:pt x="242315" y="140207"/>
                </a:lnTo>
                <a:lnTo>
                  <a:pt x="254540" y="150113"/>
                </a:lnTo>
                <a:lnTo>
                  <a:pt x="303275" y="110621"/>
                </a:lnTo>
                <a:close/>
              </a:path>
              <a:path w="330835" h="300355">
                <a:moveTo>
                  <a:pt x="254540" y="150113"/>
                </a:moveTo>
                <a:lnTo>
                  <a:pt x="242315" y="140207"/>
                </a:lnTo>
                <a:lnTo>
                  <a:pt x="242315" y="160019"/>
                </a:lnTo>
                <a:lnTo>
                  <a:pt x="254540" y="150113"/>
                </a:lnTo>
                <a:close/>
              </a:path>
              <a:path w="330835" h="300355">
                <a:moveTo>
                  <a:pt x="330707" y="211835"/>
                </a:moveTo>
                <a:lnTo>
                  <a:pt x="254540" y="150113"/>
                </a:lnTo>
                <a:lnTo>
                  <a:pt x="242315" y="160019"/>
                </a:lnTo>
                <a:lnTo>
                  <a:pt x="242315" y="173578"/>
                </a:lnTo>
                <a:lnTo>
                  <a:pt x="293556" y="215984"/>
                </a:lnTo>
                <a:lnTo>
                  <a:pt x="301751" y="205739"/>
                </a:lnTo>
                <a:lnTo>
                  <a:pt x="303275" y="224027"/>
                </a:lnTo>
                <a:lnTo>
                  <a:pt x="303275" y="244982"/>
                </a:lnTo>
                <a:lnTo>
                  <a:pt x="330707" y="211835"/>
                </a:lnTo>
                <a:close/>
              </a:path>
              <a:path w="330835" h="300355">
                <a:moveTo>
                  <a:pt x="263651" y="28955"/>
                </a:moveTo>
                <a:lnTo>
                  <a:pt x="246887" y="25907"/>
                </a:lnTo>
                <a:lnTo>
                  <a:pt x="254981" y="36025"/>
                </a:lnTo>
                <a:lnTo>
                  <a:pt x="263651" y="28955"/>
                </a:lnTo>
                <a:close/>
              </a:path>
              <a:path w="330835" h="300355">
                <a:moveTo>
                  <a:pt x="254981" y="36025"/>
                </a:moveTo>
                <a:lnTo>
                  <a:pt x="246887" y="25907"/>
                </a:lnTo>
                <a:lnTo>
                  <a:pt x="246887" y="42625"/>
                </a:lnTo>
                <a:lnTo>
                  <a:pt x="254981" y="36025"/>
                </a:lnTo>
                <a:close/>
              </a:path>
              <a:path w="330835" h="300355">
                <a:moveTo>
                  <a:pt x="263651" y="271271"/>
                </a:moveTo>
                <a:lnTo>
                  <a:pt x="254981" y="264202"/>
                </a:lnTo>
                <a:lnTo>
                  <a:pt x="246887" y="274319"/>
                </a:lnTo>
                <a:lnTo>
                  <a:pt x="263651" y="271271"/>
                </a:lnTo>
                <a:close/>
              </a:path>
              <a:path w="330835" h="300355">
                <a:moveTo>
                  <a:pt x="263651" y="292861"/>
                </a:moveTo>
                <a:lnTo>
                  <a:pt x="263651" y="271271"/>
                </a:lnTo>
                <a:lnTo>
                  <a:pt x="246887" y="274319"/>
                </a:lnTo>
                <a:lnTo>
                  <a:pt x="246887" y="291337"/>
                </a:lnTo>
                <a:lnTo>
                  <a:pt x="257555" y="300227"/>
                </a:lnTo>
                <a:lnTo>
                  <a:pt x="263651" y="292861"/>
                </a:lnTo>
                <a:close/>
              </a:path>
              <a:path w="330835" h="300355">
                <a:moveTo>
                  <a:pt x="263651" y="46862"/>
                </a:moveTo>
                <a:lnTo>
                  <a:pt x="263651" y="28955"/>
                </a:lnTo>
                <a:lnTo>
                  <a:pt x="254981" y="36025"/>
                </a:lnTo>
                <a:lnTo>
                  <a:pt x="263651" y="46862"/>
                </a:lnTo>
                <a:close/>
              </a:path>
              <a:path w="330835" h="300355">
                <a:moveTo>
                  <a:pt x="303275" y="244982"/>
                </a:moveTo>
                <a:lnTo>
                  <a:pt x="303275" y="224027"/>
                </a:lnTo>
                <a:lnTo>
                  <a:pt x="293556" y="215984"/>
                </a:lnTo>
                <a:lnTo>
                  <a:pt x="254981" y="264202"/>
                </a:lnTo>
                <a:lnTo>
                  <a:pt x="263651" y="271271"/>
                </a:lnTo>
                <a:lnTo>
                  <a:pt x="263651" y="292861"/>
                </a:lnTo>
                <a:lnTo>
                  <a:pt x="303275" y="244982"/>
                </a:lnTo>
                <a:close/>
              </a:path>
              <a:path w="330835" h="300355">
                <a:moveTo>
                  <a:pt x="303275" y="224027"/>
                </a:moveTo>
                <a:lnTo>
                  <a:pt x="301751" y="205739"/>
                </a:lnTo>
                <a:lnTo>
                  <a:pt x="293556" y="215984"/>
                </a:lnTo>
                <a:lnTo>
                  <a:pt x="303275" y="224027"/>
                </a:lnTo>
                <a:close/>
              </a:path>
              <a:path w="330835" h="300355">
                <a:moveTo>
                  <a:pt x="303275" y="77723"/>
                </a:moveTo>
                <a:lnTo>
                  <a:pt x="294290" y="85160"/>
                </a:lnTo>
                <a:lnTo>
                  <a:pt x="301751" y="94487"/>
                </a:lnTo>
                <a:lnTo>
                  <a:pt x="303275" y="7772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580190" y="3224783"/>
            <a:ext cx="292735" cy="264160"/>
          </a:xfrm>
          <a:custGeom>
            <a:avLst/>
            <a:gdLst/>
            <a:ahLst/>
            <a:cxnLst/>
            <a:rect l="l" t="t" r="r" b="b"/>
            <a:pathLst>
              <a:path w="292734" h="264160">
                <a:moveTo>
                  <a:pt x="292607" y="68579"/>
                </a:moveTo>
                <a:lnTo>
                  <a:pt x="237743" y="0"/>
                </a:lnTo>
                <a:lnTo>
                  <a:pt x="146303" y="74675"/>
                </a:lnTo>
                <a:lnTo>
                  <a:pt x="54863" y="0"/>
                </a:lnTo>
                <a:lnTo>
                  <a:pt x="0" y="68579"/>
                </a:lnTo>
                <a:lnTo>
                  <a:pt x="76199" y="132587"/>
                </a:lnTo>
                <a:lnTo>
                  <a:pt x="76199" y="246227"/>
                </a:lnTo>
                <a:lnTo>
                  <a:pt x="146303" y="188975"/>
                </a:lnTo>
                <a:lnTo>
                  <a:pt x="216407" y="246227"/>
                </a:lnTo>
                <a:lnTo>
                  <a:pt x="216407" y="132587"/>
                </a:lnTo>
                <a:lnTo>
                  <a:pt x="292607" y="68579"/>
                </a:lnTo>
                <a:close/>
              </a:path>
              <a:path w="292734" h="264160">
                <a:moveTo>
                  <a:pt x="76199" y="246227"/>
                </a:moveTo>
                <a:lnTo>
                  <a:pt x="76199" y="132587"/>
                </a:lnTo>
                <a:lnTo>
                  <a:pt x="0" y="195071"/>
                </a:lnTo>
                <a:lnTo>
                  <a:pt x="54863" y="263651"/>
                </a:lnTo>
                <a:lnTo>
                  <a:pt x="76199" y="246227"/>
                </a:lnTo>
                <a:close/>
              </a:path>
              <a:path w="292734" h="264160">
                <a:moveTo>
                  <a:pt x="292607" y="195071"/>
                </a:moveTo>
                <a:lnTo>
                  <a:pt x="216407" y="132587"/>
                </a:lnTo>
                <a:lnTo>
                  <a:pt x="216407" y="246227"/>
                </a:lnTo>
                <a:lnTo>
                  <a:pt x="237743" y="263651"/>
                </a:lnTo>
                <a:lnTo>
                  <a:pt x="292607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561902" y="3206496"/>
            <a:ext cx="329565" cy="300355"/>
          </a:xfrm>
          <a:custGeom>
            <a:avLst/>
            <a:gdLst/>
            <a:ahLst/>
            <a:cxnLst/>
            <a:rect l="l" t="t" r="r" b="b"/>
            <a:pathLst>
              <a:path w="329565" h="300354">
                <a:moveTo>
                  <a:pt x="164591" y="77469"/>
                </a:moveTo>
                <a:lnTo>
                  <a:pt x="71627" y="0"/>
                </a:lnTo>
                <a:lnTo>
                  <a:pt x="0" y="88391"/>
                </a:lnTo>
                <a:lnTo>
                  <a:pt x="25907" y="109754"/>
                </a:lnTo>
                <a:lnTo>
                  <a:pt x="25907" y="77723"/>
                </a:lnTo>
                <a:lnTo>
                  <a:pt x="35017" y="85262"/>
                </a:lnTo>
                <a:lnTo>
                  <a:pt x="65531" y="48150"/>
                </a:lnTo>
                <a:lnTo>
                  <a:pt x="65531" y="28955"/>
                </a:lnTo>
                <a:lnTo>
                  <a:pt x="83819" y="25907"/>
                </a:lnTo>
                <a:lnTo>
                  <a:pt x="83819" y="43867"/>
                </a:lnTo>
                <a:lnTo>
                  <a:pt x="156971" y="103514"/>
                </a:lnTo>
                <a:lnTo>
                  <a:pt x="156971" y="83819"/>
                </a:lnTo>
                <a:lnTo>
                  <a:pt x="164591" y="77469"/>
                </a:lnTo>
                <a:close/>
              </a:path>
              <a:path w="329565" h="300354">
                <a:moveTo>
                  <a:pt x="86867" y="173578"/>
                </a:moveTo>
                <a:lnTo>
                  <a:pt x="86867" y="160019"/>
                </a:lnTo>
                <a:lnTo>
                  <a:pt x="74854" y="150113"/>
                </a:lnTo>
                <a:lnTo>
                  <a:pt x="0" y="211835"/>
                </a:lnTo>
                <a:lnTo>
                  <a:pt x="25907" y="243807"/>
                </a:lnTo>
                <a:lnTo>
                  <a:pt x="25907" y="224027"/>
                </a:lnTo>
                <a:lnTo>
                  <a:pt x="27431" y="205739"/>
                </a:lnTo>
                <a:lnTo>
                  <a:pt x="35762" y="215872"/>
                </a:lnTo>
                <a:lnTo>
                  <a:pt x="86867" y="173578"/>
                </a:lnTo>
                <a:close/>
              </a:path>
              <a:path w="329565" h="300354">
                <a:moveTo>
                  <a:pt x="35017" y="85262"/>
                </a:moveTo>
                <a:lnTo>
                  <a:pt x="25907" y="77723"/>
                </a:lnTo>
                <a:lnTo>
                  <a:pt x="27431" y="94487"/>
                </a:lnTo>
                <a:lnTo>
                  <a:pt x="35017" y="85262"/>
                </a:lnTo>
                <a:close/>
              </a:path>
              <a:path w="329565" h="300354">
                <a:moveTo>
                  <a:pt x="114299" y="150875"/>
                </a:moveTo>
                <a:lnTo>
                  <a:pt x="35017" y="85262"/>
                </a:lnTo>
                <a:lnTo>
                  <a:pt x="27431" y="94487"/>
                </a:lnTo>
                <a:lnTo>
                  <a:pt x="25907" y="77723"/>
                </a:lnTo>
                <a:lnTo>
                  <a:pt x="25907" y="109754"/>
                </a:lnTo>
                <a:lnTo>
                  <a:pt x="74854" y="150113"/>
                </a:lnTo>
                <a:lnTo>
                  <a:pt x="86867" y="140207"/>
                </a:lnTo>
                <a:lnTo>
                  <a:pt x="86867" y="173578"/>
                </a:lnTo>
                <a:lnTo>
                  <a:pt x="114299" y="150875"/>
                </a:lnTo>
                <a:close/>
              </a:path>
              <a:path w="329565" h="300354">
                <a:moveTo>
                  <a:pt x="35762" y="215872"/>
                </a:moveTo>
                <a:lnTo>
                  <a:pt x="27431" y="205739"/>
                </a:lnTo>
                <a:lnTo>
                  <a:pt x="25907" y="224027"/>
                </a:lnTo>
                <a:lnTo>
                  <a:pt x="35762" y="215872"/>
                </a:lnTo>
                <a:close/>
              </a:path>
              <a:path w="329565" h="300354">
                <a:moveTo>
                  <a:pt x="74979" y="263568"/>
                </a:moveTo>
                <a:lnTo>
                  <a:pt x="35762" y="215872"/>
                </a:lnTo>
                <a:lnTo>
                  <a:pt x="25907" y="224027"/>
                </a:lnTo>
                <a:lnTo>
                  <a:pt x="25907" y="243807"/>
                </a:lnTo>
                <a:lnTo>
                  <a:pt x="65531" y="292705"/>
                </a:lnTo>
                <a:lnTo>
                  <a:pt x="65531" y="271271"/>
                </a:lnTo>
                <a:lnTo>
                  <a:pt x="74979" y="263568"/>
                </a:lnTo>
                <a:close/>
              </a:path>
              <a:path w="329565" h="300354">
                <a:moveTo>
                  <a:pt x="83819" y="25907"/>
                </a:moveTo>
                <a:lnTo>
                  <a:pt x="65531" y="28955"/>
                </a:lnTo>
                <a:lnTo>
                  <a:pt x="74979" y="36659"/>
                </a:lnTo>
                <a:lnTo>
                  <a:pt x="83819" y="25907"/>
                </a:lnTo>
                <a:close/>
              </a:path>
              <a:path w="329565" h="300354">
                <a:moveTo>
                  <a:pt x="74979" y="36659"/>
                </a:moveTo>
                <a:lnTo>
                  <a:pt x="65531" y="28955"/>
                </a:lnTo>
                <a:lnTo>
                  <a:pt x="65531" y="48150"/>
                </a:lnTo>
                <a:lnTo>
                  <a:pt x="74979" y="36659"/>
                </a:lnTo>
                <a:close/>
              </a:path>
              <a:path w="329565" h="300354">
                <a:moveTo>
                  <a:pt x="83819" y="274319"/>
                </a:moveTo>
                <a:lnTo>
                  <a:pt x="74979" y="263568"/>
                </a:lnTo>
                <a:lnTo>
                  <a:pt x="65531" y="271271"/>
                </a:lnTo>
                <a:lnTo>
                  <a:pt x="83819" y="274319"/>
                </a:lnTo>
                <a:close/>
              </a:path>
              <a:path w="329565" h="300354">
                <a:moveTo>
                  <a:pt x="83819" y="290067"/>
                </a:moveTo>
                <a:lnTo>
                  <a:pt x="83819" y="274319"/>
                </a:lnTo>
                <a:lnTo>
                  <a:pt x="65531" y="271271"/>
                </a:lnTo>
                <a:lnTo>
                  <a:pt x="65531" y="292705"/>
                </a:lnTo>
                <a:lnTo>
                  <a:pt x="71627" y="300227"/>
                </a:lnTo>
                <a:lnTo>
                  <a:pt x="83819" y="290067"/>
                </a:lnTo>
                <a:close/>
              </a:path>
              <a:path w="329565" h="300354">
                <a:moveTo>
                  <a:pt x="86867" y="160019"/>
                </a:moveTo>
                <a:lnTo>
                  <a:pt x="86867" y="140207"/>
                </a:lnTo>
                <a:lnTo>
                  <a:pt x="74854" y="150113"/>
                </a:lnTo>
                <a:lnTo>
                  <a:pt x="86867" y="160019"/>
                </a:lnTo>
                <a:close/>
              </a:path>
              <a:path w="329565" h="300354">
                <a:moveTo>
                  <a:pt x="83819" y="43867"/>
                </a:moveTo>
                <a:lnTo>
                  <a:pt x="83819" y="25907"/>
                </a:lnTo>
                <a:lnTo>
                  <a:pt x="74979" y="36659"/>
                </a:lnTo>
                <a:lnTo>
                  <a:pt x="83819" y="43867"/>
                </a:lnTo>
                <a:close/>
              </a:path>
              <a:path w="329565" h="300354">
                <a:moveTo>
                  <a:pt x="254204" y="263568"/>
                </a:moveTo>
                <a:lnTo>
                  <a:pt x="164591" y="190499"/>
                </a:lnTo>
                <a:lnTo>
                  <a:pt x="74979" y="263568"/>
                </a:lnTo>
                <a:lnTo>
                  <a:pt x="83819" y="274319"/>
                </a:lnTo>
                <a:lnTo>
                  <a:pt x="83819" y="290067"/>
                </a:lnTo>
                <a:lnTo>
                  <a:pt x="156971" y="229107"/>
                </a:lnTo>
                <a:lnTo>
                  <a:pt x="156971" y="216407"/>
                </a:lnTo>
                <a:lnTo>
                  <a:pt x="172211" y="216407"/>
                </a:lnTo>
                <a:lnTo>
                  <a:pt x="172211" y="229107"/>
                </a:lnTo>
                <a:lnTo>
                  <a:pt x="245363" y="290067"/>
                </a:lnTo>
                <a:lnTo>
                  <a:pt x="245363" y="274319"/>
                </a:lnTo>
                <a:lnTo>
                  <a:pt x="254204" y="263568"/>
                </a:lnTo>
                <a:close/>
              </a:path>
              <a:path w="329565" h="300354">
                <a:moveTo>
                  <a:pt x="172211" y="83819"/>
                </a:moveTo>
                <a:lnTo>
                  <a:pt x="164591" y="77469"/>
                </a:lnTo>
                <a:lnTo>
                  <a:pt x="156971" y="83819"/>
                </a:lnTo>
                <a:lnTo>
                  <a:pt x="172211" y="83819"/>
                </a:lnTo>
                <a:close/>
              </a:path>
              <a:path w="329565" h="300354">
                <a:moveTo>
                  <a:pt x="172211" y="103514"/>
                </a:moveTo>
                <a:lnTo>
                  <a:pt x="172211" y="83819"/>
                </a:lnTo>
                <a:lnTo>
                  <a:pt x="156971" y="83819"/>
                </a:lnTo>
                <a:lnTo>
                  <a:pt x="156971" y="103514"/>
                </a:lnTo>
                <a:lnTo>
                  <a:pt x="164591" y="109727"/>
                </a:lnTo>
                <a:lnTo>
                  <a:pt x="172211" y="103514"/>
                </a:lnTo>
                <a:close/>
              </a:path>
              <a:path w="329565" h="300354">
                <a:moveTo>
                  <a:pt x="172211" y="216407"/>
                </a:moveTo>
                <a:lnTo>
                  <a:pt x="156971" y="216407"/>
                </a:lnTo>
                <a:lnTo>
                  <a:pt x="164591" y="222757"/>
                </a:lnTo>
                <a:lnTo>
                  <a:pt x="172211" y="216407"/>
                </a:lnTo>
                <a:close/>
              </a:path>
              <a:path w="329565" h="300354">
                <a:moveTo>
                  <a:pt x="164591" y="222757"/>
                </a:moveTo>
                <a:lnTo>
                  <a:pt x="156971" y="216407"/>
                </a:lnTo>
                <a:lnTo>
                  <a:pt x="156971" y="229107"/>
                </a:lnTo>
                <a:lnTo>
                  <a:pt x="164591" y="222757"/>
                </a:lnTo>
                <a:close/>
              </a:path>
              <a:path w="329565" h="300354">
                <a:moveTo>
                  <a:pt x="329183" y="88391"/>
                </a:moveTo>
                <a:lnTo>
                  <a:pt x="257555" y="0"/>
                </a:lnTo>
                <a:lnTo>
                  <a:pt x="164591" y="77469"/>
                </a:lnTo>
                <a:lnTo>
                  <a:pt x="172211" y="83819"/>
                </a:lnTo>
                <a:lnTo>
                  <a:pt x="172211" y="103514"/>
                </a:lnTo>
                <a:lnTo>
                  <a:pt x="245363" y="43867"/>
                </a:lnTo>
                <a:lnTo>
                  <a:pt x="245363" y="25907"/>
                </a:lnTo>
                <a:lnTo>
                  <a:pt x="263651" y="28955"/>
                </a:lnTo>
                <a:lnTo>
                  <a:pt x="263651" y="48150"/>
                </a:lnTo>
                <a:lnTo>
                  <a:pt x="294103" y="85186"/>
                </a:lnTo>
                <a:lnTo>
                  <a:pt x="303275" y="77723"/>
                </a:lnTo>
                <a:lnTo>
                  <a:pt x="303275" y="109754"/>
                </a:lnTo>
                <a:lnTo>
                  <a:pt x="329183" y="88391"/>
                </a:lnTo>
                <a:close/>
              </a:path>
              <a:path w="329565" h="300354">
                <a:moveTo>
                  <a:pt x="172211" y="229107"/>
                </a:moveTo>
                <a:lnTo>
                  <a:pt x="172211" y="216407"/>
                </a:lnTo>
                <a:lnTo>
                  <a:pt x="164591" y="222757"/>
                </a:lnTo>
                <a:lnTo>
                  <a:pt x="172211" y="229107"/>
                </a:lnTo>
                <a:close/>
              </a:path>
              <a:path w="329565" h="300354">
                <a:moveTo>
                  <a:pt x="303275" y="109754"/>
                </a:moveTo>
                <a:lnTo>
                  <a:pt x="303275" y="77723"/>
                </a:lnTo>
                <a:lnTo>
                  <a:pt x="301751" y="94487"/>
                </a:lnTo>
                <a:lnTo>
                  <a:pt x="294103" y="85186"/>
                </a:lnTo>
                <a:lnTo>
                  <a:pt x="213359" y="150875"/>
                </a:lnTo>
                <a:lnTo>
                  <a:pt x="242315" y="174433"/>
                </a:lnTo>
                <a:lnTo>
                  <a:pt x="242315" y="140207"/>
                </a:lnTo>
                <a:lnTo>
                  <a:pt x="254329" y="150113"/>
                </a:lnTo>
                <a:lnTo>
                  <a:pt x="303275" y="109754"/>
                </a:lnTo>
                <a:close/>
              </a:path>
              <a:path w="329565" h="300354">
                <a:moveTo>
                  <a:pt x="254329" y="150113"/>
                </a:moveTo>
                <a:lnTo>
                  <a:pt x="242315" y="140207"/>
                </a:lnTo>
                <a:lnTo>
                  <a:pt x="242315" y="160019"/>
                </a:lnTo>
                <a:lnTo>
                  <a:pt x="254329" y="150113"/>
                </a:lnTo>
                <a:close/>
              </a:path>
              <a:path w="329565" h="300354">
                <a:moveTo>
                  <a:pt x="329183" y="211835"/>
                </a:moveTo>
                <a:lnTo>
                  <a:pt x="254329" y="150113"/>
                </a:lnTo>
                <a:lnTo>
                  <a:pt x="242315" y="160019"/>
                </a:lnTo>
                <a:lnTo>
                  <a:pt x="242315" y="174433"/>
                </a:lnTo>
                <a:lnTo>
                  <a:pt x="293352" y="215955"/>
                </a:lnTo>
                <a:lnTo>
                  <a:pt x="301751" y="205739"/>
                </a:lnTo>
                <a:lnTo>
                  <a:pt x="303275" y="224027"/>
                </a:lnTo>
                <a:lnTo>
                  <a:pt x="303275" y="243807"/>
                </a:lnTo>
                <a:lnTo>
                  <a:pt x="329183" y="211835"/>
                </a:lnTo>
                <a:close/>
              </a:path>
              <a:path w="329565" h="300354">
                <a:moveTo>
                  <a:pt x="263651" y="28955"/>
                </a:moveTo>
                <a:lnTo>
                  <a:pt x="245363" y="25907"/>
                </a:lnTo>
                <a:lnTo>
                  <a:pt x="254204" y="36659"/>
                </a:lnTo>
                <a:lnTo>
                  <a:pt x="263651" y="28955"/>
                </a:lnTo>
                <a:close/>
              </a:path>
              <a:path w="329565" h="300354">
                <a:moveTo>
                  <a:pt x="254204" y="36659"/>
                </a:moveTo>
                <a:lnTo>
                  <a:pt x="245363" y="25907"/>
                </a:lnTo>
                <a:lnTo>
                  <a:pt x="245363" y="43867"/>
                </a:lnTo>
                <a:lnTo>
                  <a:pt x="254204" y="36659"/>
                </a:lnTo>
                <a:close/>
              </a:path>
              <a:path w="329565" h="300354">
                <a:moveTo>
                  <a:pt x="263651" y="271271"/>
                </a:moveTo>
                <a:lnTo>
                  <a:pt x="254204" y="263568"/>
                </a:lnTo>
                <a:lnTo>
                  <a:pt x="245363" y="274319"/>
                </a:lnTo>
                <a:lnTo>
                  <a:pt x="263651" y="271271"/>
                </a:lnTo>
                <a:close/>
              </a:path>
              <a:path w="329565" h="300354">
                <a:moveTo>
                  <a:pt x="263651" y="292705"/>
                </a:moveTo>
                <a:lnTo>
                  <a:pt x="263651" y="271271"/>
                </a:lnTo>
                <a:lnTo>
                  <a:pt x="245363" y="274319"/>
                </a:lnTo>
                <a:lnTo>
                  <a:pt x="245363" y="290067"/>
                </a:lnTo>
                <a:lnTo>
                  <a:pt x="257555" y="300227"/>
                </a:lnTo>
                <a:lnTo>
                  <a:pt x="263651" y="292705"/>
                </a:lnTo>
                <a:close/>
              </a:path>
              <a:path w="329565" h="300354">
                <a:moveTo>
                  <a:pt x="263651" y="48150"/>
                </a:moveTo>
                <a:lnTo>
                  <a:pt x="263651" y="28955"/>
                </a:lnTo>
                <a:lnTo>
                  <a:pt x="254204" y="36659"/>
                </a:lnTo>
                <a:lnTo>
                  <a:pt x="263651" y="48150"/>
                </a:lnTo>
                <a:close/>
              </a:path>
              <a:path w="329565" h="300354">
                <a:moveTo>
                  <a:pt x="303275" y="243807"/>
                </a:moveTo>
                <a:lnTo>
                  <a:pt x="303275" y="224027"/>
                </a:lnTo>
                <a:lnTo>
                  <a:pt x="293352" y="215955"/>
                </a:lnTo>
                <a:lnTo>
                  <a:pt x="254204" y="263568"/>
                </a:lnTo>
                <a:lnTo>
                  <a:pt x="263651" y="271271"/>
                </a:lnTo>
                <a:lnTo>
                  <a:pt x="263651" y="292705"/>
                </a:lnTo>
                <a:lnTo>
                  <a:pt x="303275" y="243807"/>
                </a:lnTo>
                <a:close/>
              </a:path>
              <a:path w="329565" h="300354">
                <a:moveTo>
                  <a:pt x="303275" y="224027"/>
                </a:moveTo>
                <a:lnTo>
                  <a:pt x="301751" y="205739"/>
                </a:lnTo>
                <a:lnTo>
                  <a:pt x="293352" y="215955"/>
                </a:lnTo>
                <a:lnTo>
                  <a:pt x="303275" y="224027"/>
                </a:lnTo>
                <a:close/>
              </a:path>
              <a:path w="329565" h="300354">
                <a:moveTo>
                  <a:pt x="303275" y="77723"/>
                </a:moveTo>
                <a:lnTo>
                  <a:pt x="294103" y="85186"/>
                </a:lnTo>
                <a:lnTo>
                  <a:pt x="301751" y="94487"/>
                </a:lnTo>
                <a:lnTo>
                  <a:pt x="303275" y="7772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664777" y="3218687"/>
            <a:ext cx="294640" cy="264160"/>
          </a:xfrm>
          <a:custGeom>
            <a:avLst/>
            <a:gdLst/>
            <a:ahLst/>
            <a:cxnLst/>
            <a:rect l="l" t="t" r="r" b="b"/>
            <a:pathLst>
              <a:path w="294639" h="264160">
                <a:moveTo>
                  <a:pt x="294131" y="68579"/>
                </a:moveTo>
                <a:lnTo>
                  <a:pt x="237743" y="0"/>
                </a:lnTo>
                <a:lnTo>
                  <a:pt x="146303" y="74675"/>
                </a:lnTo>
                <a:lnTo>
                  <a:pt x="56387" y="0"/>
                </a:lnTo>
                <a:lnTo>
                  <a:pt x="0" y="68579"/>
                </a:lnTo>
                <a:lnTo>
                  <a:pt x="77723" y="131063"/>
                </a:lnTo>
                <a:lnTo>
                  <a:pt x="77723" y="245932"/>
                </a:lnTo>
                <a:lnTo>
                  <a:pt x="146303" y="188975"/>
                </a:lnTo>
                <a:lnTo>
                  <a:pt x="216407" y="246227"/>
                </a:lnTo>
                <a:lnTo>
                  <a:pt x="216407" y="131063"/>
                </a:lnTo>
                <a:lnTo>
                  <a:pt x="294131" y="68579"/>
                </a:lnTo>
                <a:close/>
              </a:path>
              <a:path w="294639" h="264160">
                <a:moveTo>
                  <a:pt x="77723" y="245932"/>
                </a:moveTo>
                <a:lnTo>
                  <a:pt x="77723" y="131063"/>
                </a:lnTo>
                <a:lnTo>
                  <a:pt x="0" y="195071"/>
                </a:lnTo>
                <a:lnTo>
                  <a:pt x="56387" y="263651"/>
                </a:lnTo>
                <a:lnTo>
                  <a:pt x="77723" y="245932"/>
                </a:lnTo>
                <a:close/>
              </a:path>
              <a:path w="294639" h="264160">
                <a:moveTo>
                  <a:pt x="294131" y="195071"/>
                </a:moveTo>
                <a:lnTo>
                  <a:pt x="216407" y="131063"/>
                </a:lnTo>
                <a:lnTo>
                  <a:pt x="216407" y="246227"/>
                </a:lnTo>
                <a:lnTo>
                  <a:pt x="237743" y="263651"/>
                </a:lnTo>
                <a:lnTo>
                  <a:pt x="294131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646490" y="3200401"/>
            <a:ext cx="330835" cy="299085"/>
          </a:xfrm>
          <a:custGeom>
            <a:avLst/>
            <a:gdLst/>
            <a:ahLst/>
            <a:cxnLst/>
            <a:rect l="l" t="t" r="r" b="b"/>
            <a:pathLst>
              <a:path w="330835" h="299085">
                <a:moveTo>
                  <a:pt x="165353" y="75437"/>
                </a:moveTo>
                <a:lnTo>
                  <a:pt x="73151" y="0"/>
                </a:lnTo>
                <a:lnTo>
                  <a:pt x="0" y="88391"/>
                </a:lnTo>
                <a:lnTo>
                  <a:pt x="25907" y="109386"/>
                </a:lnTo>
                <a:lnTo>
                  <a:pt x="25907" y="76199"/>
                </a:lnTo>
                <a:lnTo>
                  <a:pt x="36616" y="84912"/>
                </a:lnTo>
                <a:lnTo>
                  <a:pt x="67055" y="46862"/>
                </a:lnTo>
                <a:lnTo>
                  <a:pt x="67055" y="27431"/>
                </a:lnTo>
                <a:lnTo>
                  <a:pt x="83819" y="25907"/>
                </a:lnTo>
                <a:lnTo>
                  <a:pt x="83819" y="41576"/>
                </a:lnTo>
                <a:lnTo>
                  <a:pt x="156971" y="103298"/>
                </a:lnTo>
                <a:lnTo>
                  <a:pt x="156971" y="82295"/>
                </a:lnTo>
                <a:lnTo>
                  <a:pt x="165353" y="75437"/>
                </a:lnTo>
                <a:close/>
              </a:path>
              <a:path w="330835" h="299085">
                <a:moveTo>
                  <a:pt x="88391" y="171669"/>
                </a:moveTo>
                <a:lnTo>
                  <a:pt x="88391" y="160019"/>
                </a:lnTo>
                <a:lnTo>
                  <a:pt x="76167" y="150113"/>
                </a:lnTo>
                <a:lnTo>
                  <a:pt x="0" y="211835"/>
                </a:lnTo>
                <a:lnTo>
                  <a:pt x="25907" y="242601"/>
                </a:lnTo>
                <a:lnTo>
                  <a:pt x="25907" y="222503"/>
                </a:lnTo>
                <a:lnTo>
                  <a:pt x="28955" y="205739"/>
                </a:lnTo>
                <a:lnTo>
                  <a:pt x="35972" y="214315"/>
                </a:lnTo>
                <a:lnTo>
                  <a:pt x="88391" y="171669"/>
                </a:lnTo>
                <a:close/>
              </a:path>
              <a:path w="330835" h="299085">
                <a:moveTo>
                  <a:pt x="36616" y="84912"/>
                </a:moveTo>
                <a:lnTo>
                  <a:pt x="25907" y="76199"/>
                </a:lnTo>
                <a:lnTo>
                  <a:pt x="28955" y="94487"/>
                </a:lnTo>
                <a:lnTo>
                  <a:pt x="36616" y="84912"/>
                </a:lnTo>
                <a:close/>
              </a:path>
              <a:path w="330835" h="299085">
                <a:moveTo>
                  <a:pt x="115823" y="149351"/>
                </a:moveTo>
                <a:lnTo>
                  <a:pt x="36616" y="84912"/>
                </a:lnTo>
                <a:lnTo>
                  <a:pt x="28955" y="94487"/>
                </a:lnTo>
                <a:lnTo>
                  <a:pt x="25907" y="76199"/>
                </a:lnTo>
                <a:lnTo>
                  <a:pt x="25907" y="109386"/>
                </a:lnTo>
                <a:lnTo>
                  <a:pt x="76167" y="150113"/>
                </a:lnTo>
                <a:lnTo>
                  <a:pt x="88391" y="140207"/>
                </a:lnTo>
                <a:lnTo>
                  <a:pt x="88391" y="171669"/>
                </a:lnTo>
                <a:lnTo>
                  <a:pt x="115823" y="149351"/>
                </a:lnTo>
                <a:close/>
              </a:path>
              <a:path w="330835" h="299085">
                <a:moveTo>
                  <a:pt x="35972" y="214315"/>
                </a:moveTo>
                <a:lnTo>
                  <a:pt x="28955" y="205739"/>
                </a:lnTo>
                <a:lnTo>
                  <a:pt x="25907" y="222503"/>
                </a:lnTo>
                <a:lnTo>
                  <a:pt x="35972" y="214315"/>
                </a:lnTo>
                <a:close/>
              </a:path>
              <a:path w="330835" h="299085">
                <a:moveTo>
                  <a:pt x="76305" y="263611"/>
                </a:moveTo>
                <a:lnTo>
                  <a:pt x="35972" y="214315"/>
                </a:lnTo>
                <a:lnTo>
                  <a:pt x="25907" y="222503"/>
                </a:lnTo>
                <a:lnTo>
                  <a:pt x="25907" y="242601"/>
                </a:lnTo>
                <a:lnTo>
                  <a:pt x="67055" y="291464"/>
                </a:lnTo>
                <a:lnTo>
                  <a:pt x="67055" y="271271"/>
                </a:lnTo>
                <a:lnTo>
                  <a:pt x="76305" y="263611"/>
                </a:lnTo>
                <a:close/>
              </a:path>
              <a:path w="330835" h="299085">
                <a:moveTo>
                  <a:pt x="83819" y="25907"/>
                </a:moveTo>
                <a:lnTo>
                  <a:pt x="67055" y="27431"/>
                </a:lnTo>
                <a:lnTo>
                  <a:pt x="76336" y="35262"/>
                </a:lnTo>
                <a:lnTo>
                  <a:pt x="83819" y="25907"/>
                </a:lnTo>
                <a:close/>
              </a:path>
              <a:path w="330835" h="299085">
                <a:moveTo>
                  <a:pt x="76336" y="35262"/>
                </a:moveTo>
                <a:lnTo>
                  <a:pt x="67055" y="27431"/>
                </a:lnTo>
                <a:lnTo>
                  <a:pt x="67055" y="46862"/>
                </a:lnTo>
                <a:lnTo>
                  <a:pt x="76336" y="35262"/>
                </a:lnTo>
                <a:close/>
              </a:path>
              <a:path w="330835" h="299085">
                <a:moveTo>
                  <a:pt x="83819" y="272795"/>
                </a:moveTo>
                <a:lnTo>
                  <a:pt x="76305" y="263611"/>
                </a:lnTo>
                <a:lnTo>
                  <a:pt x="67055" y="271271"/>
                </a:lnTo>
                <a:lnTo>
                  <a:pt x="83819" y="272795"/>
                </a:lnTo>
                <a:close/>
              </a:path>
              <a:path w="330835" h="299085">
                <a:moveTo>
                  <a:pt x="83819" y="289975"/>
                </a:moveTo>
                <a:lnTo>
                  <a:pt x="83819" y="272795"/>
                </a:lnTo>
                <a:lnTo>
                  <a:pt x="67055" y="271271"/>
                </a:lnTo>
                <a:lnTo>
                  <a:pt x="67055" y="291464"/>
                </a:lnTo>
                <a:lnTo>
                  <a:pt x="73151" y="298703"/>
                </a:lnTo>
                <a:lnTo>
                  <a:pt x="83819" y="289975"/>
                </a:lnTo>
                <a:close/>
              </a:path>
              <a:path w="330835" h="299085">
                <a:moveTo>
                  <a:pt x="88391" y="160019"/>
                </a:moveTo>
                <a:lnTo>
                  <a:pt x="88391" y="140207"/>
                </a:lnTo>
                <a:lnTo>
                  <a:pt x="76167" y="150113"/>
                </a:lnTo>
                <a:lnTo>
                  <a:pt x="88391" y="160019"/>
                </a:lnTo>
                <a:close/>
              </a:path>
              <a:path w="330835" h="299085">
                <a:moveTo>
                  <a:pt x="254344" y="263682"/>
                </a:moveTo>
                <a:lnTo>
                  <a:pt x="164591" y="190499"/>
                </a:lnTo>
                <a:lnTo>
                  <a:pt x="76305" y="263611"/>
                </a:lnTo>
                <a:lnTo>
                  <a:pt x="83819" y="272795"/>
                </a:lnTo>
                <a:lnTo>
                  <a:pt x="83819" y="289975"/>
                </a:lnTo>
                <a:lnTo>
                  <a:pt x="156971" y="230123"/>
                </a:lnTo>
                <a:lnTo>
                  <a:pt x="156971" y="216407"/>
                </a:lnTo>
                <a:lnTo>
                  <a:pt x="173735" y="216407"/>
                </a:lnTo>
                <a:lnTo>
                  <a:pt x="173735" y="230123"/>
                </a:lnTo>
                <a:lnTo>
                  <a:pt x="246887" y="289975"/>
                </a:lnTo>
                <a:lnTo>
                  <a:pt x="246887" y="272795"/>
                </a:lnTo>
                <a:lnTo>
                  <a:pt x="254344" y="263682"/>
                </a:lnTo>
                <a:close/>
              </a:path>
              <a:path w="330835" h="299085">
                <a:moveTo>
                  <a:pt x="83819" y="41576"/>
                </a:moveTo>
                <a:lnTo>
                  <a:pt x="83819" y="25907"/>
                </a:lnTo>
                <a:lnTo>
                  <a:pt x="76336" y="35262"/>
                </a:lnTo>
                <a:lnTo>
                  <a:pt x="83819" y="41576"/>
                </a:lnTo>
                <a:close/>
              </a:path>
              <a:path w="330835" h="299085">
                <a:moveTo>
                  <a:pt x="173735" y="82295"/>
                </a:moveTo>
                <a:lnTo>
                  <a:pt x="165353" y="75437"/>
                </a:lnTo>
                <a:lnTo>
                  <a:pt x="156971" y="82295"/>
                </a:lnTo>
                <a:lnTo>
                  <a:pt x="173735" y="82295"/>
                </a:lnTo>
                <a:close/>
              </a:path>
              <a:path w="330835" h="299085">
                <a:moveTo>
                  <a:pt x="173735" y="102131"/>
                </a:moveTo>
                <a:lnTo>
                  <a:pt x="173735" y="82295"/>
                </a:lnTo>
                <a:lnTo>
                  <a:pt x="156971" y="82295"/>
                </a:lnTo>
                <a:lnTo>
                  <a:pt x="156971" y="103298"/>
                </a:lnTo>
                <a:lnTo>
                  <a:pt x="164591" y="109727"/>
                </a:lnTo>
                <a:lnTo>
                  <a:pt x="173735" y="102131"/>
                </a:lnTo>
                <a:close/>
              </a:path>
              <a:path w="330835" h="299085">
                <a:moveTo>
                  <a:pt x="173735" y="216407"/>
                </a:moveTo>
                <a:lnTo>
                  <a:pt x="156971" y="216407"/>
                </a:lnTo>
                <a:lnTo>
                  <a:pt x="165353" y="223265"/>
                </a:lnTo>
                <a:lnTo>
                  <a:pt x="173735" y="216407"/>
                </a:lnTo>
                <a:close/>
              </a:path>
              <a:path w="330835" h="299085">
                <a:moveTo>
                  <a:pt x="165353" y="223265"/>
                </a:moveTo>
                <a:lnTo>
                  <a:pt x="156971" y="216407"/>
                </a:lnTo>
                <a:lnTo>
                  <a:pt x="156971" y="230123"/>
                </a:lnTo>
                <a:lnTo>
                  <a:pt x="165353" y="223265"/>
                </a:lnTo>
                <a:close/>
              </a:path>
              <a:path w="330835" h="299085">
                <a:moveTo>
                  <a:pt x="330707" y="88391"/>
                </a:moveTo>
                <a:lnTo>
                  <a:pt x="257555" y="0"/>
                </a:lnTo>
                <a:lnTo>
                  <a:pt x="165353" y="75437"/>
                </a:lnTo>
                <a:lnTo>
                  <a:pt x="173735" y="82295"/>
                </a:lnTo>
                <a:lnTo>
                  <a:pt x="173735" y="102131"/>
                </a:lnTo>
                <a:lnTo>
                  <a:pt x="246887" y="41359"/>
                </a:lnTo>
                <a:lnTo>
                  <a:pt x="246887" y="25907"/>
                </a:lnTo>
                <a:lnTo>
                  <a:pt x="263651" y="27431"/>
                </a:lnTo>
                <a:lnTo>
                  <a:pt x="263651" y="46862"/>
                </a:lnTo>
                <a:lnTo>
                  <a:pt x="293556" y="84243"/>
                </a:lnTo>
                <a:lnTo>
                  <a:pt x="303275" y="76199"/>
                </a:lnTo>
                <a:lnTo>
                  <a:pt x="303275" y="110621"/>
                </a:lnTo>
                <a:lnTo>
                  <a:pt x="330707" y="88391"/>
                </a:lnTo>
                <a:close/>
              </a:path>
              <a:path w="330835" h="299085">
                <a:moveTo>
                  <a:pt x="173735" y="230123"/>
                </a:moveTo>
                <a:lnTo>
                  <a:pt x="173735" y="216407"/>
                </a:lnTo>
                <a:lnTo>
                  <a:pt x="165353" y="223265"/>
                </a:lnTo>
                <a:lnTo>
                  <a:pt x="173735" y="230123"/>
                </a:lnTo>
                <a:close/>
              </a:path>
              <a:path w="330835" h="299085">
                <a:moveTo>
                  <a:pt x="303275" y="110621"/>
                </a:moveTo>
                <a:lnTo>
                  <a:pt x="303275" y="76199"/>
                </a:lnTo>
                <a:lnTo>
                  <a:pt x="301751" y="94487"/>
                </a:lnTo>
                <a:lnTo>
                  <a:pt x="293556" y="84243"/>
                </a:lnTo>
                <a:lnTo>
                  <a:pt x="214883" y="149351"/>
                </a:lnTo>
                <a:lnTo>
                  <a:pt x="242315" y="172054"/>
                </a:lnTo>
                <a:lnTo>
                  <a:pt x="242315" y="140207"/>
                </a:lnTo>
                <a:lnTo>
                  <a:pt x="254540" y="150113"/>
                </a:lnTo>
                <a:lnTo>
                  <a:pt x="303275" y="110621"/>
                </a:lnTo>
                <a:close/>
              </a:path>
              <a:path w="330835" h="299085">
                <a:moveTo>
                  <a:pt x="254540" y="150113"/>
                </a:moveTo>
                <a:lnTo>
                  <a:pt x="242315" y="140207"/>
                </a:lnTo>
                <a:lnTo>
                  <a:pt x="242315" y="160019"/>
                </a:lnTo>
                <a:lnTo>
                  <a:pt x="254540" y="150113"/>
                </a:lnTo>
                <a:close/>
              </a:path>
              <a:path w="330835" h="299085">
                <a:moveTo>
                  <a:pt x="330707" y="211835"/>
                </a:moveTo>
                <a:lnTo>
                  <a:pt x="254540" y="150113"/>
                </a:lnTo>
                <a:lnTo>
                  <a:pt x="242315" y="160019"/>
                </a:lnTo>
                <a:lnTo>
                  <a:pt x="242315" y="172054"/>
                </a:lnTo>
                <a:lnTo>
                  <a:pt x="294188" y="214983"/>
                </a:lnTo>
                <a:lnTo>
                  <a:pt x="301751" y="205739"/>
                </a:lnTo>
                <a:lnTo>
                  <a:pt x="303275" y="222503"/>
                </a:lnTo>
                <a:lnTo>
                  <a:pt x="303275" y="244411"/>
                </a:lnTo>
                <a:lnTo>
                  <a:pt x="330707" y="211835"/>
                </a:lnTo>
                <a:close/>
              </a:path>
              <a:path w="330835" h="299085">
                <a:moveTo>
                  <a:pt x="263651" y="27431"/>
                </a:moveTo>
                <a:lnTo>
                  <a:pt x="246887" y="25907"/>
                </a:lnTo>
                <a:lnTo>
                  <a:pt x="254313" y="35190"/>
                </a:lnTo>
                <a:lnTo>
                  <a:pt x="263651" y="27431"/>
                </a:lnTo>
                <a:close/>
              </a:path>
              <a:path w="330835" h="299085">
                <a:moveTo>
                  <a:pt x="254313" y="35190"/>
                </a:moveTo>
                <a:lnTo>
                  <a:pt x="246887" y="25907"/>
                </a:lnTo>
                <a:lnTo>
                  <a:pt x="246887" y="41359"/>
                </a:lnTo>
                <a:lnTo>
                  <a:pt x="254313" y="35190"/>
                </a:lnTo>
                <a:close/>
              </a:path>
              <a:path w="330835" h="299085">
                <a:moveTo>
                  <a:pt x="263651" y="271271"/>
                </a:moveTo>
                <a:lnTo>
                  <a:pt x="254344" y="263682"/>
                </a:lnTo>
                <a:lnTo>
                  <a:pt x="246887" y="272795"/>
                </a:lnTo>
                <a:lnTo>
                  <a:pt x="263651" y="271271"/>
                </a:lnTo>
                <a:close/>
              </a:path>
              <a:path w="330835" h="299085">
                <a:moveTo>
                  <a:pt x="263651" y="291464"/>
                </a:moveTo>
                <a:lnTo>
                  <a:pt x="263651" y="271271"/>
                </a:lnTo>
                <a:lnTo>
                  <a:pt x="246887" y="272795"/>
                </a:lnTo>
                <a:lnTo>
                  <a:pt x="246887" y="289975"/>
                </a:lnTo>
                <a:lnTo>
                  <a:pt x="257555" y="298703"/>
                </a:lnTo>
                <a:lnTo>
                  <a:pt x="263651" y="291464"/>
                </a:lnTo>
                <a:close/>
              </a:path>
              <a:path w="330835" h="299085">
                <a:moveTo>
                  <a:pt x="263651" y="46862"/>
                </a:moveTo>
                <a:lnTo>
                  <a:pt x="263651" y="27431"/>
                </a:lnTo>
                <a:lnTo>
                  <a:pt x="254313" y="35190"/>
                </a:lnTo>
                <a:lnTo>
                  <a:pt x="263651" y="46862"/>
                </a:lnTo>
                <a:close/>
              </a:path>
              <a:path w="330835" h="299085">
                <a:moveTo>
                  <a:pt x="303275" y="244411"/>
                </a:moveTo>
                <a:lnTo>
                  <a:pt x="303275" y="222503"/>
                </a:lnTo>
                <a:lnTo>
                  <a:pt x="294188" y="214983"/>
                </a:lnTo>
                <a:lnTo>
                  <a:pt x="254344" y="263682"/>
                </a:lnTo>
                <a:lnTo>
                  <a:pt x="263651" y="271271"/>
                </a:lnTo>
                <a:lnTo>
                  <a:pt x="263651" y="291464"/>
                </a:lnTo>
                <a:lnTo>
                  <a:pt x="303275" y="244411"/>
                </a:lnTo>
                <a:close/>
              </a:path>
              <a:path w="330835" h="299085">
                <a:moveTo>
                  <a:pt x="303275" y="76199"/>
                </a:moveTo>
                <a:lnTo>
                  <a:pt x="293556" y="84243"/>
                </a:lnTo>
                <a:lnTo>
                  <a:pt x="301751" y="94487"/>
                </a:lnTo>
                <a:lnTo>
                  <a:pt x="303275" y="76199"/>
                </a:lnTo>
                <a:close/>
              </a:path>
              <a:path w="330835" h="299085">
                <a:moveTo>
                  <a:pt x="303275" y="222503"/>
                </a:moveTo>
                <a:lnTo>
                  <a:pt x="301751" y="205739"/>
                </a:lnTo>
                <a:lnTo>
                  <a:pt x="294188" y="214983"/>
                </a:lnTo>
                <a:lnTo>
                  <a:pt x="303275" y="22250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583238" y="3642359"/>
            <a:ext cx="292735" cy="135890"/>
          </a:xfrm>
          <a:custGeom>
            <a:avLst/>
            <a:gdLst/>
            <a:ahLst/>
            <a:cxnLst/>
            <a:rect l="l" t="t" r="r" b="b"/>
            <a:pathLst>
              <a:path w="292734" h="135889">
                <a:moveTo>
                  <a:pt x="292607" y="68579"/>
                </a:moveTo>
                <a:lnTo>
                  <a:pt x="236219" y="0"/>
                </a:lnTo>
                <a:lnTo>
                  <a:pt x="146303" y="74675"/>
                </a:lnTo>
                <a:lnTo>
                  <a:pt x="54863" y="0"/>
                </a:lnTo>
                <a:lnTo>
                  <a:pt x="0" y="68579"/>
                </a:lnTo>
                <a:lnTo>
                  <a:pt x="76199" y="132587"/>
                </a:lnTo>
                <a:lnTo>
                  <a:pt x="76199" y="135636"/>
                </a:lnTo>
                <a:lnTo>
                  <a:pt x="216407" y="135636"/>
                </a:lnTo>
                <a:lnTo>
                  <a:pt x="216407" y="132587"/>
                </a:lnTo>
                <a:lnTo>
                  <a:pt x="292607" y="68579"/>
                </a:lnTo>
                <a:close/>
              </a:path>
              <a:path w="292734" h="135889">
                <a:moveTo>
                  <a:pt x="76199" y="135636"/>
                </a:moveTo>
                <a:lnTo>
                  <a:pt x="76199" y="132587"/>
                </a:lnTo>
                <a:lnTo>
                  <a:pt x="72482" y="135636"/>
                </a:lnTo>
                <a:lnTo>
                  <a:pt x="76199" y="135636"/>
                </a:lnTo>
                <a:close/>
              </a:path>
              <a:path w="292734" h="135889">
                <a:moveTo>
                  <a:pt x="220125" y="135636"/>
                </a:moveTo>
                <a:lnTo>
                  <a:pt x="216407" y="132587"/>
                </a:lnTo>
                <a:lnTo>
                  <a:pt x="216407" y="135636"/>
                </a:lnTo>
                <a:lnTo>
                  <a:pt x="220125" y="135636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564950" y="3625595"/>
            <a:ext cx="329565" cy="152400"/>
          </a:xfrm>
          <a:custGeom>
            <a:avLst/>
            <a:gdLst/>
            <a:ahLst/>
            <a:cxnLst/>
            <a:rect l="l" t="t" r="r" b="b"/>
            <a:pathLst>
              <a:path w="329565" h="152400">
                <a:moveTo>
                  <a:pt x="164591" y="76061"/>
                </a:moveTo>
                <a:lnTo>
                  <a:pt x="71627" y="0"/>
                </a:lnTo>
                <a:lnTo>
                  <a:pt x="0" y="86867"/>
                </a:lnTo>
                <a:lnTo>
                  <a:pt x="25907" y="108230"/>
                </a:lnTo>
                <a:lnTo>
                  <a:pt x="25907" y="76199"/>
                </a:lnTo>
                <a:lnTo>
                  <a:pt x="35118" y="83822"/>
                </a:lnTo>
                <a:lnTo>
                  <a:pt x="65531" y="47655"/>
                </a:lnTo>
                <a:lnTo>
                  <a:pt x="65531" y="27431"/>
                </a:lnTo>
                <a:lnTo>
                  <a:pt x="83819" y="25907"/>
                </a:lnTo>
                <a:lnTo>
                  <a:pt x="83819" y="42343"/>
                </a:lnTo>
                <a:lnTo>
                  <a:pt x="156971" y="101990"/>
                </a:lnTo>
                <a:lnTo>
                  <a:pt x="156971" y="82295"/>
                </a:lnTo>
                <a:lnTo>
                  <a:pt x="164591" y="76061"/>
                </a:lnTo>
                <a:close/>
              </a:path>
              <a:path w="329565" h="152400">
                <a:moveTo>
                  <a:pt x="35118" y="83822"/>
                </a:moveTo>
                <a:lnTo>
                  <a:pt x="25907" y="76199"/>
                </a:lnTo>
                <a:lnTo>
                  <a:pt x="27431" y="92963"/>
                </a:lnTo>
                <a:lnTo>
                  <a:pt x="35118" y="83822"/>
                </a:lnTo>
                <a:close/>
              </a:path>
              <a:path w="329565" h="152400">
                <a:moveTo>
                  <a:pt x="114299" y="149351"/>
                </a:moveTo>
                <a:lnTo>
                  <a:pt x="35118" y="83822"/>
                </a:lnTo>
                <a:lnTo>
                  <a:pt x="27431" y="92963"/>
                </a:lnTo>
                <a:lnTo>
                  <a:pt x="25907" y="76199"/>
                </a:lnTo>
                <a:lnTo>
                  <a:pt x="25907" y="108230"/>
                </a:lnTo>
                <a:lnTo>
                  <a:pt x="74854" y="148589"/>
                </a:lnTo>
                <a:lnTo>
                  <a:pt x="86867" y="138683"/>
                </a:lnTo>
                <a:lnTo>
                  <a:pt x="86867" y="152400"/>
                </a:lnTo>
                <a:lnTo>
                  <a:pt x="110616" y="152400"/>
                </a:lnTo>
                <a:lnTo>
                  <a:pt x="114299" y="149351"/>
                </a:lnTo>
                <a:close/>
              </a:path>
              <a:path w="329565" h="152400">
                <a:moveTo>
                  <a:pt x="83819" y="25907"/>
                </a:moveTo>
                <a:lnTo>
                  <a:pt x="65531" y="27431"/>
                </a:lnTo>
                <a:lnTo>
                  <a:pt x="75620" y="35658"/>
                </a:lnTo>
                <a:lnTo>
                  <a:pt x="83819" y="25907"/>
                </a:lnTo>
                <a:close/>
              </a:path>
              <a:path w="329565" h="152400">
                <a:moveTo>
                  <a:pt x="75620" y="35658"/>
                </a:moveTo>
                <a:lnTo>
                  <a:pt x="65531" y="27431"/>
                </a:lnTo>
                <a:lnTo>
                  <a:pt x="65531" y="47655"/>
                </a:lnTo>
                <a:lnTo>
                  <a:pt x="75620" y="35658"/>
                </a:lnTo>
                <a:close/>
              </a:path>
              <a:path w="329565" h="152400">
                <a:moveTo>
                  <a:pt x="79475" y="152400"/>
                </a:moveTo>
                <a:lnTo>
                  <a:pt x="74854" y="148589"/>
                </a:lnTo>
                <a:lnTo>
                  <a:pt x="70233" y="152400"/>
                </a:lnTo>
                <a:lnTo>
                  <a:pt x="79475" y="152400"/>
                </a:lnTo>
                <a:close/>
              </a:path>
              <a:path w="329565" h="152400">
                <a:moveTo>
                  <a:pt x="86867" y="152400"/>
                </a:moveTo>
                <a:lnTo>
                  <a:pt x="86867" y="138683"/>
                </a:lnTo>
                <a:lnTo>
                  <a:pt x="74854" y="148589"/>
                </a:lnTo>
                <a:lnTo>
                  <a:pt x="79475" y="152400"/>
                </a:lnTo>
                <a:lnTo>
                  <a:pt x="86867" y="152400"/>
                </a:lnTo>
                <a:close/>
              </a:path>
              <a:path w="329565" h="152400">
                <a:moveTo>
                  <a:pt x="83819" y="42343"/>
                </a:moveTo>
                <a:lnTo>
                  <a:pt x="83819" y="25907"/>
                </a:lnTo>
                <a:lnTo>
                  <a:pt x="75620" y="35658"/>
                </a:lnTo>
                <a:lnTo>
                  <a:pt x="83819" y="42343"/>
                </a:lnTo>
                <a:close/>
              </a:path>
              <a:path w="329565" h="152400">
                <a:moveTo>
                  <a:pt x="172211" y="82295"/>
                </a:moveTo>
                <a:lnTo>
                  <a:pt x="164591" y="76061"/>
                </a:lnTo>
                <a:lnTo>
                  <a:pt x="156971" y="82295"/>
                </a:lnTo>
                <a:lnTo>
                  <a:pt x="172211" y="82295"/>
                </a:lnTo>
                <a:close/>
              </a:path>
              <a:path w="329565" h="152400">
                <a:moveTo>
                  <a:pt x="172211" y="101990"/>
                </a:moveTo>
                <a:lnTo>
                  <a:pt x="172211" y="82295"/>
                </a:lnTo>
                <a:lnTo>
                  <a:pt x="156971" y="82295"/>
                </a:lnTo>
                <a:lnTo>
                  <a:pt x="156971" y="101990"/>
                </a:lnTo>
                <a:lnTo>
                  <a:pt x="164591" y="108203"/>
                </a:lnTo>
                <a:lnTo>
                  <a:pt x="172211" y="101990"/>
                </a:lnTo>
                <a:close/>
              </a:path>
              <a:path w="329565" h="152400">
                <a:moveTo>
                  <a:pt x="329183" y="86867"/>
                </a:moveTo>
                <a:lnTo>
                  <a:pt x="257555" y="0"/>
                </a:lnTo>
                <a:lnTo>
                  <a:pt x="164591" y="76061"/>
                </a:lnTo>
                <a:lnTo>
                  <a:pt x="172211" y="82295"/>
                </a:lnTo>
                <a:lnTo>
                  <a:pt x="172211" y="101990"/>
                </a:lnTo>
                <a:lnTo>
                  <a:pt x="245363" y="42343"/>
                </a:lnTo>
                <a:lnTo>
                  <a:pt x="245363" y="25907"/>
                </a:lnTo>
                <a:lnTo>
                  <a:pt x="263651" y="27431"/>
                </a:lnTo>
                <a:lnTo>
                  <a:pt x="263651" y="47655"/>
                </a:lnTo>
                <a:lnTo>
                  <a:pt x="294000" y="83746"/>
                </a:lnTo>
                <a:lnTo>
                  <a:pt x="303275" y="76199"/>
                </a:lnTo>
                <a:lnTo>
                  <a:pt x="303275" y="108230"/>
                </a:lnTo>
                <a:lnTo>
                  <a:pt x="329183" y="86867"/>
                </a:lnTo>
                <a:close/>
              </a:path>
              <a:path w="329565" h="152400">
                <a:moveTo>
                  <a:pt x="303275" y="108230"/>
                </a:moveTo>
                <a:lnTo>
                  <a:pt x="303275" y="76199"/>
                </a:lnTo>
                <a:lnTo>
                  <a:pt x="301751" y="92963"/>
                </a:lnTo>
                <a:lnTo>
                  <a:pt x="294000" y="83746"/>
                </a:lnTo>
                <a:lnTo>
                  <a:pt x="213359" y="149351"/>
                </a:lnTo>
                <a:lnTo>
                  <a:pt x="217106" y="152400"/>
                </a:lnTo>
                <a:lnTo>
                  <a:pt x="242315" y="152400"/>
                </a:lnTo>
                <a:lnTo>
                  <a:pt x="242315" y="138683"/>
                </a:lnTo>
                <a:lnTo>
                  <a:pt x="254329" y="148589"/>
                </a:lnTo>
                <a:lnTo>
                  <a:pt x="303275" y="108230"/>
                </a:lnTo>
                <a:close/>
              </a:path>
              <a:path w="329565" h="152400">
                <a:moveTo>
                  <a:pt x="263651" y="27431"/>
                </a:moveTo>
                <a:lnTo>
                  <a:pt x="245363" y="25907"/>
                </a:lnTo>
                <a:lnTo>
                  <a:pt x="253563" y="35658"/>
                </a:lnTo>
                <a:lnTo>
                  <a:pt x="263651" y="27431"/>
                </a:lnTo>
                <a:close/>
              </a:path>
              <a:path w="329565" h="152400">
                <a:moveTo>
                  <a:pt x="253563" y="35658"/>
                </a:moveTo>
                <a:lnTo>
                  <a:pt x="245363" y="25907"/>
                </a:lnTo>
                <a:lnTo>
                  <a:pt x="245363" y="42343"/>
                </a:lnTo>
                <a:lnTo>
                  <a:pt x="253563" y="35658"/>
                </a:lnTo>
                <a:close/>
              </a:path>
              <a:path w="329565" h="152400">
                <a:moveTo>
                  <a:pt x="258950" y="152400"/>
                </a:moveTo>
                <a:lnTo>
                  <a:pt x="254329" y="148589"/>
                </a:lnTo>
                <a:lnTo>
                  <a:pt x="249708" y="152400"/>
                </a:lnTo>
                <a:lnTo>
                  <a:pt x="258950" y="152400"/>
                </a:lnTo>
                <a:close/>
              </a:path>
              <a:path w="329565" h="152400">
                <a:moveTo>
                  <a:pt x="263651" y="47655"/>
                </a:moveTo>
                <a:lnTo>
                  <a:pt x="263651" y="27431"/>
                </a:lnTo>
                <a:lnTo>
                  <a:pt x="253563" y="35658"/>
                </a:lnTo>
                <a:lnTo>
                  <a:pt x="263651" y="47655"/>
                </a:lnTo>
                <a:close/>
              </a:path>
              <a:path w="329565" h="152400">
                <a:moveTo>
                  <a:pt x="303275" y="76199"/>
                </a:moveTo>
                <a:lnTo>
                  <a:pt x="294000" y="83746"/>
                </a:lnTo>
                <a:lnTo>
                  <a:pt x="301751" y="92963"/>
                </a:lnTo>
                <a:lnTo>
                  <a:pt x="303275" y="76199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350577" y="3218687"/>
            <a:ext cx="294640" cy="264160"/>
          </a:xfrm>
          <a:custGeom>
            <a:avLst/>
            <a:gdLst/>
            <a:ahLst/>
            <a:cxnLst/>
            <a:rect l="l" t="t" r="r" b="b"/>
            <a:pathLst>
              <a:path w="294639" h="264160">
                <a:moveTo>
                  <a:pt x="294131" y="68579"/>
                </a:moveTo>
                <a:lnTo>
                  <a:pt x="237743" y="0"/>
                </a:lnTo>
                <a:lnTo>
                  <a:pt x="146303" y="74675"/>
                </a:lnTo>
                <a:lnTo>
                  <a:pt x="56387" y="0"/>
                </a:lnTo>
                <a:lnTo>
                  <a:pt x="0" y="68579"/>
                </a:lnTo>
                <a:lnTo>
                  <a:pt x="77723" y="131063"/>
                </a:lnTo>
                <a:lnTo>
                  <a:pt x="77723" y="245932"/>
                </a:lnTo>
                <a:lnTo>
                  <a:pt x="146303" y="188975"/>
                </a:lnTo>
                <a:lnTo>
                  <a:pt x="216407" y="246227"/>
                </a:lnTo>
                <a:lnTo>
                  <a:pt x="216407" y="131063"/>
                </a:lnTo>
                <a:lnTo>
                  <a:pt x="294131" y="68579"/>
                </a:lnTo>
                <a:close/>
              </a:path>
              <a:path w="294639" h="264160">
                <a:moveTo>
                  <a:pt x="77723" y="245932"/>
                </a:moveTo>
                <a:lnTo>
                  <a:pt x="77723" y="131063"/>
                </a:lnTo>
                <a:lnTo>
                  <a:pt x="0" y="195071"/>
                </a:lnTo>
                <a:lnTo>
                  <a:pt x="56387" y="263651"/>
                </a:lnTo>
                <a:lnTo>
                  <a:pt x="77723" y="245932"/>
                </a:lnTo>
                <a:close/>
              </a:path>
              <a:path w="294639" h="264160">
                <a:moveTo>
                  <a:pt x="294131" y="195071"/>
                </a:moveTo>
                <a:lnTo>
                  <a:pt x="216407" y="131063"/>
                </a:lnTo>
                <a:lnTo>
                  <a:pt x="216407" y="246227"/>
                </a:lnTo>
                <a:lnTo>
                  <a:pt x="237743" y="263651"/>
                </a:lnTo>
                <a:lnTo>
                  <a:pt x="294131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332290" y="3200401"/>
            <a:ext cx="330835" cy="299085"/>
          </a:xfrm>
          <a:custGeom>
            <a:avLst/>
            <a:gdLst/>
            <a:ahLst/>
            <a:cxnLst/>
            <a:rect l="l" t="t" r="r" b="b"/>
            <a:pathLst>
              <a:path w="330835" h="299085">
                <a:moveTo>
                  <a:pt x="165353" y="75437"/>
                </a:moveTo>
                <a:lnTo>
                  <a:pt x="73151" y="0"/>
                </a:lnTo>
                <a:lnTo>
                  <a:pt x="0" y="88391"/>
                </a:lnTo>
                <a:lnTo>
                  <a:pt x="25907" y="109386"/>
                </a:lnTo>
                <a:lnTo>
                  <a:pt x="25907" y="76199"/>
                </a:lnTo>
                <a:lnTo>
                  <a:pt x="36616" y="84912"/>
                </a:lnTo>
                <a:lnTo>
                  <a:pt x="67055" y="46862"/>
                </a:lnTo>
                <a:lnTo>
                  <a:pt x="67055" y="27431"/>
                </a:lnTo>
                <a:lnTo>
                  <a:pt x="83819" y="25907"/>
                </a:lnTo>
                <a:lnTo>
                  <a:pt x="83819" y="41576"/>
                </a:lnTo>
                <a:lnTo>
                  <a:pt x="156971" y="103298"/>
                </a:lnTo>
                <a:lnTo>
                  <a:pt x="156971" y="82295"/>
                </a:lnTo>
                <a:lnTo>
                  <a:pt x="165353" y="75437"/>
                </a:lnTo>
                <a:close/>
              </a:path>
              <a:path w="330835" h="299085">
                <a:moveTo>
                  <a:pt x="88391" y="171669"/>
                </a:moveTo>
                <a:lnTo>
                  <a:pt x="88391" y="160019"/>
                </a:lnTo>
                <a:lnTo>
                  <a:pt x="76167" y="150113"/>
                </a:lnTo>
                <a:lnTo>
                  <a:pt x="0" y="211835"/>
                </a:lnTo>
                <a:lnTo>
                  <a:pt x="25907" y="242601"/>
                </a:lnTo>
                <a:lnTo>
                  <a:pt x="25907" y="222503"/>
                </a:lnTo>
                <a:lnTo>
                  <a:pt x="28955" y="205739"/>
                </a:lnTo>
                <a:lnTo>
                  <a:pt x="35972" y="214315"/>
                </a:lnTo>
                <a:lnTo>
                  <a:pt x="88391" y="171669"/>
                </a:lnTo>
                <a:close/>
              </a:path>
              <a:path w="330835" h="299085">
                <a:moveTo>
                  <a:pt x="36616" y="84912"/>
                </a:moveTo>
                <a:lnTo>
                  <a:pt x="25907" y="76199"/>
                </a:lnTo>
                <a:lnTo>
                  <a:pt x="28955" y="94487"/>
                </a:lnTo>
                <a:lnTo>
                  <a:pt x="36616" y="84912"/>
                </a:lnTo>
                <a:close/>
              </a:path>
              <a:path w="330835" h="299085">
                <a:moveTo>
                  <a:pt x="115823" y="149351"/>
                </a:moveTo>
                <a:lnTo>
                  <a:pt x="36616" y="84912"/>
                </a:lnTo>
                <a:lnTo>
                  <a:pt x="28955" y="94487"/>
                </a:lnTo>
                <a:lnTo>
                  <a:pt x="25907" y="76199"/>
                </a:lnTo>
                <a:lnTo>
                  <a:pt x="25907" y="109386"/>
                </a:lnTo>
                <a:lnTo>
                  <a:pt x="76167" y="150113"/>
                </a:lnTo>
                <a:lnTo>
                  <a:pt x="88391" y="140207"/>
                </a:lnTo>
                <a:lnTo>
                  <a:pt x="88391" y="171669"/>
                </a:lnTo>
                <a:lnTo>
                  <a:pt x="115823" y="149351"/>
                </a:lnTo>
                <a:close/>
              </a:path>
              <a:path w="330835" h="299085">
                <a:moveTo>
                  <a:pt x="35972" y="214315"/>
                </a:moveTo>
                <a:lnTo>
                  <a:pt x="28955" y="205739"/>
                </a:lnTo>
                <a:lnTo>
                  <a:pt x="25907" y="222503"/>
                </a:lnTo>
                <a:lnTo>
                  <a:pt x="35972" y="214315"/>
                </a:lnTo>
                <a:close/>
              </a:path>
              <a:path w="330835" h="299085">
                <a:moveTo>
                  <a:pt x="76305" y="263611"/>
                </a:moveTo>
                <a:lnTo>
                  <a:pt x="35972" y="214315"/>
                </a:lnTo>
                <a:lnTo>
                  <a:pt x="25907" y="222503"/>
                </a:lnTo>
                <a:lnTo>
                  <a:pt x="25907" y="242601"/>
                </a:lnTo>
                <a:lnTo>
                  <a:pt x="67055" y="291464"/>
                </a:lnTo>
                <a:lnTo>
                  <a:pt x="67055" y="271271"/>
                </a:lnTo>
                <a:lnTo>
                  <a:pt x="76305" y="263611"/>
                </a:lnTo>
                <a:close/>
              </a:path>
              <a:path w="330835" h="299085">
                <a:moveTo>
                  <a:pt x="83819" y="25907"/>
                </a:moveTo>
                <a:lnTo>
                  <a:pt x="67055" y="27431"/>
                </a:lnTo>
                <a:lnTo>
                  <a:pt x="76336" y="35262"/>
                </a:lnTo>
                <a:lnTo>
                  <a:pt x="83819" y="25907"/>
                </a:lnTo>
                <a:close/>
              </a:path>
              <a:path w="330835" h="299085">
                <a:moveTo>
                  <a:pt x="76336" y="35262"/>
                </a:moveTo>
                <a:lnTo>
                  <a:pt x="67055" y="27431"/>
                </a:lnTo>
                <a:lnTo>
                  <a:pt x="67055" y="46862"/>
                </a:lnTo>
                <a:lnTo>
                  <a:pt x="76336" y="35262"/>
                </a:lnTo>
                <a:close/>
              </a:path>
              <a:path w="330835" h="299085">
                <a:moveTo>
                  <a:pt x="83819" y="272795"/>
                </a:moveTo>
                <a:lnTo>
                  <a:pt x="76305" y="263611"/>
                </a:lnTo>
                <a:lnTo>
                  <a:pt x="67055" y="271271"/>
                </a:lnTo>
                <a:lnTo>
                  <a:pt x="83819" y="272795"/>
                </a:lnTo>
                <a:close/>
              </a:path>
              <a:path w="330835" h="299085">
                <a:moveTo>
                  <a:pt x="83819" y="289975"/>
                </a:moveTo>
                <a:lnTo>
                  <a:pt x="83819" y="272795"/>
                </a:lnTo>
                <a:lnTo>
                  <a:pt x="67055" y="271271"/>
                </a:lnTo>
                <a:lnTo>
                  <a:pt x="67055" y="291464"/>
                </a:lnTo>
                <a:lnTo>
                  <a:pt x="73151" y="298703"/>
                </a:lnTo>
                <a:lnTo>
                  <a:pt x="83819" y="289975"/>
                </a:lnTo>
                <a:close/>
              </a:path>
              <a:path w="330835" h="299085">
                <a:moveTo>
                  <a:pt x="88391" y="160019"/>
                </a:moveTo>
                <a:lnTo>
                  <a:pt x="88391" y="140207"/>
                </a:lnTo>
                <a:lnTo>
                  <a:pt x="76167" y="150113"/>
                </a:lnTo>
                <a:lnTo>
                  <a:pt x="88391" y="160019"/>
                </a:lnTo>
                <a:close/>
              </a:path>
              <a:path w="330835" h="299085">
                <a:moveTo>
                  <a:pt x="254344" y="263682"/>
                </a:moveTo>
                <a:lnTo>
                  <a:pt x="164591" y="190499"/>
                </a:lnTo>
                <a:lnTo>
                  <a:pt x="76305" y="263611"/>
                </a:lnTo>
                <a:lnTo>
                  <a:pt x="83819" y="272795"/>
                </a:lnTo>
                <a:lnTo>
                  <a:pt x="83819" y="289975"/>
                </a:lnTo>
                <a:lnTo>
                  <a:pt x="156971" y="230123"/>
                </a:lnTo>
                <a:lnTo>
                  <a:pt x="156971" y="216407"/>
                </a:lnTo>
                <a:lnTo>
                  <a:pt x="173735" y="216407"/>
                </a:lnTo>
                <a:lnTo>
                  <a:pt x="173735" y="230123"/>
                </a:lnTo>
                <a:lnTo>
                  <a:pt x="246887" y="289975"/>
                </a:lnTo>
                <a:lnTo>
                  <a:pt x="246887" y="272795"/>
                </a:lnTo>
                <a:lnTo>
                  <a:pt x="254344" y="263682"/>
                </a:lnTo>
                <a:close/>
              </a:path>
              <a:path w="330835" h="299085">
                <a:moveTo>
                  <a:pt x="83819" y="41576"/>
                </a:moveTo>
                <a:lnTo>
                  <a:pt x="83819" y="25907"/>
                </a:lnTo>
                <a:lnTo>
                  <a:pt x="76336" y="35262"/>
                </a:lnTo>
                <a:lnTo>
                  <a:pt x="83819" y="41576"/>
                </a:lnTo>
                <a:close/>
              </a:path>
              <a:path w="330835" h="299085">
                <a:moveTo>
                  <a:pt x="173735" y="82295"/>
                </a:moveTo>
                <a:lnTo>
                  <a:pt x="165353" y="75437"/>
                </a:lnTo>
                <a:lnTo>
                  <a:pt x="156971" y="82295"/>
                </a:lnTo>
                <a:lnTo>
                  <a:pt x="173735" y="82295"/>
                </a:lnTo>
                <a:close/>
              </a:path>
              <a:path w="330835" h="299085">
                <a:moveTo>
                  <a:pt x="173735" y="102131"/>
                </a:moveTo>
                <a:lnTo>
                  <a:pt x="173735" y="82295"/>
                </a:lnTo>
                <a:lnTo>
                  <a:pt x="156971" y="82295"/>
                </a:lnTo>
                <a:lnTo>
                  <a:pt x="156971" y="103298"/>
                </a:lnTo>
                <a:lnTo>
                  <a:pt x="164591" y="109727"/>
                </a:lnTo>
                <a:lnTo>
                  <a:pt x="173735" y="102131"/>
                </a:lnTo>
                <a:close/>
              </a:path>
              <a:path w="330835" h="299085">
                <a:moveTo>
                  <a:pt x="173735" y="216407"/>
                </a:moveTo>
                <a:lnTo>
                  <a:pt x="156971" y="216407"/>
                </a:lnTo>
                <a:lnTo>
                  <a:pt x="165353" y="223265"/>
                </a:lnTo>
                <a:lnTo>
                  <a:pt x="173735" y="216407"/>
                </a:lnTo>
                <a:close/>
              </a:path>
              <a:path w="330835" h="299085">
                <a:moveTo>
                  <a:pt x="165353" y="223265"/>
                </a:moveTo>
                <a:lnTo>
                  <a:pt x="156971" y="216407"/>
                </a:lnTo>
                <a:lnTo>
                  <a:pt x="156971" y="230123"/>
                </a:lnTo>
                <a:lnTo>
                  <a:pt x="165353" y="223265"/>
                </a:lnTo>
                <a:close/>
              </a:path>
              <a:path w="330835" h="299085">
                <a:moveTo>
                  <a:pt x="330707" y="88391"/>
                </a:moveTo>
                <a:lnTo>
                  <a:pt x="257555" y="0"/>
                </a:lnTo>
                <a:lnTo>
                  <a:pt x="165353" y="75437"/>
                </a:lnTo>
                <a:lnTo>
                  <a:pt x="173735" y="82295"/>
                </a:lnTo>
                <a:lnTo>
                  <a:pt x="173735" y="102131"/>
                </a:lnTo>
                <a:lnTo>
                  <a:pt x="246887" y="41359"/>
                </a:lnTo>
                <a:lnTo>
                  <a:pt x="246887" y="25907"/>
                </a:lnTo>
                <a:lnTo>
                  <a:pt x="263651" y="27431"/>
                </a:lnTo>
                <a:lnTo>
                  <a:pt x="263651" y="46862"/>
                </a:lnTo>
                <a:lnTo>
                  <a:pt x="293556" y="84243"/>
                </a:lnTo>
                <a:lnTo>
                  <a:pt x="303275" y="76199"/>
                </a:lnTo>
                <a:lnTo>
                  <a:pt x="303275" y="110621"/>
                </a:lnTo>
                <a:lnTo>
                  <a:pt x="330707" y="88391"/>
                </a:lnTo>
                <a:close/>
              </a:path>
              <a:path w="330835" h="299085">
                <a:moveTo>
                  <a:pt x="173735" y="230123"/>
                </a:moveTo>
                <a:lnTo>
                  <a:pt x="173735" y="216407"/>
                </a:lnTo>
                <a:lnTo>
                  <a:pt x="165353" y="223265"/>
                </a:lnTo>
                <a:lnTo>
                  <a:pt x="173735" y="230123"/>
                </a:lnTo>
                <a:close/>
              </a:path>
              <a:path w="330835" h="299085">
                <a:moveTo>
                  <a:pt x="303275" y="110621"/>
                </a:moveTo>
                <a:lnTo>
                  <a:pt x="303275" y="76199"/>
                </a:lnTo>
                <a:lnTo>
                  <a:pt x="301751" y="94487"/>
                </a:lnTo>
                <a:lnTo>
                  <a:pt x="293556" y="84243"/>
                </a:lnTo>
                <a:lnTo>
                  <a:pt x="214883" y="149351"/>
                </a:lnTo>
                <a:lnTo>
                  <a:pt x="242315" y="172054"/>
                </a:lnTo>
                <a:lnTo>
                  <a:pt x="242315" y="140207"/>
                </a:lnTo>
                <a:lnTo>
                  <a:pt x="254540" y="150113"/>
                </a:lnTo>
                <a:lnTo>
                  <a:pt x="303275" y="110621"/>
                </a:lnTo>
                <a:close/>
              </a:path>
              <a:path w="330835" h="299085">
                <a:moveTo>
                  <a:pt x="254540" y="150113"/>
                </a:moveTo>
                <a:lnTo>
                  <a:pt x="242315" y="140207"/>
                </a:lnTo>
                <a:lnTo>
                  <a:pt x="242315" y="160019"/>
                </a:lnTo>
                <a:lnTo>
                  <a:pt x="254540" y="150113"/>
                </a:lnTo>
                <a:close/>
              </a:path>
              <a:path w="330835" h="299085">
                <a:moveTo>
                  <a:pt x="330707" y="211835"/>
                </a:moveTo>
                <a:lnTo>
                  <a:pt x="254540" y="150113"/>
                </a:lnTo>
                <a:lnTo>
                  <a:pt x="242315" y="160019"/>
                </a:lnTo>
                <a:lnTo>
                  <a:pt x="242315" y="172054"/>
                </a:lnTo>
                <a:lnTo>
                  <a:pt x="294188" y="214983"/>
                </a:lnTo>
                <a:lnTo>
                  <a:pt x="301751" y="205739"/>
                </a:lnTo>
                <a:lnTo>
                  <a:pt x="303275" y="222503"/>
                </a:lnTo>
                <a:lnTo>
                  <a:pt x="303275" y="244411"/>
                </a:lnTo>
                <a:lnTo>
                  <a:pt x="330707" y="211835"/>
                </a:lnTo>
                <a:close/>
              </a:path>
              <a:path w="330835" h="299085">
                <a:moveTo>
                  <a:pt x="263651" y="27431"/>
                </a:moveTo>
                <a:lnTo>
                  <a:pt x="246887" y="25907"/>
                </a:lnTo>
                <a:lnTo>
                  <a:pt x="254313" y="35190"/>
                </a:lnTo>
                <a:lnTo>
                  <a:pt x="263651" y="27431"/>
                </a:lnTo>
                <a:close/>
              </a:path>
              <a:path w="330835" h="299085">
                <a:moveTo>
                  <a:pt x="254313" y="35190"/>
                </a:moveTo>
                <a:lnTo>
                  <a:pt x="246887" y="25907"/>
                </a:lnTo>
                <a:lnTo>
                  <a:pt x="246887" y="41359"/>
                </a:lnTo>
                <a:lnTo>
                  <a:pt x="254313" y="35190"/>
                </a:lnTo>
                <a:close/>
              </a:path>
              <a:path w="330835" h="299085">
                <a:moveTo>
                  <a:pt x="263651" y="271271"/>
                </a:moveTo>
                <a:lnTo>
                  <a:pt x="254344" y="263682"/>
                </a:lnTo>
                <a:lnTo>
                  <a:pt x="246887" y="272795"/>
                </a:lnTo>
                <a:lnTo>
                  <a:pt x="263651" y="271271"/>
                </a:lnTo>
                <a:close/>
              </a:path>
              <a:path w="330835" h="299085">
                <a:moveTo>
                  <a:pt x="263651" y="291464"/>
                </a:moveTo>
                <a:lnTo>
                  <a:pt x="263651" y="271271"/>
                </a:lnTo>
                <a:lnTo>
                  <a:pt x="246887" y="272795"/>
                </a:lnTo>
                <a:lnTo>
                  <a:pt x="246887" y="289975"/>
                </a:lnTo>
                <a:lnTo>
                  <a:pt x="257555" y="298703"/>
                </a:lnTo>
                <a:lnTo>
                  <a:pt x="263651" y="291464"/>
                </a:lnTo>
                <a:close/>
              </a:path>
              <a:path w="330835" h="299085">
                <a:moveTo>
                  <a:pt x="263651" y="46862"/>
                </a:moveTo>
                <a:lnTo>
                  <a:pt x="263651" y="27431"/>
                </a:lnTo>
                <a:lnTo>
                  <a:pt x="254313" y="35190"/>
                </a:lnTo>
                <a:lnTo>
                  <a:pt x="263651" y="46862"/>
                </a:lnTo>
                <a:close/>
              </a:path>
              <a:path w="330835" h="299085">
                <a:moveTo>
                  <a:pt x="303275" y="244411"/>
                </a:moveTo>
                <a:lnTo>
                  <a:pt x="303275" y="222503"/>
                </a:lnTo>
                <a:lnTo>
                  <a:pt x="294188" y="214983"/>
                </a:lnTo>
                <a:lnTo>
                  <a:pt x="254344" y="263682"/>
                </a:lnTo>
                <a:lnTo>
                  <a:pt x="263651" y="271271"/>
                </a:lnTo>
                <a:lnTo>
                  <a:pt x="263651" y="291464"/>
                </a:lnTo>
                <a:lnTo>
                  <a:pt x="303275" y="244411"/>
                </a:lnTo>
                <a:close/>
              </a:path>
              <a:path w="330835" h="299085">
                <a:moveTo>
                  <a:pt x="303275" y="76199"/>
                </a:moveTo>
                <a:lnTo>
                  <a:pt x="293556" y="84243"/>
                </a:lnTo>
                <a:lnTo>
                  <a:pt x="301751" y="94487"/>
                </a:lnTo>
                <a:lnTo>
                  <a:pt x="303275" y="76199"/>
                </a:lnTo>
                <a:close/>
              </a:path>
              <a:path w="330835" h="299085">
                <a:moveTo>
                  <a:pt x="303275" y="222503"/>
                </a:moveTo>
                <a:lnTo>
                  <a:pt x="301751" y="205739"/>
                </a:lnTo>
                <a:lnTo>
                  <a:pt x="294188" y="214983"/>
                </a:lnTo>
                <a:lnTo>
                  <a:pt x="303275" y="22250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940109" y="3642359"/>
            <a:ext cx="294640" cy="135890"/>
          </a:xfrm>
          <a:custGeom>
            <a:avLst/>
            <a:gdLst/>
            <a:ahLst/>
            <a:cxnLst/>
            <a:rect l="l" t="t" r="r" b="b"/>
            <a:pathLst>
              <a:path w="294639" h="135889">
                <a:moveTo>
                  <a:pt x="294131" y="68579"/>
                </a:moveTo>
                <a:lnTo>
                  <a:pt x="237743" y="0"/>
                </a:lnTo>
                <a:lnTo>
                  <a:pt x="146303" y="74675"/>
                </a:lnTo>
                <a:lnTo>
                  <a:pt x="56387" y="0"/>
                </a:lnTo>
                <a:lnTo>
                  <a:pt x="0" y="68579"/>
                </a:lnTo>
                <a:lnTo>
                  <a:pt x="77723" y="132587"/>
                </a:lnTo>
                <a:lnTo>
                  <a:pt x="77723" y="135636"/>
                </a:lnTo>
                <a:lnTo>
                  <a:pt x="216407" y="135636"/>
                </a:lnTo>
                <a:lnTo>
                  <a:pt x="216407" y="132587"/>
                </a:lnTo>
                <a:lnTo>
                  <a:pt x="294131" y="68579"/>
                </a:lnTo>
                <a:close/>
              </a:path>
              <a:path w="294639" h="135889">
                <a:moveTo>
                  <a:pt x="77723" y="135636"/>
                </a:moveTo>
                <a:lnTo>
                  <a:pt x="77723" y="132587"/>
                </a:lnTo>
                <a:lnTo>
                  <a:pt x="73932" y="135636"/>
                </a:lnTo>
                <a:lnTo>
                  <a:pt x="77723" y="135636"/>
                </a:lnTo>
                <a:close/>
              </a:path>
              <a:path w="294639" h="135889">
                <a:moveTo>
                  <a:pt x="220199" y="135636"/>
                </a:moveTo>
                <a:lnTo>
                  <a:pt x="216407" y="132587"/>
                </a:lnTo>
                <a:lnTo>
                  <a:pt x="216407" y="135636"/>
                </a:lnTo>
                <a:lnTo>
                  <a:pt x="220199" y="135636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921822" y="3625595"/>
            <a:ext cx="329565" cy="152400"/>
          </a:xfrm>
          <a:custGeom>
            <a:avLst/>
            <a:gdLst/>
            <a:ahLst/>
            <a:cxnLst/>
            <a:rect l="l" t="t" r="r" b="b"/>
            <a:pathLst>
              <a:path w="329564" h="152400">
                <a:moveTo>
                  <a:pt x="165353" y="75437"/>
                </a:moveTo>
                <a:lnTo>
                  <a:pt x="73151" y="0"/>
                </a:lnTo>
                <a:lnTo>
                  <a:pt x="0" y="86867"/>
                </a:lnTo>
                <a:lnTo>
                  <a:pt x="25907" y="107862"/>
                </a:lnTo>
                <a:lnTo>
                  <a:pt x="25907" y="76199"/>
                </a:lnTo>
                <a:lnTo>
                  <a:pt x="35972" y="84388"/>
                </a:lnTo>
                <a:lnTo>
                  <a:pt x="67055" y="46397"/>
                </a:lnTo>
                <a:lnTo>
                  <a:pt x="67055" y="27431"/>
                </a:lnTo>
                <a:lnTo>
                  <a:pt x="83819" y="25907"/>
                </a:lnTo>
                <a:lnTo>
                  <a:pt x="83819" y="41314"/>
                </a:lnTo>
                <a:lnTo>
                  <a:pt x="156971" y="101893"/>
                </a:lnTo>
                <a:lnTo>
                  <a:pt x="156971" y="82295"/>
                </a:lnTo>
                <a:lnTo>
                  <a:pt x="165353" y="75437"/>
                </a:lnTo>
                <a:close/>
              </a:path>
              <a:path w="329564" h="152400">
                <a:moveTo>
                  <a:pt x="35972" y="84388"/>
                </a:moveTo>
                <a:lnTo>
                  <a:pt x="25907" y="76199"/>
                </a:lnTo>
                <a:lnTo>
                  <a:pt x="28955" y="92963"/>
                </a:lnTo>
                <a:lnTo>
                  <a:pt x="35972" y="84388"/>
                </a:lnTo>
                <a:close/>
              </a:path>
              <a:path w="329564" h="152400">
                <a:moveTo>
                  <a:pt x="115823" y="149351"/>
                </a:moveTo>
                <a:lnTo>
                  <a:pt x="35972" y="84388"/>
                </a:lnTo>
                <a:lnTo>
                  <a:pt x="28955" y="92963"/>
                </a:lnTo>
                <a:lnTo>
                  <a:pt x="25907" y="76199"/>
                </a:lnTo>
                <a:lnTo>
                  <a:pt x="25907" y="107862"/>
                </a:lnTo>
                <a:lnTo>
                  <a:pt x="76167" y="148589"/>
                </a:lnTo>
                <a:lnTo>
                  <a:pt x="88391" y="138683"/>
                </a:lnTo>
                <a:lnTo>
                  <a:pt x="88391" y="152400"/>
                </a:lnTo>
                <a:lnTo>
                  <a:pt x="112077" y="152400"/>
                </a:lnTo>
                <a:lnTo>
                  <a:pt x="115823" y="149351"/>
                </a:lnTo>
                <a:close/>
              </a:path>
              <a:path w="329564" h="152400">
                <a:moveTo>
                  <a:pt x="83819" y="25907"/>
                </a:moveTo>
                <a:lnTo>
                  <a:pt x="67055" y="27431"/>
                </a:lnTo>
                <a:lnTo>
                  <a:pt x="76305" y="35092"/>
                </a:lnTo>
                <a:lnTo>
                  <a:pt x="83819" y="25907"/>
                </a:lnTo>
                <a:close/>
              </a:path>
              <a:path w="329564" h="152400">
                <a:moveTo>
                  <a:pt x="76305" y="35092"/>
                </a:moveTo>
                <a:lnTo>
                  <a:pt x="67055" y="27431"/>
                </a:lnTo>
                <a:lnTo>
                  <a:pt x="67055" y="46397"/>
                </a:lnTo>
                <a:lnTo>
                  <a:pt x="76305" y="35092"/>
                </a:lnTo>
                <a:close/>
              </a:path>
              <a:path w="329564" h="152400">
                <a:moveTo>
                  <a:pt x="80869" y="152400"/>
                </a:moveTo>
                <a:lnTo>
                  <a:pt x="76167" y="148589"/>
                </a:lnTo>
                <a:lnTo>
                  <a:pt x="71465" y="152400"/>
                </a:lnTo>
                <a:lnTo>
                  <a:pt x="80869" y="152400"/>
                </a:lnTo>
                <a:close/>
              </a:path>
              <a:path w="329564" h="152400">
                <a:moveTo>
                  <a:pt x="88391" y="152400"/>
                </a:moveTo>
                <a:lnTo>
                  <a:pt x="88391" y="138683"/>
                </a:lnTo>
                <a:lnTo>
                  <a:pt x="76167" y="148589"/>
                </a:lnTo>
                <a:lnTo>
                  <a:pt x="80869" y="152400"/>
                </a:lnTo>
                <a:lnTo>
                  <a:pt x="88391" y="152400"/>
                </a:lnTo>
                <a:close/>
              </a:path>
              <a:path w="329564" h="152400">
                <a:moveTo>
                  <a:pt x="83819" y="41314"/>
                </a:moveTo>
                <a:lnTo>
                  <a:pt x="83819" y="25907"/>
                </a:lnTo>
                <a:lnTo>
                  <a:pt x="76305" y="35092"/>
                </a:lnTo>
                <a:lnTo>
                  <a:pt x="83819" y="41314"/>
                </a:lnTo>
                <a:close/>
              </a:path>
              <a:path w="329564" h="152400">
                <a:moveTo>
                  <a:pt x="173735" y="82295"/>
                </a:moveTo>
                <a:lnTo>
                  <a:pt x="165353" y="75437"/>
                </a:lnTo>
                <a:lnTo>
                  <a:pt x="156971" y="82295"/>
                </a:lnTo>
                <a:lnTo>
                  <a:pt x="173735" y="82295"/>
                </a:lnTo>
                <a:close/>
              </a:path>
              <a:path w="329564" h="152400">
                <a:moveTo>
                  <a:pt x="173735" y="100748"/>
                </a:moveTo>
                <a:lnTo>
                  <a:pt x="173735" y="82295"/>
                </a:lnTo>
                <a:lnTo>
                  <a:pt x="156971" y="82295"/>
                </a:lnTo>
                <a:lnTo>
                  <a:pt x="156971" y="101893"/>
                </a:lnTo>
                <a:lnTo>
                  <a:pt x="164591" y="108203"/>
                </a:lnTo>
                <a:lnTo>
                  <a:pt x="173735" y="100748"/>
                </a:lnTo>
                <a:close/>
              </a:path>
              <a:path w="329564" h="152400">
                <a:moveTo>
                  <a:pt x="329183" y="86867"/>
                </a:moveTo>
                <a:lnTo>
                  <a:pt x="257555" y="0"/>
                </a:lnTo>
                <a:lnTo>
                  <a:pt x="165353" y="75437"/>
                </a:lnTo>
                <a:lnTo>
                  <a:pt x="173735" y="82295"/>
                </a:lnTo>
                <a:lnTo>
                  <a:pt x="173735" y="100748"/>
                </a:lnTo>
                <a:lnTo>
                  <a:pt x="246887" y="41101"/>
                </a:lnTo>
                <a:lnTo>
                  <a:pt x="246887" y="25907"/>
                </a:lnTo>
                <a:lnTo>
                  <a:pt x="263651" y="27431"/>
                </a:lnTo>
                <a:lnTo>
                  <a:pt x="263651" y="46397"/>
                </a:lnTo>
                <a:lnTo>
                  <a:pt x="294188" y="83720"/>
                </a:lnTo>
                <a:lnTo>
                  <a:pt x="303275" y="76199"/>
                </a:lnTo>
                <a:lnTo>
                  <a:pt x="303275" y="108230"/>
                </a:lnTo>
                <a:lnTo>
                  <a:pt x="329183" y="86867"/>
                </a:lnTo>
                <a:close/>
              </a:path>
              <a:path w="329564" h="152400">
                <a:moveTo>
                  <a:pt x="303275" y="108230"/>
                </a:moveTo>
                <a:lnTo>
                  <a:pt x="303275" y="76199"/>
                </a:lnTo>
                <a:lnTo>
                  <a:pt x="301751" y="92963"/>
                </a:lnTo>
                <a:lnTo>
                  <a:pt x="294188" y="83720"/>
                </a:lnTo>
                <a:lnTo>
                  <a:pt x="214883" y="149351"/>
                </a:lnTo>
                <a:lnTo>
                  <a:pt x="218567" y="152400"/>
                </a:lnTo>
                <a:lnTo>
                  <a:pt x="242315" y="152400"/>
                </a:lnTo>
                <a:lnTo>
                  <a:pt x="242315" y="138683"/>
                </a:lnTo>
                <a:lnTo>
                  <a:pt x="254329" y="148589"/>
                </a:lnTo>
                <a:lnTo>
                  <a:pt x="303275" y="108230"/>
                </a:lnTo>
                <a:close/>
              </a:path>
              <a:path w="329564" h="152400">
                <a:moveTo>
                  <a:pt x="263651" y="27431"/>
                </a:moveTo>
                <a:lnTo>
                  <a:pt x="246887" y="25907"/>
                </a:lnTo>
                <a:lnTo>
                  <a:pt x="254344" y="35021"/>
                </a:lnTo>
                <a:lnTo>
                  <a:pt x="263651" y="27431"/>
                </a:lnTo>
                <a:close/>
              </a:path>
              <a:path w="329564" h="152400">
                <a:moveTo>
                  <a:pt x="254344" y="35021"/>
                </a:moveTo>
                <a:lnTo>
                  <a:pt x="246887" y="25907"/>
                </a:lnTo>
                <a:lnTo>
                  <a:pt x="246887" y="41101"/>
                </a:lnTo>
                <a:lnTo>
                  <a:pt x="254344" y="35021"/>
                </a:lnTo>
                <a:close/>
              </a:path>
              <a:path w="329564" h="152400">
                <a:moveTo>
                  <a:pt x="258950" y="152400"/>
                </a:moveTo>
                <a:lnTo>
                  <a:pt x="254329" y="148589"/>
                </a:lnTo>
                <a:lnTo>
                  <a:pt x="249708" y="152400"/>
                </a:lnTo>
                <a:lnTo>
                  <a:pt x="258950" y="152400"/>
                </a:lnTo>
                <a:close/>
              </a:path>
              <a:path w="329564" h="152400">
                <a:moveTo>
                  <a:pt x="263651" y="46397"/>
                </a:moveTo>
                <a:lnTo>
                  <a:pt x="263651" y="27431"/>
                </a:lnTo>
                <a:lnTo>
                  <a:pt x="254344" y="35021"/>
                </a:lnTo>
                <a:lnTo>
                  <a:pt x="263651" y="46397"/>
                </a:lnTo>
                <a:close/>
              </a:path>
              <a:path w="329564" h="152400">
                <a:moveTo>
                  <a:pt x="303275" y="76199"/>
                </a:moveTo>
                <a:lnTo>
                  <a:pt x="294188" y="83720"/>
                </a:lnTo>
                <a:lnTo>
                  <a:pt x="301751" y="92963"/>
                </a:lnTo>
                <a:lnTo>
                  <a:pt x="303275" y="76199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049081" y="3777995"/>
            <a:ext cx="5410200" cy="3154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725482" y="4311397"/>
            <a:ext cx="5334000" cy="261518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227891" y="6204203"/>
            <a:ext cx="711835" cy="407034"/>
          </a:xfrm>
          <a:custGeom>
            <a:avLst/>
            <a:gdLst/>
            <a:ahLst/>
            <a:cxnLst/>
            <a:rect l="l" t="t" r="r" b="b"/>
            <a:pathLst>
              <a:path w="711834" h="407034">
                <a:moveTo>
                  <a:pt x="47243" y="140207"/>
                </a:moveTo>
                <a:lnTo>
                  <a:pt x="27431" y="124967"/>
                </a:lnTo>
                <a:lnTo>
                  <a:pt x="22859" y="131063"/>
                </a:lnTo>
                <a:lnTo>
                  <a:pt x="16763" y="140207"/>
                </a:lnTo>
                <a:lnTo>
                  <a:pt x="7619" y="161543"/>
                </a:lnTo>
                <a:lnTo>
                  <a:pt x="1523" y="182879"/>
                </a:lnTo>
                <a:lnTo>
                  <a:pt x="0" y="193547"/>
                </a:lnTo>
                <a:lnTo>
                  <a:pt x="0" y="202691"/>
                </a:lnTo>
                <a:lnTo>
                  <a:pt x="25907" y="204215"/>
                </a:lnTo>
                <a:lnTo>
                  <a:pt x="25907" y="193547"/>
                </a:lnTo>
                <a:lnTo>
                  <a:pt x="27431" y="185927"/>
                </a:lnTo>
                <a:lnTo>
                  <a:pt x="28955" y="176783"/>
                </a:lnTo>
                <a:lnTo>
                  <a:pt x="32003" y="169163"/>
                </a:lnTo>
                <a:lnTo>
                  <a:pt x="35051" y="160019"/>
                </a:lnTo>
                <a:lnTo>
                  <a:pt x="44195" y="144779"/>
                </a:lnTo>
                <a:lnTo>
                  <a:pt x="47243" y="140207"/>
                </a:lnTo>
                <a:close/>
              </a:path>
              <a:path w="711834" h="407034">
                <a:moveTo>
                  <a:pt x="120395" y="79247"/>
                </a:moveTo>
                <a:lnTo>
                  <a:pt x="109727" y="56387"/>
                </a:lnTo>
                <a:lnTo>
                  <a:pt x="94487" y="64007"/>
                </a:lnTo>
                <a:lnTo>
                  <a:pt x="62483" y="86867"/>
                </a:lnTo>
                <a:lnTo>
                  <a:pt x="44195" y="105155"/>
                </a:lnTo>
                <a:lnTo>
                  <a:pt x="62483" y="121919"/>
                </a:lnTo>
                <a:lnTo>
                  <a:pt x="64007" y="121919"/>
                </a:lnTo>
                <a:lnTo>
                  <a:pt x="79247" y="106679"/>
                </a:lnTo>
                <a:lnTo>
                  <a:pt x="88391" y="99059"/>
                </a:lnTo>
                <a:lnTo>
                  <a:pt x="99059" y="92963"/>
                </a:lnTo>
                <a:lnTo>
                  <a:pt x="108203" y="85343"/>
                </a:lnTo>
                <a:lnTo>
                  <a:pt x="120395" y="79247"/>
                </a:lnTo>
                <a:close/>
              </a:path>
              <a:path w="711834" h="407034">
                <a:moveTo>
                  <a:pt x="211835" y="44195"/>
                </a:moveTo>
                <a:lnTo>
                  <a:pt x="205739" y="19811"/>
                </a:lnTo>
                <a:lnTo>
                  <a:pt x="188975" y="24383"/>
                </a:lnTo>
                <a:lnTo>
                  <a:pt x="158495" y="33527"/>
                </a:lnTo>
                <a:lnTo>
                  <a:pt x="132587" y="45719"/>
                </a:lnTo>
                <a:lnTo>
                  <a:pt x="131063" y="45719"/>
                </a:lnTo>
                <a:lnTo>
                  <a:pt x="143255" y="68579"/>
                </a:lnTo>
                <a:lnTo>
                  <a:pt x="143255" y="67055"/>
                </a:lnTo>
                <a:lnTo>
                  <a:pt x="169163" y="57911"/>
                </a:lnTo>
                <a:lnTo>
                  <a:pt x="196595" y="47243"/>
                </a:lnTo>
                <a:lnTo>
                  <a:pt x="211835" y="44195"/>
                </a:lnTo>
                <a:close/>
              </a:path>
              <a:path w="711834" h="407034">
                <a:moveTo>
                  <a:pt x="310895" y="27431"/>
                </a:moveTo>
                <a:lnTo>
                  <a:pt x="307847" y="1523"/>
                </a:lnTo>
                <a:lnTo>
                  <a:pt x="284987" y="4571"/>
                </a:lnTo>
                <a:lnTo>
                  <a:pt x="251459" y="9143"/>
                </a:lnTo>
                <a:lnTo>
                  <a:pt x="231647" y="13715"/>
                </a:lnTo>
                <a:lnTo>
                  <a:pt x="236219" y="38099"/>
                </a:lnTo>
                <a:lnTo>
                  <a:pt x="256031" y="33527"/>
                </a:lnTo>
                <a:lnTo>
                  <a:pt x="288035" y="28955"/>
                </a:lnTo>
                <a:lnTo>
                  <a:pt x="310895" y="27431"/>
                </a:lnTo>
                <a:close/>
              </a:path>
              <a:path w="711834" h="407034">
                <a:moveTo>
                  <a:pt x="355853" y="12953"/>
                </a:moveTo>
                <a:lnTo>
                  <a:pt x="355091" y="0"/>
                </a:lnTo>
                <a:lnTo>
                  <a:pt x="333755" y="1523"/>
                </a:lnTo>
                <a:lnTo>
                  <a:pt x="335279" y="25907"/>
                </a:lnTo>
                <a:lnTo>
                  <a:pt x="355091" y="25907"/>
                </a:lnTo>
                <a:lnTo>
                  <a:pt x="355853" y="12953"/>
                </a:lnTo>
                <a:close/>
              </a:path>
              <a:path w="711834" h="407034">
                <a:moveTo>
                  <a:pt x="356615" y="25907"/>
                </a:moveTo>
                <a:lnTo>
                  <a:pt x="355853" y="12953"/>
                </a:lnTo>
                <a:lnTo>
                  <a:pt x="355091" y="25907"/>
                </a:lnTo>
                <a:lnTo>
                  <a:pt x="356615" y="25907"/>
                </a:lnTo>
                <a:close/>
              </a:path>
              <a:path w="711834" h="407034">
                <a:moveTo>
                  <a:pt x="411479" y="3047"/>
                </a:moveTo>
                <a:lnTo>
                  <a:pt x="391667" y="1523"/>
                </a:lnTo>
                <a:lnTo>
                  <a:pt x="356615" y="0"/>
                </a:lnTo>
                <a:lnTo>
                  <a:pt x="355853" y="12953"/>
                </a:lnTo>
                <a:lnTo>
                  <a:pt x="356615" y="25907"/>
                </a:lnTo>
                <a:lnTo>
                  <a:pt x="390143" y="25907"/>
                </a:lnTo>
                <a:lnTo>
                  <a:pt x="409955" y="28955"/>
                </a:lnTo>
                <a:lnTo>
                  <a:pt x="411479" y="3047"/>
                </a:lnTo>
                <a:close/>
              </a:path>
              <a:path w="711834" h="407034">
                <a:moveTo>
                  <a:pt x="513587" y="21335"/>
                </a:moveTo>
                <a:lnTo>
                  <a:pt x="492251" y="15239"/>
                </a:lnTo>
                <a:lnTo>
                  <a:pt x="460247" y="9143"/>
                </a:lnTo>
                <a:lnTo>
                  <a:pt x="437387" y="6095"/>
                </a:lnTo>
                <a:lnTo>
                  <a:pt x="434339" y="30479"/>
                </a:lnTo>
                <a:lnTo>
                  <a:pt x="455675" y="33527"/>
                </a:lnTo>
                <a:lnTo>
                  <a:pt x="486155" y="39623"/>
                </a:lnTo>
                <a:lnTo>
                  <a:pt x="507491" y="45719"/>
                </a:lnTo>
                <a:lnTo>
                  <a:pt x="513587" y="21335"/>
                </a:lnTo>
                <a:close/>
              </a:path>
              <a:path w="711834" h="407034">
                <a:moveTo>
                  <a:pt x="611123" y="60959"/>
                </a:moveTo>
                <a:lnTo>
                  <a:pt x="603503" y="57911"/>
                </a:lnTo>
                <a:lnTo>
                  <a:pt x="579119" y="44195"/>
                </a:lnTo>
                <a:lnTo>
                  <a:pt x="551687" y="33527"/>
                </a:lnTo>
                <a:lnTo>
                  <a:pt x="539495" y="28955"/>
                </a:lnTo>
                <a:lnTo>
                  <a:pt x="530351" y="53339"/>
                </a:lnTo>
                <a:lnTo>
                  <a:pt x="544067" y="57911"/>
                </a:lnTo>
                <a:lnTo>
                  <a:pt x="568451" y="68579"/>
                </a:lnTo>
                <a:lnTo>
                  <a:pt x="592835" y="80771"/>
                </a:lnTo>
                <a:lnTo>
                  <a:pt x="597407" y="83819"/>
                </a:lnTo>
                <a:lnTo>
                  <a:pt x="611123" y="60959"/>
                </a:lnTo>
                <a:close/>
              </a:path>
              <a:path w="711834" h="407034">
                <a:moveTo>
                  <a:pt x="690371" y="132587"/>
                </a:moveTo>
                <a:lnTo>
                  <a:pt x="688847" y="131063"/>
                </a:lnTo>
                <a:lnTo>
                  <a:pt x="665987" y="103631"/>
                </a:lnTo>
                <a:lnTo>
                  <a:pt x="656843" y="94487"/>
                </a:lnTo>
                <a:lnTo>
                  <a:pt x="638555" y="79247"/>
                </a:lnTo>
                <a:lnTo>
                  <a:pt x="632459" y="76199"/>
                </a:lnTo>
                <a:lnTo>
                  <a:pt x="618743" y="96011"/>
                </a:lnTo>
                <a:lnTo>
                  <a:pt x="623315" y="100583"/>
                </a:lnTo>
                <a:lnTo>
                  <a:pt x="632459" y="106679"/>
                </a:lnTo>
                <a:lnTo>
                  <a:pt x="640079" y="114299"/>
                </a:lnTo>
                <a:lnTo>
                  <a:pt x="649223" y="121919"/>
                </a:lnTo>
                <a:lnTo>
                  <a:pt x="667511" y="144779"/>
                </a:lnTo>
                <a:lnTo>
                  <a:pt x="667511" y="146303"/>
                </a:lnTo>
                <a:lnTo>
                  <a:pt x="690371" y="132587"/>
                </a:lnTo>
                <a:close/>
              </a:path>
              <a:path w="711834" h="407034">
                <a:moveTo>
                  <a:pt x="711707" y="202691"/>
                </a:moveTo>
                <a:lnTo>
                  <a:pt x="707135" y="170687"/>
                </a:lnTo>
                <a:lnTo>
                  <a:pt x="704087" y="160019"/>
                </a:lnTo>
                <a:lnTo>
                  <a:pt x="702563" y="156971"/>
                </a:lnTo>
                <a:lnTo>
                  <a:pt x="678179" y="167639"/>
                </a:lnTo>
                <a:lnTo>
                  <a:pt x="679703" y="169163"/>
                </a:lnTo>
                <a:lnTo>
                  <a:pt x="682751" y="178307"/>
                </a:lnTo>
                <a:lnTo>
                  <a:pt x="684275" y="187451"/>
                </a:lnTo>
                <a:lnTo>
                  <a:pt x="685799" y="195071"/>
                </a:lnTo>
                <a:lnTo>
                  <a:pt x="685799" y="202691"/>
                </a:lnTo>
                <a:lnTo>
                  <a:pt x="698753" y="203453"/>
                </a:lnTo>
                <a:lnTo>
                  <a:pt x="711707" y="202691"/>
                </a:lnTo>
                <a:close/>
              </a:path>
              <a:path w="711834" h="407034">
                <a:moveTo>
                  <a:pt x="711707" y="204215"/>
                </a:moveTo>
                <a:lnTo>
                  <a:pt x="698753" y="203453"/>
                </a:lnTo>
                <a:lnTo>
                  <a:pt x="685799" y="204215"/>
                </a:lnTo>
                <a:lnTo>
                  <a:pt x="685799" y="213359"/>
                </a:lnTo>
                <a:lnTo>
                  <a:pt x="684275" y="220979"/>
                </a:lnTo>
                <a:lnTo>
                  <a:pt x="682751" y="230123"/>
                </a:lnTo>
                <a:lnTo>
                  <a:pt x="681227" y="233171"/>
                </a:lnTo>
                <a:lnTo>
                  <a:pt x="705611" y="240791"/>
                </a:lnTo>
                <a:lnTo>
                  <a:pt x="707135" y="234695"/>
                </a:lnTo>
                <a:lnTo>
                  <a:pt x="710183" y="224027"/>
                </a:lnTo>
                <a:lnTo>
                  <a:pt x="710183" y="213359"/>
                </a:lnTo>
                <a:lnTo>
                  <a:pt x="711707" y="204215"/>
                </a:lnTo>
                <a:close/>
              </a:path>
              <a:path w="711834" h="407034">
                <a:moveTo>
                  <a:pt x="698753" y="203453"/>
                </a:moveTo>
                <a:lnTo>
                  <a:pt x="685799" y="202691"/>
                </a:lnTo>
                <a:lnTo>
                  <a:pt x="685799" y="204215"/>
                </a:lnTo>
                <a:lnTo>
                  <a:pt x="698753" y="203453"/>
                </a:lnTo>
                <a:close/>
              </a:path>
              <a:path w="711834" h="407034">
                <a:moveTo>
                  <a:pt x="693419" y="266699"/>
                </a:moveTo>
                <a:lnTo>
                  <a:pt x="672083" y="252983"/>
                </a:lnTo>
                <a:lnTo>
                  <a:pt x="667511" y="262127"/>
                </a:lnTo>
                <a:lnTo>
                  <a:pt x="655319" y="277367"/>
                </a:lnTo>
                <a:lnTo>
                  <a:pt x="632459" y="300227"/>
                </a:lnTo>
                <a:lnTo>
                  <a:pt x="624839" y="306323"/>
                </a:lnTo>
                <a:lnTo>
                  <a:pt x="640079" y="326135"/>
                </a:lnTo>
                <a:lnTo>
                  <a:pt x="647699" y="320039"/>
                </a:lnTo>
                <a:lnTo>
                  <a:pt x="658367" y="310895"/>
                </a:lnTo>
                <a:lnTo>
                  <a:pt x="667511" y="303275"/>
                </a:lnTo>
                <a:lnTo>
                  <a:pt x="682751" y="284987"/>
                </a:lnTo>
                <a:lnTo>
                  <a:pt x="688847" y="275843"/>
                </a:lnTo>
                <a:lnTo>
                  <a:pt x="693419" y="266699"/>
                </a:lnTo>
                <a:close/>
              </a:path>
              <a:path w="711834" h="407034">
                <a:moveTo>
                  <a:pt x="618743" y="341375"/>
                </a:moveTo>
                <a:lnTo>
                  <a:pt x="605027" y="320039"/>
                </a:lnTo>
                <a:lnTo>
                  <a:pt x="603503" y="321563"/>
                </a:lnTo>
                <a:lnTo>
                  <a:pt x="591311" y="327659"/>
                </a:lnTo>
                <a:lnTo>
                  <a:pt x="568451" y="338327"/>
                </a:lnTo>
                <a:lnTo>
                  <a:pt x="542543" y="348995"/>
                </a:lnTo>
                <a:lnTo>
                  <a:pt x="537971" y="350519"/>
                </a:lnTo>
                <a:lnTo>
                  <a:pt x="547115" y="374903"/>
                </a:lnTo>
                <a:lnTo>
                  <a:pt x="551687" y="373379"/>
                </a:lnTo>
                <a:lnTo>
                  <a:pt x="579119" y="361187"/>
                </a:lnTo>
                <a:lnTo>
                  <a:pt x="605027" y="348995"/>
                </a:lnTo>
                <a:lnTo>
                  <a:pt x="617219" y="342899"/>
                </a:lnTo>
                <a:lnTo>
                  <a:pt x="618743" y="341375"/>
                </a:lnTo>
                <a:close/>
              </a:path>
              <a:path w="711834" h="407034">
                <a:moveTo>
                  <a:pt x="521207" y="384047"/>
                </a:moveTo>
                <a:lnTo>
                  <a:pt x="515111" y="358139"/>
                </a:lnTo>
                <a:lnTo>
                  <a:pt x="486155" y="367283"/>
                </a:lnTo>
                <a:lnTo>
                  <a:pt x="455675" y="373379"/>
                </a:lnTo>
                <a:lnTo>
                  <a:pt x="441959" y="374903"/>
                </a:lnTo>
                <a:lnTo>
                  <a:pt x="446531" y="399287"/>
                </a:lnTo>
                <a:lnTo>
                  <a:pt x="460247" y="397763"/>
                </a:lnTo>
                <a:lnTo>
                  <a:pt x="492251" y="391667"/>
                </a:lnTo>
                <a:lnTo>
                  <a:pt x="521207" y="384047"/>
                </a:lnTo>
                <a:close/>
              </a:path>
              <a:path w="711834" h="407034">
                <a:moveTo>
                  <a:pt x="355853" y="393953"/>
                </a:moveTo>
                <a:lnTo>
                  <a:pt x="355091" y="380999"/>
                </a:lnTo>
                <a:lnTo>
                  <a:pt x="342899" y="380999"/>
                </a:lnTo>
                <a:lnTo>
                  <a:pt x="342899" y="406907"/>
                </a:lnTo>
                <a:lnTo>
                  <a:pt x="355091" y="406907"/>
                </a:lnTo>
                <a:lnTo>
                  <a:pt x="355853" y="393953"/>
                </a:lnTo>
                <a:close/>
              </a:path>
              <a:path w="711834" h="407034">
                <a:moveTo>
                  <a:pt x="420623" y="403859"/>
                </a:moveTo>
                <a:lnTo>
                  <a:pt x="417575" y="377951"/>
                </a:lnTo>
                <a:lnTo>
                  <a:pt x="390143" y="379475"/>
                </a:lnTo>
                <a:lnTo>
                  <a:pt x="355091" y="380999"/>
                </a:lnTo>
                <a:lnTo>
                  <a:pt x="356615" y="380999"/>
                </a:lnTo>
                <a:lnTo>
                  <a:pt x="356615" y="406907"/>
                </a:lnTo>
                <a:lnTo>
                  <a:pt x="391667" y="405383"/>
                </a:lnTo>
                <a:lnTo>
                  <a:pt x="420623" y="403859"/>
                </a:lnTo>
                <a:close/>
              </a:path>
              <a:path w="711834" h="407034">
                <a:moveTo>
                  <a:pt x="356615" y="380999"/>
                </a:moveTo>
                <a:lnTo>
                  <a:pt x="355091" y="380999"/>
                </a:lnTo>
                <a:lnTo>
                  <a:pt x="355853" y="393953"/>
                </a:lnTo>
                <a:lnTo>
                  <a:pt x="356615" y="380999"/>
                </a:lnTo>
                <a:close/>
              </a:path>
              <a:path w="711834" h="407034">
                <a:moveTo>
                  <a:pt x="356615" y="406907"/>
                </a:moveTo>
                <a:lnTo>
                  <a:pt x="356615" y="380999"/>
                </a:lnTo>
                <a:lnTo>
                  <a:pt x="355853" y="393953"/>
                </a:lnTo>
                <a:lnTo>
                  <a:pt x="356615" y="406907"/>
                </a:lnTo>
                <a:close/>
              </a:path>
              <a:path w="711834" h="407034">
                <a:moveTo>
                  <a:pt x="318515" y="379475"/>
                </a:moveTo>
                <a:lnTo>
                  <a:pt x="288035" y="377951"/>
                </a:lnTo>
                <a:lnTo>
                  <a:pt x="256031" y="373379"/>
                </a:lnTo>
                <a:lnTo>
                  <a:pt x="243839" y="370331"/>
                </a:lnTo>
                <a:lnTo>
                  <a:pt x="239267" y="394715"/>
                </a:lnTo>
                <a:lnTo>
                  <a:pt x="251459" y="397763"/>
                </a:lnTo>
                <a:lnTo>
                  <a:pt x="284987" y="402335"/>
                </a:lnTo>
                <a:lnTo>
                  <a:pt x="316991" y="405383"/>
                </a:lnTo>
                <a:lnTo>
                  <a:pt x="318515" y="379475"/>
                </a:lnTo>
                <a:close/>
              </a:path>
              <a:path w="711834" h="407034">
                <a:moveTo>
                  <a:pt x="220979" y="365759"/>
                </a:moveTo>
                <a:lnTo>
                  <a:pt x="195071" y="358139"/>
                </a:lnTo>
                <a:lnTo>
                  <a:pt x="167639" y="348995"/>
                </a:lnTo>
                <a:lnTo>
                  <a:pt x="149351" y="341375"/>
                </a:lnTo>
                <a:lnTo>
                  <a:pt x="140207" y="365759"/>
                </a:lnTo>
                <a:lnTo>
                  <a:pt x="160019" y="373379"/>
                </a:lnTo>
                <a:lnTo>
                  <a:pt x="188975" y="382523"/>
                </a:lnTo>
                <a:lnTo>
                  <a:pt x="213359" y="390143"/>
                </a:lnTo>
                <a:lnTo>
                  <a:pt x="220979" y="365759"/>
                </a:lnTo>
                <a:close/>
              </a:path>
              <a:path w="711834" h="407034">
                <a:moveTo>
                  <a:pt x="51815" y="272795"/>
                </a:moveTo>
                <a:lnTo>
                  <a:pt x="50291" y="269747"/>
                </a:lnTo>
                <a:lnTo>
                  <a:pt x="44195" y="262127"/>
                </a:lnTo>
                <a:lnTo>
                  <a:pt x="39623" y="252983"/>
                </a:lnTo>
                <a:lnTo>
                  <a:pt x="35051" y="245363"/>
                </a:lnTo>
                <a:lnTo>
                  <a:pt x="32003" y="236219"/>
                </a:lnTo>
                <a:lnTo>
                  <a:pt x="28955" y="228599"/>
                </a:lnTo>
                <a:lnTo>
                  <a:pt x="27431" y="219455"/>
                </a:lnTo>
                <a:lnTo>
                  <a:pt x="25907" y="211835"/>
                </a:lnTo>
                <a:lnTo>
                  <a:pt x="25907" y="210311"/>
                </a:lnTo>
                <a:lnTo>
                  <a:pt x="0" y="211835"/>
                </a:lnTo>
                <a:lnTo>
                  <a:pt x="1523" y="214883"/>
                </a:lnTo>
                <a:lnTo>
                  <a:pt x="4571" y="236219"/>
                </a:lnTo>
                <a:lnTo>
                  <a:pt x="22859" y="275843"/>
                </a:lnTo>
                <a:lnTo>
                  <a:pt x="30479" y="284987"/>
                </a:lnTo>
                <a:lnTo>
                  <a:pt x="32003" y="289559"/>
                </a:lnTo>
                <a:lnTo>
                  <a:pt x="51815" y="272795"/>
                </a:lnTo>
                <a:close/>
              </a:path>
              <a:path w="711834" h="407034">
                <a:moveTo>
                  <a:pt x="128015" y="330707"/>
                </a:moveTo>
                <a:lnTo>
                  <a:pt x="118871" y="326135"/>
                </a:lnTo>
                <a:lnTo>
                  <a:pt x="97535" y="313943"/>
                </a:lnTo>
                <a:lnTo>
                  <a:pt x="88391" y="306323"/>
                </a:lnTo>
                <a:lnTo>
                  <a:pt x="79247" y="300227"/>
                </a:lnTo>
                <a:lnTo>
                  <a:pt x="70103" y="292607"/>
                </a:lnTo>
                <a:lnTo>
                  <a:pt x="68579" y="289559"/>
                </a:lnTo>
                <a:lnTo>
                  <a:pt x="50291" y="307847"/>
                </a:lnTo>
                <a:lnTo>
                  <a:pt x="83819" y="335279"/>
                </a:lnTo>
                <a:lnTo>
                  <a:pt x="108203" y="348995"/>
                </a:lnTo>
                <a:lnTo>
                  <a:pt x="115823" y="353567"/>
                </a:lnTo>
                <a:lnTo>
                  <a:pt x="128015" y="33070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789490" y="5518403"/>
            <a:ext cx="788035" cy="318770"/>
          </a:xfrm>
          <a:custGeom>
            <a:avLst/>
            <a:gdLst/>
            <a:ahLst/>
            <a:cxnLst/>
            <a:rect l="l" t="t" r="r" b="b"/>
            <a:pathLst>
              <a:path w="788035" h="318770">
                <a:moveTo>
                  <a:pt x="57911" y="105155"/>
                </a:moveTo>
                <a:lnTo>
                  <a:pt x="42671" y="86867"/>
                </a:lnTo>
                <a:lnTo>
                  <a:pt x="33527" y="92963"/>
                </a:lnTo>
                <a:lnTo>
                  <a:pt x="25907" y="100583"/>
                </a:lnTo>
                <a:lnTo>
                  <a:pt x="13715" y="115823"/>
                </a:lnTo>
                <a:lnTo>
                  <a:pt x="9143" y="124967"/>
                </a:lnTo>
                <a:lnTo>
                  <a:pt x="4571" y="132587"/>
                </a:lnTo>
                <a:lnTo>
                  <a:pt x="3047" y="141731"/>
                </a:lnTo>
                <a:lnTo>
                  <a:pt x="0" y="150875"/>
                </a:lnTo>
                <a:lnTo>
                  <a:pt x="0" y="158495"/>
                </a:lnTo>
                <a:lnTo>
                  <a:pt x="12953" y="159257"/>
                </a:lnTo>
                <a:lnTo>
                  <a:pt x="25907" y="158495"/>
                </a:lnTo>
                <a:lnTo>
                  <a:pt x="25907" y="152399"/>
                </a:lnTo>
                <a:lnTo>
                  <a:pt x="27431" y="146303"/>
                </a:lnTo>
                <a:lnTo>
                  <a:pt x="28955" y="141731"/>
                </a:lnTo>
                <a:lnTo>
                  <a:pt x="35051" y="129539"/>
                </a:lnTo>
                <a:lnTo>
                  <a:pt x="39623" y="123443"/>
                </a:lnTo>
                <a:lnTo>
                  <a:pt x="57911" y="105155"/>
                </a:lnTo>
                <a:close/>
              </a:path>
              <a:path w="788035" h="318770">
                <a:moveTo>
                  <a:pt x="27431" y="169163"/>
                </a:moveTo>
                <a:lnTo>
                  <a:pt x="25907" y="164591"/>
                </a:lnTo>
                <a:lnTo>
                  <a:pt x="25907" y="160019"/>
                </a:lnTo>
                <a:lnTo>
                  <a:pt x="12953" y="159257"/>
                </a:lnTo>
                <a:lnTo>
                  <a:pt x="0" y="160019"/>
                </a:lnTo>
                <a:lnTo>
                  <a:pt x="1523" y="169163"/>
                </a:lnTo>
                <a:lnTo>
                  <a:pt x="1523" y="175259"/>
                </a:lnTo>
                <a:lnTo>
                  <a:pt x="27431" y="169163"/>
                </a:lnTo>
                <a:close/>
              </a:path>
              <a:path w="788035" h="318770">
                <a:moveTo>
                  <a:pt x="25907" y="160019"/>
                </a:moveTo>
                <a:lnTo>
                  <a:pt x="25907" y="158495"/>
                </a:lnTo>
                <a:lnTo>
                  <a:pt x="12953" y="159257"/>
                </a:lnTo>
                <a:lnTo>
                  <a:pt x="25907" y="160019"/>
                </a:lnTo>
                <a:close/>
              </a:path>
              <a:path w="788035" h="318770">
                <a:moveTo>
                  <a:pt x="144779" y="62483"/>
                </a:moveTo>
                <a:lnTo>
                  <a:pt x="137159" y="38099"/>
                </a:lnTo>
                <a:lnTo>
                  <a:pt x="132587" y="39623"/>
                </a:lnTo>
                <a:lnTo>
                  <a:pt x="120395" y="44195"/>
                </a:lnTo>
                <a:lnTo>
                  <a:pt x="106679" y="48767"/>
                </a:lnTo>
                <a:lnTo>
                  <a:pt x="82295" y="60959"/>
                </a:lnTo>
                <a:lnTo>
                  <a:pt x="71627" y="67055"/>
                </a:lnTo>
                <a:lnTo>
                  <a:pt x="64007" y="70103"/>
                </a:lnTo>
                <a:lnTo>
                  <a:pt x="77723" y="92963"/>
                </a:lnTo>
                <a:lnTo>
                  <a:pt x="83819" y="88391"/>
                </a:lnTo>
                <a:lnTo>
                  <a:pt x="94487" y="82295"/>
                </a:lnTo>
                <a:lnTo>
                  <a:pt x="105155" y="77723"/>
                </a:lnTo>
                <a:lnTo>
                  <a:pt x="117347" y="73151"/>
                </a:lnTo>
                <a:lnTo>
                  <a:pt x="129539" y="67055"/>
                </a:lnTo>
                <a:lnTo>
                  <a:pt x="141731" y="62483"/>
                </a:lnTo>
                <a:lnTo>
                  <a:pt x="144779" y="62483"/>
                </a:lnTo>
                <a:close/>
              </a:path>
              <a:path w="788035" h="318770">
                <a:moveTo>
                  <a:pt x="240791" y="38099"/>
                </a:moveTo>
                <a:lnTo>
                  <a:pt x="236219" y="13715"/>
                </a:lnTo>
                <a:lnTo>
                  <a:pt x="208787" y="18287"/>
                </a:lnTo>
                <a:lnTo>
                  <a:pt x="176783" y="25907"/>
                </a:lnTo>
                <a:lnTo>
                  <a:pt x="161543" y="30479"/>
                </a:lnTo>
                <a:lnTo>
                  <a:pt x="167639" y="54863"/>
                </a:lnTo>
                <a:lnTo>
                  <a:pt x="184403" y="50291"/>
                </a:lnTo>
                <a:lnTo>
                  <a:pt x="214883" y="42671"/>
                </a:lnTo>
                <a:lnTo>
                  <a:pt x="240791" y="38099"/>
                </a:lnTo>
                <a:close/>
              </a:path>
              <a:path w="788035" h="318770">
                <a:moveTo>
                  <a:pt x="341375" y="27431"/>
                </a:moveTo>
                <a:lnTo>
                  <a:pt x="339851" y="1523"/>
                </a:lnTo>
                <a:lnTo>
                  <a:pt x="315467" y="3047"/>
                </a:lnTo>
                <a:lnTo>
                  <a:pt x="278891" y="7619"/>
                </a:lnTo>
                <a:lnTo>
                  <a:pt x="262127" y="9143"/>
                </a:lnTo>
                <a:lnTo>
                  <a:pt x="265175" y="35051"/>
                </a:lnTo>
                <a:lnTo>
                  <a:pt x="281939" y="32003"/>
                </a:lnTo>
                <a:lnTo>
                  <a:pt x="318515" y="28955"/>
                </a:lnTo>
                <a:lnTo>
                  <a:pt x="341375" y="27431"/>
                </a:lnTo>
                <a:close/>
              </a:path>
              <a:path w="788035" h="318770">
                <a:moveTo>
                  <a:pt x="393953" y="12953"/>
                </a:moveTo>
                <a:lnTo>
                  <a:pt x="393191" y="0"/>
                </a:lnTo>
                <a:lnTo>
                  <a:pt x="365759" y="1523"/>
                </a:lnTo>
                <a:lnTo>
                  <a:pt x="365759" y="25907"/>
                </a:lnTo>
                <a:lnTo>
                  <a:pt x="393191" y="25907"/>
                </a:lnTo>
                <a:lnTo>
                  <a:pt x="393953" y="12953"/>
                </a:lnTo>
                <a:close/>
              </a:path>
              <a:path w="788035" h="318770">
                <a:moveTo>
                  <a:pt x="394715" y="25907"/>
                </a:moveTo>
                <a:lnTo>
                  <a:pt x="393953" y="12953"/>
                </a:lnTo>
                <a:lnTo>
                  <a:pt x="393191" y="25907"/>
                </a:lnTo>
                <a:lnTo>
                  <a:pt x="394715" y="25907"/>
                </a:lnTo>
                <a:close/>
              </a:path>
              <a:path w="788035" h="318770">
                <a:moveTo>
                  <a:pt x="441959" y="1523"/>
                </a:moveTo>
                <a:lnTo>
                  <a:pt x="432815" y="1523"/>
                </a:lnTo>
                <a:lnTo>
                  <a:pt x="394715" y="0"/>
                </a:lnTo>
                <a:lnTo>
                  <a:pt x="393953" y="12953"/>
                </a:lnTo>
                <a:lnTo>
                  <a:pt x="394715" y="25907"/>
                </a:lnTo>
                <a:lnTo>
                  <a:pt x="432815" y="25907"/>
                </a:lnTo>
                <a:lnTo>
                  <a:pt x="440435" y="27431"/>
                </a:lnTo>
                <a:lnTo>
                  <a:pt x="441959" y="1523"/>
                </a:lnTo>
                <a:close/>
              </a:path>
              <a:path w="788035" h="318770">
                <a:moveTo>
                  <a:pt x="544067" y="12191"/>
                </a:moveTo>
                <a:lnTo>
                  <a:pt x="509015" y="6095"/>
                </a:lnTo>
                <a:lnTo>
                  <a:pt x="470915" y="3047"/>
                </a:lnTo>
                <a:lnTo>
                  <a:pt x="467867" y="3047"/>
                </a:lnTo>
                <a:lnTo>
                  <a:pt x="466343" y="28955"/>
                </a:lnTo>
                <a:lnTo>
                  <a:pt x="469391" y="28955"/>
                </a:lnTo>
                <a:lnTo>
                  <a:pt x="505967" y="32003"/>
                </a:lnTo>
                <a:lnTo>
                  <a:pt x="541019" y="36575"/>
                </a:lnTo>
                <a:lnTo>
                  <a:pt x="544067" y="12191"/>
                </a:lnTo>
                <a:close/>
              </a:path>
              <a:path w="788035" h="318770">
                <a:moveTo>
                  <a:pt x="644651" y="36575"/>
                </a:moveTo>
                <a:lnTo>
                  <a:pt x="640079" y="33527"/>
                </a:lnTo>
                <a:lnTo>
                  <a:pt x="609599" y="25907"/>
                </a:lnTo>
                <a:lnTo>
                  <a:pt x="577595" y="18287"/>
                </a:lnTo>
                <a:lnTo>
                  <a:pt x="569975" y="16763"/>
                </a:lnTo>
                <a:lnTo>
                  <a:pt x="565403" y="41147"/>
                </a:lnTo>
                <a:lnTo>
                  <a:pt x="573023" y="42671"/>
                </a:lnTo>
                <a:lnTo>
                  <a:pt x="603503" y="50291"/>
                </a:lnTo>
                <a:lnTo>
                  <a:pt x="632459" y="57911"/>
                </a:lnTo>
                <a:lnTo>
                  <a:pt x="637031" y="59435"/>
                </a:lnTo>
                <a:lnTo>
                  <a:pt x="644651" y="36575"/>
                </a:lnTo>
                <a:close/>
              </a:path>
              <a:path w="788035" h="318770">
                <a:moveTo>
                  <a:pt x="739139" y="82295"/>
                </a:moveTo>
                <a:lnTo>
                  <a:pt x="736091" y="79247"/>
                </a:lnTo>
                <a:lnTo>
                  <a:pt x="726947" y="73151"/>
                </a:lnTo>
                <a:lnTo>
                  <a:pt x="716279" y="67055"/>
                </a:lnTo>
                <a:lnTo>
                  <a:pt x="704087" y="60959"/>
                </a:lnTo>
                <a:lnTo>
                  <a:pt x="693419" y="54863"/>
                </a:lnTo>
                <a:lnTo>
                  <a:pt x="681227" y="48767"/>
                </a:lnTo>
                <a:lnTo>
                  <a:pt x="670559" y="44195"/>
                </a:lnTo>
                <a:lnTo>
                  <a:pt x="659891" y="68579"/>
                </a:lnTo>
                <a:lnTo>
                  <a:pt x="670559" y="73151"/>
                </a:lnTo>
                <a:lnTo>
                  <a:pt x="682751" y="77723"/>
                </a:lnTo>
                <a:lnTo>
                  <a:pt x="693419" y="83819"/>
                </a:lnTo>
                <a:lnTo>
                  <a:pt x="704087" y="88391"/>
                </a:lnTo>
                <a:lnTo>
                  <a:pt x="722375" y="100583"/>
                </a:lnTo>
                <a:lnTo>
                  <a:pt x="725423" y="102107"/>
                </a:lnTo>
                <a:lnTo>
                  <a:pt x="739139" y="82295"/>
                </a:lnTo>
                <a:close/>
              </a:path>
              <a:path w="788035" h="318770">
                <a:moveTo>
                  <a:pt x="787907" y="158495"/>
                </a:moveTo>
                <a:lnTo>
                  <a:pt x="784859" y="140207"/>
                </a:lnTo>
                <a:lnTo>
                  <a:pt x="781811" y="131063"/>
                </a:lnTo>
                <a:lnTo>
                  <a:pt x="778763" y="123443"/>
                </a:lnTo>
                <a:lnTo>
                  <a:pt x="760475" y="100583"/>
                </a:lnTo>
                <a:lnTo>
                  <a:pt x="760475" y="99059"/>
                </a:lnTo>
                <a:lnTo>
                  <a:pt x="742187" y="117347"/>
                </a:lnTo>
                <a:lnTo>
                  <a:pt x="742187" y="118871"/>
                </a:lnTo>
                <a:lnTo>
                  <a:pt x="748283" y="124967"/>
                </a:lnTo>
                <a:lnTo>
                  <a:pt x="752855" y="131063"/>
                </a:lnTo>
                <a:lnTo>
                  <a:pt x="755903" y="137159"/>
                </a:lnTo>
                <a:lnTo>
                  <a:pt x="758951" y="141731"/>
                </a:lnTo>
                <a:lnTo>
                  <a:pt x="761999" y="153923"/>
                </a:lnTo>
                <a:lnTo>
                  <a:pt x="761999" y="158495"/>
                </a:lnTo>
                <a:lnTo>
                  <a:pt x="774953" y="159257"/>
                </a:lnTo>
                <a:lnTo>
                  <a:pt x="787907" y="158495"/>
                </a:lnTo>
                <a:close/>
              </a:path>
              <a:path w="788035" h="318770">
                <a:moveTo>
                  <a:pt x="787907" y="160019"/>
                </a:moveTo>
                <a:lnTo>
                  <a:pt x="774953" y="159257"/>
                </a:lnTo>
                <a:lnTo>
                  <a:pt x="761999" y="160019"/>
                </a:lnTo>
                <a:lnTo>
                  <a:pt x="761999" y="166115"/>
                </a:lnTo>
                <a:lnTo>
                  <a:pt x="760475" y="172211"/>
                </a:lnTo>
                <a:lnTo>
                  <a:pt x="758951" y="173735"/>
                </a:lnTo>
                <a:lnTo>
                  <a:pt x="783335" y="181355"/>
                </a:lnTo>
                <a:lnTo>
                  <a:pt x="784859" y="176783"/>
                </a:lnTo>
                <a:lnTo>
                  <a:pt x="786383" y="167639"/>
                </a:lnTo>
                <a:lnTo>
                  <a:pt x="787907" y="160019"/>
                </a:lnTo>
                <a:close/>
              </a:path>
              <a:path w="788035" h="318770">
                <a:moveTo>
                  <a:pt x="774953" y="159257"/>
                </a:moveTo>
                <a:lnTo>
                  <a:pt x="761999" y="158495"/>
                </a:lnTo>
                <a:lnTo>
                  <a:pt x="761999" y="160019"/>
                </a:lnTo>
                <a:lnTo>
                  <a:pt x="774953" y="159257"/>
                </a:lnTo>
                <a:close/>
              </a:path>
              <a:path w="788035" h="318770">
                <a:moveTo>
                  <a:pt x="769619" y="207263"/>
                </a:moveTo>
                <a:lnTo>
                  <a:pt x="749807" y="192023"/>
                </a:lnTo>
                <a:lnTo>
                  <a:pt x="748283" y="195071"/>
                </a:lnTo>
                <a:lnTo>
                  <a:pt x="736091" y="207263"/>
                </a:lnTo>
                <a:lnTo>
                  <a:pt x="720851" y="219455"/>
                </a:lnTo>
                <a:lnTo>
                  <a:pt x="713231" y="224027"/>
                </a:lnTo>
                <a:lnTo>
                  <a:pt x="702563" y="230123"/>
                </a:lnTo>
                <a:lnTo>
                  <a:pt x="693419" y="234695"/>
                </a:lnTo>
                <a:lnTo>
                  <a:pt x="705611" y="257555"/>
                </a:lnTo>
                <a:lnTo>
                  <a:pt x="745235" y="233171"/>
                </a:lnTo>
                <a:lnTo>
                  <a:pt x="768095" y="210311"/>
                </a:lnTo>
                <a:lnTo>
                  <a:pt x="769619" y="207263"/>
                </a:lnTo>
                <a:close/>
              </a:path>
              <a:path w="788035" h="318770">
                <a:moveTo>
                  <a:pt x="682751" y="269747"/>
                </a:moveTo>
                <a:lnTo>
                  <a:pt x="672083" y="245363"/>
                </a:lnTo>
                <a:lnTo>
                  <a:pt x="670559" y="246887"/>
                </a:lnTo>
                <a:lnTo>
                  <a:pt x="646175" y="256031"/>
                </a:lnTo>
                <a:lnTo>
                  <a:pt x="632459" y="260603"/>
                </a:lnTo>
                <a:lnTo>
                  <a:pt x="603503" y="268223"/>
                </a:lnTo>
                <a:lnTo>
                  <a:pt x="601979" y="268223"/>
                </a:lnTo>
                <a:lnTo>
                  <a:pt x="608075" y="294131"/>
                </a:lnTo>
                <a:lnTo>
                  <a:pt x="611123" y="292607"/>
                </a:lnTo>
                <a:lnTo>
                  <a:pt x="640079" y="284987"/>
                </a:lnTo>
                <a:lnTo>
                  <a:pt x="653795" y="280415"/>
                </a:lnTo>
                <a:lnTo>
                  <a:pt x="667511" y="274319"/>
                </a:lnTo>
                <a:lnTo>
                  <a:pt x="681227" y="269747"/>
                </a:lnTo>
                <a:lnTo>
                  <a:pt x="682751" y="269747"/>
                </a:lnTo>
                <a:close/>
              </a:path>
              <a:path w="788035" h="318770">
                <a:moveTo>
                  <a:pt x="583691" y="300227"/>
                </a:moveTo>
                <a:lnTo>
                  <a:pt x="577595" y="274319"/>
                </a:lnTo>
                <a:lnTo>
                  <a:pt x="573023" y="275843"/>
                </a:lnTo>
                <a:lnTo>
                  <a:pt x="539495" y="281939"/>
                </a:lnTo>
                <a:lnTo>
                  <a:pt x="505967" y="286511"/>
                </a:lnTo>
                <a:lnTo>
                  <a:pt x="504443" y="286511"/>
                </a:lnTo>
                <a:lnTo>
                  <a:pt x="505967" y="312419"/>
                </a:lnTo>
                <a:lnTo>
                  <a:pt x="509015" y="312419"/>
                </a:lnTo>
                <a:lnTo>
                  <a:pt x="579119" y="300227"/>
                </a:lnTo>
                <a:lnTo>
                  <a:pt x="583691" y="300227"/>
                </a:lnTo>
                <a:close/>
              </a:path>
              <a:path w="788035" h="318770">
                <a:moveTo>
                  <a:pt x="481583" y="313943"/>
                </a:moveTo>
                <a:lnTo>
                  <a:pt x="478535" y="289559"/>
                </a:lnTo>
                <a:lnTo>
                  <a:pt x="469391" y="289559"/>
                </a:lnTo>
                <a:lnTo>
                  <a:pt x="432815" y="292607"/>
                </a:lnTo>
                <a:lnTo>
                  <a:pt x="403859" y="292607"/>
                </a:lnTo>
                <a:lnTo>
                  <a:pt x="403859" y="318515"/>
                </a:lnTo>
                <a:lnTo>
                  <a:pt x="434339" y="318515"/>
                </a:lnTo>
                <a:lnTo>
                  <a:pt x="472439" y="315467"/>
                </a:lnTo>
                <a:lnTo>
                  <a:pt x="481583" y="313943"/>
                </a:lnTo>
                <a:close/>
              </a:path>
              <a:path w="788035" h="318770">
                <a:moveTo>
                  <a:pt x="377951" y="318515"/>
                </a:moveTo>
                <a:lnTo>
                  <a:pt x="377951" y="292607"/>
                </a:lnTo>
                <a:lnTo>
                  <a:pt x="355091" y="292607"/>
                </a:lnTo>
                <a:lnTo>
                  <a:pt x="318515" y="289559"/>
                </a:lnTo>
                <a:lnTo>
                  <a:pt x="303275" y="289559"/>
                </a:lnTo>
                <a:lnTo>
                  <a:pt x="300227" y="313943"/>
                </a:lnTo>
                <a:lnTo>
                  <a:pt x="316991" y="315467"/>
                </a:lnTo>
                <a:lnTo>
                  <a:pt x="355091" y="318515"/>
                </a:lnTo>
                <a:lnTo>
                  <a:pt x="377951" y="318515"/>
                </a:lnTo>
                <a:close/>
              </a:path>
              <a:path w="788035" h="318770">
                <a:moveTo>
                  <a:pt x="278891" y="286511"/>
                </a:moveTo>
                <a:lnTo>
                  <a:pt x="246887" y="281939"/>
                </a:lnTo>
                <a:lnTo>
                  <a:pt x="214883" y="275843"/>
                </a:lnTo>
                <a:lnTo>
                  <a:pt x="204215" y="272795"/>
                </a:lnTo>
                <a:lnTo>
                  <a:pt x="199643" y="298703"/>
                </a:lnTo>
                <a:lnTo>
                  <a:pt x="210311" y="300227"/>
                </a:lnTo>
                <a:lnTo>
                  <a:pt x="243839" y="306323"/>
                </a:lnTo>
                <a:lnTo>
                  <a:pt x="274319" y="310895"/>
                </a:lnTo>
                <a:lnTo>
                  <a:pt x="278891" y="286511"/>
                </a:lnTo>
                <a:close/>
              </a:path>
              <a:path w="788035" h="318770">
                <a:moveTo>
                  <a:pt x="181355" y="268223"/>
                </a:moveTo>
                <a:lnTo>
                  <a:pt x="155447" y="260603"/>
                </a:lnTo>
                <a:lnTo>
                  <a:pt x="141731" y="256031"/>
                </a:lnTo>
                <a:lnTo>
                  <a:pt x="129539" y="251459"/>
                </a:lnTo>
                <a:lnTo>
                  <a:pt x="115823" y="245363"/>
                </a:lnTo>
                <a:lnTo>
                  <a:pt x="109727" y="243839"/>
                </a:lnTo>
                <a:lnTo>
                  <a:pt x="100583" y="266699"/>
                </a:lnTo>
                <a:lnTo>
                  <a:pt x="106679" y="269747"/>
                </a:lnTo>
                <a:lnTo>
                  <a:pt x="120395" y="274319"/>
                </a:lnTo>
                <a:lnTo>
                  <a:pt x="134111" y="280415"/>
                </a:lnTo>
                <a:lnTo>
                  <a:pt x="147827" y="284987"/>
                </a:lnTo>
                <a:lnTo>
                  <a:pt x="173735" y="292607"/>
                </a:lnTo>
                <a:lnTo>
                  <a:pt x="181355" y="268223"/>
                </a:lnTo>
                <a:close/>
              </a:path>
              <a:path w="788035" h="318770">
                <a:moveTo>
                  <a:pt x="88391" y="233171"/>
                </a:moveTo>
                <a:lnTo>
                  <a:pt x="65531" y="217931"/>
                </a:lnTo>
                <a:lnTo>
                  <a:pt x="57911" y="213359"/>
                </a:lnTo>
                <a:lnTo>
                  <a:pt x="51815" y="207263"/>
                </a:lnTo>
                <a:lnTo>
                  <a:pt x="44195" y="201167"/>
                </a:lnTo>
                <a:lnTo>
                  <a:pt x="35051" y="188975"/>
                </a:lnTo>
                <a:lnTo>
                  <a:pt x="13715" y="201167"/>
                </a:lnTo>
                <a:lnTo>
                  <a:pt x="15239" y="204215"/>
                </a:lnTo>
                <a:lnTo>
                  <a:pt x="19811" y="211835"/>
                </a:lnTo>
                <a:lnTo>
                  <a:pt x="27431" y="219455"/>
                </a:lnTo>
                <a:lnTo>
                  <a:pt x="35051" y="225551"/>
                </a:lnTo>
                <a:lnTo>
                  <a:pt x="42671" y="233171"/>
                </a:lnTo>
                <a:lnTo>
                  <a:pt x="51815" y="239267"/>
                </a:lnTo>
                <a:lnTo>
                  <a:pt x="60959" y="246887"/>
                </a:lnTo>
                <a:lnTo>
                  <a:pt x="71627" y="252983"/>
                </a:lnTo>
                <a:lnTo>
                  <a:pt x="76199" y="254507"/>
                </a:lnTo>
                <a:lnTo>
                  <a:pt x="88391" y="23317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999801" y="4613148"/>
            <a:ext cx="654050" cy="321945"/>
          </a:xfrm>
          <a:custGeom>
            <a:avLst/>
            <a:gdLst/>
            <a:ahLst/>
            <a:cxnLst/>
            <a:rect l="l" t="t" r="r" b="b"/>
            <a:pathLst>
              <a:path w="654050" h="321945">
                <a:moveTo>
                  <a:pt x="54863" y="103631"/>
                </a:moveTo>
                <a:lnTo>
                  <a:pt x="38099" y="85343"/>
                </a:lnTo>
                <a:lnTo>
                  <a:pt x="35051" y="86867"/>
                </a:lnTo>
                <a:lnTo>
                  <a:pt x="27431" y="94487"/>
                </a:lnTo>
                <a:lnTo>
                  <a:pt x="4571" y="134111"/>
                </a:lnTo>
                <a:lnTo>
                  <a:pt x="0" y="152399"/>
                </a:lnTo>
                <a:lnTo>
                  <a:pt x="0" y="160019"/>
                </a:lnTo>
                <a:lnTo>
                  <a:pt x="12953" y="160781"/>
                </a:lnTo>
                <a:lnTo>
                  <a:pt x="25907" y="160019"/>
                </a:lnTo>
                <a:lnTo>
                  <a:pt x="25907" y="153923"/>
                </a:lnTo>
                <a:lnTo>
                  <a:pt x="28955" y="141731"/>
                </a:lnTo>
                <a:lnTo>
                  <a:pt x="38099" y="123443"/>
                </a:lnTo>
                <a:lnTo>
                  <a:pt x="47243" y="111251"/>
                </a:lnTo>
                <a:lnTo>
                  <a:pt x="54863" y="103631"/>
                </a:lnTo>
                <a:close/>
              </a:path>
              <a:path w="654050" h="321945">
                <a:moveTo>
                  <a:pt x="54863" y="217931"/>
                </a:moveTo>
                <a:lnTo>
                  <a:pt x="51815" y="214883"/>
                </a:lnTo>
                <a:lnTo>
                  <a:pt x="47243" y="208787"/>
                </a:lnTo>
                <a:lnTo>
                  <a:pt x="41147" y="202691"/>
                </a:lnTo>
                <a:lnTo>
                  <a:pt x="38099" y="196595"/>
                </a:lnTo>
                <a:lnTo>
                  <a:pt x="33527" y="190499"/>
                </a:lnTo>
                <a:lnTo>
                  <a:pt x="30479" y="184403"/>
                </a:lnTo>
                <a:lnTo>
                  <a:pt x="25907" y="166115"/>
                </a:lnTo>
                <a:lnTo>
                  <a:pt x="25907" y="161543"/>
                </a:lnTo>
                <a:lnTo>
                  <a:pt x="12953" y="160781"/>
                </a:lnTo>
                <a:lnTo>
                  <a:pt x="0" y="161543"/>
                </a:lnTo>
                <a:lnTo>
                  <a:pt x="1523" y="170687"/>
                </a:lnTo>
                <a:lnTo>
                  <a:pt x="3047" y="178307"/>
                </a:lnTo>
                <a:lnTo>
                  <a:pt x="4571" y="187451"/>
                </a:lnTo>
                <a:lnTo>
                  <a:pt x="7619" y="196595"/>
                </a:lnTo>
                <a:lnTo>
                  <a:pt x="16763" y="211835"/>
                </a:lnTo>
                <a:lnTo>
                  <a:pt x="35051" y="234695"/>
                </a:lnTo>
                <a:lnTo>
                  <a:pt x="38099" y="236219"/>
                </a:lnTo>
                <a:lnTo>
                  <a:pt x="54863" y="217931"/>
                </a:lnTo>
                <a:close/>
              </a:path>
              <a:path w="654050" h="321945">
                <a:moveTo>
                  <a:pt x="25907" y="161543"/>
                </a:moveTo>
                <a:lnTo>
                  <a:pt x="25907" y="160019"/>
                </a:lnTo>
                <a:lnTo>
                  <a:pt x="12953" y="160781"/>
                </a:lnTo>
                <a:lnTo>
                  <a:pt x="25907" y="161543"/>
                </a:lnTo>
                <a:close/>
              </a:path>
              <a:path w="654050" h="321945">
                <a:moveTo>
                  <a:pt x="137159" y="56387"/>
                </a:moveTo>
                <a:lnTo>
                  <a:pt x="129539" y="32003"/>
                </a:lnTo>
                <a:lnTo>
                  <a:pt x="99059" y="44195"/>
                </a:lnTo>
                <a:lnTo>
                  <a:pt x="77723" y="54863"/>
                </a:lnTo>
                <a:lnTo>
                  <a:pt x="59435" y="67055"/>
                </a:lnTo>
                <a:lnTo>
                  <a:pt x="57911" y="68579"/>
                </a:lnTo>
                <a:lnTo>
                  <a:pt x="73151" y="88391"/>
                </a:lnTo>
                <a:lnTo>
                  <a:pt x="74675" y="88391"/>
                </a:lnTo>
                <a:lnTo>
                  <a:pt x="82295" y="82295"/>
                </a:lnTo>
                <a:lnTo>
                  <a:pt x="91439" y="77723"/>
                </a:lnTo>
                <a:lnTo>
                  <a:pt x="111251" y="67055"/>
                </a:lnTo>
                <a:lnTo>
                  <a:pt x="132587" y="57911"/>
                </a:lnTo>
                <a:lnTo>
                  <a:pt x="137159" y="56387"/>
                </a:lnTo>
                <a:close/>
              </a:path>
              <a:path w="654050" h="321945">
                <a:moveTo>
                  <a:pt x="234695" y="32003"/>
                </a:moveTo>
                <a:lnTo>
                  <a:pt x="230123" y="6095"/>
                </a:lnTo>
                <a:lnTo>
                  <a:pt x="201167" y="12191"/>
                </a:lnTo>
                <a:lnTo>
                  <a:pt x="173735" y="18287"/>
                </a:lnTo>
                <a:lnTo>
                  <a:pt x="153923" y="24383"/>
                </a:lnTo>
                <a:lnTo>
                  <a:pt x="161543" y="48767"/>
                </a:lnTo>
                <a:lnTo>
                  <a:pt x="181355" y="42671"/>
                </a:lnTo>
                <a:lnTo>
                  <a:pt x="207263" y="36575"/>
                </a:lnTo>
                <a:lnTo>
                  <a:pt x="234695" y="32003"/>
                </a:lnTo>
                <a:close/>
              </a:path>
              <a:path w="654050" h="321945">
                <a:moveTo>
                  <a:pt x="326897" y="12191"/>
                </a:moveTo>
                <a:lnTo>
                  <a:pt x="326135" y="0"/>
                </a:lnTo>
                <a:lnTo>
                  <a:pt x="294131" y="0"/>
                </a:lnTo>
                <a:lnTo>
                  <a:pt x="262127" y="3047"/>
                </a:lnTo>
                <a:lnTo>
                  <a:pt x="256031" y="3047"/>
                </a:lnTo>
                <a:lnTo>
                  <a:pt x="259079" y="28955"/>
                </a:lnTo>
                <a:lnTo>
                  <a:pt x="265175" y="27431"/>
                </a:lnTo>
                <a:lnTo>
                  <a:pt x="295655" y="25907"/>
                </a:lnTo>
                <a:lnTo>
                  <a:pt x="326135" y="24456"/>
                </a:lnTo>
                <a:lnTo>
                  <a:pt x="326897" y="12191"/>
                </a:lnTo>
                <a:close/>
              </a:path>
              <a:path w="654050" h="321945">
                <a:moveTo>
                  <a:pt x="327659" y="24383"/>
                </a:moveTo>
                <a:lnTo>
                  <a:pt x="326897" y="12191"/>
                </a:lnTo>
                <a:lnTo>
                  <a:pt x="326135" y="24383"/>
                </a:lnTo>
                <a:lnTo>
                  <a:pt x="326379" y="24444"/>
                </a:lnTo>
                <a:lnTo>
                  <a:pt x="327659" y="24383"/>
                </a:lnTo>
                <a:close/>
              </a:path>
              <a:path w="654050" h="321945">
                <a:moveTo>
                  <a:pt x="326379" y="24444"/>
                </a:moveTo>
                <a:lnTo>
                  <a:pt x="326135" y="24383"/>
                </a:lnTo>
                <a:lnTo>
                  <a:pt x="326379" y="24444"/>
                </a:lnTo>
                <a:close/>
              </a:path>
              <a:path w="654050" h="321945">
                <a:moveTo>
                  <a:pt x="327659" y="24764"/>
                </a:moveTo>
                <a:lnTo>
                  <a:pt x="327659" y="24383"/>
                </a:lnTo>
                <a:lnTo>
                  <a:pt x="326379" y="24444"/>
                </a:lnTo>
                <a:lnTo>
                  <a:pt x="327659" y="24764"/>
                </a:lnTo>
                <a:close/>
              </a:path>
              <a:path w="654050" h="321945">
                <a:moveTo>
                  <a:pt x="333755" y="0"/>
                </a:moveTo>
                <a:lnTo>
                  <a:pt x="327659" y="0"/>
                </a:lnTo>
                <a:lnTo>
                  <a:pt x="326897" y="12191"/>
                </a:lnTo>
                <a:lnTo>
                  <a:pt x="327659" y="24383"/>
                </a:lnTo>
                <a:lnTo>
                  <a:pt x="327659" y="24764"/>
                </a:lnTo>
                <a:lnTo>
                  <a:pt x="332231" y="25907"/>
                </a:lnTo>
                <a:lnTo>
                  <a:pt x="333755" y="0"/>
                </a:lnTo>
                <a:close/>
              </a:path>
              <a:path w="654050" h="321945">
                <a:moveTo>
                  <a:pt x="435863" y="9143"/>
                </a:moveTo>
                <a:lnTo>
                  <a:pt x="422147" y="6095"/>
                </a:lnTo>
                <a:lnTo>
                  <a:pt x="391667" y="3047"/>
                </a:lnTo>
                <a:lnTo>
                  <a:pt x="359663" y="0"/>
                </a:lnTo>
                <a:lnTo>
                  <a:pt x="358139" y="25907"/>
                </a:lnTo>
                <a:lnTo>
                  <a:pt x="388619" y="27431"/>
                </a:lnTo>
                <a:lnTo>
                  <a:pt x="419099" y="32003"/>
                </a:lnTo>
                <a:lnTo>
                  <a:pt x="432815" y="33527"/>
                </a:lnTo>
                <a:lnTo>
                  <a:pt x="435863" y="9143"/>
                </a:lnTo>
                <a:close/>
              </a:path>
              <a:path w="654050" h="321945">
                <a:moveTo>
                  <a:pt x="536447" y="36575"/>
                </a:moveTo>
                <a:lnTo>
                  <a:pt x="530351" y="33527"/>
                </a:lnTo>
                <a:lnTo>
                  <a:pt x="505967" y="25907"/>
                </a:lnTo>
                <a:lnTo>
                  <a:pt x="480059" y="18287"/>
                </a:lnTo>
                <a:lnTo>
                  <a:pt x="461771" y="13715"/>
                </a:lnTo>
                <a:lnTo>
                  <a:pt x="455675" y="38099"/>
                </a:lnTo>
                <a:lnTo>
                  <a:pt x="473963" y="42671"/>
                </a:lnTo>
                <a:lnTo>
                  <a:pt x="522731" y="57911"/>
                </a:lnTo>
                <a:lnTo>
                  <a:pt x="527303" y="60959"/>
                </a:lnTo>
                <a:lnTo>
                  <a:pt x="536447" y="36575"/>
                </a:lnTo>
                <a:close/>
              </a:path>
              <a:path w="654050" h="321945">
                <a:moveTo>
                  <a:pt x="626363" y="94487"/>
                </a:moveTo>
                <a:lnTo>
                  <a:pt x="624839" y="94487"/>
                </a:lnTo>
                <a:lnTo>
                  <a:pt x="618743" y="86867"/>
                </a:lnTo>
                <a:lnTo>
                  <a:pt x="611123" y="80771"/>
                </a:lnTo>
                <a:lnTo>
                  <a:pt x="603503" y="73151"/>
                </a:lnTo>
                <a:lnTo>
                  <a:pt x="585215" y="60959"/>
                </a:lnTo>
                <a:lnTo>
                  <a:pt x="574547" y="54863"/>
                </a:lnTo>
                <a:lnTo>
                  <a:pt x="560831" y="47243"/>
                </a:lnTo>
                <a:lnTo>
                  <a:pt x="548639" y="70103"/>
                </a:lnTo>
                <a:lnTo>
                  <a:pt x="563879" y="77723"/>
                </a:lnTo>
                <a:lnTo>
                  <a:pt x="571499" y="82295"/>
                </a:lnTo>
                <a:lnTo>
                  <a:pt x="580643" y="88391"/>
                </a:lnTo>
                <a:lnTo>
                  <a:pt x="588263" y="94487"/>
                </a:lnTo>
                <a:lnTo>
                  <a:pt x="594359" y="99059"/>
                </a:lnTo>
                <a:lnTo>
                  <a:pt x="601979" y="105155"/>
                </a:lnTo>
                <a:lnTo>
                  <a:pt x="606551" y="111251"/>
                </a:lnTo>
                <a:lnTo>
                  <a:pt x="626363" y="94487"/>
                </a:lnTo>
                <a:close/>
              </a:path>
              <a:path w="654050" h="321945">
                <a:moveTo>
                  <a:pt x="653795" y="160019"/>
                </a:moveTo>
                <a:lnTo>
                  <a:pt x="650747" y="141731"/>
                </a:lnTo>
                <a:lnTo>
                  <a:pt x="649223" y="134111"/>
                </a:lnTo>
                <a:lnTo>
                  <a:pt x="646175" y="124967"/>
                </a:lnTo>
                <a:lnTo>
                  <a:pt x="643127" y="118871"/>
                </a:lnTo>
                <a:lnTo>
                  <a:pt x="620267" y="129539"/>
                </a:lnTo>
                <a:lnTo>
                  <a:pt x="623315" y="135635"/>
                </a:lnTo>
                <a:lnTo>
                  <a:pt x="624839" y="143255"/>
                </a:lnTo>
                <a:lnTo>
                  <a:pt x="627887" y="155447"/>
                </a:lnTo>
                <a:lnTo>
                  <a:pt x="627887" y="160019"/>
                </a:lnTo>
                <a:lnTo>
                  <a:pt x="640841" y="160781"/>
                </a:lnTo>
                <a:lnTo>
                  <a:pt x="653795" y="160019"/>
                </a:lnTo>
                <a:close/>
              </a:path>
              <a:path w="654050" h="321945">
                <a:moveTo>
                  <a:pt x="653795" y="169163"/>
                </a:moveTo>
                <a:lnTo>
                  <a:pt x="653795" y="161543"/>
                </a:lnTo>
                <a:lnTo>
                  <a:pt x="640841" y="160781"/>
                </a:lnTo>
                <a:lnTo>
                  <a:pt x="627887" y="161543"/>
                </a:lnTo>
                <a:lnTo>
                  <a:pt x="627887" y="167639"/>
                </a:lnTo>
                <a:lnTo>
                  <a:pt x="624839" y="179831"/>
                </a:lnTo>
                <a:lnTo>
                  <a:pt x="621791" y="185927"/>
                </a:lnTo>
                <a:lnTo>
                  <a:pt x="620267" y="192023"/>
                </a:lnTo>
                <a:lnTo>
                  <a:pt x="643127" y="202691"/>
                </a:lnTo>
                <a:lnTo>
                  <a:pt x="646175" y="195071"/>
                </a:lnTo>
                <a:lnTo>
                  <a:pt x="649223" y="185927"/>
                </a:lnTo>
                <a:lnTo>
                  <a:pt x="652271" y="178307"/>
                </a:lnTo>
                <a:lnTo>
                  <a:pt x="653795" y="169163"/>
                </a:lnTo>
                <a:close/>
              </a:path>
              <a:path w="654050" h="321945">
                <a:moveTo>
                  <a:pt x="640841" y="160781"/>
                </a:moveTo>
                <a:lnTo>
                  <a:pt x="627887" y="160019"/>
                </a:lnTo>
                <a:lnTo>
                  <a:pt x="627887" y="161543"/>
                </a:lnTo>
                <a:lnTo>
                  <a:pt x="640841" y="160781"/>
                </a:lnTo>
                <a:close/>
              </a:path>
              <a:path w="654050" h="321945">
                <a:moveTo>
                  <a:pt x="626363" y="225551"/>
                </a:moveTo>
                <a:lnTo>
                  <a:pt x="606551" y="210311"/>
                </a:lnTo>
                <a:lnTo>
                  <a:pt x="594359" y="222503"/>
                </a:lnTo>
                <a:lnTo>
                  <a:pt x="586739" y="227075"/>
                </a:lnTo>
                <a:lnTo>
                  <a:pt x="571499" y="239267"/>
                </a:lnTo>
                <a:lnTo>
                  <a:pt x="562355" y="243839"/>
                </a:lnTo>
                <a:lnTo>
                  <a:pt x="548639" y="251459"/>
                </a:lnTo>
                <a:lnTo>
                  <a:pt x="560831" y="272795"/>
                </a:lnTo>
                <a:lnTo>
                  <a:pt x="576071" y="265175"/>
                </a:lnTo>
                <a:lnTo>
                  <a:pt x="603503" y="246887"/>
                </a:lnTo>
                <a:lnTo>
                  <a:pt x="611123" y="240791"/>
                </a:lnTo>
                <a:lnTo>
                  <a:pt x="626363" y="225551"/>
                </a:lnTo>
                <a:close/>
              </a:path>
              <a:path w="654050" h="321945">
                <a:moveTo>
                  <a:pt x="536447" y="283463"/>
                </a:moveTo>
                <a:lnTo>
                  <a:pt x="527303" y="260603"/>
                </a:lnTo>
                <a:lnTo>
                  <a:pt x="521207" y="263651"/>
                </a:lnTo>
                <a:lnTo>
                  <a:pt x="498347" y="271271"/>
                </a:lnTo>
                <a:lnTo>
                  <a:pt x="472439" y="278891"/>
                </a:lnTo>
                <a:lnTo>
                  <a:pt x="455675" y="281939"/>
                </a:lnTo>
                <a:lnTo>
                  <a:pt x="461771" y="306323"/>
                </a:lnTo>
                <a:lnTo>
                  <a:pt x="480059" y="303275"/>
                </a:lnTo>
                <a:lnTo>
                  <a:pt x="505967" y="295655"/>
                </a:lnTo>
                <a:lnTo>
                  <a:pt x="531875" y="286511"/>
                </a:lnTo>
                <a:lnTo>
                  <a:pt x="536447" y="283463"/>
                </a:lnTo>
                <a:close/>
              </a:path>
              <a:path w="654050" h="321945">
                <a:moveTo>
                  <a:pt x="435863" y="312419"/>
                </a:moveTo>
                <a:lnTo>
                  <a:pt x="432815" y="286511"/>
                </a:lnTo>
                <a:lnTo>
                  <a:pt x="417575" y="289559"/>
                </a:lnTo>
                <a:lnTo>
                  <a:pt x="388619" y="292607"/>
                </a:lnTo>
                <a:lnTo>
                  <a:pt x="358139" y="295655"/>
                </a:lnTo>
                <a:lnTo>
                  <a:pt x="358139" y="320039"/>
                </a:lnTo>
                <a:lnTo>
                  <a:pt x="359663" y="320039"/>
                </a:lnTo>
                <a:lnTo>
                  <a:pt x="391667" y="318515"/>
                </a:lnTo>
                <a:lnTo>
                  <a:pt x="422147" y="313943"/>
                </a:lnTo>
                <a:lnTo>
                  <a:pt x="435863" y="312419"/>
                </a:lnTo>
                <a:close/>
              </a:path>
              <a:path w="654050" h="321945">
                <a:moveTo>
                  <a:pt x="326897" y="308609"/>
                </a:moveTo>
                <a:lnTo>
                  <a:pt x="326135" y="295655"/>
                </a:lnTo>
                <a:lnTo>
                  <a:pt x="295655" y="295655"/>
                </a:lnTo>
                <a:lnTo>
                  <a:pt x="265175" y="292607"/>
                </a:lnTo>
                <a:lnTo>
                  <a:pt x="259079" y="292607"/>
                </a:lnTo>
                <a:lnTo>
                  <a:pt x="256031" y="316991"/>
                </a:lnTo>
                <a:lnTo>
                  <a:pt x="262127" y="318515"/>
                </a:lnTo>
                <a:lnTo>
                  <a:pt x="326135" y="321563"/>
                </a:lnTo>
                <a:lnTo>
                  <a:pt x="326897" y="308609"/>
                </a:lnTo>
                <a:close/>
              </a:path>
              <a:path w="654050" h="321945">
                <a:moveTo>
                  <a:pt x="327659" y="295655"/>
                </a:moveTo>
                <a:lnTo>
                  <a:pt x="326135" y="295655"/>
                </a:lnTo>
                <a:lnTo>
                  <a:pt x="326897" y="308609"/>
                </a:lnTo>
                <a:lnTo>
                  <a:pt x="327659" y="295655"/>
                </a:lnTo>
                <a:close/>
              </a:path>
              <a:path w="654050" h="321945">
                <a:moveTo>
                  <a:pt x="333755" y="321563"/>
                </a:moveTo>
                <a:lnTo>
                  <a:pt x="332231" y="295655"/>
                </a:lnTo>
                <a:lnTo>
                  <a:pt x="327659" y="295655"/>
                </a:lnTo>
                <a:lnTo>
                  <a:pt x="326897" y="308609"/>
                </a:lnTo>
                <a:lnTo>
                  <a:pt x="327659" y="321563"/>
                </a:lnTo>
                <a:lnTo>
                  <a:pt x="333755" y="321563"/>
                </a:lnTo>
                <a:close/>
              </a:path>
              <a:path w="654050" h="321945">
                <a:moveTo>
                  <a:pt x="234695" y="289559"/>
                </a:moveTo>
                <a:lnTo>
                  <a:pt x="207263" y="284987"/>
                </a:lnTo>
                <a:lnTo>
                  <a:pt x="179831" y="278891"/>
                </a:lnTo>
                <a:lnTo>
                  <a:pt x="161543" y="272795"/>
                </a:lnTo>
                <a:lnTo>
                  <a:pt x="153923" y="297179"/>
                </a:lnTo>
                <a:lnTo>
                  <a:pt x="173735" y="303275"/>
                </a:lnTo>
                <a:lnTo>
                  <a:pt x="202691" y="309371"/>
                </a:lnTo>
                <a:lnTo>
                  <a:pt x="230123" y="313943"/>
                </a:lnTo>
                <a:lnTo>
                  <a:pt x="234695" y="289559"/>
                </a:lnTo>
                <a:close/>
              </a:path>
              <a:path w="654050" h="321945">
                <a:moveTo>
                  <a:pt x="137159" y="265175"/>
                </a:moveTo>
                <a:lnTo>
                  <a:pt x="131063" y="262127"/>
                </a:lnTo>
                <a:lnTo>
                  <a:pt x="109727" y="252983"/>
                </a:lnTo>
                <a:lnTo>
                  <a:pt x="89915" y="243839"/>
                </a:lnTo>
                <a:lnTo>
                  <a:pt x="82295" y="237743"/>
                </a:lnTo>
                <a:lnTo>
                  <a:pt x="73151" y="233171"/>
                </a:lnTo>
                <a:lnTo>
                  <a:pt x="73151" y="231647"/>
                </a:lnTo>
                <a:lnTo>
                  <a:pt x="57911" y="252983"/>
                </a:lnTo>
                <a:lnTo>
                  <a:pt x="59435" y="254507"/>
                </a:lnTo>
                <a:lnTo>
                  <a:pt x="68579" y="260603"/>
                </a:lnTo>
                <a:lnTo>
                  <a:pt x="79247" y="265175"/>
                </a:lnTo>
                <a:lnTo>
                  <a:pt x="100583" y="277367"/>
                </a:lnTo>
                <a:lnTo>
                  <a:pt x="123443" y="286511"/>
                </a:lnTo>
                <a:lnTo>
                  <a:pt x="129539" y="289559"/>
                </a:lnTo>
                <a:lnTo>
                  <a:pt x="137159" y="2651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122990" y="6533389"/>
            <a:ext cx="597535" cy="405765"/>
          </a:xfrm>
          <a:custGeom>
            <a:avLst/>
            <a:gdLst/>
            <a:ahLst/>
            <a:cxnLst/>
            <a:rect l="l" t="t" r="r" b="b"/>
            <a:pathLst>
              <a:path w="597535" h="405765">
                <a:moveTo>
                  <a:pt x="45719" y="137159"/>
                </a:moveTo>
                <a:lnTo>
                  <a:pt x="22859" y="123443"/>
                </a:lnTo>
                <a:lnTo>
                  <a:pt x="18287" y="131063"/>
                </a:lnTo>
                <a:lnTo>
                  <a:pt x="13715" y="141731"/>
                </a:lnTo>
                <a:lnTo>
                  <a:pt x="10667" y="150875"/>
                </a:lnTo>
                <a:lnTo>
                  <a:pt x="6095" y="161543"/>
                </a:lnTo>
                <a:lnTo>
                  <a:pt x="3047" y="170687"/>
                </a:lnTo>
                <a:lnTo>
                  <a:pt x="0" y="192023"/>
                </a:lnTo>
                <a:lnTo>
                  <a:pt x="0" y="202691"/>
                </a:lnTo>
                <a:lnTo>
                  <a:pt x="25907" y="202691"/>
                </a:lnTo>
                <a:lnTo>
                  <a:pt x="25907" y="193547"/>
                </a:lnTo>
                <a:lnTo>
                  <a:pt x="27431" y="184403"/>
                </a:lnTo>
                <a:lnTo>
                  <a:pt x="28955" y="176783"/>
                </a:lnTo>
                <a:lnTo>
                  <a:pt x="30479" y="167639"/>
                </a:lnTo>
                <a:lnTo>
                  <a:pt x="33527" y="160019"/>
                </a:lnTo>
                <a:lnTo>
                  <a:pt x="38099" y="150875"/>
                </a:lnTo>
                <a:lnTo>
                  <a:pt x="41147" y="143255"/>
                </a:lnTo>
                <a:lnTo>
                  <a:pt x="45719" y="137159"/>
                </a:lnTo>
                <a:close/>
              </a:path>
              <a:path w="597535" h="405765">
                <a:moveTo>
                  <a:pt x="114299" y="73151"/>
                </a:moveTo>
                <a:lnTo>
                  <a:pt x="100583" y="50291"/>
                </a:lnTo>
                <a:lnTo>
                  <a:pt x="88391" y="57911"/>
                </a:lnTo>
                <a:lnTo>
                  <a:pt x="70103" y="71627"/>
                </a:lnTo>
                <a:lnTo>
                  <a:pt x="51815" y="88391"/>
                </a:lnTo>
                <a:lnTo>
                  <a:pt x="39623" y="102107"/>
                </a:lnTo>
                <a:lnTo>
                  <a:pt x="57911" y="118871"/>
                </a:lnTo>
                <a:lnTo>
                  <a:pt x="71627" y="105155"/>
                </a:lnTo>
                <a:lnTo>
                  <a:pt x="86867" y="91439"/>
                </a:lnTo>
                <a:lnTo>
                  <a:pt x="103631" y="77723"/>
                </a:lnTo>
                <a:lnTo>
                  <a:pt x="114299" y="73151"/>
                </a:lnTo>
                <a:close/>
              </a:path>
              <a:path w="597535" h="405765">
                <a:moveTo>
                  <a:pt x="204215" y="36575"/>
                </a:moveTo>
                <a:lnTo>
                  <a:pt x="198119" y="12191"/>
                </a:lnTo>
                <a:lnTo>
                  <a:pt x="182879" y="15239"/>
                </a:lnTo>
                <a:lnTo>
                  <a:pt x="156971" y="22859"/>
                </a:lnTo>
                <a:lnTo>
                  <a:pt x="132587" y="33527"/>
                </a:lnTo>
                <a:lnTo>
                  <a:pt x="123443" y="38099"/>
                </a:lnTo>
                <a:lnTo>
                  <a:pt x="135635" y="60959"/>
                </a:lnTo>
                <a:lnTo>
                  <a:pt x="144779" y="56387"/>
                </a:lnTo>
                <a:lnTo>
                  <a:pt x="167639" y="47243"/>
                </a:lnTo>
                <a:lnTo>
                  <a:pt x="192023" y="39623"/>
                </a:lnTo>
                <a:lnTo>
                  <a:pt x="204215" y="36575"/>
                </a:lnTo>
                <a:close/>
              </a:path>
              <a:path w="597535" h="405765">
                <a:moveTo>
                  <a:pt x="301751" y="24383"/>
                </a:moveTo>
                <a:lnTo>
                  <a:pt x="301751" y="0"/>
                </a:lnTo>
                <a:lnTo>
                  <a:pt x="268223" y="0"/>
                </a:lnTo>
                <a:lnTo>
                  <a:pt x="239267" y="3047"/>
                </a:lnTo>
                <a:lnTo>
                  <a:pt x="224027" y="6095"/>
                </a:lnTo>
                <a:lnTo>
                  <a:pt x="228599" y="32003"/>
                </a:lnTo>
                <a:lnTo>
                  <a:pt x="243839" y="28955"/>
                </a:lnTo>
                <a:lnTo>
                  <a:pt x="271271" y="25907"/>
                </a:lnTo>
                <a:lnTo>
                  <a:pt x="298703" y="24383"/>
                </a:lnTo>
                <a:lnTo>
                  <a:pt x="301751" y="24383"/>
                </a:lnTo>
                <a:close/>
              </a:path>
              <a:path w="597535" h="405765">
                <a:moveTo>
                  <a:pt x="405383" y="13715"/>
                </a:moveTo>
                <a:lnTo>
                  <a:pt x="385571" y="9143"/>
                </a:lnTo>
                <a:lnTo>
                  <a:pt x="358139" y="3047"/>
                </a:lnTo>
                <a:lnTo>
                  <a:pt x="327659" y="0"/>
                </a:lnTo>
                <a:lnTo>
                  <a:pt x="326135" y="25907"/>
                </a:lnTo>
                <a:lnTo>
                  <a:pt x="327659" y="25907"/>
                </a:lnTo>
                <a:lnTo>
                  <a:pt x="355091" y="28955"/>
                </a:lnTo>
                <a:lnTo>
                  <a:pt x="380999" y="33527"/>
                </a:lnTo>
                <a:lnTo>
                  <a:pt x="399287" y="38099"/>
                </a:lnTo>
                <a:lnTo>
                  <a:pt x="405383" y="13715"/>
                </a:lnTo>
                <a:close/>
              </a:path>
              <a:path w="597535" h="405765">
                <a:moveTo>
                  <a:pt x="501395" y="54863"/>
                </a:moveTo>
                <a:lnTo>
                  <a:pt x="486155" y="44195"/>
                </a:lnTo>
                <a:lnTo>
                  <a:pt x="463295" y="33527"/>
                </a:lnTo>
                <a:lnTo>
                  <a:pt x="438911" y="22859"/>
                </a:lnTo>
                <a:lnTo>
                  <a:pt x="431291" y="21335"/>
                </a:lnTo>
                <a:lnTo>
                  <a:pt x="422147" y="44195"/>
                </a:lnTo>
                <a:lnTo>
                  <a:pt x="431291" y="47243"/>
                </a:lnTo>
                <a:lnTo>
                  <a:pt x="454151" y="56387"/>
                </a:lnTo>
                <a:lnTo>
                  <a:pt x="473963" y="67055"/>
                </a:lnTo>
                <a:lnTo>
                  <a:pt x="489203" y="76199"/>
                </a:lnTo>
                <a:lnTo>
                  <a:pt x="501395" y="54863"/>
                </a:lnTo>
                <a:close/>
              </a:path>
              <a:path w="597535" h="405765">
                <a:moveTo>
                  <a:pt x="577595" y="129539"/>
                </a:moveTo>
                <a:lnTo>
                  <a:pt x="544067" y="86867"/>
                </a:lnTo>
                <a:lnTo>
                  <a:pt x="527303" y="71627"/>
                </a:lnTo>
                <a:lnTo>
                  <a:pt x="524255" y="68579"/>
                </a:lnTo>
                <a:lnTo>
                  <a:pt x="509015" y="89915"/>
                </a:lnTo>
                <a:lnTo>
                  <a:pt x="512063" y="91439"/>
                </a:lnTo>
                <a:lnTo>
                  <a:pt x="527303" y="105155"/>
                </a:lnTo>
                <a:lnTo>
                  <a:pt x="541019" y="120395"/>
                </a:lnTo>
                <a:lnTo>
                  <a:pt x="545591" y="128015"/>
                </a:lnTo>
                <a:lnTo>
                  <a:pt x="551687" y="135635"/>
                </a:lnTo>
                <a:lnTo>
                  <a:pt x="556259" y="143255"/>
                </a:lnTo>
                <a:lnTo>
                  <a:pt x="577595" y="129539"/>
                </a:lnTo>
                <a:close/>
              </a:path>
              <a:path w="597535" h="405765">
                <a:moveTo>
                  <a:pt x="597407" y="202691"/>
                </a:moveTo>
                <a:lnTo>
                  <a:pt x="597407" y="192023"/>
                </a:lnTo>
                <a:lnTo>
                  <a:pt x="595883" y="181355"/>
                </a:lnTo>
                <a:lnTo>
                  <a:pt x="592835" y="170687"/>
                </a:lnTo>
                <a:lnTo>
                  <a:pt x="591311" y="160019"/>
                </a:lnTo>
                <a:lnTo>
                  <a:pt x="588263" y="155447"/>
                </a:lnTo>
                <a:lnTo>
                  <a:pt x="565403" y="163067"/>
                </a:lnTo>
                <a:lnTo>
                  <a:pt x="566927" y="169163"/>
                </a:lnTo>
                <a:lnTo>
                  <a:pt x="568451" y="176783"/>
                </a:lnTo>
                <a:lnTo>
                  <a:pt x="571499" y="195071"/>
                </a:lnTo>
                <a:lnTo>
                  <a:pt x="571499" y="202691"/>
                </a:lnTo>
                <a:lnTo>
                  <a:pt x="597407" y="202691"/>
                </a:lnTo>
                <a:close/>
              </a:path>
              <a:path w="597535" h="405765">
                <a:moveTo>
                  <a:pt x="597407" y="213359"/>
                </a:moveTo>
                <a:lnTo>
                  <a:pt x="597407" y="202691"/>
                </a:lnTo>
                <a:lnTo>
                  <a:pt x="571499" y="202691"/>
                </a:lnTo>
                <a:lnTo>
                  <a:pt x="571499" y="211835"/>
                </a:lnTo>
                <a:lnTo>
                  <a:pt x="569975" y="220979"/>
                </a:lnTo>
                <a:lnTo>
                  <a:pt x="568451" y="228599"/>
                </a:lnTo>
                <a:lnTo>
                  <a:pt x="568451" y="231647"/>
                </a:lnTo>
                <a:lnTo>
                  <a:pt x="592835" y="237743"/>
                </a:lnTo>
                <a:lnTo>
                  <a:pt x="592835" y="234695"/>
                </a:lnTo>
                <a:lnTo>
                  <a:pt x="595883" y="224027"/>
                </a:lnTo>
                <a:lnTo>
                  <a:pt x="597407" y="213359"/>
                </a:lnTo>
                <a:close/>
              </a:path>
              <a:path w="597535" h="405765">
                <a:moveTo>
                  <a:pt x="583691" y="265175"/>
                </a:moveTo>
                <a:lnTo>
                  <a:pt x="583691" y="263651"/>
                </a:lnTo>
                <a:lnTo>
                  <a:pt x="560831" y="252983"/>
                </a:lnTo>
                <a:lnTo>
                  <a:pt x="559307" y="254507"/>
                </a:lnTo>
                <a:lnTo>
                  <a:pt x="556259" y="262127"/>
                </a:lnTo>
                <a:lnTo>
                  <a:pt x="551687" y="269747"/>
                </a:lnTo>
                <a:lnTo>
                  <a:pt x="545591" y="278891"/>
                </a:lnTo>
                <a:lnTo>
                  <a:pt x="539495" y="286511"/>
                </a:lnTo>
                <a:lnTo>
                  <a:pt x="525779" y="300227"/>
                </a:lnTo>
                <a:lnTo>
                  <a:pt x="516635" y="307847"/>
                </a:lnTo>
                <a:lnTo>
                  <a:pt x="534923" y="327659"/>
                </a:lnTo>
                <a:lnTo>
                  <a:pt x="545591" y="318515"/>
                </a:lnTo>
                <a:lnTo>
                  <a:pt x="559307" y="301751"/>
                </a:lnTo>
                <a:lnTo>
                  <a:pt x="566927" y="292607"/>
                </a:lnTo>
                <a:lnTo>
                  <a:pt x="579119" y="274319"/>
                </a:lnTo>
                <a:lnTo>
                  <a:pt x="583691" y="265175"/>
                </a:lnTo>
                <a:close/>
              </a:path>
              <a:path w="597535" h="405765">
                <a:moveTo>
                  <a:pt x="513587" y="344423"/>
                </a:moveTo>
                <a:lnTo>
                  <a:pt x="498347" y="323087"/>
                </a:lnTo>
                <a:lnTo>
                  <a:pt x="493775" y="327659"/>
                </a:lnTo>
                <a:lnTo>
                  <a:pt x="473963" y="338327"/>
                </a:lnTo>
                <a:lnTo>
                  <a:pt x="452627" y="348995"/>
                </a:lnTo>
                <a:lnTo>
                  <a:pt x="434339" y="356615"/>
                </a:lnTo>
                <a:lnTo>
                  <a:pt x="443483" y="380999"/>
                </a:lnTo>
                <a:lnTo>
                  <a:pt x="463295" y="371855"/>
                </a:lnTo>
                <a:lnTo>
                  <a:pt x="487679" y="361187"/>
                </a:lnTo>
                <a:lnTo>
                  <a:pt x="507491" y="347471"/>
                </a:lnTo>
                <a:lnTo>
                  <a:pt x="513587" y="344423"/>
                </a:lnTo>
                <a:close/>
              </a:path>
              <a:path w="597535" h="405765">
                <a:moveTo>
                  <a:pt x="417575" y="388619"/>
                </a:moveTo>
                <a:lnTo>
                  <a:pt x="409955" y="364235"/>
                </a:lnTo>
                <a:lnTo>
                  <a:pt x="405383" y="365759"/>
                </a:lnTo>
                <a:lnTo>
                  <a:pt x="380999" y="371855"/>
                </a:lnTo>
                <a:lnTo>
                  <a:pt x="353567" y="376427"/>
                </a:lnTo>
                <a:lnTo>
                  <a:pt x="338327" y="377951"/>
                </a:lnTo>
                <a:lnTo>
                  <a:pt x="341375" y="403859"/>
                </a:lnTo>
                <a:lnTo>
                  <a:pt x="358139" y="402335"/>
                </a:lnTo>
                <a:lnTo>
                  <a:pt x="387095" y="397763"/>
                </a:lnTo>
                <a:lnTo>
                  <a:pt x="414527" y="390143"/>
                </a:lnTo>
                <a:lnTo>
                  <a:pt x="417575" y="388619"/>
                </a:lnTo>
                <a:close/>
              </a:path>
              <a:path w="597535" h="405765">
                <a:moveTo>
                  <a:pt x="315467" y="405383"/>
                </a:moveTo>
                <a:lnTo>
                  <a:pt x="313943" y="379475"/>
                </a:lnTo>
                <a:lnTo>
                  <a:pt x="298703" y="380999"/>
                </a:lnTo>
                <a:lnTo>
                  <a:pt x="269747" y="379475"/>
                </a:lnTo>
                <a:lnTo>
                  <a:pt x="242315" y="376427"/>
                </a:lnTo>
                <a:lnTo>
                  <a:pt x="240791" y="376427"/>
                </a:lnTo>
                <a:lnTo>
                  <a:pt x="236219" y="400811"/>
                </a:lnTo>
                <a:lnTo>
                  <a:pt x="239267" y="402335"/>
                </a:lnTo>
                <a:lnTo>
                  <a:pt x="269747" y="405383"/>
                </a:lnTo>
                <a:lnTo>
                  <a:pt x="315467" y="405383"/>
                </a:lnTo>
                <a:close/>
              </a:path>
              <a:path w="597535" h="405765">
                <a:moveTo>
                  <a:pt x="216407" y="371855"/>
                </a:moveTo>
                <a:lnTo>
                  <a:pt x="190499" y="365759"/>
                </a:lnTo>
                <a:lnTo>
                  <a:pt x="166115" y="358139"/>
                </a:lnTo>
                <a:lnTo>
                  <a:pt x="146303" y="348995"/>
                </a:lnTo>
                <a:lnTo>
                  <a:pt x="135635" y="373379"/>
                </a:lnTo>
                <a:lnTo>
                  <a:pt x="158495" y="382523"/>
                </a:lnTo>
                <a:lnTo>
                  <a:pt x="184403" y="390143"/>
                </a:lnTo>
                <a:lnTo>
                  <a:pt x="210311" y="396239"/>
                </a:lnTo>
                <a:lnTo>
                  <a:pt x="216407" y="371855"/>
                </a:lnTo>
                <a:close/>
              </a:path>
              <a:path w="597535" h="405765">
                <a:moveTo>
                  <a:pt x="123443" y="338327"/>
                </a:moveTo>
                <a:lnTo>
                  <a:pt x="121919" y="338327"/>
                </a:lnTo>
                <a:lnTo>
                  <a:pt x="85343" y="313943"/>
                </a:lnTo>
                <a:lnTo>
                  <a:pt x="70103" y="300227"/>
                </a:lnTo>
                <a:lnTo>
                  <a:pt x="67055" y="295655"/>
                </a:lnTo>
                <a:lnTo>
                  <a:pt x="48767" y="313943"/>
                </a:lnTo>
                <a:lnTo>
                  <a:pt x="53339" y="318515"/>
                </a:lnTo>
                <a:lnTo>
                  <a:pt x="70103" y="333755"/>
                </a:lnTo>
                <a:lnTo>
                  <a:pt x="89915" y="348995"/>
                </a:lnTo>
                <a:lnTo>
                  <a:pt x="111251" y="361187"/>
                </a:lnTo>
                <a:lnTo>
                  <a:pt x="112775" y="361187"/>
                </a:lnTo>
                <a:lnTo>
                  <a:pt x="123443" y="338327"/>
                </a:lnTo>
                <a:close/>
              </a:path>
              <a:path w="597535" h="405765">
                <a:moveTo>
                  <a:pt x="51815" y="278891"/>
                </a:moveTo>
                <a:lnTo>
                  <a:pt x="30479" y="237743"/>
                </a:lnTo>
                <a:lnTo>
                  <a:pt x="27431" y="219455"/>
                </a:lnTo>
                <a:lnTo>
                  <a:pt x="25907" y="213359"/>
                </a:lnTo>
                <a:lnTo>
                  <a:pt x="1523" y="216407"/>
                </a:lnTo>
                <a:lnTo>
                  <a:pt x="1523" y="224027"/>
                </a:lnTo>
                <a:lnTo>
                  <a:pt x="4571" y="234695"/>
                </a:lnTo>
                <a:lnTo>
                  <a:pt x="6095" y="245363"/>
                </a:lnTo>
                <a:lnTo>
                  <a:pt x="10667" y="256031"/>
                </a:lnTo>
                <a:lnTo>
                  <a:pt x="13715" y="265175"/>
                </a:lnTo>
                <a:lnTo>
                  <a:pt x="19811" y="274319"/>
                </a:lnTo>
                <a:lnTo>
                  <a:pt x="24383" y="283463"/>
                </a:lnTo>
                <a:lnTo>
                  <a:pt x="30479" y="292607"/>
                </a:lnTo>
                <a:lnTo>
                  <a:pt x="51815" y="27889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523802" y="5823203"/>
            <a:ext cx="596265" cy="407034"/>
          </a:xfrm>
          <a:custGeom>
            <a:avLst/>
            <a:gdLst/>
            <a:ahLst/>
            <a:cxnLst/>
            <a:rect l="l" t="t" r="r" b="b"/>
            <a:pathLst>
              <a:path w="596265" h="407035">
                <a:moveTo>
                  <a:pt x="595883" y="224027"/>
                </a:moveTo>
                <a:lnTo>
                  <a:pt x="595883" y="192023"/>
                </a:lnTo>
                <a:lnTo>
                  <a:pt x="592835" y="170687"/>
                </a:lnTo>
                <a:lnTo>
                  <a:pt x="589787" y="161543"/>
                </a:lnTo>
                <a:lnTo>
                  <a:pt x="586739" y="150875"/>
                </a:lnTo>
                <a:lnTo>
                  <a:pt x="559307" y="103631"/>
                </a:lnTo>
                <a:lnTo>
                  <a:pt x="525779" y="71627"/>
                </a:lnTo>
                <a:lnTo>
                  <a:pt x="486155" y="45719"/>
                </a:lnTo>
                <a:lnTo>
                  <a:pt x="438911" y="24383"/>
                </a:lnTo>
                <a:lnTo>
                  <a:pt x="385571" y="9143"/>
                </a:lnTo>
                <a:lnTo>
                  <a:pt x="327659" y="1523"/>
                </a:lnTo>
                <a:lnTo>
                  <a:pt x="297179" y="0"/>
                </a:lnTo>
                <a:lnTo>
                  <a:pt x="268223" y="1523"/>
                </a:lnTo>
                <a:lnTo>
                  <a:pt x="210311" y="9143"/>
                </a:lnTo>
                <a:lnTo>
                  <a:pt x="156971" y="24383"/>
                </a:lnTo>
                <a:lnTo>
                  <a:pt x="109727" y="45719"/>
                </a:lnTo>
                <a:lnTo>
                  <a:pt x="68579" y="73151"/>
                </a:lnTo>
                <a:lnTo>
                  <a:pt x="36575" y="105155"/>
                </a:lnTo>
                <a:lnTo>
                  <a:pt x="13715" y="141731"/>
                </a:lnTo>
                <a:lnTo>
                  <a:pt x="0" y="193547"/>
                </a:lnTo>
                <a:lnTo>
                  <a:pt x="0" y="214883"/>
                </a:lnTo>
                <a:lnTo>
                  <a:pt x="3047" y="236219"/>
                </a:lnTo>
                <a:lnTo>
                  <a:pt x="6095" y="245363"/>
                </a:lnTo>
                <a:lnTo>
                  <a:pt x="9143" y="256031"/>
                </a:lnTo>
                <a:lnTo>
                  <a:pt x="13715" y="265175"/>
                </a:lnTo>
                <a:lnTo>
                  <a:pt x="18287" y="275843"/>
                </a:lnTo>
                <a:lnTo>
                  <a:pt x="24383" y="284987"/>
                </a:lnTo>
                <a:lnTo>
                  <a:pt x="24383" y="202691"/>
                </a:lnTo>
                <a:lnTo>
                  <a:pt x="25907" y="193547"/>
                </a:lnTo>
                <a:lnTo>
                  <a:pt x="25907" y="185927"/>
                </a:lnTo>
                <a:lnTo>
                  <a:pt x="28955" y="176783"/>
                </a:lnTo>
                <a:lnTo>
                  <a:pt x="30479" y="167639"/>
                </a:lnTo>
                <a:lnTo>
                  <a:pt x="36575" y="152399"/>
                </a:lnTo>
                <a:lnTo>
                  <a:pt x="41147" y="143255"/>
                </a:lnTo>
                <a:lnTo>
                  <a:pt x="45719" y="135635"/>
                </a:lnTo>
                <a:lnTo>
                  <a:pt x="51815" y="128015"/>
                </a:lnTo>
                <a:lnTo>
                  <a:pt x="56387" y="120395"/>
                </a:lnTo>
                <a:lnTo>
                  <a:pt x="86867" y="91439"/>
                </a:lnTo>
                <a:lnTo>
                  <a:pt x="123443" y="67055"/>
                </a:lnTo>
                <a:lnTo>
                  <a:pt x="166115" y="47243"/>
                </a:lnTo>
                <a:lnTo>
                  <a:pt x="216407" y="33527"/>
                </a:lnTo>
                <a:lnTo>
                  <a:pt x="269747" y="25907"/>
                </a:lnTo>
                <a:lnTo>
                  <a:pt x="327659" y="25907"/>
                </a:lnTo>
                <a:lnTo>
                  <a:pt x="380999" y="33527"/>
                </a:lnTo>
                <a:lnTo>
                  <a:pt x="452627" y="57911"/>
                </a:lnTo>
                <a:lnTo>
                  <a:pt x="493775" y="79247"/>
                </a:lnTo>
                <a:lnTo>
                  <a:pt x="527303" y="106679"/>
                </a:lnTo>
                <a:lnTo>
                  <a:pt x="539495" y="121919"/>
                </a:lnTo>
                <a:lnTo>
                  <a:pt x="545591" y="128015"/>
                </a:lnTo>
                <a:lnTo>
                  <a:pt x="550163" y="137159"/>
                </a:lnTo>
                <a:lnTo>
                  <a:pt x="556259" y="144779"/>
                </a:lnTo>
                <a:lnTo>
                  <a:pt x="559307" y="152399"/>
                </a:lnTo>
                <a:lnTo>
                  <a:pt x="563879" y="161543"/>
                </a:lnTo>
                <a:lnTo>
                  <a:pt x="565403" y="169163"/>
                </a:lnTo>
                <a:lnTo>
                  <a:pt x="568451" y="178307"/>
                </a:lnTo>
                <a:lnTo>
                  <a:pt x="569975" y="185927"/>
                </a:lnTo>
                <a:lnTo>
                  <a:pt x="571499" y="195071"/>
                </a:lnTo>
                <a:lnTo>
                  <a:pt x="571499" y="285749"/>
                </a:lnTo>
                <a:lnTo>
                  <a:pt x="573023" y="283463"/>
                </a:lnTo>
                <a:lnTo>
                  <a:pt x="582167" y="265175"/>
                </a:lnTo>
                <a:lnTo>
                  <a:pt x="586739" y="254507"/>
                </a:lnTo>
                <a:lnTo>
                  <a:pt x="589787" y="245363"/>
                </a:lnTo>
                <a:lnTo>
                  <a:pt x="595883" y="224027"/>
                </a:lnTo>
                <a:close/>
              </a:path>
              <a:path w="596265" h="407035">
                <a:moveTo>
                  <a:pt x="571499" y="285749"/>
                </a:moveTo>
                <a:lnTo>
                  <a:pt x="571499" y="213359"/>
                </a:lnTo>
                <a:lnTo>
                  <a:pt x="569975" y="220979"/>
                </a:lnTo>
                <a:lnTo>
                  <a:pt x="568451" y="230123"/>
                </a:lnTo>
                <a:lnTo>
                  <a:pt x="565403" y="239267"/>
                </a:lnTo>
                <a:lnTo>
                  <a:pt x="545591" y="278891"/>
                </a:lnTo>
                <a:lnTo>
                  <a:pt x="510539" y="315467"/>
                </a:lnTo>
                <a:lnTo>
                  <a:pt x="473963" y="339851"/>
                </a:lnTo>
                <a:lnTo>
                  <a:pt x="429767" y="359663"/>
                </a:lnTo>
                <a:lnTo>
                  <a:pt x="379475" y="373379"/>
                </a:lnTo>
                <a:lnTo>
                  <a:pt x="326135" y="379475"/>
                </a:lnTo>
                <a:lnTo>
                  <a:pt x="297179" y="380999"/>
                </a:lnTo>
                <a:lnTo>
                  <a:pt x="269747" y="380999"/>
                </a:lnTo>
                <a:lnTo>
                  <a:pt x="214883" y="373379"/>
                </a:lnTo>
                <a:lnTo>
                  <a:pt x="166115" y="358139"/>
                </a:lnTo>
                <a:lnTo>
                  <a:pt x="121919" y="338327"/>
                </a:lnTo>
                <a:lnTo>
                  <a:pt x="85343" y="313943"/>
                </a:lnTo>
                <a:lnTo>
                  <a:pt x="56387" y="284987"/>
                </a:lnTo>
                <a:lnTo>
                  <a:pt x="50291" y="278891"/>
                </a:lnTo>
                <a:lnTo>
                  <a:pt x="45719" y="269747"/>
                </a:lnTo>
                <a:lnTo>
                  <a:pt x="36575" y="254507"/>
                </a:lnTo>
                <a:lnTo>
                  <a:pt x="33527" y="245363"/>
                </a:lnTo>
                <a:lnTo>
                  <a:pt x="30479" y="237743"/>
                </a:lnTo>
                <a:lnTo>
                  <a:pt x="27431" y="228599"/>
                </a:lnTo>
                <a:lnTo>
                  <a:pt x="25907" y="220979"/>
                </a:lnTo>
                <a:lnTo>
                  <a:pt x="25907" y="211835"/>
                </a:lnTo>
                <a:lnTo>
                  <a:pt x="24383" y="202691"/>
                </a:lnTo>
                <a:lnTo>
                  <a:pt x="24383" y="284987"/>
                </a:lnTo>
                <a:lnTo>
                  <a:pt x="30479" y="294131"/>
                </a:lnTo>
                <a:lnTo>
                  <a:pt x="70103" y="335279"/>
                </a:lnTo>
                <a:lnTo>
                  <a:pt x="111251" y="361187"/>
                </a:lnTo>
                <a:lnTo>
                  <a:pt x="158495" y="382523"/>
                </a:lnTo>
                <a:lnTo>
                  <a:pt x="211835" y="397763"/>
                </a:lnTo>
                <a:lnTo>
                  <a:pt x="268223" y="405383"/>
                </a:lnTo>
                <a:lnTo>
                  <a:pt x="298703" y="406907"/>
                </a:lnTo>
                <a:lnTo>
                  <a:pt x="329183" y="405383"/>
                </a:lnTo>
                <a:lnTo>
                  <a:pt x="385571" y="397763"/>
                </a:lnTo>
                <a:lnTo>
                  <a:pt x="438911" y="382523"/>
                </a:lnTo>
                <a:lnTo>
                  <a:pt x="486155" y="361187"/>
                </a:lnTo>
                <a:lnTo>
                  <a:pt x="527303" y="333755"/>
                </a:lnTo>
                <a:lnTo>
                  <a:pt x="559307" y="301751"/>
                </a:lnTo>
                <a:lnTo>
                  <a:pt x="566927" y="292607"/>
                </a:lnTo>
                <a:lnTo>
                  <a:pt x="571499" y="2857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807777" y="4977383"/>
            <a:ext cx="294640" cy="264160"/>
          </a:xfrm>
          <a:custGeom>
            <a:avLst/>
            <a:gdLst/>
            <a:ahLst/>
            <a:cxnLst/>
            <a:rect l="l" t="t" r="r" b="b"/>
            <a:pathLst>
              <a:path w="294639" h="264160">
                <a:moveTo>
                  <a:pt x="294131" y="68579"/>
                </a:moveTo>
                <a:lnTo>
                  <a:pt x="237743" y="0"/>
                </a:lnTo>
                <a:lnTo>
                  <a:pt x="146303" y="74675"/>
                </a:lnTo>
                <a:lnTo>
                  <a:pt x="56387" y="0"/>
                </a:lnTo>
                <a:lnTo>
                  <a:pt x="0" y="68579"/>
                </a:lnTo>
                <a:lnTo>
                  <a:pt x="77723" y="132587"/>
                </a:lnTo>
                <a:lnTo>
                  <a:pt x="77723" y="245932"/>
                </a:lnTo>
                <a:lnTo>
                  <a:pt x="146303" y="188975"/>
                </a:lnTo>
                <a:lnTo>
                  <a:pt x="216407" y="246227"/>
                </a:lnTo>
                <a:lnTo>
                  <a:pt x="216407" y="132587"/>
                </a:lnTo>
                <a:lnTo>
                  <a:pt x="294131" y="68579"/>
                </a:lnTo>
                <a:close/>
              </a:path>
              <a:path w="294639" h="264160">
                <a:moveTo>
                  <a:pt x="77723" y="245932"/>
                </a:moveTo>
                <a:lnTo>
                  <a:pt x="77723" y="132587"/>
                </a:lnTo>
                <a:lnTo>
                  <a:pt x="0" y="195071"/>
                </a:lnTo>
                <a:lnTo>
                  <a:pt x="56387" y="263651"/>
                </a:lnTo>
                <a:lnTo>
                  <a:pt x="77723" y="245932"/>
                </a:lnTo>
                <a:close/>
              </a:path>
              <a:path w="294639" h="264160">
                <a:moveTo>
                  <a:pt x="294131" y="195071"/>
                </a:moveTo>
                <a:lnTo>
                  <a:pt x="216407" y="132587"/>
                </a:lnTo>
                <a:lnTo>
                  <a:pt x="216407" y="246227"/>
                </a:lnTo>
                <a:lnTo>
                  <a:pt x="237743" y="263651"/>
                </a:lnTo>
                <a:lnTo>
                  <a:pt x="294131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789490" y="4959096"/>
            <a:ext cx="330835" cy="300355"/>
          </a:xfrm>
          <a:custGeom>
            <a:avLst/>
            <a:gdLst/>
            <a:ahLst/>
            <a:cxnLst/>
            <a:rect l="l" t="t" r="r" b="b"/>
            <a:pathLst>
              <a:path w="330835" h="300354">
                <a:moveTo>
                  <a:pt x="165353" y="76834"/>
                </a:moveTo>
                <a:lnTo>
                  <a:pt x="73151" y="0"/>
                </a:lnTo>
                <a:lnTo>
                  <a:pt x="0" y="88391"/>
                </a:lnTo>
                <a:lnTo>
                  <a:pt x="25907" y="109386"/>
                </a:lnTo>
                <a:lnTo>
                  <a:pt x="25907" y="77723"/>
                </a:lnTo>
                <a:lnTo>
                  <a:pt x="35878" y="85835"/>
                </a:lnTo>
                <a:lnTo>
                  <a:pt x="67055" y="46862"/>
                </a:lnTo>
                <a:lnTo>
                  <a:pt x="67055" y="28955"/>
                </a:lnTo>
                <a:lnTo>
                  <a:pt x="83819" y="25907"/>
                </a:lnTo>
                <a:lnTo>
                  <a:pt x="83819" y="42838"/>
                </a:lnTo>
                <a:lnTo>
                  <a:pt x="156971" y="103417"/>
                </a:lnTo>
                <a:lnTo>
                  <a:pt x="156971" y="83819"/>
                </a:lnTo>
                <a:lnTo>
                  <a:pt x="165353" y="76834"/>
                </a:lnTo>
                <a:close/>
              </a:path>
              <a:path w="330835" h="300354">
                <a:moveTo>
                  <a:pt x="88391" y="173193"/>
                </a:moveTo>
                <a:lnTo>
                  <a:pt x="88391" y="160019"/>
                </a:lnTo>
                <a:lnTo>
                  <a:pt x="76167" y="150113"/>
                </a:lnTo>
                <a:lnTo>
                  <a:pt x="0" y="211835"/>
                </a:lnTo>
                <a:lnTo>
                  <a:pt x="25907" y="243141"/>
                </a:lnTo>
                <a:lnTo>
                  <a:pt x="25907" y="224027"/>
                </a:lnTo>
                <a:lnTo>
                  <a:pt x="28955" y="205739"/>
                </a:lnTo>
                <a:lnTo>
                  <a:pt x="36616" y="215315"/>
                </a:lnTo>
                <a:lnTo>
                  <a:pt x="88391" y="173193"/>
                </a:lnTo>
                <a:close/>
              </a:path>
              <a:path w="330835" h="300354">
                <a:moveTo>
                  <a:pt x="35878" y="85835"/>
                </a:moveTo>
                <a:lnTo>
                  <a:pt x="25907" y="77723"/>
                </a:lnTo>
                <a:lnTo>
                  <a:pt x="28955" y="94487"/>
                </a:lnTo>
                <a:lnTo>
                  <a:pt x="35878" y="85835"/>
                </a:lnTo>
                <a:close/>
              </a:path>
              <a:path w="330835" h="300354">
                <a:moveTo>
                  <a:pt x="115823" y="150875"/>
                </a:moveTo>
                <a:lnTo>
                  <a:pt x="35878" y="85835"/>
                </a:lnTo>
                <a:lnTo>
                  <a:pt x="28955" y="94487"/>
                </a:lnTo>
                <a:lnTo>
                  <a:pt x="25907" y="77723"/>
                </a:lnTo>
                <a:lnTo>
                  <a:pt x="25907" y="109386"/>
                </a:lnTo>
                <a:lnTo>
                  <a:pt x="76167" y="150113"/>
                </a:lnTo>
                <a:lnTo>
                  <a:pt x="88391" y="140207"/>
                </a:lnTo>
                <a:lnTo>
                  <a:pt x="88391" y="173193"/>
                </a:lnTo>
                <a:lnTo>
                  <a:pt x="115823" y="150875"/>
                </a:lnTo>
                <a:close/>
              </a:path>
              <a:path w="330835" h="300354">
                <a:moveTo>
                  <a:pt x="36616" y="215315"/>
                </a:moveTo>
                <a:lnTo>
                  <a:pt x="28955" y="205739"/>
                </a:lnTo>
                <a:lnTo>
                  <a:pt x="25907" y="224027"/>
                </a:lnTo>
                <a:lnTo>
                  <a:pt x="36616" y="215315"/>
                </a:lnTo>
                <a:close/>
              </a:path>
              <a:path w="330835" h="300354">
                <a:moveTo>
                  <a:pt x="75672" y="264136"/>
                </a:moveTo>
                <a:lnTo>
                  <a:pt x="36616" y="215315"/>
                </a:lnTo>
                <a:lnTo>
                  <a:pt x="25907" y="224027"/>
                </a:lnTo>
                <a:lnTo>
                  <a:pt x="25907" y="243141"/>
                </a:lnTo>
                <a:lnTo>
                  <a:pt x="67055" y="292861"/>
                </a:lnTo>
                <a:lnTo>
                  <a:pt x="67055" y="271271"/>
                </a:lnTo>
                <a:lnTo>
                  <a:pt x="75672" y="264136"/>
                </a:lnTo>
                <a:close/>
              </a:path>
              <a:path w="330835" h="300354">
                <a:moveTo>
                  <a:pt x="83819" y="25907"/>
                </a:moveTo>
                <a:lnTo>
                  <a:pt x="67055" y="28955"/>
                </a:lnTo>
                <a:lnTo>
                  <a:pt x="75672" y="36091"/>
                </a:lnTo>
                <a:lnTo>
                  <a:pt x="83819" y="25907"/>
                </a:lnTo>
                <a:close/>
              </a:path>
              <a:path w="330835" h="300354">
                <a:moveTo>
                  <a:pt x="75672" y="36091"/>
                </a:moveTo>
                <a:lnTo>
                  <a:pt x="67055" y="28955"/>
                </a:lnTo>
                <a:lnTo>
                  <a:pt x="67055" y="46862"/>
                </a:lnTo>
                <a:lnTo>
                  <a:pt x="75672" y="36091"/>
                </a:lnTo>
                <a:close/>
              </a:path>
              <a:path w="330835" h="300354">
                <a:moveTo>
                  <a:pt x="83819" y="274319"/>
                </a:moveTo>
                <a:lnTo>
                  <a:pt x="75672" y="264136"/>
                </a:lnTo>
                <a:lnTo>
                  <a:pt x="67055" y="271271"/>
                </a:lnTo>
                <a:lnTo>
                  <a:pt x="83819" y="274319"/>
                </a:lnTo>
                <a:close/>
              </a:path>
              <a:path w="330835" h="300354">
                <a:moveTo>
                  <a:pt x="83819" y="291337"/>
                </a:moveTo>
                <a:lnTo>
                  <a:pt x="83819" y="274319"/>
                </a:lnTo>
                <a:lnTo>
                  <a:pt x="67055" y="271271"/>
                </a:lnTo>
                <a:lnTo>
                  <a:pt x="67055" y="292861"/>
                </a:lnTo>
                <a:lnTo>
                  <a:pt x="73151" y="300227"/>
                </a:lnTo>
                <a:lnTo>
                  <a:pt x="83819" y="291337"/>
                </a:lnTo>
                <a:close/>
              </a:path>
              <a:path w="330835" h="300354">
                <a:moveTo>
                  <a:pt x="83819" y="42838"/>
                </a:moveTo>
                <a:lnTo>
                  <a:pt x="83819" y="25907"/>
                </a:lnTo>
                <a:lnTo>
                  <a:pt x="75672" y="36091"/>
                </a:lnTo>
                <a:lnTo>
                  <a:pt x="83819" y="42838"/>
                </a:lnTo>
                <a:close/>
              </a:path>
              <a:path w="330835" h="300354">
                <a:moveTo>
                  <a:pt x="254981" y="264202"/>
                </a:moveTo>
                <a:lnTo>
                  <a:pt x="164591" y="190499"/>
                </a:lnTo>
                <a:lnTo>
                  <a:pt x="75672" y="264136"/>
                </a:lnTo>
                <a:lnTo>
                  <a:pt x="83819" y="274319"/>
                </a:lnTo>
                <a:lnTo>
                  <a:pt x="83819" y="291337"/>
                </a:lnTo>
                <a:lnTo>
                  <a:pt x="156971" y="230377"/>
                </a:lnTo>
                <a:lnTo>
                  <a:pt x="156971" y="216407"/>
                </a:lnTo>
                <a:lnTo>
                  <a:pt x="173735" y="216407"/>
                </a:lnTo>
                <a:lnTo>
                  <a:pt x="173735" y="230377"/>
                </a:lnTo>
                <a:lnTo>
                  <a:pt x="246887" y="291337"/>
                </a:lnTo>
                <a:lnTo>
                  <a:pt x="246887" y="274319"/>
                </a:lnTo>
                <a:lnTo>
                  <a:pt x="254981" y="264202"/>
                </a:lnTo>
                <a:close/>
              </a:path>
              <a:path w="330835" h="300354">
                <a:moveTo>
                  <a:pt x="88391" y="160019"/>
                </a:moveTo>
                <a:lnTo>
                  <a:pt x="88391" y="140207"/>
                </a:lnTo>
                <a:lnTo>
                  <a:pt x="76167" y="150113"/>
                </a:lnTo>
                <a:lnTo>
                  <a:pt x="88391" y="160019"/>
                </a:lnTo>
                <a:close/>
              </a:path>
              <a:path w="330835" h="300354">
                <a:moveTo>
                  <a:pt x="173735" y="83819"/>
                </a:moveTo>
                <a:lnTo>
                  <a:pt x="165353" y="76834"/>
                </a:lnTo>
                <a:lnTo>
                  <a:pt x="156971" y="83819"/>
                </a:lnTo>
                <a:lnTo>
                  <a:pt x="173735" y="83819"/>
                </a:lnTo>
                <a:close/>
              </a:path>
              <a:path w="330835" h="300354">
                <a:moveTo>
                  <a:pt x="173735" y="102272"/>
                </a:moveTo>
                <a:lnTo>
                  <a:pt x="173735" y="83819"/>
                </a:lnTo>
                <a:lnTo>
                  <a:pt x="156971" y="83819"/>
                </a:lnTo>
                <a:lnTo>
                  <a:pt x="156971" y="103417"/>
                </a:lnTo>
                <a:lnTo>
                  <a:pt x="164591" y="109727"/>
                </a:lnTo>
                <a:lnTo>
                  <a:pt x="173735" y="102272"/>
                </a:lnTo>
                <a:close/>
              </a:path>
              <a:path w="330835" h="300354">
                <a:moveTo>
                  <a:pt x="173735" y="216407"/>
                </a:moveTo>
                <a:lnTo>
                  <a:pt x="156971" y="216407"/>
                </a:lnTo>
                <a:lnTo>
                  <a:pt x="165353" y="223392"/>
                </a:lnTo>
                <a:lnTo>
                  <a:pt x="173735" y="216407"/>
                </a:lnTo>
                <a:close/>
              </a:path>
              <a:path w="330835" h="300354">
                <a:moveTo>
                  <a:pt x="165353" y="223392"/>
                </a:moveTo>
                <a:lnTo>
                  <a:pt x="156971" y="216407"/>
                </a:lnTo>
                <a:lnTo>
                  <a:pt x="156971" y="230377"/>
                </a:lnTo>
                <a:lnTo>
                  <a:pt x="165353" y="223392"/>
                </a:lnTo>
                <a:close/>
              </a:path>
              <a:path w="330835" h="300354">
                <a:moveTo>
                  <a:pt x="330707" y="88391"/>
                </a:moveTo>
                <a:lnTo>
                  <a:pt x="257555" y="0"/>
                </a:lnTo>
                <a:lnTo>
                  <a:pt x="165353" y="76834"/>
                </a:lnTo>
                <a:lnTo>
                  <a:pt x="173735" y="83819"/>
                </a:lnTo>
                <a:lnTo>
                  <a:pt x="173735" y="102272"/>
                </a:lnTo>
                <a:lnTo>
                  <a:pt x="246887" y="42625"/>
                </a:lnTo>
                <a:lnTo>
                  <a:pt x="246887" y="25907"/>
                </a:lnTo>
                <a:lnTo>
                  <a:pt x="263651" y="28955"/>
                </a:lnTo>
                <a:lnTo>
                  <a:pt x="263651" y="46862"/>
                </a:lnTo>
                <a:lnTo>
                  <a:pt x="294290" y="85160"/>
                </a:lnTo>
                <a:lnTo>
                  <a:pt x="303275" y="77723"/>
                </a:lnTo>
                <a:lnTo>
                  <a:pt x="303275" y="110621"/>
                </a:lnTo>
                <a:lnTo>
                  <a:pt x="330707" y="88391"/>
                </a:lnTo>
                <a:close/>
              </a:path>
              <a:path w="330835" h="300354">
                <a:moveTo>
                  <a:pt x="173735" y="230377"/>
                </a:moveTo>
                <a:lnTo>
                  <a:pt x="173735" y="216407"/>
                </a:lnTo>
                <a:lnTo>
                  <a:pt x="165353" y="223392"/>
                </a:lnTo>
                <a:lnTo>
                  <a:pt x="173735" y="230377"/>
                </a:lnTo>
                <a:close/>
              </a:path>
              <a:path w="330835" h="300354">
                <a:moveTo>
                  <a:pt x="303275" y="110621"/>
                </a:moveTo>
                <a:lnTo>
                  <a:pt x="303275" y="77723"/>
                </a:lnTo>
                <a:lnTo>
                  <a:pt x="301751" y="94487"/>
                </a:lnTo>
                <a:lnTo>
                  <a:pt x="294290" y="85160"/>
                </a:lnTo>
                <a:lnTo>
                  <a:pt x="214883" y="150875"/>
                </a:lnTo>
                <a:lnTo>
                  <a:pt x="242315" y="173578"/>
                </a:lnTo>
                <a:lnTo>
                  <a:pt x="242315" y="140207"/>
                </a:lnTo>
                <a:lnTo>
                  <a:pt x="254540" y="150113"/>
                </a:lnTo>
                <a:lnTo>
                  <a:pt x="303275" y="110621"/>
                </a:lnTo>
                <a:close/>
              </a:path>
              <a:path w="330835" h="300354">
                <a:moveTo>
                  <a:pt x="254540" y="150113"/>
                </a:moveTo>
                <a:lnTo>
                  <a:pt x="242315" y="140207"/>
                </a:lnTo>
                <a:lnTo>
                  <a:pt x="242315" y="160019"/>
                </a:lnTo>
                <a:lnTo>
                  <a:pt x="254540" y="150113"/>
                </a:lnTo>
                <a:close/>
              </a:path>
              <a:path w="330835" h="300354">
                <a:moveTo>
                  <a:pt x="330707" y="211835"/>
                </a:moveTo>
                <a:lnTo>
                  <a:pt x="254540" y="150113"/>
                </a:lnTo>
                <a:lnTo>
                  <a:pt x="242315" y="160019"/>
                </a:lnTo>
                <a:lnTo>
                  <a:pt x="242315" y="173578"/>
                </a:lnTo>
                <a:lnTo>
                  <a:pt x="293556" y="215984"/>
                </a:lnTo>
                <a:lnTo>
                  <a:pt x="301751" y="205739"/>
                </a:lnTo>
                <a:lnTo>
                  <a:pt x="303275" y="224027"/>
                </a:lnTo>
                <a:lnTo>
                  <a:pt x="303275" y="244982"/>
                </a:lnTo>
                <a:lnTo>
                  <a:pt x="330707" y="211835"/>
                </a:lnTo>
                <a:close/>
              </a:path>
              <a:path w="330835" h="300354">
                <a:moveTo>
                  <a:pt x="263651" y="28955"/>
                </a:moveTo>
                <a:lnTo>
                  <a:pt x="246887" y="25907"/>
                </a:lnTo>
                <a:lnTo>
                  <a:pt x="254981" y="36025"/>
                </a:lnTo>
                <a:lnTo>
                  <a:pt x="263651" y="28955"/>
                </a:lnTo>
                <a:close/>
              </a:path>
              <a:path w="330835" h="300354">
                <a:moveTo>
                  <a:pt x="254981" y="36025"/>
                </a:moveTo>
                <a:lnTo>
                  <a:pt x="246887" y="25907"/>
                </a:lnTo>
                <a:lnTo>
                  <a:pt x="246887" y="42625"/>
                </a:lnTo>
                <a:lnTo>
                  <a:pt x="254981" y="36025"/>
                </a:lnTo>
                <a:close/>
              </a:path>
              <a:path w="330835" h="300354">
                <a:moveTo>
                  <a:pt x="263651" y="271271"/>
                </a:moveTo>
                <a:lnTo>
                  <a:pt x="254981" y="264202"/>
                </a:lnTo>
                <a:lnTo>
                  <a:pt x="246887" y="274319"/>
                </a:lnTo>
                <a:lnTo>
                  <a:pt x="263651" y="271271"/>
                </a:lnTo>
                <a:close/>
              </a:path>
              <a:path w="330835" h="300354">
                <a:moveTo>
                  <a:pt x="263651" y="292861"/>
                </a:moveTo>
                <a:lnTo>
                  <a:pt x="263651" y="271271"/>
                </a:lnTo>
                <a:lnTo>
                  <a:pt x="246887" y="274319"/>
                </a:lnTo>
                <a:lnTo>
                  <a:pt x="246887" y="291337"/>
                </a:lnTo>
                <a:lnTo>
                  <a:pt x="257555" y="300227"/>
                </a:lnTo>
                <a:lnTo>
                  <a:pt x="263651" y="292861"/>
                </a:lnTo>
                <a:close/>
              </a:path>
              <a:path w="330835" h="300354">
                <a:moveTo>
                  <a:pt x="263651" y="46862"/>
                </a:moveTo>
                <a:lnTo>
                  <a:pt x="263651" y="28955"/>
                </a:lnTo>
                <a:lnTo>
                  <a:pt x="254981" y="36025"/>
                </a:lnTo>
                <a:lnTo>
                  <a:pt x="263651" y="46862"/>
                </a:lnTo>
                <a:close/>
              </a:path>
              <a:path w="330835" h="300354">
                <a:moveTo>
                  <a:pt x="303275" y="244982"/>
                </a:moveTo>
                <a:lnTo>
                  <a:pt x="303275" y="224027"/>
                </a:lnTo>
                <a:lnTo>
                  <a:pt x="293556" y="215984"/>
                </a:lnTo>
                <a:lnTo>
                  <a:pt x="254981" y="264202"/>
                </a:lnTo>
                <a:lnTo>
                  <a:pt x="263651" y="271271"/>
                </a:lnTo>
                <a:lnTo>
                  <a:pt x="263651" y="292861"/>
                </a:lnTo>
                <a:lnTo>
                  <a:pt x="303275" y="244982"/>
                </a:lnTo>
                <a:close/>
              </a:path>
              <a:path w="330835" h="300354">
                <a:moveTo>
                  <a:pt x="303275" y="224027"/>
                </a:moveTo>
                <a:lnTo>
                  <a:pt x="301751" y="205739"/>
                </a:lnTo>
                <a:lnTo>
                  <a:pt x="293556" y="215984"/>
                </a:lnTo>
                <a:lnTo>
                  <a:pt x="303275" y="224027"/>
                </a:lnTo>
                <a:close/>
              </a:path>
              <a:path w="330835" h="300354">
                <a:moveTo>
                  <a:pt x="303275" y="77723"/>
                </a:moveTo>
                <a:lnTo>
                  <a:pt x="294290" y="85160"/>
                </a:lnTo>
                <a:lnTo>
                  <a:pt x="301751" y="94487"/>
                </a:lnTo>
                <a:lnTo>
                  <a:pt x="303275" y="7772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847145" y="5187695"/>
            <a:ext cx="294640" cy="264160"/>
          </a:xfrm>
          <a:custGeom>
            <a:avLst/>
            <a:gdLst/>
            <a:ahLst/>
            <a:cxnLst/>
            <a:rect l="l" t="t" r="r" b="b"/>
            <a:pathLst>
              <a:path w="294639" h="264160">
                <a:moveTo>
                  <a:pt x="294131" y="68579"/>
                </a:moveTo>
                <a:lnTo>
                  <a:pt x="237743" y="0"/>
                </a:lnTo>
                <a:lnTo>
                  <a:pt x="147827" y="74675"/>
                </a:lnTo>
                <a:lnTo>
                  <a:pt x="56387" y="0"/>
                </a:lnTo>
                <a:lnTo>
                  <a:pt x="0" y="68579"/>
                </a:lnTo>
                <a:lnTo>
                  <a:pt x="77723" y="131063"/>
                </a:lnTo>
                <a:lnTo>
                  <a:pt x="77723" y="246227"/>
                </a:lnTo>
                <a:lnTo>
                  <a:pt x="147827" y="188975"/>
                </a:lnTo>
                <a:lnTo>
                  <a:pt x="216407" y="245932"/>
                </a:lnTo>
                <a:lnTo>
                  <a:pt x="216407" y="131063"/>
                </a:lnTo>
                <a:lnTo>
                  <a:pt x="294131" y="68579"/>
                </a:lnTo>
                <a:close/>
              </a:path>
              <a:path w="294639" h="264160">
                <a:moveTo>
                  <a:pt x="77723" y="246227"/>
                </a:moveTo>
                <a:lnTo>
                  <a:pt x="77723" y="131063"/>
                </a:lnTo>
                <a:lnTo>
                  <a:pt x="0" y="195071"/>
                </a:lnTo>
                <a:lnTo>
                  <a:pt x="56387" y="263651"/>
                </a:lnTo>
                <a:lnTo>
                  <a:pt x="77723" y="246227"/>
                </a:lnTo>
                <a:close/>
              </a:path>
              <a:path w="294639" h="264160">
                <a:moveTo>
                  <a:pt x="294131" y="195071"/>
                </a:moveTo>
                <a:lnTo>
                  <a:pt x="216407" y="131063"/>
                </a:lnTo>
                <a:lnTo>
                  <a:pt x="216407" y="245932"/>
                </a:lnTo>
                <a:lnTo>
                  <a:pt x="237743" y="263651"/>
                </a:lnTo>
                <a:lnTo>
                  <a:pt x="294131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828858" y="5169408"/>
            <a:ext cx="330835" cy="299085"/>
          </a:xfrm>
          <a:custGeom>
            <a:avLst/>
            <a:gdLst/>
            <a:ahLst/>
            <a:cxnLst/>
            <a:rect l="l" t="t" r="r" b="b"/>
            <a:pathLst>
              <a:path w="330835" h="299085">
                <a:moveTo>
                  <a:pt x="165353" y="75437"/>
                </a:moveTo>
                <a:lnTo>
                  <a:pt x="73151" y="0"/>
                </a:lnTo>
                <a:lnTo>
                  <a:pt x="0" y="88391"/>
                </a:lnTo>
                <a:lnTo>
                  <a:pt x="25907" y="109386"/>
                </a:lnTo>
                <a:lnTo>
                  <a:pt x="25907" y="76199"/>
                </a:lnTo>
                <a:lnTo>
                  <a:pt x="36616" y="84912"/>
                </a:lnTo>
                <a:lnTo>
                  <a:pt x="67055" y="46862"/>
                </a:lnTo>
                <a:lnTo>
                  <a:pt x="67055" y="27431"/>
                </a:lnTo>
                <a:lnTo>
                  <a:pt x="83819" y="25907"/>
                </a:lnTo>
                <a:lnTo>
                  <a:pt x="83819" y="41359"/>
                </a:lnTo>
                <a:lnTo>
                  <a:pt x="156971" y="102131"/>
                </a:lnTo>
                <a:lnTo>
                  <a:pt x="156971" y="82295"/>
                </a:lnTo>
                <a:lnTo>
                  <a:pt x="165353" y="75437"/>
                </a:lnTo>
                <a:close/>
              </a:path>
              <a:path w="330835" h="299085">
                <a:moveTo>
                  <a:pt x="88391" y="171669"/>
                </a:moveTo>
                <a:lnTo>
                  <a:pt x="88391" y="160019"/>
                </a:lnTo>
                <a:lnTo>
                  <a:pt x="76167" y="150113"/>
                </a:lnTo>
                <a:lnTo>
                  <a:pt x="0" y="211835"/>
                </a:lnTo>
                <a:lnTo>
                  <a:pt x="25907" y="242601"/>
                </a:lnTo>
                <a:lnTo>
                  <a:pt x="25907" y="222503"/>
                </a:lnTo>
                <a:lnTo>
                  <a:pt x="28955" y="205739"/>
                </a:lnTo>
                <a:lnTo>
                  <a:pt x="35972" y="214315"/>
                </a:lnTo>
                <a:lnTo>
                  <a:pt x="88391" y="171669"/>
                </a:lnTo>
                <a:close/>
              </a:path>
              <a:path w="330835" h="299085">
                <a:moveTo>
                  <a:pt x="36616" y="84912"/>
                </a:moveTo>
                <a:lnTo>
                  <a:pt x="25907" y="76199"/>
                </a:lnTo>
                <a:lnTo>
                  <a:pt x="28955" y="94487"/>
                </a:lnTo>
                <a:lnTo>
                  <a:pt x="36616" y="84912"/>
                </a:lnTo>
                <a:close/>
              </a:path>
              <a:path w="330835" h="299085">
                <a:moveTo>
                  <a:pt x="115823" y="149351"/>
                </a:moveTo>
                <a:lnTo>
                  <a:pt x="36616" y="84912"/>
                </a:lnTo>
                <a:lnTo>
                  <a:pt x="28955" y="94487"/>
                </a:lnTo>
                <a:lnTo>
                  <a:pt x="25907" y="76199"/>
                </a:lnTo>
                <a:lnTo>
                  <a:pt x="25907" y="109386"/>
                </a:lnTo>
                <a:lnTo>
                  <a:pt x="76167" y="150113"/>
                </a:lnTo>
                <a:lnTo>
                  <a:pt x="88391" y="140207"/>
                </a:lnTo>
                <a:lnTo>
                  <a:pt x="88391" y="171669"/>
                </a:lnTo>
                <a:lnTo>
                  <a:pt x="115823" y="149351"/>
                </a:lnTo>
                <a:close/>
              </a:path>
              <a:path w="330835" h="299085">
                <a:moveTo>
                  <a:pt x="35972" y="214315"/>
                </a:moveTo>
                <a:lnTo>
                  <a:pt x="28955" y="205739"/>
                </a:lnTo>
                <a:lnTo>
                  <a:pt x="25907" y="222503"/>
                </a:lnTo>
                <a:lnTo>
                  <a:pt x="35972" y="214315"/>
                </a:lnTo>
                <a:close/>
              </a:path>
              <a:path w="330835" h="299085">
                <a:moveTo>
                  <a:pt x="76363" y="263682"/>
                </a:moveTo>
                <a:lnTo>
                  <a:pt x="35972" y="214315"/>
                </a:lnTo>
                <a:lnTo>
                  <a:pt x="25907" y="222503"/>
                </a:lnTo>
                <a:lnTo>
                  <a:pt x="25907" y="242601"/>
                </a:lnTo>
                <a:lnTo>
                  <a:pt x="67055" y="291464"/>
                </a:lnTo>
                <a:lnTo>
                  <a:pt x="67055" y="271271"/>
                </a:lnTo>
                <a:lnTo>
                  <a:pt x="76363" y="263682"/>
                </a:lnTo>
                <a:close/>
              </a:path>
              <a:path w="330835" h="299085">
                <a:moveTo>
                  <a:pt x="83819" y="25907"/>
                </a:moveTo>
                <a:lnTo>
                  <a:pt x="67055" y="27431"/>
                </a:lnTo>
                <a:lnTo>
                  <a:pt x="76394" y="35190"/>
                </a:lnTo>
                <a:lnTo>
                  <a:pt x="83819" y="25907"/>
                </a:lnTo>
                <a:close/>
              </a:path>
              <a:path w="330835" h="299085">
                <a:moveTo>
                  <a:pt x="76394" y="35190"/>
                </a:moveTo>
                <a:lnTo>
                  <a:pt x="67055" y="27431"/>
                </a:lnTo>
                <a:lnTo>
                  <a:pt x="67055" y="46862"/>
                </a:lnTo>
                <a:lnTo>
                  <a:pt x="76394" y="35190"/>
                </a:lnTo>
                <a:close/>
              </a:path>
              <a:path w="330835" h="299085">
                <a:moveTo>
                  <a:pt x="83819" y="272795"/>
                </a:moveTo>
                <a:lnTo>
                  <a:pt x="76363" y="263682"/>
                </a:lnTo>
                <a:lnTo>
                  <a:pt x="67055" y="271271"/>
                </a:lnTo>
                <a:lnTo>
                  <a:pt x="83819" y="272795"/>
                </a:lnTo>
                <a:close/>
              </a:path>
              <a:path w="330835" h="299085">
                <a:moveTo>
                  <a:pt x="83819" y="289975"/>
                </a:moveTo>
                <a:lnTo>
                  <a:pt x="83819" y="272795"/>
                </a:lnTo>
                <a:lnTo>
                  <a:pt x="67055" y="271271"/>
                </a:lnTo>
                <a:lnTo>
                  <a:pt x="67055" y="291464"/>
                </a:lnTo>
                <a:lnTo>
                  <a:pt x="73151" y="298703"/>
                </a:lnTo>
                <a:lnTo>
                  <a:pt x="83819" y="289975"/>
                </a:lnTo>
                <a:close/>
              </a:path>
              <a:path w="330835" h="299085">
                <a:moveTo>
                  <a:pt x="88391" y="160019"/>
                </a:moveTo>
                <a:lnTo>
                  <a:pt x="88391" y="140207"/>
                </a:lnTo>
                <a:lnTo>
                  <a:pt x="76167" y="150113"/>
                </a:lnTo>
                <a:lnTo>
                  <a:pt x="88391" y="160019"/>
                </a:lnTo>
                <a:close/>
              </a:path>
              <a:path w="330835" h="299085">
                <a:moveTo>
                  <a:pt x="254402" y="263611"/>
                </a:moveTo>
                <a:lnTo>
                  <a:pt x="166115" y="190499"/>
                </a:lnTo>
                <a:lnTo>
                  <a:pt x="76363" y="263682"/>
                </a:lnTo>
                <a:lnTo>
                  <a:pt x="83819" y="272795"/>
                </a:lnTo>
                <a:lnTo>
                  <a:pt x="83819" y="289975"/>
                </a:lnTo>
                <a:lnTo>
                  <a:pt x="156971" y="230123"/>
                </a:lnTo>
                <a:lnTo>
                  <a:pt x="156971" y="216407"/>
                </a:lnTo>
                <a:lnTo>
                  <a:pt x="173735" y="216407"/>
                </a:lnTo>
                <a:lnTo>
                  <a:pt x="173735" y="230123"/>
                </a:lnTo>
                <a:lnTo>
                  <a:pt x="246887" y="289975"/>
                </a:lnTo>
                <a:lnTo>
                  <a:pt x="246887" y="272795"/>
                </a:lnTo>
                <a:lnTo>
                  <a:pt x="254402" y="263611"/>
                </a:lnTo>
                <a:close/>
              </a:path>
              <a:path w="330835" h="299085">
                <a:moveTo>
                  <a:pt x="83819" y="41359"/>
                </a:moveTo>
                <a:lnTo>
                  <a:pt x="83819" y="25907"/>
                </a:lnTo>
                <a:lnTo>
                  <a:pt x="76394" y="35190"/>
                </a:lnTo>
                <a:lnTo>
                  <a:pt x="83819" y="41359"/>
                </a:lnTo>
                <a:close/>
              </a:path>
              <a:path w="330835" h="299085">
                <a:moveTo>
                  <a:pt x="173735" y="82295"/>
                </a:moveTo>
                <a:lnTo>
                  <a:pt x="165353" y="75437"/>
                </a:lnTo>
                <a:lnTo>
                  <a:pt x="156971" y="82295"/>
                </a:lnTo>
                <a:lnTo>
                  <a:pt x="173735" y="82295"/>
                </a:lnTo>
                <a:close/>
              </a:path>
              <a:path w="330835" h="299085">
                <a:moveTo>
                  <a:pt x="173735" y="103298"/>
                </a:moveTo>
                <a:lnTo>
                  <a:pt x="173735" y="82295"/>
                </a:lnTo>
                <a:lnTo>
                  <a:pt x="156971" y="82295"/>
                </a:lnTo>
                <a:lnTo>
                  <a:pt x="156971" y="102131"/>
                </a:lnTo>
                <a:lnTo>
                  <a:pt x="166115" y="109727"/>
                </a:lnTo>
                <a:lnTo>
                  <a:pt x="173735" y="103298"/>
                </a:lnTo>
                <a:close/>
              </a:path>
              <a:path w="330835" h="299085">
                <a:moveTo>
                  <a:pt x="173735" y="216407"/>
                </a:moveTo>
                <a:lnTo>
                  <a:pt x="156971" y="216407"/>
                </a:lnTo>
                <a:lnTo>
                  <a:pt x="165353" y="223265"/>
                </a:lnTo>
                <a:lnTo>
                  <a:pt x="173735" y="216407"/>
                </a:lnTo>
                <a:close/>
              </a:path>
              <a:path w="330835" h="299085">
                <a:moveTo>
                  <a:pt x="165353" y="223265"/>
                </a:moveTo>
                <a:lnTo>
                  <a:pt x="156971" y="216407"/>
                </a:lnTo>
                <a:lnTo>
                  <a:pt x="156971" y="230123"/>
                </a:lnTo>
                <a:lnTo>
                  <a:pt x="165353" y="223265"/>
                </a:lnTo>
                <a:close/>
              </a:path>
              <a:path w="330835" h="299085">
                <a:moveTo>
                  <a:pt x="330707" y="88391"/>
                </a:moveTo>
                <a:lnTo>
                  <a:pt x="257555" y="0"/>
                </a:lnTo>
                <a:lnTo>
                  <a:pt x="165353" y="75437"/>
                </a:lnTo>
                <a:lnTo>
                  <a:pt x="173735" y="82295"/>
                </a:lnTo>
                <a:lnTo>
                  <a:pt x="173735" y="103298"/>
                </a:lnTo>
                <a:lnTo>
                  <a:pt x="246887" y="41576"/>
                </a:lnTo>
                <a:lnTo>
                  <a:pt x="246887" y="25907"/>
                </a:lnTo>
                <a:lnTo>
                  <a:pt x="263651" y="27431"/>
                </a:lnTo>
                <a:lnTo>
                  <a:pt x="263651" y="46862"/>
                </a:lnTo>
                <a:lnTo>
                  <a:pt x="294091" y="84912"/>
                </a:lnTo>
                <a:lnTo>
                  <a:pt x="304799" y="76199"/>
                </a:lnTo>
                <a:lnTo>
                  <a:pt x="304799" y="109386"/>
                </a:lnTo>
                <a:lnTo>
                  <a:pt x="330707" y="88391"/>
                </a:lnTo>
                <a:close/>
              </a:path>
              <a:path w="330835" h="299085">
                <a:moveTo>
                  <a:pt x="173735" y="230123"/>
                </a:moveTo>
                <a:lnTo>
                  <a:pt x="173735" y="216407"/>
                </a:lnTo>
                <a:lnTo>
                  <a:pt x="165353" y="223265"/>
                </a:lnTo>
                <a:lnTo>
                  <a:pt x="173735" y="230123"/>
                </a:lnTo>
                <a:close/>
              </a:path>
              <a:path w="330835" h="299085">
                <a:moveTo>
                  <a:pt x="304799" y="109386"/>
                </a:moveTo>
                <a:lnTo>
                  <a:pt x="304799" y="76199"/>
                </a:lnTo>
                <a:lnTo>
                  <a:pt x="301751" y="94487"/>
                </a:lnTo>
                <a:lnTo>
                  <a:pt x="294091" y="84912"/>
                </a:lnTo>
                <a:lnTo>
                  <a:pt x="214883" y="149351"/>
                </a:lnTo>
                <a:lnTo>
                  <a:pt x="242315" y="171669"/>
                </a:lnTo>
                <a:lnTo>
                  <a:pt x="242315" y="140207"/>
                </a:lnTo>
                <a:lnTo>
                  <a:pt x="254540" y="150113"/>
                </a:lnTo>
                <a:lnTo>
                  <a:pt x="304799" y="109386"/>
                </a:lnTo>
                <a:close/>
              </a:path>
              <a:path w="330835" h="299085">
                <a:moveTo>
                  <a:pt x="254540" y="150113"/>
                </a:moveTo>
                <a:lnTo>
                  <a:pt x="242315" y="140207"/>
                </a:lnTo>
                <a:lnTo>
                  <a:pt x="242315" y="160019"/>
                </a:lnTo>
                <a:lnTo>
                  <a:pt x="254540" y="150113"/>
                </a:lnTo>
                <a:close/>
              </a:path>
              <a:path w="330835" h="299085">
                <a:moveTo>
                  <a:pt x="330707" y="211835"/>
                </a:moveTo>
                <a:lnTo>
                  <a:pt x="254540" y="150113"/>
                </a:lnTo>
                <a:lnTo>
                  <a:pt x="242315" y="160019"/>
                </a:lnTo>
                <a:lnTo>
                  <a:pt x="242315" y="171669"/>
                </a:lnTo>
                <a:lnTo>
                  <a:pt x="294735" y="214315"/>
                </a:lnTo>
                <a:lnTo>
                  <a:pt x="301751" y="205739"/>
                </a:lnTo>
                <a:lnTo>
                  <a:pt x="304799" y="222503"/>
                </a:lnTo>
                <a:lnTo>
                  <a:pt x="304799" y="242601"/>
                </a:lnTo>
                <a:lnTo>
                  <a:pt x="330707" y="211835"/>
                </a:lnTo>
                <a:close/>
              </a:path>
              <a:path w="330835" h="299085">
                <a:moveTo>
                  <a:pt x="263651" y="27431"/>
                </a:moveTo>
                <a:lnTo>
                  <a:pt x="246887" y="25907"/>
                </a:lnTo>
                <a:lnTo>
                  <a:pt x="254371" y="35262"/>
                </a:lnTo>
                <a:lnTo>
                  <a:pt x="263651" y="27431"/>
                </a:lnTo>
                <a:close/>
              </a:path>
              <a:path w="330835" h="299085">
                <a:moveTo>
                  <a:pt x="254371" y="35262"/>
                </a:moveTo>
                <a:lnTo>
                  <a:pt x="246887" y="25907"/>
                </a:lnTo>
                <a:lnTo>
                  <a:pt x="246887" y="41576"/>
                </a:lnTo>
                <a:lnTo>
                  <a:pt x="254371" y="35262"/>
                </a:lnTo>
                <a:close/>
              </a:path>
              <a:path w="330835" h="299085">
                <a:moveTo>
                  <a:pt x="263651" y="271271"/>
                </a:moveTo>
                <a:lnTo>
                  <a:pt x="254402" y="263611"/>
                </a:lnTo>
                <a:lnTo>
                  <a:pt x="246887" y="272795"/>
                </a:lnTo>
                <a:lnTo>
                  <a:pt x="263651" y="271271"/>
                </a:lnTo>
                <a:close/>
              </a:path>
              <a:path w="330835" h="299085">
                <a:moveTo>
                  <a:pt x="263651" y="291464"/>
                </a:moveTo>
                <a:lnTo>
                  <a:pt x="263651" y="271271"/>
                </a:lnTo>
                <a:lnTo>
                  <a:pt x="246887" y="272795"/>
                </a:lnTo>
                <a:lnTo>
                  <a:pt x="246887" y="289975"/>
                </a:lnTo>
                <a:lnTo>
                  <a:pt x="257555" y="298703"/>
                </a:lnTo>
                <a:lnTo>
                  <a:pt x="263651" y="291464"/>
                </a:lnTo>
                <a:close/>
              </a:path>
              <a:path w="330835" h="299085">
                <a:moveTo>
                  <a:pt x="263651" y="46862"/>
                </a:moveTo>
                <a:lnTo>
                  <a:pt x="263651" y="27431"/>
                </a:lnTo>
                <a:lnTo>
                  <a:pt x="254371" y="35262"/>
                </a:lnTo>
                <a:lnTo>
                  <a:pt x="263651" y="46862"/>
                </a:lnTo>
                <a:close/>
              </a:path>
              <a:path w="330835" h="299085">
                <a:moveTo>
                  <a:pt x="304799" y="242601"/>
                </a:moveTo>
                <a:lnTo>
                  <a:pt x="304799" y="222503"/>
                </a:lnTo>
                <a:lnTo>
                  <a:pt x="294735" y="214315"/>
                </a:lnTo>
                <a:lnTo>
                  <a:pt x="254402" y="263611"/>
                </a:lnTo>
                <a:lnTo>
                  <a:pt x="263651" y="271271"/>
                </a:lnTo>
                <a:lnTo>
                  <a:pt x="263651" y="291464"/>
                </a:lnTo>
                <a:lnTo>
                  <a:pt x="304799" y="242601"/>
                </a:lnTo>
                <a:close/>
              </a:path>
              <a:path w="330835" h="299085">
                <a:moveTo>
                  <a:pt x="304799" y="76199"/>
                </a:moveTo>
                <a:lnTo>
                  <a:pt x="294091" y="84912"/>
                </a:lnTo>
                <a:lnTo>
                  <a:pt x="301751" y="94487"/>
                </a:lnTo>
                <a:lnTo>
                  <a:pt x="304799" y="76199"/>
                </a:lnTo>
                <a:close/>
              </a:path>
              <a:path w="330835" h="299085">
                <a:moveTo>
                  <a:pt x="304799" y="222503"/>
                </a:moveTo>
                <a:lnTo>
                  <a:pt x="301751" y="205739"/>
                </a:lnTo>
                <a:lnTo>
                  <a:pt x="294735" y="214315"/>
                </a:lnTo>
                <a:lnTo>
                  <a:pt x="304799" y="22250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950777" y="5510783"/>
            <a:ext cx="294640" cy="264160"/>
          </a:xfrm>
          <a:custGeom>
            <a:avLst/>
            <a:gdLst/>
            <a:ahLst/>
            <a:cxnLst/>
            <a:rect l="l" t="t" r="r" b="b"/>
            <a:pathLst>
              <a:path w="294639" h="264160">
                <a:moveTo>
                  <a:pt x="294131" y="68579"/>
                </a:moveTo>
                <a:lnTo>
                  <a:pt x="237743" y="0"/>
                </a:lnTo>
                <a:lnTo>
                  <a:pt x="146303" y="74675"/>
                </a:lnTo>
                <a:lnTo>
                  <a:pt x="56387" y="0"/>
                </a:lnTo>
                <a:lnTo>
                  <a:pt x="0" y="68579"/>
                </a:lnTo>
                <a:lnTo>
                  <a:pt x="77723" y="132587"/>
                </a:lnTo>
                <a:lnTo>
                  <a:pt x="77723" y="245932"/>
                </a:lnTo>
                <a:lnTo>
                  <a:pt x="146303" y="188975"/>
                </a:lnTo>
                <a:lnTo>
                  <a:pt x="216407" y="246227"/>
                </a:lnTo>
                <a:lnTo>
                  <a:pt x="216407" y="132587"/>
                </a:lnTo>
                <a:lnTo>
                  <a:pt x="294131" y="68579"/>
                </a:lnTo>
                <a:close/>
              </a:path>
              <a:path w="294639" h="264160">
                <a:moveTo>
                  <a:pt x="77723" y="245932"/>
                </a:moveTo>
                <a:lnTo>
                  <a:pt x="77723" y="132587"/>
                </a:lnTo>
                <a:lnTo>
                  <a:pt x="0" y="195071"/>
                </a:lnTo>
                <a:lnTo>
                  <a:pt x="56387" y="263651"/>
                </a:lnTo>
                <a:lnTo>
                  <a:pt x="77723" y="245932"/>
                </a:lnTo>
                <a:close/>
              </a:path>
              <a:path w="294639" h="264160">
                <a:moveTo>
                  <a:pt x="294131" y="195071"/>
                </a:moveTo>
                <a:lnTo>
                  <a:pt x="216407" y="132587"/>
                </a:lnTo>
                <a:lnTo>
                  <a:pt x="216407" y="246227"/>
                </a:lnTo>
                <a:lnTo>
                  <a:pt x="237743" y="263651"/>
                </a:lnTo>
                <a:lnTo>
                  <a:pt x="294131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932490" y="5492496"/>
            <a:ext cx="329565" cy="300355"/>
          </a:xfrm>
          <a:custGeom>
            <a:avLst/>
            <a:gdLst/>
            <a:ahLst/>
            <a:cxnLst/>
            <a:rect l="l" t="t" r="r" b="b"/>
            <a:pathLst>
              <a:path w="329564" h="300354">
                <a:moveTo>
                  <a:pt x="165353" y="76834"/>
                </a:moveTo>
                <a:lnTo>
                  <a:pt x="73151" y="0"/>
                </a:lnTo>
                <a:lnTo>
                  <a:pt x="0" y="88391"/>
                </a:lnTo>
                <a:lnTo>
                  <a:pt x="25907" y="109386"/>
                </a:lnTo>
                <a:lnTo>
                  <a:pt x="25907" y="77723"/>
                </a:lnTo>
                <a:lnTo>
                  <a:pt x="35878" y="85835"/>
                </a:lnTo>
                <a:lnTo>
                  <a:pt x="67055" y="46862"/>
                </a:lnTo>
                <a:lnTo>
                  <a:pt x="67055" y="28955"/>
                </a:lnTo>
                <a:lnTo>
                  <a:pt x="83819" y="25907"/>
                </a:lnTo>
                <a:lnTo>
                  <a:pt x="83819" y="42838"/>
                </a:lnTo>
                <a:lnTo>
                  <a:pt x="156971" y="103417"/>
                </a:lnTo>
                <a:lnTo>
                  <a:pt x="156971" y="83819"/>
                </a:lnTo>
                <a:lnTo>
                  <a:pt x="165353" y="76834"/>
                </a:lnTo>
                <a:close/>
              </a:path>
              <a:path w="329564" h="300354">
                <a:moveTo>
                  <a:pt x="88391" y="173193"/>
                </a:moveTo>
                <a:lnTo>
                  <a:pt x="88391" y="160019"/>
                </a:lnTo>
                <a:lnTo>
                  <a:pt x="76167" y="150113"/>
                </a:lnTo>
                <a:lnTo>
                  <a:pt x="0" y="211835"/>
                </a:lnTo>
                <a:lnTo>
                  <a:pt x="25907" y="243141"/>
                </a:lnTo>
                <a:lnTo>
                  <a:pt x="25907" y="224027"/>
                </a:lnTo>
                <a:lnTo>
                  <a:pt x="28955" y="205739"/>
                </a:lnTo>
                <a:lnTo>
                  <a:pt x="36616" y="215315"/>
                </a:lnTo>
                <a:lnTo>
                  <a:pt x="88391" y="173193"/>
                </a:lnTo>
                <a:close/>
              </a:path>
              <a:path w="329564" h="300354">
                <a:moveTo>
                  <a:pt x="35878" y="85835"/>
                </a:moveTo>
                <a:lnTo>
                  <a:pt x="25907" y="77723"/>
                </a:lnTo>
                <a:lnTo>
                  <a:pt x="28955" y="94487"/>
                </a:lnTo>
                <a:lnTo>
                  <a:pt x="35878" y="85835"/>
                </a:lnTo>
                <a:close/>
              </a:path>
              <a:path w="329564" h="300354">
                <a:moveTo>
                  <a:pt x="115823" y="150875"/>
                </a:moveTo>
                <a:lnTo>
                  <a:pt x="35878" y="85835"/>
                </a:lnTo>
                <a:lnTo>
                  <a:pt x="28955" y="94487"/>
                </a:lnTo>
                <a:lnTo>
                  <a:pt x="25907" y="77723"/>
                </a:lnTo>
                <a:lnTo>
                  <a:pt x="25907" y="109386"/>
                </a:lnTo>
                <a:lnTo>
                  <a:pt x="76167" y="150113"/>
                </a:lnTo>
                <a:lnTo>
                  <a:pt x="88391" y="140207"/>
                </a:lnTo>
                <a:lnTo>
                  <a:pt x="88391" y="173193"/>
                </a:lnTo>
                <a:lnTo>
                  <a:pt x="115823" y="150875"/>
                </a:lnTo>
                <a:close/>
              </a:path>
              <a:path w="329564" h="300354">
                <a:moveTo>
                  <a:pt x="36616" y="215315"/>
                </a:moveTo>
                <a:lnTo>
                  <a:pt x="28955" y="205739"/>
                </a:lnTo>
                <a:lnTo>
                  <a:pt x="25907" y="224027"/>
                </a:lnTo>
                <a:lnTo>
                  <a:pt x="36616" y="215315"/>
                </a:lnTo>
                <a:close/>
              </a:path>
              <a:path w="329564" h="300354">
                <a:moveTo>
                  <a:pt x="75672" y="264136"/>
                </a:moveTo>
                <a:lnTo>
                  <a:pt x="36616" y="215315"/>
                </a:lnTo>
                <a:lnTo>
                  <a:pt x="25907" y="224027"/>
                </a:lnTo>
                <a:lnTo>
                  <a:pt x="25907" y="243141"/>
                </a:lnTo>
                <a:lnTo>
                  <a:pt x="67055" y="292861"/>
                </a:lnTo>
                <a:lnTo>
                  <a:pt x="67055" y="271271"/>
                </a:lnTo>
                <a:lnTo>
                  <a:pt x="75672" y="264136"/>
                </a:lnTo>
                <a:close/>
              </a:path>
              <a:path w="329564" h="300354">
                <a:moveTo>
                  <a:pt x="83819" y="25907"/>
                </a:moveTo>
                <a:lnTo>
                  <a:pt x="67055" y="28955"/>
                </a:lnTo>
                <a:lnTo>
                  <a:pt x="75672" y="36091"/>
                </a:lnTo>
                <a:lnTo>
                  <a:pt x="83819" y="25907"/>
                </a:lnTo>
                <a:close/>
              </a:path>
              <a:path w="329564" h="300354">
                <a:moveTo>
                  <a:pt x="75672" y="36091"/>
                </a:moveTo>
                <a:lnTo>
                  <a:pt x="67055" y="28955"/>
                </a:lnTo>
                <a:lnTo>
                  <a:pt x="67055" y="46862"/>
                </a:lnTo>
                <a:lnTo>
                  <a:pt x="75672" y="36091"/>
                </a:lnTo>
                <a:close/>
              </a:path>
              <a:path w="329564" h="300354">
                <a:moveTo>
                  <a:pt x="83819" y="274319"/>
                </a:moveTo>
                <a:lnTo>
                  <a:pt x="75672" y="264136"/>
                </a:lnTo>
                <a:lnTo>
                  <a:pt x="67055" y="271271"/>
                </a:lnTo>
                <a:lnTo>
                  <a:pt x="83819" y="274319"/>
                </a:lnTo>
                <a:close/>
              </a:path>
              <a:path w="329564" h="300354">
                <a:moveTo>
                  <a:pt x="83819" y="291337"/>
                </a:moveTo>
                <a:lnTo>
                  <a:pt x="83819" y="274319"/>
                </a:lnTo>
                <a:lnTo>
                  <a:pt x="67055" y="271271"/>
                </a:lnTo>
                <a:lnTo>
                  <a:pt x="67055" y="292861"/>
                </a:lnTo>
                <a:lnTo>
                  <a:pt x="73151" y="300227"/>
                </a:lnTo>
                <a:lnTo>
                  <a:pt x="83819" y="291337"/>
                </a:lnTo>
                <a:close/>
              </a:path>
              <a:path w="329564" h="300354">
                <a:moveTo>
                  <a:pt x="83819" y="42838"/>
                </a:moveTo>
                <a:lnTo>
                  <a:pt x="83819" y="25907"/>
                </a:lnTo>
                <a:lnTo>
                  <a:pt x="75672" y="36091"/>
                </a:lnTo>
                <a:lnTo>
                  <a:pt x="83819" y="42838"/>
                </a:lnTo>
                <a:close/>
              </a:path>
              <a:path w="329564" h="300354">
                <a:moveTo>
                  <a:pt x="254981" y="264202"/>
                </a:moveTo>
                <a:lnTo>
                  <a:pt x="164591" y="190499"/>
                </a:lnTo>
                <a:lnTo>
                  <a:pt x="75672" y="264136"/>
                </a:lnTo>
                <a:lnTo>
                  <a:pt x="83819" y="274319"/>
                </a:lnTo>
                <a:lnTo>
                  <a:pt x="83819" y="291337"/>
                </a:lnTo>
                <a:lnTo>
                  <a:pt x="156971" y="230377"/>
                </a:lnTo>
                <a:lnTo>
                  <a:pt x="156971" y="216407"/>
                </a:lnTo>
                <a:lnTo>
                  <a:pt x="173735" y="216407"/>
                </a:lnTo>
                <a:lnTo>
                  <a:pt x="173735" y="230377"/>
                </a:lnTo>
                <a:lnTo>
                  <a:pt x="246887" y="291337"/>
                </a:lnTo>
                <a:lnTo>
                  <a:pt x="246887" y="274319"/>
                </a:lnTo>
                <a:lnTo>
                  <a:pt x="254981" y="264202"/>
                </a:lnTo>
                <a:close/>
              </a:path>
              <a:path w="329564" h="300354">
                <a:moveTo>
                  <a:pt x="88391" y="160019"/>
                </a:moveTo>
                <a:lnTo>
                  <a:pt x="88391" y="140207"/>
                </a:lnTo>
                <a:lnTo>
                  <a:pt x="76167" y="150113"/>
                </a:lnTo>
                <a:lnTo>
                  <a:pt x="88391" y="160019"/>
                </a:lnTo>
                <a:close/>
              </a:path>
              <a:path w="329564" h="300354">
                <a:moveTo>
                  <a:pt x="173735" y="83819"/>
                </a:moveTo>
                <a:lnTo>
                  <a:pt x="165353" y="76834"/>
                </a:lnTo>
                <a:lnTo>
                  <a:pt x="156971" y="83819"/>
                </a:lnTo>
                <a:lnTo>
                  <a:pt x="173735" y="83819"/>
                </a:lnTo>
                <a:close/>
              </a:path>
              <a:path w="329564" h="300354">
                <a:moveTo>
                  <a:pt x="173735" y="102272"/>
                </a:moveTo>
                <a:lnTo>
                  <a:pt x="173735" y="83819"/>
                </a:lnTo>
                <a:lnTo>
                  <a:pt x="156971" y="83819"/>
                </a:lnTo>
                <a:lnTo>
                  <a:pt x="156971" y="103417"/>
                </a:lnTo>
                <a:lnTo>
                  <a:pt x="164591" y="109727"/>
                </a:lnTo>
                <a:lnTo>
                  <a:pt x="173735" y="102272"/>
                </a:lnTo>
                <a:close/>
              </a:path>
              <a:path w="329564" h="300354">
                <a:moveTo>
                  <a:pt x="173735" y="216407"/>
                </a:moveTo>
                <a:lnTo>
                  <a:pt x="156971" y="216407"/>
                </a:lnTo>
                <a:lnTo>
                  <a:pt x="165353" y="223392"/>
                </a:lnTo>
                <a:lnTo>
                  <a:pt x="173735" y="216407"/>
                </a:lnTo>
                <a:close/>
              </a:path>
              <a:path w="329564" h="300354">
                <a:moveTo>
                  <a:pt x="165353" y="223392"/>
                </a:moveTo>
                <a:lnTo>
                  <a:pt x="156971" y="216407"/>
                </a:lnTo>
                <a:lnTo>
                  <a:pt x="156971" y="230377"/>
                </a:lnTo>
                <a:lnTo>
                  <a:pt x="165353" y="223392"/>
                </a:lnTo>
                <a:close/>
              </a:path>
              <a:path w="329564" h="300354">
                <a:moveTo>
                  <a:pt x="329183" y="88391"/>
                </a:moveTo>
                <a:lnTo>
                  <a:pt x="257555" y="0"/>
                </a:lnTo>
                <a:lnTo>
                  <a:pt x="165353" y="76834"/>
                </a:lnTo>
                <a:lnTo>
                  <a:pt x="173735" y="83819"/>
                </a:lnTo>
                <a:lnTo>
                  <a:pt x="173735" y="102272"/>
                </a:lnTo>
                <a:lnTo>
                  <a:pt x="246887" y="42625"/>
                </a:lnTo>
                <a:lnTo>
                  <a:pt x="246887" y="25907"/>
                </a:lnTo>
                <a:lnTo>
                  <a:pt x="263651" y="28955"/>
                </a:lnTo>
                <a:lnTo>
                  <a:pt x="263651" y="46862"/>
                </a:lnTo>
                <a:lnTo>
                  <a:pt x="294290" y="85160"/>
                </a:lnTo>
                <a:lnTo>
                  <a:pt x="303275" y="77723"/>
                </a:lnTo>
                <a:lnTo>
                  <a:pt x="303275" y="109754"/>
                </a:lnTo>
                <a:lnTo>
                  <a:pt x="329183" y="88391"/>
                </a:lnTo>
                <a:close/>
              </a:path>
              <a:path w="329564" h="300354">
                <a:moveTo>
                  <a:pt x="173735" y="230377"/>
                </a:moveTo>
                <a:lnTo>
                  <a:pt x="173735" y="216407"/>
                </a:lnTo>
                <a:lnTo>
                  <a:pt x="165353" y="223392"/>
                </a:lnTo>
                <a:lnTo>
                  <a:pt x="173735" y="230377"/>
                </a:lnTo>
                <a:close/>
              </a:path>
              <a:path w="329564" h="300354">
                <a:moveTo>
                  <a:pt x="303275" y="109754"/>
                </a:moveTo>
                <a:lnTo>
                  <a:pt x="303275" y="77723"/>
                </a:lnTo>
                <a:lnTo>
                  <a:pt x="301751" y="94487"/>
                </a:lnTo>
                <a:lnTo>
                  <a:pt x="294290" y="85160"/>
                </a:lnTo>
                <a:lnTo>
                  <a:pt x="214883" y="150875"/>
                </a:lnTo>
                <a:lnTo>
                  <a:pt x="242315" y="173578"/>
                </a:lnTo>
                <a:lnTo>
                  <a:pt x="242315" y="140207"/>
                </a:lnTo>
                <a:lnTo>
                  <a:pt x="254329" y="150113"/>
                </a:lnTo>
                <a:lnTo>
                  <a:pt x="303275" y="109754"/>
                </a:lnTo>
                <a:close/>
              </a:path>
              <a:path w="329564" h="300354">
                <a:moveTo>
                  <a:pt x="254329" y="150113"/>
                </a:moveTo>
                <a:lnTo>
                  <a:pt x="242315" y="140207"/>
                </a:lnTo>
                <a:lnTo>
                  <a:pt x="242315" y="160019"/>
                </a:lnTo>
                <a:lnTo>
                  <a:pt x="254329" y="150113"/>
                </a:lnTo>
                <a:close/>
              </a:path>
              <a:path w="329564" h="300354">
                <a:moveTo>
                  <a:pt x="329183" y="211835"/>
                </a:moveTo>
                <a:lnTo>
                  <a:pt x="254329" y="150113"/>
                </a:lnTo>
                <a:lnTo>
                  <a:pt x="242315" y="160019"/>
                </a:lnTo>
                <a:lnTo>
                  <a:pt x="242315" y="173578"/>
                </a:lnTo>
                <a:lnTo>
                  <a:pt x="293556" y="215984"/>
                </a:lnTo>
                <a:lnTo>
                  <a:pt x="301751" y="205739"/>
                </a:lnTo>
                <a:lnTo>
                  <a:pt x="303275" y="224027"/>
                </a:lnTo>
                <a:lnTo>
                  <a:pt x="303275" y="243807"/>
                </a:lnTo>
                <a:lnTo>
                  <a:pt x="329183" y="211835"/>
                </a:lnTo>
                <a:close/>
              </a:path>
              <a:path w="329564" h="300354">
                <a:moveTo>
                  <a:pt x="263651" y="28955"/>
                </a:moveTo>
                <a:lnTo>
                  <a:pt x="246887" y="25907"/>
                </a:lnTo>
                <a:lnTo>
                  <a:pt x="254981" y="36025"/>
                </a:lnTo>
                <a:lnTo>
                  <a:pt x="263651" y="28955"/>
                </a:lnTo>
                <a:close/>
              </a:path>
              <a:path w="329564" h="300354">
                <a:moveTo>
                  <a:pt x="254981" y="36025"/>
                </a:moveTo>
                <a:lnTo>
                  <a:pt x="246887" y="25907"/>
                </a:lnTo>
                <a:lnTo>
                  <a:pt x="246887" y="42625"/>
                </a:lnTo>
                <a:lnTo>
                  <a:pt x="254981" y="36025"/>
                </a:lnTo>
                <a:close/>
              </a:path>
              <a:path w="329564" h="300354">
                <a:moveTo>
                  <a:pt x="263651" y="271271"/>
                </a:moveTo>
                <a:lnTo>
                  <a:pt x="254981" y="264202"/>
                </a:lnTo>
                <a:lnTo>
                  <a:pt x="246887" y="274319"/>
                </a:lnTo>
                <a:lnTo>
                  <a:pt x="263651" y="271271"/>
                </a:lnTo>
                <a:close/>
              </a:path>
              <a:path w="329564" h="300354">
                <a:moveTo>
                  <a:pt x="263651" y="292705"/>
                </a:moveTo>
                <a:lnTo>
                  <a:pt x="263651" y="271271"/>
                </a:lnTo>
                <a:lnTo>
                  <a:pt x="246887" y="274319"/>
                </a:lnTo>
                <a:lnTo>
                  <a:pt x="246887" y="291337"/>
                </a:lnTo>
                <a:lnTo>
                  <a:pt x="257555" y="300227"/>
                </a:lnTo>
                <a:lnTo>
                  <a:pt x="263651" y="292705"/>
                </a:lnTo>
                <a:close/>
              </a:path>
              <a:path w="329564" h="300354">
                <a:moveTo>
                  <a:pt x="263651" y="46862"/>
                </a:moveTo>
                <a:lnTo>
                  <a:pt x="263651" y="28955"/>
                </a:lnTo>
                <a:lnTo>
                  <a:pt x="254981" y="36025"/>
                </a:lnTo>
                <a:lnTo>
                  <a:pt x="263651" y="46862"/>
                </a:lnTo>
                <a:close/>
              </a:path>
              <a:path w="329564" h="300354">
                <a:moveTo>
                  <a:pt x="303275" y="243807"/>
                </a:moveTo>
                <a:lnTo>
                  <a:pt x="303275" y="224027"/>
                </a:lnTo>
                <a:lnTo>
                  <a:pt x="293556" y="215984"/>
                </a:lnTo>
                <a:lnTo>
                  <a:pt x="254981" y="264202"/>
                </a:lnTo>
                <a:lnTo>
                  <a:pt x="263651" y="271271"/>
                </a:lnTo>
                <a:lnTo>
                  <a:pt x="263651" y="292705"/>
                </a:lnTo>
                <a:lnTo>
                  <a:pt x="303275" y="243807"/>
                </a:lnTo>
                <a:close/>
              </a:path>
              <a:path w="329564" h="300354">
                <a:moveTo>
                  <a:pt x="303275" y="224027"/>
                </a:moveTo>
                <a:lnTo>
                  <a:pt x="301751" y="205739"/>
                </a:lnTo>
                <a:lnTo>
                  <a:pt x="293556" y="215984"/>
                </a:lnTo>
                <a:lnTo>
                  <a:pt x="303275" y="224027"/>
                </a:lnTo>
                <a:close/>
              </a:path>
              <a:path w="329564" h="300354">
                <a:moveTo>
                  <a:pt x="303275" y="77723"/>
                </a:moveTo>
                <a:lnTo>
                  <a:pt x="294290" y="85160"/>
                </a:lnTo>
                <a:lnTo>
                  <a:pt x="301751" y="94487"/>
                </a:lnTo>
                <a:lnTo>
                  <a:pt x="303275" y="7772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560377" y="5205983"/>
            <a:ext cx="294640" cy="264160"/>
          </a:xfrm>
          <a:custGeom>
            <a:avLst/>
            <a:gdLst/>
            <a:ahLst/>
            <a:cxnLst/>
            <a:rect l="l" t="t" r="r" b="b"/>
            <a:pathLst>
              <a:path w="294639" h="264160">
                <a:moveTo>
                  <a:pt x="294131" y="68579"/>
                </a:moveTo>
                <a:lnTo>
                  <a:pt x="237743" y="0"/>
                </a:lnTo>
                <a:lnTo>
                  <a:pt x="146303" y="74675"/>
                </a:lnTo>
                <a:lnTo>
                  <a:pt x="56387" y="0"/>
                </a:lnTo>
                <a:lnTo>
                  <a:pt x="0" y="68579"/>
                </a:lnTo>
                <a:lnTo>
                  <a:pt x="77723" y="132587"/>
                </a:lnTo>
                <a:lnTo>
                  <a:pt x="77723" y="245932"/>
                </a:lnTo>
                <a:lnTo>
                  <a:pt x="146303" y="188975"/>
                </a:lnTo>
                <a:lnTo>
                  <a:pt x="216407" y="246227"/>
                </a:lnTo>
                <a:lnTo>
                  <a:pt x="216407" y="132587"/>
                </a:lnTo>
                <a:lnTo>
                  <a:pt x="294131" y="68579"/>
                </a:lnTo>
                <a:close/>
              </a:path>
              <a:path w="294639" h="264160">
                <a:moveTo>
                  <a:pt x="77723" y="245932"/>
                </a:moveTo>
                <a:lnTo>
                  <a:pt x="77723" y="132587"/>
                </a:lnTo>
                <a:lnTo>
                  <a:pt x="0" y="195071"/>
                </a:lnTo>
                <a:lnTo>
                  <a:pt x="56387" y="263651"/>
                </a:lnTo>
                <a:lnTo>
                  <a:pt x="77723" y="245932"/>
                </a:lnTo>
                <a:close/>
              </a:path>
              <a:path w="294639" h="264160">
                <a:moveTo>
                  <a:pt x="294131" y="195071"/>
                </a:moveTo>
                <a:lnTo>
                  <a:pt x="216407" y="132587"/>
                </a:lnTo>
                <a:lnTo>
                  <a:pt x="216407" y="246227"/>
                </a:lnTo>
                <a:lnTo>
                  <a:pt x="237743" y="263651"/>
                </a:lnTo>
                <a:lnTo>
                  <a:pt x="294131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542090" y="5187696"/>
            <a:ext cx="329565" cy="300355"/>
          </a:xfrm>
          <a:custGeom>
            <a:avLst/>
            <a:gdLst/>
            <a:ahLst/>
            <a:cxnLst/>
            <a:rect l="l" t="t" r="r" b="b"/>
            <a:pathLst>
              <a:path w="329564" h="300354">
                <a:moveTo>
                  <a:pt x="165353" y="76834"/>
                </a:moveTo>
                <a:lnTo>
                  <a:pt x="73151" y="0"/>
                </a:lnTo>
                <a:lnTo>
                  <a:pt x="0" y="88391"/>
                </a:lnTo>
                <a:lnTo>
                  <a:pt x="25907" y="109386"/>
                </a:lnTo>
                <a:lnTo>
                  <a:pt x="25907" y="77723"/>
                </a:lnTo>
                <a:lnTo>
                  <a:pt x="35878" y="85835"/>
                </a:lnTo>
                <a:lnTo>
                  <a:pt x="67055" y="46862"/>
                </a:lnTo>
                <a:lnTo>
                  <a:pt x="67055" y="28955"/>
                </a:lnTo>
                <a:lnTo>
                  <a:pt x="83819" y="25907"/>
                </a:lnTo>
                <a:lnTo>
                  <a:pt x="83819" y="42838"/>
                </a:lnTo>
                <a:lnTo>
                  <a:pt x="156971" y="103417"/>
                </a:lnTo>
                <a:lnTo>
                  <a:pt x="156971" y="83819"/>
                </a:lnTo>
                <a:lnTo>
                  <a:pt x="165353" y="76834"/>
                </a:lnTo>
                <a:close/>
              </a:path>
              <a:path w="329564" h="300354">
                <a:moveTo>
                  <a:pt x="88391" y="173193"/>
                </a:moveTo>
                <a:lnTo>
                  <a:pt x="88391" y="160019"/>
                </a:lnTo>
                <a:lnTo>
                  <a:pt x="76167" y="150113"/>
                </a:lnTo>
                <a:lnTo>
                  <a:pt x="0" y="211835"/>
                </a:lnTo>
                <a:lnTo>
                  <a:pt x="25907" y="243141"/>
                </a:lnTo>
                <a:lnTo>
                  <a:pt x="25907" y="224027"/>
                </a:lnTo>
                <a:lnTo>
                  <a:pt x="28955" y="205739"/>
                </a:lnTo>
                <a:lnTo>
                  <a:pt x="36616" y="215315"/>
                </a:lnTo>
                <a:lnTo>
                  <a:pt x="88391" y="173193"/>
                </a:lnTo>
                <a:close/>
              </a:path>
              <a:path w="329564" h="300354">
                <a:moveTo>
                  <a:pt x="35878" y="85835"/>
                </a:moveTo>
                <a:lnTo>
                  <a:pt x="25907" y="77723"/>
                </a:lnTo>
                <a:lnTo>
                  <a:pt x="28955" y="94487"/>
                </a:lnTo>
                <a:lnTo>
                  <a:pt x="35878" y="85835"/>
                </a:lnTo>
                <a:close/>
              </a:path>
              <a:path w="329564" h="300354">
                <a:moveTo>
                  <a:pt x="115823" y="150875"/>
                </a:moveTo>
                <a:lnTo>
                  <a:pt x="35878" y="85835"/>
                </a:lnTo>
                <a:lnTo>
                  <a:pt x="28955" y="94487"/>
                </a:lnTo>
                <a:lnTo>
                  <a:pt x="25907" y="77723"/>
                </a:lnTo>
                <a:lnTo>
                  <a:pt x="25907" y="109386"/>
                </a:lnTo>
                <a:lnTo>
                  <a:pt x="76167" y="150113"/>
                </a:lnTo>
                <a:lnTo>
                  <a:pt x="88391" y="140207"/>
                </a:lnTo>
                <a:lnTo>
                  <a:pt x="88391" y="173193"/>
                </a:lnTo>
                <a:lnTo>
                  <a:pt x="115823" y="150875"/>
                </a:lnTo>
                <a:close/>
              </a:path>
              <a:path w="329564" h="300354">
                <a:moveTo>
                  <a:pt x="36616" y="215315"/>
                </a:moveTo>
                <a:lnTo>
                  <a:pt x="28955" y="205739"/>
                </a:lnTo>
                <a:lnTo>
                  <a:pt x="25907" y="224027"/>
                </a:lnTo>
                <a:lnTo>
                  <a:pt x="36616" y="215315"/>
                </a:lnTo>
                <a:close/>
              </a:path>
              <a:path w="329564" h="300354">
                <a:moveTo>
                  <a:pt x="75672" y="264136"/>
                </a:moveTo>
                <a:lnTo>
                  <a:pt x="36616" y="215315"/>
                </a:lnTo>
                <a:lnTo>
                  <a:pt x="25907" y="224027"/>
                </a:lnTo>
                <a:lnTo>
                  <a:pt x="25907" y="243141"/>
                </a:lnTo>
                <a:lnTo>
                  <a:pt x="67055" y="292861"/>
                </a:lnTo>
                <a:lnTo>
                  <a:pt x="67055" y="271271"/>
                </a:lnTo>
                <a:lnTo>
                  <a:pt x="75672" y="264136"/>
                </a:lnTo>
                <a:close/>
              </a:path>
              <a:path w="329564" h="300354">
                <a:moveTo>
                  <a:pt x="83819" y="25907"/>
                </a:moveTo>
                <a:lnTo>
                  <a:pt x="67055" y="28955"/>
                </a:lnTo>
                <a:lnTo>
                  <a:pt x="75672" y="36091"/>
                </a:lnTo>
                <a:lnTo>
                  <a:pt x="83819" y="25907"/>
                </a:lnTo>
                <a:close/>
              </a:path>
              <a:path w="329564" h="300354">
                <a:moveTo>
                  <a:pt x="75672" y="36091"/>
                </a:moveTo>
                <a:lnTo>
                  <a:pt x="67055" y="28955"/>
                </a:lnTo>
                <a:lnTo>
                  <a:pt x="67055" y="46862"/>
                </a:lnTo>
                <a:lnTo>
                  <a:pt x="75672" y="36091"/>
                </a:lnTo>
                <a:close/>
              </a:path>
              <a:path w="329564" h="300354">
                <a:moveTo>
                  <a:pt x="83819" y="274319"/>
                </a:moveTo>
                <a:lnTo>
                  <a:pt x="75672" y="264136"/>
                </a:lnTo>
                <a:lnTo>
                  <a:pt x="67055" y="271271"/>
                </a:lnTo>
                <a:lnTo>
                  <a:pt x="83819" y="274319"/>
                </a:lnTo>
                <a:close/>
              </a:path>
              <a:path w="329564" h="300354">
                <a:moveTo>
                  <a:pt x="83819" y="291337"/>
                </a:moveTo>
                <a:lnTo>
                  <a:pt x="83819" y="274319"/>
                </a:lnTo>
                <a:lnTo>
                  <a:pt x="67055" y="271271"/>
                </a:lnTo>
                <a:lnTo>
                  <a:pt x="67055" y="292861"/>
                </a:lnTo>
                <a:lnTo>
                  <a:pt x="73151" y="300227"/>
                </a:lnTo>
                <a:lnTo>
                  <a:pt x="83819" y="291337"/>
                </a:lnTo>
                <a:close/>
              </a:path>
              <a:path w="329564" h="300354">
                <a:moveTo>
                  <a:pt x="83819" y="42838"/>
                </a:moveTo>
                <a:lnTo>
                  <a:pt x="83819" y="25907"/>
                </a:lnTo>
                <a:lnTo>
                  <a:pt x="75672" y="36091"/>
                </a:lnTo>
                <a:lnTo>
                  <a:pt x="83819" y="42838"/>
                </a:lnTo>
                <a:close/>
              </a:path>
              <a:path w="329564" h="300354">
                <a:moveTo>
                  <a:pt x="254981" y="264202"/>
                </a:moveTo>
                <a:lnTo>
                  <a:pt x="164591" y="190499"/>
                </a:lnTo>
                <a:lnTo>
                  <a:pt x="75672" y="264136"/>
                </a:lnTo>
                <a:lnTo>
                  <a:pt x="83819" y="274319"/>
                </a:lnTo>
                <a:lnTo>
                  <a:pt x="83819" y="291337"/>
                </a:lnTo>
                <a:lnTo>
                  <a:pt x="156971" y="230377"/>
                </a:lnTo>
                <a:lnTo>
                  <a:pt x="156971" y="216407"/>
                </a:lnTo>
                <a:lnTo>
                  <a:pt x="173735" y="216407"/>
                </a:lnTo>
                <a:lnTo>
                  <a:pt x="173735" y="230377"/>
                </a:lnTo>
                <a:lnTo>
                  <a:pt x="246887" y="291337"/>
                </a:lnTo>
                <a:lnTo>
                  <a:pt x="246887" y="274319"/>
                </a:lnTo>
                <a:lnTo>
                  <a:pt x="254981" y="264202"/>
                </a:lnTo>
                <a:close/>
              </a:path>
              <a:path w="329564" h="300354">
                <a:moveTo>
                  <a:pt x="88391" y="160019"/>
                </a:moveTo>
                <a:lnTo>
                  <a:pt x="88391" y="140207"/>
                </a:lnTo>
                <a:lnTo>
                  <a:pt x="76167" y="150113"/>
                </a:lnTo>
                <a:lnTo>
                  <a:pt x="88391" y="160019"/>
                </a:lnTo>
                <a:close/>
              </a:path>
              <a:path w="329564" h="300354">
                <a:moveTo>
                  <a:pt x="173735" y="83819"/>
                </a:moveTo>
                <a:lnTo>
                  <a:pt x="165353" y="76834"/>
                </a:lnTo>
                <a:lnTo>
                  <a:pt x="156971" y="83819"/>
                </a:lnTo>
                <a:lnTo>
                  <a:pt x="173735" y="83819"/>
                </a:lnTo>
                <a:close/>
              </a:path>
              <a:path w="329564" h="300354">
                <a:moveTo>
                  <a:pt x="173735" y="102272"/>
                </a:moveTo>
                <a:lnTo>
                  <a:pt x="173735" y="83819"/>
                </a:lnTo>
                <a:lnTo>
                  <a:pt x="156971" y="83819"/>
                </a:lnTo>
                <a:lnTo>
                  <a:pt x="156971" y="103417"/>
                </a:lnTo>
                <a:lnTo>
                  <a:pt x="164591" y="109727"/>
                </a:lnTo>
                <a:lnTo>
                  <a:pt x="173735" y="102272"/>
                </a:lnTo>
                <a:close/>
              </a:path>
              <a:path w="329564" h="300354">
                <a:moveTo>
                  <a:pt x="173735" y="216407"/>
                </a:moveTo>
                <a:lnTo>
                  <a:pt x="156971" y="216407"/>
                </a:lnTo>
                <a:lnTo>
                  <a:pt x="165353" y="223392"/>
                </a:lnTo>
                <a:lnTo>
                  <a:pt x="173735" y="216407"/>
                </a:lnTo>
                <a:close/>
              </a:path>
              <a:path w="329564" h="300354">
                <a:moveTo>
                  <a:pt x="165353" y="223392"/>
                </a:moveTo>
                <a:lnTo>
                  <a:pt x="156971" y="216407"/>
                </a:lnTo>
                <a:lnTo>
                  <a:pt x="156971" y="230377"/>
                </a:lnTo>
                <a:lnTo>
                  <a:pt x="165353" y="223392"/>
                </a:lnTo>
                <a:close/>
              </a:path>
              <a:path w="329564" h="300354">
                <a:moveTo>
                  <a:pt x="329183" y="88391"/>
                </a:moveTo>
                <a:lnTo>
                  <a:pt x="257555" y="0"/>
                </a:lnTo>
                <a:lnTo>
                  <a:pt x="165353" y="76834"/>
                </a:lnTo>
                <a:lnTo>
                  <a:pt x="173735" y="83819"/>
                </a:lnTo>
                <a:lnTo>
                  <a:pt x="173735" y="102272"/>
                </a:lnTo>
                <a:lnTo>
                  <a:pt x="246887" y="42625"/>
                </a:lnTo>
                <a:lnTo>
                  <a:pt x="246887" y="25907"/>
                </a:lnTo>
                <a:lnTo>
                  <a:pt x="263651" y="28955"/>
                </a:lnTo>
                <a:lnTo>
                  <a:pt x="263651" y="46862"/>
                </a:lnTo>
                <a:lnTo>
                  <a:pt x="294290" y="85160"/>
                </a:lnTo>
                <a:lnTo>
                  <a:pt x="303275" y="77723"/>
                </a:lnTo>
                <a:lnTo>
                  <a:pt x="303275" y="109754"/>
                </a:lnTo>
                <a:lnTo>
                  <a:pt x="329183" y="88391"/>
                </a:lnTo>
                <a:close/>
              </a:path>
              <a:path w="329564" h="300354">
                <a:moveTo>
                  <a:pt x="173735" y="230377"/>
                </a:moveTo>
                <a:lnTo>
                  <a:pt x="173735" y="216407"/>
                </a:lnTo>
                <a:lnTo>
                  <a:pt x="165353" y="223392"/>
                </a:lnTo>
                <a:lnTo>
                  <a:pt x="173735" y="230377"/>
                </a:lnTo>
                <a:close/>
              </a:path>
              <a:path w="329564" h="300354">
                <a:moveTo>
                  <a:pt x="303275" y="109754"/>
                </a:moveTo>
                <a:lnTo>
                  <a:pt x="303275" y="77723"/>
                </a:lnTo>
                <a:lnTo>
                  <a:pt x="301751" y="94487"/>
                </a:lnTo>
                <a:lnTo>
                  <a:pt x="294290" y="85160"/>
                </a:lnTo>
                <a:lnTo>
                  <a:pt x="214883" y="150875"/>
                </a:lnTo>
                <a:lnTo>
                  <a:pt x="242315" y="173578"/>
                </a:lnTo>
                <a:lnTo>
                  <a:pt x="242315" y="140207"/>
                </a:lnTo>
                <a:lnTo>
                  <a:pt x="254329" y="150113"/>
                </a:lnTo>
                <a:lnTo>
                  <a:pt x="303275" y="109754"/>
                </a:lnTo>
                <a:close/>
              </a:path>
              <a:path w="329564" h="300354">
                <a:moveTo>
                  <a:pt x="254329" y="150113"/>
                </a:moveTo>
                <a:lnTo>
                  <a:pt x="242315" y="140207"/>
                </a:lnTo>
                <a:lnTo>
                  <a:pt x="242315" y="160019"/>
                </a:lnTo>
                <a:lnTo>
                  <a:pt x="254329" y="150113"/>
                </a:lnTo>
                <a:close/>
              </a:path>
              <a:path w="329564" h="300354">
                <a:moveTo>
                  <a:pt x="329183" y="211835"/>
                </a:moveTo>
                <a:lnTo>
                  <a:pt x="254329" y="150113"/>
                </a:lnTo>
                <a:lnTo>
                  <a:pt x="242315" y="160019"/>
                </a:lnTo>
                <a:lnTo>
                  <a:pt x="242315" y="173578"/>
                </a:lnTo>
                <a:lnTo>
                  <a:pt x="293556" y="215984"/>
                </a:lnTo>
                <a:lnTo>
                  <a:pt x="301751" y="205739"/>
                </a:lnTo>
                <a:lnTo>
                  <a:pt x="303275" y="224027"/>
                </a:lnTo>
                <a:lnTo>
                  <a:pt x="303275" y="243807"/>
                </a:lnTo>
                <a:lnTo>
                  <a:pt x="329183" y="211835"/>
                </a:lnTo>
                <a:close/>
              </a:path>
              <a:path w="329564" h="300354">
                <a:moveTo>
                  <a:pt x="263651" y="28955"/>
                </a:moveTo>
                <a:lnTo>
                  <a:pt x="246887" y="25907"/>
                </a:lnTo>
                <a:lnTo>
                  <a:pt x="254981" y="36025"/>
                </a:lnTo>
                <a:lnTo>
                  <a:pt x="263651" y="28955"/>
                </a:lnTo>
                <a:close/>
              </a:path>
              <a:path w="329564" h="300354">
                <a:moveTo>
                  <a:pt x="254981" y="36025"/>
                </a:moveTo>
                <a:lnTo>
                  <a:pt x="246887" y="25907"/>
                </a:lnTo>
                <a:lnTo>
                  <a:pt x="246887" y="42625"/>
                </a:lnTo>
                <a:lnTo>
                  <a:pt x="254981" y="36025"/>
                </a:lnTo>
                <a:close/>
              </a:path>
              <a:path w="329564" h="300354">
                <a:moveTo>
                  <a:pt x="263651" y="271271"/>
                </a:moveTo>
                <a:lnTo>
                  <a:pt x="254981" y="264202"/>
                </a:lnTo>
                <a:lnTo>
                  <a:pt x="246887" y="274319"/>
                </a:lnTo>
                <a:lnTo>
                  <a:pt x="263651" y="271271"/>
                </a:lnTo>
                <a:close/>
              </a:path>
              <a:path w="329564" h="300354">
                <a:moveTo>
                  <a:pt x="263651" y="292705"/>
                </a:moveTo>
                <a:lnTo>
                  <a:pt x="263651" y="271271"/>
                </a:lnTo>
                <a:lnTo>
                  <a:pt x="246887" y="274319"/>
                </a:lnTo>
                <a:lnTo>
                  <a:pt x="246887" y="291337"/>
                </a:lnTo>
                <a:lnTo>
                  <a:pt x="257555" y="300227"/>
                </a:lnTo>
                <a:lnTo>
                  <a:pt x="263651" y="292705"/>
                </a:lnTo>
                <a:close/>
              </a:path>
              <a:path w="329564" h="300354">
                <a:moveTo>
                  <a:pt x="263651" y="46862"/>
                </a:moveTo>
                <a:lnTo>
                  <a:pt x="263651" y="28955"/>
                </a:lnTo>
                <a:lnTo>
                  <a:pt x="254981" y="36025"/>
                </a:lnTo>
                <a:lnTo>
                  <a:pt x="263651" y="46862"/>
                </a:lnTo>
                <a:close/>
              </a:path>
              <a:path w="329564" h="300354">
                <a:moveTo>
                  <a:pt x="303275" y="243807"/>
                </a:moveTo>
                <a:lnTo>
                  <a:pt x="303275" y="224027"/>
                </a:lnTo>
                <a:lnTo>
                  <a:pt x="293556" y="215984"/>
                </a:lnTo>
                <a:lnTo>
                  <a:pt x="254981" y="264202"/>
                </a:lnTo>
                <a:lnTo>
                  <a:pt x="263651" y="271271"/>
                </a:lnTo>
                <a:lnTo>
                  <a:pt x="263651" y="292705"/>
                </a:lnTo>
                <a:lnTo>
                  <a:pt x="303275" y="243807"/>
                </a:lnTo>
                <a:close/>
              </a:path>
              <a:path w="329564" h="300354">
                <a:moveTo>
                  <a:pt x="303275" y="224027"/>
                </a:moveTo>
                <a:lnTo>
                  <a:pt x="301751" y="205739"/>
                </a:lnTo>
                <a:lnTo>
                  <a:pt x="293556" y="215984"/>
                </a:lnTo>
                <a:lnTo>
                  <a:pt x="303275" y="224027"/>
                </a:lnTo>
                <a:close/>
              </a:path>
              <a:path w="329564" h="300354">
                <a:moveTo>
                  <a:pt x="303275" y="77723"/>
                </a:moveTo>
                <a:lnTo>
                  <a:pt x="294290" y="85160"/>
                </a:lnTo>
                <a:lnTo>
                  <a:pt x="301751" y="94487"/>
                </a:lnTo>
                <a:lnTo>
                  <a:pt x="303275" y="7772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583238" y="3777996"/>
            <a:ext cx="292735" cy="128270"/>
          </a:xfrm>
          <a:custGeom>
            <a:avLst/>
            <a:gdLst/>
            <a:ahLst/>
            <a:cxnLst/>
            <a:rect l="l" t="t" r="r" b="b"/>
            <a:pathLst>
              <a:path w="292734" h="128270">
                <a:moveTo>
                  <a:pt x="292607" y="59435"/>
                </a:moveTo>
                <a:lnTo>
                  <a:pt x="220125" y="0"/>
                </a:lnTo>
                <a:lnTo>
                  <a:pt x="72482" y="0"/>
                </a:lnTo>
                <a:lnTo>
                  <a:pt x="0" y="59435"/>
                </a:lnTo>
                <a:lnTo>
                  <a:pt x="54863" y="128015"/>
                </a:lnTo>
                <a:lnTo>
                  <a:pt x="146303" y="53339"/>
                </a:lnTo>
                <a:lnTo>
                  <a:pt x="236219" y="128015"/>
                </a:lnTo>
                <a:lnTo>
                  <a:pt x="292607" y="59435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564950" y="3777997"/>
            <a:ext cx="329565" cy="146685"/>
          </a:xfrm>
          <a:custGeom>
            <a:avLst/>
            <a:gdLst/>
            <a:ahLst/>
            <a:cxnLst/>
            <a:rect l="l" t="t" r="r" b="b"/>
            <a:pathLst>
              <a:path w="329565" h="146685">
                <a:moveTo>
                  <a:pt x="86867" y="19653"/>
                </a:moveTo>
                <a:lnTo>
                  <a:pt x="86867" y="6095"/>
                </a:lnTo>
                <a:lnTo>
                  <a:pt x="79475" y="0"/>
                </a:lnTo>
                <a:lnTo>
                  <a:pt x="70233" y="0"/>
                </a:lnTo>
                <a:lnTo>
                  <a:pt x="0" y="57911"/>
                </a:lnTo>
                <a:lnTo>
                  <a:pt x="25907" y="89883"/>
                </a:lnTo>
                <a:lnTo>
                  <a:pt x="25907" y="70103"/>
                </a:lnTo>
                <a:lnTo>
                  <a:pt x="27431" y="51815"/>
                </a:lnTo>
                <a:lnTo>
                  <a:pt x="35762" y="61947"/>
                </a:lnTo>
                <a:lnTo>
                  <a:pt x="86867" y="19653"/>
                </a:lnTo>
                <a:close/>
              </a:path>
              <a:path w="329565" h="146685">
                <a:moveTo>
                  <a:pt x="74979" y="109644"/>
                </a:moveTo>
                <a:lnTo>
                  <a:pt x="35762" y="61947"/>
                </a:lnTo>
                <a:lnTo>
                  <a:pt x="25907" y="70103"/>
                </a:lnTo>
                <a:lnTo>
                  <a:pt x="25907" y="89883"/>
                </a:lnTo>
                <a:lnTo>
                  <a:pt x="65531" y="138780"/>
                </a:lnTo>
                <a:lnTo>
                  <a:pt x="65531" y="117347"/>
                </a:lnTo>
                <a:lnTo>
                  <a:pt x="74979" y="109644"/>
                </a:lnTo>
                <a:close/>
              </a:path>
              <a:path w="329565" h="146685">
                <a:moveTo>
                  <a:pt x="293352" y="62030"/>
                </a:moveTo>
                <a:lnTo>
                  <a:pt x="217106" y="0"/>
                </a:lnTo>
                <a:lnTo>
                  <a:pt x="110616" y="0"/>
                </a:lnTo>
                <a:lnTo>
                  <a:pt x="35762" y="61947"/>
                </a:lnTo>
                <a:lnTo>
                  <a:pt x="74979" y="109644"/>
                </a:lnTo>
                <a:lnTo>
                  <a:pt x="164591" y="36575"/>
                </a:lnTo>
                <a:lnTo>
                  <a:pt x="254204" y="109644"/>
                </a:lnTo>
                <a:lnTo>
                  <a:pt x="293352" y="62030"/>
                </a:lnTo>
                <a:close/>
              </a:path>
              <a:path w="329565" h="146685">
                <a:moveTo>
                  <a:pt x="83819" y="136143"/>
                </a:moveTo>
                <a:lnTo>
                  <a:pt x="83819" y="120395"/>
                </a:lnTo>
                <a:lnTo>
                  <a:pt x="65531" y="117347"/>
                </a:lnTo>
                <a:lnTo>
                  <a:pt x="65531" y="138780"/>
                </a:lnTo>
                <a:lnTo>
                  <a:pt x="71627" y="146303"/>
                </a:lnTo>
                <a:lnTo>
                  <a:pt x="83819" y="136143"/>
                </a:lnTo>
                <a:close/>
              </a:path>
              <a:path w="329565" h="146685">
                <a:moveTo>
                  <a:pt x="254204" y="109644"/>
                </a:moveTo>
                <a:lnTo>
                  <a:pt x="164591" y="36575"/>
                </a:lnTo>
                <a:lnTo>
                  <a:pt x="74979" y="109644"/>
                </a:lnTo>
                <a:lnTo>
                  <a:pt x="83819" y="120395"/>
                </a:lnTo>
                <a:lnTo>
                  <a:pt x="83819" y="136143"/>
                </a:lnTo>
                <a:lnTo>
                  <a:pt x="156971" y="75183"/>
                </a:lnTo>
                <a:lnTo>
                  <a:pt x="156971" y="62483"/>
                </a:lnTo>
                <a:lnTo>
                  <a:pt x="172211" y="62483"/>
                </a:lnTo>
                <a:lnTo>
                  <a:pt x="172211" y="75183"/>
                </a:lnTo>
                <a:lnTo>
                  <a:pt x="245363" y="136143"/>
                </a:lnTo>
                <a:lnTo>
                  <a:pt x="245363" y="120395"/>
                </a:lnTo>
                <a:lnTo>
                  <a:pt x="254204" y="109644"/>
                </a:lnTo>
                <a:close/>
              </a:path>
              <a:path w="329565" h="146685">
                <a:moveTo>
                  <a:pt x="110616" y="0"/>
                </a:moveTo>
                <a:lnTo>
                  <a:pt x="79475" y="0"/>
                </a:lnTo>
                <a:lnTo>
                  <a:pt x="86867" y="6095"/>
                </a:lnTo>
                <a:lnTo>
                  <a:pt x="86867" y="19653"/>
                </a:lnTo>
                <a:lnTo>
                  <a:pt x="110616" y="0"/>
                </a:lnTo>
                <a:close/>
              </a:path>
              <a:path w="329565" h="146685">
                <a:moveTo>
                  <a:pt x="172211" y="62483"/>
                </a:moveTo>
                <a:lnTo>
                  <a:pt x="156971" y="62483"/>
                </a:lnTo>
                <a:lnTo>
                  <a:pt x="164591" y="68833"/>
                </a:lnTo>
                <a:lnTo>
                  <a:pt x="172211" y="62483"/>
                </a:lnTo>
                <a:close/>
              </a:path>
              <a:path w="329565" h="146685">
                <a:moveTo>
                  <a:pt x="164591" y="68833"/>
                </a:moveTo>
                <a:lnTo>
                  <a:pt x="156971" y="62483"/>
                </a:lnTo>
                <a:lnTo>
                  <a:pt x="156971" y="75183"/>
                </a:lnTo>
                <a:lnTo>
                  <a:pt x="164591" y="68833"/>
                </a:lnTo>
                <a:close/>
              </a:path>
              <a:path w="329565" h="146685">
                <a:moveTo>
                  <a:pt x="172211" y="75183"/>
                </a:moveTo>
                <a:lnTo>
                  <a:pt x="172211" y="62483"/>
                </a:lnTo>
                <a:lnTo>
                  <a:pt x="164591" y="68833"/>
                </a:lnTo>
                <a:lnTo>
                  <a:pt x="172211" y="75183"/>
                </a:lnTo>
                <a:close/>
              </a:path>
              <a:path w="329565" h="146685">
                <a:moveTo>
                  <a:pt x="329183" y="57911"/>
                </a:moveTo>
                <a:lnTo>
                  <a:pt x="258950" y="0"/>
                </a:lnTo>
                <a:lnTo>
                  <a:pt x="249708" y="0"/>
                </a:lnTo>
                <a:lnTo>
                  <a:pt x="242315" y="6095"/>
                </a:lnTo>
                <a:lnTo>
                  <a:pt x="242315" y="0"/>
                </a:lnTo>
                <a:lnTo>
                  <a:pt x="217106" y="0"/>
                </a:lnTo>
                <a:lnTo>
                  <a:pt x="293352" y="62030"/>
                </a:lnTo>
                <a:lnTo>
                  <a:pt x="301751" y="51815"/>
                </a:lnTo>
                <a:lnTo>
                  <a:pt x="303275" y="70103"/>
                </a:lnTo>
                <a:lnTo>
                  <a:pt x="303275" y="89883"/>
                </a:lnTo>
                <a:lnTo>
                  <a:pt x="329183" y="57911"/>
                </a:lnTo>
                <a:close/>
              </a:path>
              <a:path w="329565" h="146685">
                <a:moveTo>
                  <a:pt x="263651" y="138780"/>
                </a:moveTo>
                <a:lnTo>
                  <a:pt x="263651" y="117347"/>
                </a:lnTo>
                <a:lnTo>
                  <a:pt x="245363" y="120395"/>
                </a:lnTo>
                <a:lnTo>
                  <a:pt x="245363" y="136143"/>
                </a:lnTo>
                <a:lnTo>
                  <a:pt x="257555" y="146303"/>
                </a:lnTo>
                <a:lnTo>
                  <a:pt x="263651" y="138780"/>
                </a:lnTo>
                <a:close/>
              </a:path>
              <a:path w="329565" h="146685">
                <a:moveTo>
                  <a:pt x="303275" y="89883"/>
                </a:moveTo>
                <a:lnTo>
                  <a:pt x="303275" y="70103"/>
                </a:lnTo>
                <a:lnTo>
                  <a:pt x="293352" y="62030"/>
                </a:lnTo>
                <a:lnTo>
                  <a:pt x="254204" y="109644"/>
                </a:lnTo>
                <a:lnTo>
                  <a:pt x="263651" y="117347"/>
                </a:lnTo>
                <a:lnTo>
                  <a:pt x="263651" y="138780"/>
                </a:lnTo>
                <a:lnTo>
                  <a:pt x="303275" y="8988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940109" y="3777996"/>
            <a:ext cx="294640" cy="128270"/>
          </a:xfrm>
          <a:custGeom>
            <a:avLst/>
            <a:gdLst/>
            <a:ahLst/>
            <a:cxnLst/>
            <a:rect l="l" t="t" r="r" b="b"/>
            <a:pathLst>
              <a:path w="294639" h="128270">
                <a:moveTo>
                  <a:pt x="294131" y="59435"/>
                </a:moveTo>
                <a:lnTo>
                  <a:pt x="220199" y="0"/>
                </a:lnTo>
                <a:lnTo>
                  <a:pt x="73932" y="0"/>
                </a:lnTo>
                <a:lnTo>
                  <a:pt x="0" y="59435"/>
                </a:lnTo>
                <a:lnTo>
                  <a:pt x="56387" y="128015"/>
                </a:lnTo>
                <a:lnTo>
                  <a:pt x="146303" y="53339"/>
                </a:lnTo>
                <a:lnTo>
                  <a:pt x="237743" y="128015"/>
                </a:lnTo>
                <a:lnTo>
                  <a:pt x="294131" y="59435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921822" y="3777997"/>
            <a:ext cx="329565" cy="146685"/>
          </a:xfrm>
          <a:custGeom>
            <a:avLst/>
            <a:gdLst/>
            <a:ahLst/>
            <a:cxnLst/>
            <a:rect l="l" t="t" r="r" b="b"/>
            <a:pathLst>
              <a:path w="329564" h="146685">
                <a:moveTo>
                  <a:pt x="88391" y="19269"/>
                </a:moveTo>
                <a:lnTo>
                  <a:pt x="88391" y="6095"/>
                </a:lnTo>
                <a:lnTo>
                  <a:pt x="80869" y="0"/>
                </a:lnTo>
                <a:lnTo>
                  <a:pt x="71465" y="0"/>
                </a:lnTo>
                <a:lnTo>
                  <a:pt x="0" y="57911"/>
                </a:lnTo>
                <a:lnTo>
                  <a:pt x="25907" y="89217"/>
                </a:lnTo>
                <a:lnTo>
                  <a:pt x="25907" y="70103"/>
                </a:lnTo>
                <a:lnTo>
                  <a:pt x="28955" y="51815"/>
                </a:lnTo>
                <a:lnTo>
                  <a:pt x="36616" y="61391"/>
                </a:lnTo>
                <a:lnTo>
                  <a:pt x="88391" y="19269"/>
                </a:lnTo>
                <a:close/>
              </a:path>
              <a:path w="329564" h="146685">
                <a:moveTo>
                  <a:pt x="75672" y="110211"/>
                </a:moveTo>
                <a:lnTo>
                  <a:pt x="36616" y="61391"/>
                </a:lnTo>
                <a:lnTo>
                  <a:pt x="25907" y="70103"/>
                </a:lnTo>
                <a:lnTo>
                  <a:pt x="25907" y="89217"/>
                </a:lnTo>
                <a:lnTo>
                  <a:pt x="67055" y="138937"/>
                </a:lnTo>
                <a:lnTo>
                  <a:pt x="67055" y="117347"/>
                </a:lnTo>
                <a:lnTo>
                  <a:pt x="75672" y="110211"/>
                </a:lnTo>
                <a:close/>
              </a:path>
              <a:path w="329564" h="146685">
                <a:moveTo>
                  <a:pt x="293556" y="62059"/>
                </a:moveTo>
                <a:lnTo>
                  <a:pt x="218567" y="0"/>
                </a:lnTo>
                <a:lnTo>
                  <a:pt x="112077" y="0"/>
                </a:lnTo>
                <a:lnTo>
                  <a:pt x="36616" y="61391"/>
                </a:lnTo>
                <a:lnTo>
                  <a:pt x="75672" y="110211"/>
                </a:lnTo>
                <a:lnTo>
                  <a:pt x="164591" y="36575"/>
                </a:lnTo>
                <a:lnTo>
                  <a:pt x="254981" y="110278"/>
                </a:lnTo>
                <a:lnTo>
                  <a:pt x="293556" y="62059"/>
                </a:lnTo>
                <a:close/>
              </a:path>
              <a:path w="329564" h="146685">
                <a:moveTo>
                  <a:pt x="83819" y="137413"/>
                </a:moveTo>
                <a:lnTo>
                  <a:pt x="83819" y="120395"/>
                </a:lnTo>
                <a:lnTo>
                  <a:pt x="67055" y="117347"/>
                </a:lnTo>
                <a:lnTo>
                  <a:pt x="67055" y="138937"/>
                </a:lnTo>
                <a:lnTo>
                  <a:pt x="73151" y="146303"/>
                </a:lnTo>
                <a:lnTo>
                  <a:pt x="83819" y="137413"/>
                </a:lnTo>
                <a:close/>
              </a:path>
              <a:path w="329564" h="146685">
                <a:moveTo>
                  <a:pt x="254981" y="110278"/>
                </a:moveTo>
                <a:lnTo>
                  <a:pt x="164591" y="36575"/>
                </a:lnTo>
                <a:lnTo>
                  <a:pt x="75672" y="110211"/>
                </a:lnTo>
                <a:lnTo>
                  <a:pt x="83819" y="120395"/>
                </a:lnTo>
                <a:lnTo>
                  <a:pt x="83819" y="137413"/>
                </a:lnTo>
                <a:lnTo>
                  <a:pt x="156971" y="76453"/>
                </a:lnTo>
                <a:lnTo>
                  <a:pt x="156971" y="62483"/>
                </a:lnTo>
                <a:lnTo>
                  <a:pt x="173735" y="62483"/>
                </a:lnTo>
                <a:lnTo>
                  <a:pt x="173735" y="76453"/>
                </a:lnTo>
                <a:lnTo>
                  <a:pt x="246887" y="137413"/>
                </a:lnTo>
                <a:lnTo>
                  <a:pt x="246887" y="120395"/>
                </a:lnTo>
                <a:lnTo>
                  <a:pt x="254981" y="110278"/>
                </a:lnTo>
                <a:close/>
              </a:path>
              <a:path w="329564" h="146685">
                <a:moveTo>
                  <a:pt x="112077" y="0"/>
                </a:moveTo>
                <a:lnTo>
                  <a:pt x="80869" y="0"/>
                </a:lnTo>
                <a:lnTo>
                  <a:pt x="88391" y="6095"/>
                </a:lnTo>
                <a:lnTo>
                  <a:pt x="88391" y="19269"/>
                </a:lnTo>
                <a:lnTo>
                  <a:pt x="112077" y="0"/>
                </a:lnTo>
                <a:close/>
              </a:path>
              <a:path w="329564" h="146685">
                <a:moveTo>
                  <a:pt x="173735" y="62483"/>
                </a:moveTo>
                <a:lnTo>
                  <a:pt x="156971" y="62483"/>
                </a:lnTo>
                <a:lnTo>
                  <a:pt x="165353" y="69468"/>
                </a:lnTo>
                <a:lnTo>
                  <a:pt x="173735" y="62483"/>
                </a:lnTo>
                <a:close/>
              </a:path>
              <a:path w="329564" h="146685">
                <a:moveTo>
                  <a:pt x="165353" y="69468"/>
                </a:moveTo>
                <a:lnTo>
                  <a:pt x="156971" y="62483"/>
                </a:lnTo>
                <a:lnTo>
                  <a:pt x="156971" y="76453"/>
                </a:lnTo>
                <a:lnTo>
                  <a:pt x="165353" y="69468"/>
                </a:lnTo>
                <a:close/>
              </a:path>
              <a:path w="329564" h="146685">
                <a:moveTo>
                  <a:pt x="173735" y="76453"/>
                </a:moveTo>
                <a:lnTo>
                  <a:pt x="173735" y="62483"/>
                </a:lnTo>
                <a:lnTo>
                  <a:pt x="165353" y="69468"/>
                </a:lnTo>
                <a:lnTo>
                  <a:pt x="173735" y="76453"/>
                </a:lnTo>
                <a:close/>
              </a:path>
              <a:path w="329564" h="146685">
                <a:moveTo>
                  <a:pt x="329183" y="57911"/>
                </a:moveTo>
                <a:lnTo>
                  <a:pt x="258950" y="0"/>
                </a:lnTo>
                <a:lnTo>
                  <a:pt x="249708" y="0"/>
                </a:lnTo>
                <a:lnTo>
                  <a:pt x="242315" y="6095"/>
                </a:lnTo>
                <a:lnTo>
                  <a:pt x="242315" y="0"/>
                </a:lnTo>
                <a:lnTo>
                  <a:pt x="218567" y="0"/>
                </a:lnTo>
                <a:lnTo>
                  <a:pt x="293556" y="62059"/>
                </a:lnTo>
                <a:lnTo>
                  <a:pt x="301751" y="51815"/>
                </a:lnTo>
                <a:lnTo>
                  <a:pt x="303275" y="70103"/>
                </a:lnTo>
                <a:lnTo>
                  <a:pt x="303275" y="89883"/>
                </a:lnTo>
                <a:lnTo>
                  <a:pt x="329183" y="57911"/>
                </a:lnTo>
                <a:close/>
              </a:path>
              <a:path w="329564" h="146685">
                <a:moveTo>
                  <a:pt x="263651" y="138780"/>
                </a:moveTo>
                <a:lnTo>
                  <a:pt x="263651" y="117347"/>
                </a:lnTo>
                <a:lnTo>
                  <a:pt x="246887" y="120395"/>
                </a:lnTo>
                <a:lnTo>
                  <a:pt x="246887" y="137413"/>
                </a:lnTo>
                <a:lnTo>
                  <a:pt x="257555" y="146303"/>
                </a:lnTo>
                <a:lnTo>
                  <a:pt x="263651" y="138780"/>
                </a:lnTo>
                <a:close/>
              </a:path>
              <a:path w="329564" h="146685">
                <a:moveTo>
                  <a:pt x="303275" y="89883"/>
                </a:moveTo>
                <a:lnTo>
                  <a:pt x="303275" y="70103"/>
                </a:lnTo>
                <a:lnTo>
                  <a:pt x="293556" y="62059"/>
                </a:lnTo>
                <a:lnTo>
                  <a:pt x="254981" y="110278"/>
                </a:lnTo>
                <a:lnTo>
                  <a:pt x="263651" y="117347"/>
                </a:lnTo>
                <a:lnTo>
                  <a:pt x="263651" y="138780"/>
                </a:lnTo>
                <a:lnTo>
                  <a:pt x="303275" y="8988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2603824" y="5422390"/>
            <a:ext cx="1623060" cy="564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/>
            <a:r>
              <a:rPr spc="-5" dirty="0">
                <a:latin typeface="Tahoma"/>
                <a:cs typeface="Tahoma"/>
              </a:rPr>
              <a:t>Start: </a:t>
            </a:r>
            <a:r>
              <a:rPr spc="-15" dirty="0">
                <a:latin typeface="Tahoma"/>
                <a:cs typeface="Tahoma"/>
              </a:rPr>
              <a:t>Arad  </a:t>
            </a:r>
            <a:r>
              <a:rPr spc="-5" dirty="0">
                <a:latin typeface="Tahoma"/>
                <a:cs typeface="Tahoma"/>
              </a:rPr>
              <a:t>Goal:</a:t>
            </a:r>
            <a:r>
              <a:rPr spc="-55" dirty="0">
                <a:latin typeface="Tahoma"/>
                <a:cs typeface="Tahoma"/>
              </a:rPr>
              <a:t> </a:t>
            </a:r>
            <a:r>
              <a:rPr spc="-5" dirty="0">
                <a:latin typeface="Tahoma"/>
                <a:cs typeface="Tahoma"/>
              </a:rPr>
              <a:t>Bucharest</a:t>
            </a:r>
            <a:endParaRPr>
              <a:latin typeface="Tahoma"/>
              <a:cs typeface="Tahom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152201" y="4308348"/>
            <a:ext cx="654050" cy="321945"/>
          </a:xfrm>
          <a:custGeom>
            <a:avLst/>
            <a:gdLst/>
            <a:ahLst/>
            <a:cxnLst/>
            <a:rect l="l" t="t" r="r" b="b"/>
            <a:pathLst>
              <a:path w="654050" h="321945">
                <a:moveTo>
                  <a:pt x="54863" y="103631"/>
                </a:moveTo>
                <a:lnTo>
                  <a:pt x="38099" y="85343"/>
                </a:lnTo>
                <a:lnTo>
                  <a:pt x="35051" y="86867"/>
                </a:lnTo>
                <a:lnTo>
                  <a:pt x="27431" y="94487"/>
                </a:lnTo>
                <a:lnTo>
                  <a:pt x="4571" y="134111"/>
                </a:lnTo>
                <a:lnTo>
                  <a:pt x="0" y="152399"/>
                </a:lnTo>
                <a:lnTo>
                  <a:pt x="0" y="160019"/>
                </a:lnTo>
                <a:lnTo>
                  <a:pt x="12953" y="160781"/>
                </a:lnTo>
                <a:lnTo>
                  <a:pt x="25907" y="160019"/>
                </a:lnTo>
                <a:lnTo>
                  <a:pt x="25907" y="153923"/>
                </a:lnTo>
                <a:lnTo>
                  <a:pt x="28955" y="141731"/>
                </a:lnTo>
                <a:lnTo>
                  <a:pt x="38099" y="123443"/>
                </a:lnTo>
                <a:lnTo>
                  <a:pt x="47243" y="111251"/>
                </a:lnTo>
                <a:lnTo>
                  <a:pt x="54863" y="103631"/>
                </a:lnTo>
                <a:close/>
              </a:path>
              <a:path w="654050" h="321945">
                <a:moveTo>
                  <a:pt x="54863" y="217931"/>
                </a:moveTo>
                <a:lnTo>
                  <a:pt x="51815" y="214883"/>
                </a:lnTo>
                <a:lnTo>
                  <a:pt x="47243" y="208787"/>
                </a:lnTo>
                <a:lnTo>
                  <a:pt x="41147" y="202691"/>
                </a:lnTo>
                <a:lnTo>
                  <a:pt x="38099" y="196595"/>
                </a:lnTo>
                <a:lnTo>
                  <a:pt x="33527" y="190499"/>
                </a:lnTo>
                <a:lnTo>
                  <a:pt x="30479" y="184403"/>
                </a:lnTo>
                <a:lnTo>
                  <a:pt x="25907" y="166115"/>
                </a:lnTo>
                <a:lnTo>
                  <a:pt x="25907" y="161543"/>
                </a:lnTo>
                <a:lnTo>
                  <a:pt x="12953" y="160781"/>
                </a:lnTo>
                <a:lnTo>
                  <a:pt x="0" y="161543"/>
                </a:lnTo>
                <a:lnTo>
                  <a:pt x="1523" y="170687"/>
                </a:lnTo>
                <a:lnTo>
                  <a:pt x="3047" y="178307"/>
                </a:lnTo>
                <a:lnTo>
                  <a:pt x="4571" y="187451"/>
                </a:lnTo>
                <a:lnTo>
                  <a:pt x="7619" y="196595"/>
                </a:lnTo>
                <a:lnTo>
                  <a:pt x="16763" y="211835"/>
                </a:lnTo>
                <a:lnTo>
                  <a:pt x="35051" y="234695"/>
                </a:lnTo>
                <a:lnTo>
                  <a:pt x="38099" y="236219"/>
                </a:lnTo>
                <a:lnTo>
                  <a:pt x="54863" y="217931"/>
                </a:lnTo>
                <a:close/>
              </a:path>
              <a:path w="654050" h="321945">
                <a:moveTo>
                  <a:pt x="25907" y="161543"/>
                </a:moveTo>
                <a:lnTo>
                  <a:pt x="25907" y="160019"/>
                </a:lnTo>
                <a:lnTo>
                  <a:pt x="12953" y="160781"/>
                </a:lnTo>
                <a:lnTo>
                  <a:pt x="25907" y="161543"/>
                </a:lnTo>
                <a:close/>
              </a:path>
              <a:path w="654050" h="321945">
                <a:moveTo>
                  <a:pt x="137159" y="56387"/>
                </a:moveTo>
                <a:lnTo>
                  <a:pt x="129539" y="32003"/>
                </a:lnTo>
                <a:lnTo>
                  <a:pt x="99059" y="44195"/>
                </a:lnTo>
                <a:lnTo>
                  <a:pt x="77723" y="54863"/>
                </a:lnTo>
                <a:lnTo>
                  <a:pt x="59435" y="67055"/>
                </a:lnTo>
                <a:lnTo>
                  <a:pt x="57911" y="68579"/>
                </a:lnTo>
                <a:lnTo>
                  <a:pt x="73151" y="88391"/>
                </a:lnTo>
                <a:lnTo>
                  <a:pt x="74675" y="88391"/>
                </a:lnTo>
                <a:lnTo>
                  <a:pt x="82295" y="82295"/>
                </a:lnTo>
                <a:lnTo>
                  <a:pt x="91439" y="77723"/>
                </a:lnTo>
                <a:lnTo>
                  <a:pt x="111251" y="67055"/>
                </a:lnTo>
                <a:lnTo>
                  <a:pt x="132587" y="57911"/>
                </a:lnTo>
                <a:lnTo>
                  <a:pt x="137159" y="56387"/>
                </a:lnTo>
                <a:close/>
              </a:path>
              <a:path w="654050" h="321945">
                <a:moveTo>
                  <a:pt x="234695" y="32003"/>
                </a:moveTo>
                <a:lnTo>
                  <a:pt x="230123" y="6095"/>
                </a:lnTo>
                <a:lnTo>
                  <a:pt x="201167" y="12191"/>
                </a:lnTo>
                <a:lnTo>
                  <a:pt x="173735" y="18287"/>
                </a:lnTo>
                <a:lnTo>
                  <a:pt x="153923" y="24383"/>
                </a:lnTo>
                <a:lnTo>
                  <a:pt x="161543" y="48767"/>
                </a:lnTo>
                <a:lnTo>
                  <a:pt x="181355" y="42671"/>
                </a:lnTo>
                <a:lnTo>
                  <a:pt x="207263" y="36575"/>
                </a:lnTo>
                <a:lnTo>
                  <a:pt x="234695" y="32003"/>
                </a:lnTo>
                <a:close/>
              </a:path>
              <a:path w="654050" h="321945">
                <a:moveTo>
                  <a:pt x="326897" y="12191"/>
                </a:moveTo>
                <a:lnTo>
                  <a:pt x="326135" y="0"/>
                </a:lnTo>
                <a:lnTo>
                  <a:pt x="294131" y="0"/>
                </a:lnTo>
                <a:lnTo>
                  <a:pt x="262127" y="3047"/>
                </a:lnTo>
                <a:lnTo>
                  <a:pt x="256031" y="3047"/>
                </a:lnTo>
                <a:lnTo>
                  <a:pt x="259079" y="28955"/>
                </a:lnTo>
                <a:lnTo>
                  <a:pt x="265175" y="27431"/>
                </a:lnTo>
                <a:lnTo>
                  <a:pt x="295655" y="25907"/>
                </a:lnTo>
                <a:lnTo>
                  <a:pt x="326135" y="24456"/>
                </a:lnTo>
                <a:lnTo>
                  <a:pt x="326897" y="12191"/>
                </a:lnTo>
                <a:close/>
              </a:path>
              <a:path w="654050" h="321945">
                <a:moveTo>
                  <a:pt x="327659" y="24383"/>
                </a:moveTo>
                <a:lnTo>
                  <a:pt x="326897" y="12191"/>
                </a:lnTo>
                <a:lnTo>
                  <a:pt x="326135" y="24383"/>
                </a:lnTo>
                <a:lnTo>
                  <a:pt x="326379" y="24444"/>
                </a:lnTo>
                <a:lnTo>
                  <a:pt x="327659" y="24383"/>
                </a:lnTo>
                <a:close/>
              </a:path>
              <a:path w="654050" h="321945">
                <a:moveTo>
                  <a:pt x="326379" y="24444"/>
                </a:moveTo>
                <a:lnTo>
                  <a:pt x="326135" y="24383"/>
                </a:lnTo>
                <a:lnTo>
                  <a:pt x="326379" y="24444"/>
                </a:lnTo>
                <a:close/>
              </a:path>
              <a:path w="654050" h="321945">
                <a:moveTo>
                  <a:pt x="327659" y="24764"/>
                </a:moveTo>
                <a:lnTo>
                  <a:pt x="327659" y="24383"/>
                </a:lnTo>
                <a:lnTo>
                  <a:pt x="326379" y="24444"/>
                </a:lnTo>
                <a:lnTo>
                  <a:pt x="327659" y="24764"/>
                </a:lnTo>
                <a:close/>
              </a:path>
              <a:path w="654050" h="321945">
                <a:moveTo>
                  <a:pt x="333755" y="0"/>
                </a:moveTo>
                <a:lnTo>
                  <a:pt x="327659" y="0"/>
                </a:lnTo>
                <a:lnTo>
                  <a:pt x="326897" y="12191"/>
                </a:lnTo>
                <a:lnTo>
                  <a:pt x="327659" y="24383"/>
                </a:lnTo>
                <a:lnTo>
                  <a:pt x="327659" y="24764"/>
                </a:lnTo>
                <a:lnTo>
                  <a:pt x="332231" y="25907"/>
                </a:lnTo>
                <a:lnTo>
                  <a:pt x="333755" y="0"/>
                </a:lnTo>
                <a:close/>
              </a:path>
              <a:path w="654050" h="321945">
                <a:moveTo>
                  <a:pt x="435863" y="9143"/>
                </a:moveTo>
                <a:lnTo>
                  <a:pt x="422147" y="6095"/>
                </a:lnTo>
                <a:lnTo>
                  <a:pt x="391667" y="3047"/>
                </a:lnTo>
                <a:lnTo>
                  <a:pt x="359663" y="0"/>
                </a:lnTo>
                <a:lnTo>
                  <a:pt x="358139" y="25907"/>
                </a:lnTo>
                <a:lnTo>
                  <a:pt x="388619" y="27431"/>
                </a:lnTo>
                <a:lnTo>
                  <a:pt x="419099" y="32003"/>
                </a:lnTo>
                <a:lnTo>
                  <a:pt x="432815" y="33527"/>
                </a:lnTo>
                <a:lnTo>
                  <a:pt x="435863" y="9143"/>
                </a:lnTo>
                <a:close/>
              </a:path>
              <a:path w="654050" h="321945">
                <a:moveTo>
                  <a:pt x="536447" y="36575"/>
                </a:moveTo>
                <a:lnTo>
                  <a:pt x="530351" y="33527"/>
                </a:lnTo>
                <a:lnTo>
                  <a:pt x="505967" y="25907"/>
                </a:lnTo>
                <a:lnTo>
                  <a:pt x="480059" y="18287"/>
                </a:lnTo>
                <a:lnTo>
                  <a:pt x="461771" y="13715"/>
                </a:lnTo>
                <a:lnTo>
                  <a:pt x="455675" y="38099"/>
                </a:lnTo>
                <a:lnTo>
                  <a:pt x="473963" y="42671"/>
                </a:lnTo>
                <a:lnTo>
                  <a:pt x="522731" y="57911"/>
                </a:lnTo>
                <a:lnTo>
                  <a:pt x="527303" y="60959"/>
                </a:lnTo>
                <a:lnTo>
                  <a:pt x="536447" y="36575"/>
                </a:lnTo>
                <a:close/>
              </a:path>
              <a:path w="654050" h="321945">
                <a:moveTo>
                  <a:pt x="626363" y="94487"/>
                </a:moveTo>
                <a:lnTo>
                  <a:pt x="624839" y="94487"/>
                </a:lnTo>
                <a:lnTo>
                  <a:pt x="618743" y="86867"/>
                </a:lnTo>
                <a:lnTo>
                  <a:pt x="611123" y="80771"/>
                </a:lnTo>
                <a:lnTo>
                  <a:pt x="603503" y="73151"/>
                </a:lnTo>
                <a:lnTo>
                  <a:pt x="585215" y="60959"/>
                </a:lnTo>
                <a:lnTo>
                  <a:pt x="574547" y="54863"/>
                </a:lnTo>
                <a:lnTo>
                  <a:pt x="560831" y="47243"/>
                </a:lnTo>
                <a:lnTo>
                  <a:pt x="548639" y="70103"/>
                </a:lnTo>
                <a:lnTo>
                  <a:pt x="563879" y="77723"/>
                </a:lnTo>
                <a:lnTo>
                  <a:pt x="571499" y="82295"/>
                </a:lnTo>
                <a:lnTo>
                  <a:pt x="580643" y="88391"/>
                </a:lnTo>
                <a:lnTo>
                  <a:pt x="588263" y="94487"/>
                </a:lnTo>
                <a:lnTo>
                  <a:pt x="594359" y="99059"/>
                </a:lnTo>
                <a:lnTo>
                  <a:pt x="601979" y="105155"/>
                </a:lnTo>
                <a:lnTo>
                  <a:pt x="606551" y="111251"/>
                </a:lnTo>
                <a:lnTo>
                  <a:pt x="626363" y="94487"/>
                </a:lnTo>
                <a:close/>
              </a:path>
              <a:path w="654050" h="321945">
                <a:moveTo>
                  <a:pt x="653795" y="160019"/>
                </a:moveTo>
                <a:lnTo>
                  <a:pt x="650747" y="141731"/>
                </a:lnTo>
                <a:lnTo>
                  <a:pt x="649223" y="134111"/>
                </a:lnTo>
                <a:lnTo>
                  <a:pt x="646175" y="124967"/>
                </a:lnTo>
                <a:lnTo>
                  <a:pt x="643127" y="118871"/>
                </a:lnTo>
                <a:lnTo>
                  <a:pt x="620267" y="129539"/>
                </a:lnTo>
                <a:lnTo>
                  <a:pt x="623315" y="135635"/>
                </a:lnTo>
                <a:lnTo>
                  <a:pt x="624839" y="143255"/>
                </a:lnTo>
                <a:lnTo>
                  <a:pt x="627887" y="155447"/>
                </a:lnTo>
                <a:lnTo>
                  <a:pt x="627887" y="160019"/>
                </a:lnTo>
                <a:lnTo>
                  <a:pt x="640841" y="160781"/>
                </a:lnTo>
                <a:lnTo>
                  <a:pt x="653795" y="160019"/>
                </a:lnTo>
                <a:close/>
              </a:path>
              <a:path w="654050" h="321945">
                <a:moveTo>
                  <a:pt x="653795" y="169163"/>
                </a:moveTo>
                <a:lnTo>
                  <a:pt x="653795" y="161543"/>
                </a:lnTo>
                <a:lnTo>
                  <a:pt x="640841" y="160781"/>
                </a:lnTo>
                <a:lnTo>
                  <a:pt x="627887" y="161543"/>
                </a:lnTo>
                <a:lnTo>
                  <a:pt x="627887" y="167639"/>
                </a:lnTo>
                <a:lnTo>
                  <a:pt x="624839" y="179831"/>
                </a:lnTo>
                <a:lnTo>
                  <a:pt x="621791" y="185927"/>
                </a:lnTo>
                <a:lnTo>
                  <a:pt x="620267" y="192023"/>
                </a:lnTo>
                <a:lnTo>
                  <a:pt x="643127" y="202691"/>
                </a:lnTo>
                <a:lnTo>
                  <a:pt x="646175" y="195071"/>
                </a:lnTo>
                <a:lnTo>
                  <a:pt x="649223" y="185927"/>
                </a:lnTo>
                <a:lnTo>
                  <a:pt x="652271" y="178307"/>
                </a:lnTo>
                <a:lnTo>
                  <a:pt x="653795" y="169163"/>
                </a:lnTo>
                <a:close/>
              </a:path>
              <a:path w="654050" h="321945">
                <a:moveTo>
                  <a:pt x="640841" y="160781"/>
                </a:moveTo>
                <a:lnTo>
                  <a:pt x="627887" y="160019"/>
                </a:lnTo>
                <a:lnTo>
                  <a:pt x="627887" y="161543"/>
                </a:lnTo>
                <a:lnTo>
                  <a:pt x="640841" y="160781"/>
                </a:lnTo>
                <a:close/>
              </a:path>
              <a:path w="654050" h="321945">
                <a:moveTo>
                  <a:pt x="626363" y="225551"/>
                </a:moveTo>
                <a:lnTo>
                  <a:pt x="606551" y="210311"/>
                </a:lnTo>
                <a:lnTo>
                  <a:pt x="594359" y="222503"/>
                </a:lnTo>
                <a:lnTo>
                  <a:pt x="586739" y="227075"/>
                </a:lnTo>
                <a:lnTo>
                  <a:pt x="571499" y="239267"/>
                </a:lnTo>
                <a:lnTo>
                  <a:pt x="562355" y="243839"/>
                </a:lnTo>
                <a:lnTo>
                  <a:pt x="548639" y="251459"/>
                </a:lnTo>
                <a:lnTo>
                  <a:pt x="560831" y="272795"/>
                </a:lnTo>
                <a:lnTo>
                  <a:pt x="576071" y="265175"/>
                </a:lnTo>
                <a:lnTo>
                  <a:pt x="603503" y="246887"/>
                </a:lnTo>
                <a:lnTo>
                  <a:pt x="611123" y="240791"/>
                </a:lnTo>
                <a:lnTo>
                  <a:pt x="626363" y="225551"/>
                </a:lnTo>
                <a:close/>
              </a:path>
              <a:path w="654050" h="321945">
                <a:moveTo>
                  <a:pt x="536447" y="283463"/>
                </a:moveTo>
                <a:lnTo>
                  <a:pt x="527303" y="260603"/>
                </a:lnTo>
                <a:lnTo>
                  <a:pt x="521207" y="263651"/>
                </a:lnTo>
                <a:lnTo>
                  <a:pt x="498347" y="271271"/>
                </a:lnTo>
                <a:lnTo>
                  <a:pt x="472439" y="278891"/>
                </a:lnTo>
                <a:lnTo>
                  <a:pt x="455675" y="281939"/>
                </a:lnTo>
                <a:lnTo>
                  <a:pt x="461771" y="306323"/>
                </a:lnTo>
                <a:lnTo>
                  <a:pt x="480059" y="303275"/>
                </a:lnTo>
                <a:lnTo>
                  <a:pt x="505967" y="295655"/>
                </a:lnTo>
                <a:lnTo>
                  <a:pt x="531875" y="286511"/>
                </a:lnTo>
                <a:lnTo>
                  <a:pt x="536447" y="283463"/>
                </a:lnTo>
                <a:close/>
              </a:path>
              <a:path w="654050" h="321945">
                <a:moveTo>
                  <a:pt x="435863" y="312419"/>
                </a:moveTo>
                <a:lnTo>
                  <a:pt x="432815" y="286511"/>
                </a:lnTo>
                <a:lnTo>
                  <a:pt x="417575" y="289559"/>
                </a:lnTo>
                <a:lnTo>
                  <a:pt x="388619" y="292607"/>
                </a:lnTo>
                <a:lnTo>
                  <a:pt x="358139" y="295655"/>
                </a:lnTo>
                <a:lnTo>
                  <a:pt x="358139" y="320039"/>
                </a:lnTo>
                <a:lnTo>
                  <a:pt x="359663" y="320039"/>
                </a:lnTo>
                <a:lnTo>
                  <a:pt x="391667" y="318515"/>
                </a:lnTo>
                <a:lnTo>
                  <a:pt x="422147" y="313943"/>
                </a:lnTo>
                <a:lnTo>
                  <a:pt x="435863" y="312419"/>
                </a:lnTo>
                <a:close/>
              </a:path>
              <a:path w="654050" h="321945">
                <a:moveTo>
                  <a:pt x="326897" y="308609"/>
                </a:moveTo>
                <a:lnTo>
                  <a:pt x="326135" y="295655"/>
                </a:lnTo>
                <a:lnTo>
                  <a:pt x="295655" y="295655"/>
                </a:lnTo>
                <a:lnTo>
                  <a:pt x="265175" y="292607"/>
                </a:lnTo>
                <a:lnTo>
                  <a:pt x="259079" y="292607"/>
                </a:lnTo>
                <a:lnTo>
                  <a:pt x="256031" y="316991"/>
                </a:lnTo>
                <a:lnTo>
                  <a:pt x="262127" y="318515"/>
                </a:lnTo>
                <a:lnTo>
                  <a:pt x="326135" y="321563"/>
                </a:lnTo>
                <a:lnTo>
                  <a:pt x="326897" y="308609"/>
                </a:lnTo>
                <a:close/>
              </a:path>
              <a:path w="654050" h="321945">
                <a:moveTo>
                  <a:pt x="327659" y="295655"/>
                </a:moveTo>
                <a:lnTo>
                  <a:pt x="326135" y="295655"/>
                </a:lnTo>
                <a:lnTo>
                  <a:pt x="326897" y="308609"/>
                </a:lnTo>
                <a:lnTo>
                  <a:pt x="327659" y="295655"/>
                </a:lnTo>
                <a:close/>
              </a:path>
              <a:path w="654050" h="321945">
                <a:moveTo>
                  <a:pt x="333755" y="321563"/>
                </a:moveTo>
                <a:lnTo>
                  <a:pt x="332231" y="295655"/>
                </a:lnTo>
                <a:lnTo>
                  <a:pt x="327659" y="295655"/>
                </a:lnTo>
                <a:lnTo>
                  <a:pt x="326897" y="308609"/>
                </a:lnTo>
                <a:lnTo>
                  <a:pt x="327659" y="321563"/>
                </a:lnTo>
                <a:lnTo>
                  <a:pt x="333755" y="321563"/>
                </a:lnTo>
                <a:close/>
              </a:path>
              <a:path w="654050" h="321945">
                <a:moveTo>
                  <a:pt x="234695" y="289559"/>
                </a:moveTo>
                <a:lnTo>
                  <a:pt x="207263" y="284987"/>
                </a:lnTo>
                <a:lnTo>
                  <a:pt x="179831" y="278891"/>
                </a:lnTo>
                <a:lnTo>
                  <a:pt x="161543" y="272795"/>
                </a:lnTo>
                <a:lnTo>
                  <a:pt x="153923" y="297179"/>
                </a:lnTo>
                <a:lnTo>
                  <a:pt x="173735" y="303275"/>
                </a:lnTo>
                <a:lnTo>
                  <a:pt x="202691" y="309371"/>
                </a:lnTo>
                <a:lnTo>
                  <a:pt x="230123" y="313943"/>
                </a:lnTo>
                <a:lnTo>
                  <a:pt x="234695" y="289559"/>
                </a:lnTo>
                <a:close/>
              </a:path>
              <a:path w="654050" h="321945">
                <a:moveTo>
                  <a:pt x="137159" y="265175"/>
                </a:moveTo>
                <a:lnTo>
                  <a:pt x="131063" y="262127"/>
                </a:lnTo>
                <a:lnTo>
                  <a:pt x="109727" y="252983"/>
                </a:lnTo>
                <a:lnTo>
                  <a:pt x="89915" y="243839"/>
                </a:lnTo>
                <a:lnTo>
                  <a:pt x="82295" y="237743"/>
                </a:lnTo>
                <a:lnTo>
                  <a:pt x="73151" y="233171"/>
                </a:lnTo>
                <a:lnTo>
                  <a:pt x="73151" y="231647"/>
                </a:lnTo>
                <a:lnTo>
                  <a:pt x="57911" y="252983"/>
                </a:lnTo>
                <a:lnTo>
                  <a:pt x="59435" y="254507"/>
                </a:lnTo>
                <a:lnTo>
                  <a:pt x="68579" y="260603"/>
                </a:lnTo>
                <a:lnTo>
                  <a:pt x="79247" y="265175"/>
                </a:lnTo>
                <a:lnTo>
                  <a:pt x="100583" y="277367"/>
                </a:lnTo>
                <a:lnTo>
                  <a:pt x="123443" y="286511"/>
                </a:lnTo>
                <a:lnTo>
                  <a:pt x="129539" y="289559"/>
                </a:lnTo>
                <a:lnTo>
                  <a:pt x="137159" y="2651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4522" y="81408"/>
            <a:ext cx="7104380" cy="687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4400" spc="-10" dirty="0"/>
              <a:t>Search </a:t>
            </a:r>
            <a:r>
              <a:rPr sz="4400" dirty="0"/>
              <a:t>without </a:t>
            </a:r>
            <a:r>
              <a:rPr sz="4400" spc="-15" dirty="0"/>
              <a:t>repeated</a:t>
            </a:r>
            <a:r>
              <a:rPr sz="4400" spc="-100" dirty="0"/>
              <a:t> </a:t>
            </a:r>
            <a:r>
              <a:rPr sz="4400" spc="-30" dirty="0"/>
              <a:t>states</a:t>
            </a:r>
            <a:endParaRPr sz="4400" dirty="0"/>
          </a:p>
        </p:txBody>
      </p:sp>
      <p:sp>
        <p:nvSpPr>
          <p:cNvPr id="3" name="object 3"/>
          <p:cNvSpPr/>
          <p:nvPr/>
        </p:nvSpPr>
        <p:spPr>
          <a:xfrm>
            <a:off x="4049081" y="1872997"/>
            <a:ext cx="5410200" cy="1904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283777" y="2767583"/>
            <a:ext cx="294640" cy="264160"/>
          </a:xfrm>
          <a:custGeom>
            <a:avLst/>
            <a:gdLst/>
            <a:ahLst/>
            <a:cxnLst/>
            <a:rect l="l" t="t" r="r" b="b"/>
            <a:pathLst>
              <a:path w="294639" h="264160">
                <a:moveTo>
                  <a:pt x="294131" y="68579"/>
                </a:moveTo>
                <a:lnTo>
                  <a:pt x="237743" y="0"/>
                </a:lnTo>
                <a:lnTo>
                  <a:pt x="146303" y="74675"/>
                </a:lnTo>
                <a:lnTo>
                  <a:pt x="56387" y="0"/>
                </a:lnTo>
                <a:lnTo>
                  <a:pt x="0" y="68579"/>
                </a:lnTo>
                <a:lnTo>
                  <a:pt x="77723" y="132587"/>
                </a:lnTo>
                <a:lnTo>
                  <a:pt x="77723" y="245932"/>
                </a:lnTo>
                <a:lnTo>
                  <a:pt x="146303" y="188975"/>
                </a:lnTo>
                <a:lnTo>
                  <a:pt x="216407" y="246227"/>
                </a:lnTo>
                <a:lnTo>
                  <a:pt x="216407" y="132587"/>
                </a:lnTo>
                <a:lnTo>
                  <a:pt x="294131" y="68579"/>
                </a:lnTo>
                <a:close/>
              </a:path>
              <a:path w="294639" h="264160">
                <a:moveTo>
                  <a:pt x="77723" y="245932"/>
                </a:moveTo>
                <a:lnTo>
                  <a:pt x="77723" y="132587"/>
                </a:lnTo>
                <a:lnTo>
                  <a:pt x="0" y="195071"/>
                </a:lnTo>
                <a:lnTo>
                  <a:pt x="56387" y="263651"/>
                </a:lnTo>
                <a:lnTo>
                  <a:pt x="77723" y="245932"/>
                </a:lnTo>
                <a:close/>
              </a:path>
              <a:path w="294639" h="264160">
                <a:moveTo>
                  <a:pt x="294131" y="195071"/>
                </a:moveTo>
                <a:lnTo>
                  <a:pt x="216407" y="132587"/>
                </a:lnTo>
                <a:lnTo>
                  <a:pt x="216407" y="246227"/>
                </a:lnTo>
                <a:lnTo>
                  <a:pt x="237743" y="263651"/>
                </a:lnTo>
                <a:lnTo>
                  <a:pt x="294131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65491" y="2749296"/>
            <a:ext cx="330835" cy="300355"/>
          </a:xfrm>
          <a:custGeom>
            <a:avLst/>
            <a:gdLst/>
            <a:ahLst/>
            <a:cxnLst/>
            <a:rect l="l" t="t" r="r" b="b"/>
            <a:pathLst>
              <a:path w="330835" h="300355">
                <a:moveTo>
                  <a:pt x="165353" y="76834"/>
                </a:moveTo>
                <a:lnTo>
                  <a:pt x="73151" y="0"/>
                </a:lnTo>
                <a:lnTo>
                  <a:pt x="0" y="88391"/>
                </a:lnTo>
                <a:lnTo>
                  <a:pt x="25907" y="109386"/>
                </a:lnTo>
                <a:lnTo>
                  <a:pt x="25907" y="77723"/>
                </a:lnTo>
                <a:lnTo>
                  <a:pt x="35878" y="85835"/>
                </a:lnTo>
                <a:lnTo>
                  <a:pt x="67055" y="46862"/>
                </a:lnTo>
                <a:lnTo>
                  <a:pt x="67055" y="28955"/>
                </a:lnTo>
                <a:lnTo>
                  <a:pt x="83819" y="25907"/>
                </a:lnTo>
                <a:lnTo>
                  <a:pt x="83819" y="42838"/>
                </a:lnTo>
                <a:lnTo>
                  <a:pt x="156971" y="103417"/>
                </a:lnTo>
                <a:lnTo>
                  <a:pt x="156971" y="83819"/>
                </a:lnTo>
                <a:lnTo>
                  <a:pt x="165353" y="76834"/>
                </a:lnTo>
                <a:close/>
              </a:path>
              <a:path w="330835" h="300355">
                <a:moveTo>
                  <a:pt x="88391" y="173193"/>
                </a:moveTo>
                <a:lnTo>
                  <a:pt x="88391" y="160019"/>
                </a:lnTo>
                <a:lnTo>
                  <a:pt x="76167" y="150113"/>
                </a:lnTo>
                <a:lnTo>
                  <a:pt x="0" y="211835"/>
                </a:lnTo>
                <a:lnTo>
                  <a:pt x="25907" y="243141"/>
                </a:lnTo>
                <a:lnTo>
                  <a:pt x="25907" y="224027"/>
                </a:lnTo>
                <a:lnTo>
                  <a:pt x="28955" y="205739"/>
                </a:lnTo>
                <a:lnTo>
                  <a:pt x="36616" y="215315"/>
                </a:lnTo>
                <a:lnTo>
                  <a:pt x="88391" y="173193"/>
                </a:lnTo>
                <a:close/>
              </a:path>
              <a:path w="330835" h="300355">
                <a:moveTo>
                  <a:pt x="35878" y="85835"/>
                </a:moveTo>
                <a:lnTo>
                  <a:pt x="25907" y="77723"/>
                </a:lnTo>
                <a:lnTo>
                  <a:pt x="28955" y="94487"/>
                </a:lnTo>
                <a:lnTo>
                  <a:pt x="35878" y="85835"/>
                </a:lnTo>
                <a:close/>
              </a:path>
              <a:path w="330835" h="300355">
                <a:moveTo>
                  <a:pt x="115823" y="150875"/>
                </a:moveTo>
                <a:lnTo>
                  <a:pt x="35878" y="85835"/>
                </a:lnTo>
                <a:lnTo>
                  <a:pt x="28955" y="94487"/>
                </a:lnTo>
                <a:lnTo>
                  <a:pt x="25907" y="77723"/>
                </a:lnTo>
                <a:lnTo>
                  <a:pt x="25907" y="109386"/>
                </a:lnTo>
                <a:lnTo>
                  <a:pt x="76167" y="150113"/>
                </a:lnTo>
                <a:lnTo>
                  <a:pt x="88391" y="140207"/>
                </a:lnTo>
                <a:lnTo>
                  <a:pt x="88391" y="173193"/>
                </a:lnTo>
                <a:lnTo>
                  <a:pt x="115823" y="150875"/>
                </a:lnTo>
                <a:close/>
              </a:path>
              <a:path w="330835" h="300355">
                <a:moveTo>
                  <a:pt x="36616" y="215315"/>
                </a:moveTo>
                <a:lnTo>
                  <a:pt x="28955" y="205739"/>
                </a:lnTo>
                <a:lnTo>
                  <a:pt x="25907" y="224027"/>
                </a:lnTo>
                <a:lnTo>
                  <a:pt x="36616" y="215315"/>
                </a:lnTo>
                <a:close/>
              </a:path>
              <a:path w="330835" h="300355">
                <a:moveTo>
                  <a:pt x="75672" y="264136"/>
                </a:moveTo>
                <a:lnTo>
                  <a:pt x="36616" y="215315"/>
                </a:lnTo>
                <a:lnTo>
                  <a:pt x="25907" y="224027"/>
                </a:lnTo>
                <a:lnTo>
                  <a:pt x="25907" y="243141"/>
                </a:lnTo>
                <a:lnTo>
                  <a:pt x="67055" y="292861"/>
                </a:lnTo>
                <a:lnTo>
                  <a:pt x="67055" y="271271"/>
                </a:lnTo>
                <a:lnTo>
                  <a:pt x="75672" y="264136"/>
                </a:lnTo>
                <a:close/>
              </a:path>
              <a:path w="330835" h="300355">
                <a:moveTo>
                  <a:pt x="83819" y="25907"/>
                </a:moveTo>
                <a:lnTo>
                  <a:pt x="67055" y="28955"/>
                </a:lnTo>
                <a:lnTo>
                  <a:pt x="75672" y="36091"/>
                </a:lnTo>
                <a:lnTo>
                  <a:pt x="83819" y="25907"/>
                </a:lnTo>
                <a:close/>
              </a:path>
              <a:path w="330835" h="300355">
                <a:moveTo>
                  <a:pt x="75672" y="36091"/>
                </a:moveTo>
                <a:lnTo>
                  <a:pt x="67055" y="28955"/>
                </a:lnTo>
                <a:lnTo>
                  <a:pt x="67055" y="46862"/>
                </a:lnTo>
                <a:lnTo>
                  <a:pt x="75672" y="36091"/>
                </a:lnTo>
                <a:close/>
              </a:path>
              <a:path w="330835" h="300355">
                <a:moveTo>
                  <a:pt x="83819" y="274319"/>
                </a:moveTo>
                <a:lnTo>
                  <a:pt x="75672" y="264136"/>
                </a:lnTo>
                <a:lnTo>
                  <a:pt x="67055" y="271271"/>
                </a:lnTo>
                <a:lnTo>
                  <a:pt x="83819" y="274319"/>
                </a:lnTo>
                <a:close/>
              </a:path>
              <a:path w="330835" h="300355">
                <a:moveTo>
                  <a:pt x="83819" y="291337"/>
                </a:moveTo>
                <a:lnTo>
                  <a:pt x="83819" y="274319"/>
                </a:lnTo>
                <a:lnTo>
                  <a:pt x="67055" y="271271"/>
                </a:lnTo>
                <a:lnTo>
                  <a:pt x="67055" y="292861"/>
                </a:lnTo>
                <a:lnTo>
                  <a:pt x="73151" y="300227"/>
                </a:lnTo>
                <a:lnTo>
                  <a:pt x="83819" y="291337"/>
                </a:lnTo>
                <a:close/>
              </a:path>
              <a:path w="330835" h="300355">
                <a:moveTo>
                  <a:pt x="83819" y="42838"/>
                </a:moveTo>
                <a:lnTo>
                  <a:pt x="83819" y="25907"/>
                </a:lnTo>
                <a:lnTo>
                  <a:pt x="75672" y="36091"/>
                </a:lnTo>
                <a:lnTo>
                  <a:pt x="83819" y="42838"/>
                </a:lnTo>
                <a:close/>
              </a:path>
              <a:path w="330835" h="300355">
                <a:moveTo>
                  <a:pt x="254981" y="264202"/>
                </a:moveTo>
                <a:lnTo>
                  <a:pt x="164591" y="190499"/>
                </a:lnTo>
                <a:lnTo>
                  <a:pt x="75672" y="264136"/>
                </a:lnTo>
                <a:lnTo>
                  <a:pt x="83819" y="274319"/>
                </a:lnTo>
                <a:lnTo>
                  <a:pt x="83819" y="291337"/>
                </a:lnTo>
                <a:lnTo>
                  <a:pt x="156971" y="230377"/>
                </a:lnTo>
                <a:lnTo>
                  <a:pt x="156971" y="216407"/>
                </a:lnTo>
                <a:lnTo>
                  <a:pt x="173735" y="216407"/>
                </a:lnTo>
                <a:lnTo>
                  <a:pt x="173735" y="230377"/>
                </a:lnTo>
                <a:lnTo>
                  <a:pt x="246887" y="291337"/>
                </a:lnTo>
                <a:lnTo>
                  <a:pt x="246887" y="274319"/>
                </a:lnTo>
                <a:lnTo>
                  <a:pt x="254981" y="264202"/>
                </a:lnTo>
                <a:close/>
              </a:path>
              <a:path w="330835" h="300355">
                <a:moveTo>
                  <a:pt x="88391" y="160019"/>
                </a:moveTo>
                <a:lnTo>
                  <a:pt x="88391" y="140207"/>
                </a:lnTo>
                <a:lnTo>
                  <a:pt x="76167" y="150113"/>
                </a:lnTo>
                <a:lnTo>
                  <a:pt x="88391" y="160019"/>
                </a:lnTo>
                <a:close/>
              </a:path>
              <a:path w="330835" h="300355">
                <a:moveTo>
                  <a:pt x="173735" y="83819"/>
                </a:moveTo>
                <a:lnTo>
                  <a:pt x="165353" y="76834"/>
                </a:lnTo>
                <a:lnTo>
                  <a:pt x="156971" y="83819"/>
                </a:lnTo>
                <a:lnTo>
                  <a:pt x="173735" y="83819"/>
                </a:lnTo>
                <a:close/>
              </a:path>
              <a:path w="330835" h="300355">
                <a:moveTo>
                  <a:pt x="173735" y="102272"/>
                </a:moveTo>
                <a:lnTo>
                  <a:pt x="173735" y="83819"/>
                </a:lnTo>
                <a:lnTo>
                  <a:pt x="156971" y="83819"/>
                </a:lnTo>
                <a:lnTo>
                  <a:pt x="156971" y="103417"/>
                </a:lnTo>
                <a:lnTo>
                  <a:pt x="164591" y="109727"/>
                </a:lnTo>
                <a:lnTo>
                  <a:pt x="173735" y="102272"/>
                </a:lnTo>
                <a:close/>
              </a:path>
              <a:path w="330835" h="300355">
                <a:moveTo>
                  <a:pt x="173735" y="216407"/>
                </a:moveTo>
                <a:lnTo>
                  <a:pt x="156971" y="216407"/>
                </a:lnTo>
                <a:lnTo>
                  <a:pt x="165353" y="223392"/>
                </a:lnTo>
                <a:lnTo>
                  <a:pt x="173735" y="216407"/>
                </a:lnTo>
                <a:close/>
              </a:path>
              <a:path w="330835" h="300355">
                <a:moveTo>
                  <a:pt x="165353" y="223392"/>
                </a:moveTo>
                <a:lnTo>
                  <a:pt x="156971" y="216407"/>
                </a:lnTo>
                <a:lnTo>
                  <a:pt x="156971" y="230377"/>
                </a:lnTo>
                <a:lnTo>
                  <a:pt x="165353" y="223392"/>
                </a:lnTo>
                <a:close/>
              </a:path>
              <a:path w="330835" h="300355">
                <a:moveTo>
                  <a:pt x="330707" y="88391"/>
                </a:moveTo>
                <a:lnTo>
                  <a:pt x="257555" y="0"/>
                </a:lnTo>
                <a:lnTo>
                  <a:pt x="165353" y="76834"/>
                </a:lnTo>
                <a:lnTo>
                  <a:pt x="173735" y="83819"/>
                </a:lnTo>
                <a:lnTo>
                  <a:pt x="173735" y="102272"/>
                </a:lnTo>
                <a:lnTo>
                  <a:pt x="246887" y="42625"/>
                </a:lnTo>
                <a:lnTo>
                  <a:pt x="246887" y="25907"/>
                </a:lnTo>
                <a:lnTo>
                  <a:pt x="263651" y="28955"/>
                </a:lnTo>
                <a:lnTo>
                  <a:pt x="263651" y="46862"/>
                </a:lnTo>
                <a:lnTo>
                  <a:pt x="294290" y="85160"/>
                </a:lnTo>
                <a:lnTo>
                  <a:pt x="303275" y="77723"/>
                </a:lnTo>
                <a:lnTo>
                  <a:pt x="303275" y="110621"/>
                </a:lnTo>
                <a:lnTo>
                  <a:pt x="330707" y="88391"/>
                </a:lnTo>
                <a:close/>
              </a:path>
              <a:path w="330835" h="300355">
                <a:moveTo>
                  <a:pt x="173735" y="230377"/>
                </a:moveTo>
                <a:lnTo>
                  <a:pt x="173735" y="216407"/>
                </a:lnTo>
                <a:lnTo>
                  <a:pt x="165353" y="223392"/>
                </a:lnTo>
                <a:lnTo>
                  <a:pt x="173735" y="230377"/>
                </a:lnTo>
                <a:close/>
              </a:path>
              <a:path w="330835" h="300355">
                <a:moveTo>
                  <a:pt x="303275" y="110621"/>
                </a:moveTo>
                <a:lnTo>
                  <a:pt x="303275" y="77723"/>
                </a:lnTo>
                <a:lnTo>
                  <a:pt x="301751" y="94487"/>
                </a:lnTo>
                <a:lnTo>
                  <a:pt x="294290" y="85160"/>
                </a:lnTo>
                <a:lnTo>
                  <a:pt x="214883" y="150875"/>
                </a:lnTo>
                <a:lnTo>
                  <a:pt x="242315" y="173578"/>
                </a:lnTo>
                <a:lnTo>
                  <a:pt x="242315" y="140207"/>
                </a:lnTo>
                <a:lnTo>
                  <a:pt x="254540" y="150113"/>
                </a:lnTo>
                <a:lnTo>
                  <a:pt x="303275" y="110621"/>
                </a:lnTo>
                <a:close/>
              </a:path>
              <a:path w="330835" h="300355">
                <a:moveTo>
                  <a:pt x="254540" y="150113"/>
                </a:moveTo>
                <a:lnTo>
                  <a:pt x="242315" y="140207"/>
                </a:lnTo>
                <a:lnTo>
                  <a:pt x="242315" y="160019"/>
                </a:lnTo>
                <a:lnTo>
                  <a:pt x="254540" y="150113"/>
                </a:lnTo>
                <a:close/>
              </a:path>
              <a:path w="330835" h="300355">
                <a:moveTo>
                  <a:pt x="330707" y="211835"/>
                </a:moveTo>
                <a:lnTo>
                  <a:pt x="254540" y="150113"/>
                </a:lnTo>
                <a:lnTo>
                  <a:pt x="242315" y="160019"/>
                </a:lnTo>
                <a:lnTo>
                  <a:pt x="242315" y="173578"/>
                </a:lnTo>
                <a:lnTo>
                  <a:pt x="293556" y="215984"/>
                </a:lnTo>
                <a:lnTo>
                  <a:pt x="301751" y="205739"/>
                </a:lnTo>
                <a:lnTo>
                  <a:pt x="303275" y="224027"/>
                </a:lnTo>
                <a:lnTo>
                  <a:pt x="303275" y="244982"/>
                </a:lnTo>
                <a:lnTo>
                  <a:pt x="330707" y="211835"/>
                </a:lnTo>
                <a:close/>
              </a:path>
              <a:path w="330835" h="300355">
                <a:moveTo>
                  <a:pt x="263651" y="28955"/>
                </a:moveTo>
                <a:lnTo>
                  <a:pt x="246887" y="25907"/>
                </a:lnTo>
                <a:lnTo>
                  <a:pt x="254981" y="36025"/>
                </a:lnTo>
                <a:lnTo>
                  <a:pt x="263651" y="28955"/>
                </a:lnTo>
                <a:close/>
              </a:path>
              <a:path w="330835" h="300355">
                <a:moveTo>
                  <a:pt x="254981" y="36025"/>
                </a:moveTo>
                <a:lnTo>
                  <a:pt x="246887" y="25907"/>
                </a:lnTo>
                <a:lnTo>
                  <a:pt x="246887" y="42625"/>
                </a:lnTo>
                <a:lnTo>
                  <a:pt x="254981" y="36025"/>
                </a:lnTo>
                <a:close/>
              </a:path>
              <a:path w="330835" h="300355">
                <a:moveTo>
                  <a:pt x="263651" y="271271"/>
                </a:moveTo>
                <a:lnTo>
                  <a:pt x="254981" y="264202"/>
                </a:lnTo>
                <a:lnTo>
                  <a:pt x="246887" y="274319"/>
                </a:lnTo>
                <a:lnTo>
                  <a:pt x="263651" y="271271"/>
                </a:lnTo>
                <a:close/>
              </a:path>
              <a:path w="330835" h="300355">
                <a:moveTo>
                  <a:pt x="263651" y="292861"/>
                </a:moveTo>
                <a:lnTo>
                  <a:pt x="263651" y="271271"/>
                </a:lnTo>
                <a:lnTo>
                  <a:pt x="246887" y="274319"/>
                </a:lnTo>
                <a:lnTo>
                  <a:pt x="246887" y="291337"/>
                </a:lnTo>
                <a:lnTo>
                  <a:pt x="257555" y="300227"/>
                </a:lnTo>
                <a:lnTo>
                  <a:pt x="263651" y="292861"/>
                </a:lnTo>
                <a:close/>
              </a:path>
              <a:path w="330835" h="300355">
                <a:moveTo>
                  <a:pt x="263651" y="46862"/>
                </a:moveTo>
                <a:lnTo>
                  <a:pt x="263651" y="28955"/>
                </a:lnTo>
                <a:lnTo>
                  <a:pt x="254981" y="36025"/>
                </a:lnTo>
                <a:lnTo>
                  <a:pt x="263651" y="46862"/>
                </a:lnTo>
                <a:close/>
              </a:path>
              <a:path w="330835" h="300355">
                <a:moveTo>
                  <a:pt x="303275" y="244982"/>
                </a:moveTo>
                <a:lnTo>
                  <a:pt x="303275" y="224027"/>
                </a:lnTo>
                <a:lnTo>
                  <a:pt x="293556" y="215984"/>
                </a:lnTo>
                <a:lnTo>
                  <a:pt x="254981" y="264202"/>
                </a:lnTo>
                <a:lnTo>
                  <a:pt x="263651" y="271271"/>
                </a:lnTo>
                <a:lnTo>
                  <a:pt x="263651" y="292861"/>
                </a:lnTo>
                <a:lnTo>
                  <a:pt x="303275" y="244982"/>
                </a:lnTo>
                <a:close/>
              </a:path>
              <a:path w="330835" h="300355">
                <a:moveTo>
                  <a:pt x="303275" y="224027"/>
                </a:moveTo>
                <a:lnTo>
                  <a:pt x="301751" y="205739"/>
                </a:lnTo>
                <a:lnTo>
                  <a:pt x="293556" y="215984"/>
                </a:lnTo>
                <a:lnTo>
                  <a:pt x="303275" y="224027"/>
                </a:lnTo>
                <a:close/>
              </a:path>
              <a:path w="330835" h="300355">
                <a:moveTo>
                  <a:pt x="303275" y="77723"/>
                </a:moveTo>
                <a:lnTo>
                  <a:pt x="294290" y="85160"/>
                </a:lnTo>
                <a:lnTo>
                  <a:pt x="301751" y="94487"/>
                </a:lnTo>
                <a:lnTo>
                  <a:pt x="303275" y="7772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580190" y="3224783"/>
            <a:ext cx="292735" cy="264160"/>
          </a:xfrm>
          <a:custGeom>
            <a:avLst/>
            <a:gdLst/>
            <a:ahLst/>
            <a:cxnLst/>
            <a:rect l="l" t="t" r="r" b="b"/>
            <a:pathLst>
              <a:path w="292734" h="264160">
                <a:moveTo>
                  <a:pt x="292607" y="68579"/>
                </a:moveTo>
                <a:lnTo>
                  <a:pt x="237743" y="0"/>
                </a:lnTo>
                <a:lnTo>
                  <a:pt x="146303" y="74675"/>
                </a:lnTo>
                <a:lnTo>
                  <a:pt x="54863" y="0"/>
                </a:lnTo>
                <a:lnTo>
                  <a:pt x="0" y="68579"/>
                </a:lnTo>
                <a:lnTo>
                  <a:pt x="76199" y="132587"/>
                </a:lnTo>
                <a:lnTo>
                  <a:pt x="76199" y="246227"/>
                </a:lnTo>
                <a:lnTo>
                  <a:pt x="146303" y="188975"/>
                </a:lnTo>
                <a:lnTo>
                  <a:pt x="216407" y="246227"/>
                </a:lnTo>
                <a:lnTo>
                  <a:pt x="216407" y="132587"/>
                </a:lnTo>
                <a:lnTo>
                  <a:pt x="292607" y="68579"/>
                </a:lnTo>
                <a:close/>
              </a:path>
              <a:path w="292734" h="264160">
                <a:moveTo>
                  <a:pt x="76199" y="246227"/>
                </a:moveTo>
                <a:lnTo>
                  <a:pt x="76199" y="132587"/>
                </a:lnTo>
                <a:lnTo>
                  <a:pt x="0" y="195071"/>
                </a:lnTo>
                <a:lnTo>
                  <a:pt x="54863" y="263651"/>
                </a:lnTo>
                <a:lnTo>
                  <a:pt x="76199" y="246227"/>
                </a:lnTo>
                <a:close/>
              </a:path>
              <a:path w="292734" h="264160">
                <a:moveTo>
                  <a:pt x="292607" y="195071"/>
                </a:moveTo>
                <a:lnTo>
                  <a:pt x="216407" y="132587"/>
                </a:lnTo>
                <a:lnTo>
                  <a:pt x="216407" y="246227"/>
                </a:lnTo>
                <a:lnTo>
                  <a:pt x="237743" y="263651"/>
                </a:lnTo>
                <a:lnTo>
                  <a:pt x="292607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561902" y="3206496"/>
            <a:ext cx="329565" cy="300355"/>
          </a:xfrm>
          <a:custGeom>
            <a:avLst/>
            <a:gdLst/>
            <a:ahLst/>
            <a:cxnLst/>
            <a:rect l="l" t="t" r="r" b="b"/>
            <a:pathLst>
              <a:path w="329565" h="300354">
                <a:moveTo>
                  <a:pt x="164591" y="77469"/>
                </a:moveTo>
                <a:lnTo>
                  <a:pt x="71627" y="0"/>
                </a:lnTo>
                <a:lnTo>
                  <a:pt x="0" y="88391"/>
                </a:lnTo>
                <a:lnTo>
                  <a:pt x="25907" y="109754"/>
                </a:lnTo>
                <a:lnTo>
                  <a:pt x="25907" y="77723"/>
                </a:lnTo>
                <a:lnTo>
                  <a:pt x="35017" y="85262"/>
                </a:lnTo>
                <a:lnTo>
                  <a:pt x="65531" y="48150"/>
                </a:lnTo>
                <a:lnTo>
                  <a:pt x="65531" y="28955"/>
                </a:lnTo>
                <a:lnTo>
                  <a:pt x="83819" y="25907"/>
                </a:lnTo>
                <a:lnTo>
                  <a:pt x="83819" y="43867"/>
                </a:lnTo>
                <a:lnTo>
                  <a:pt x="156971" y="103514"/>
                </a:lnTo>
                <a:lnTo>
                  <a:pt x="156971" y="83819"/>
                </a:lnTo>
                <a:lnTo>
                  <a:pt x="164591" y="77469"/>
                </a:lnTo>
                <a:close/>
              </a:path>
              <a:path w="329565" h="300354">
                <a:moveTo>
                  <a:pt x="86867" y="173578"/>
                </a:moveTo>
                <a:lnTo>
                  <a:pt x="86867" y="160019"/>
                </a:lnTo>
                <a:lnTo>
                  <a:pt x="74854" y="150113"/>
                </a:lnTo>
                <a:lnTo>
                  <a:pt x="0" y="211835"/>
                </a:lnTo>
                <a:lnTo>
                  <a:pt x="25907" y="243807"/>
                </a:lnTo>
                <a:lnTo>
                  <a:pt x="25907" y="224027"/>
                </a:lnTo>
                <a:lnTo>
                  <a:pt x="27431" y="205739"/>
                </a:lnTo>
                <a:lnTo>
                  <a:pt x="35762" y="215872"/>
                </a:lnTo>
                <a:lnTo>
                  <a:pt x="86867" y="173578"/>
                </a:lnTo>
                <a:close/>
              </a:path>
              <a:path w="329565" h="300354">
                <a:moveTo>
                  <a:pt x="35017" y="85262"/>
                </a:moveTo>
                <a:lnTo>
                  <a:pt x="25907" y="77723"/>
                </a:lnTo>
                <a:lnTo>
                  <a:pt x="27431" y="94487"/>
                </a:lnTo>
                <a:lnTo>
                  <a:pt x="35017" y="85262"/>
                </a:lnTo>
                <a:close/>
              </a:path>
              <a:path w="329565" h="300354">
                <a:moveTo>
                  <a:pt x="114299" y="150875"/>
                </a:moveTo>
                <a:lnTo>
                  <a:pt x="35017" y="85262"/>
                </a:lnTo>
                <a:lnTo>
                  <a:pt x="27431" y="94487"/>
                </a:lnTo>
                <a:lnTo>
                  <a:pt x="25907" y="77723"/>
                </a:lnTo>
                <a:lnTo>
                  <a:pt x="25907" y="109754"/>
                </a:lnTo>
                <a:lnTo>
                  <a:pt x="74854" y="150113"/>
                </a:lnTo>
                <a:lnTo>
                  <a:pt x="86867" y="140207"/>
                </a:lnTo>
                <a:lnTo>
                  <a:pt x="86867" y="173578"/>
                </a:lnTo>
                <a:lnTo>
                  <a:pt x="114299" y="150875"/>
                </a:lnTo>
                <a:close/>
              </a:path>
              <a:path w="329565" h="300354">
                <a:moveTo>
                  <a:pt x="35762" y="215872"/>
                </a:moveTo>
                <a:lnTo>
                  <a:pt x="27431" y="205739"/>
                </a:lnTo>
                <a:lnTo>
                  <a:pt x="25907" y="224027"/>
                </a:lnTo>
                <a:lnTo>
                  <a:pt x="35762" y="215872"/>
                </a:lnTo>
                <a:close/>
              </a:path>
              <a:path w="329565" h="300354">
                <a:moveTo>
                  <a:pt x="74979" y="263568"/>
                </a:moveTo>
                <a:lnTo>
                  <a:pt x="35762" y="215872"/>
                </a:lnTo>
                <a:lnTo>
                  <a:pt x="25907" y="224027"/>
                </a:lnTo>
                <a:lnTo>
                  <a:pt x="25907" y="243807"/>
                </a:lnTo>
                <a:lnTo>
                  <a:pt x="65531" y="292705"/>
                </a:lnTo>
                <a:lnTo>
                  <a:pt x="65531" y="271271"/>
                </a:lnTo>
                <a:lnTo>
                  <a:pt x="74979" y="263568"/>
                </a:lnTo>
                <a:close/>
              </a:path>
              <a:path w="329565" h="300354">
                <a:moveTo>
                  <a:pt x="83819" y="25907"/>
                </a:moveTo>
                <a:lnTo>
                  <a:pt x="65531" y="28955"/>
                </a:lnTo>
                <a:lnTo>
                  <a:pt x="74979" y="36659"/>
                </a:lnTo>
                <a:lnTo>
                  <a:pt x="83819" y="25907"/>
                </a:lnTo>
                <a:close/>
              </a:path>
              <a:path w="329565" h="300354">
                <a:moveTo>
                  <a:pt x="74979" y="36659"/>
                </a:moveTo>
                <a:lnTo>
                  <a:pt x="65531" y="28955"/>
                </a:lnTo>
                <a:lnTo>
                  <a:pt x="65531" y="48150"/>
                </a:lnTo>
                <a:lnTo>
                  <a:pt x="74979" y="36659"/>
                </a:lnTo>
                <a:close/>
              </a:path>
              <a:path w="329565" h="300354">
                <a:moveTo>
                  <a:pt x="83819" y="274319"/>
                </a:moveTo>
                <a:lnTo>
                  <a:pt x="74979" y="263568"/>
                </a:lnTo>
                <a:lnTo>
                  <a:pt x="65531" y="271271"/>
                </a:lnTo>
                <a:lnTo>
                  <a:pt x="83819" y="274319"/>
                </a:lnTo>
                <a:close/>
              </a:path>
              <a:path w="329565" h="300354">
                <a:moveTo>
                  <a:pt x="83819" y="290067"/>
                </a:moveTo>
                <a:lnTo>
                  <a:pt x="83819" y="274319"/>
                </a:lnTo>
                <a:lnTo>
                  <a:pt x="65531" y="271271"/>
                </a:lnTo>
                <a:lnTo>
                  <a:pt x="65531" y="292705"/>
                </a:lnTo>
                <a:lnTo>
                  <a:pt x="71627" y="300227"/>
                </a:lnTo>
                <a:lnTo>
                  <a:pt x="83819" y="290067"/>
                </a:lnTo>
                <a:close/>
              </a:path>
              <a:path w="329565" h="300354">
                <a:moveTo>
                  <a:pt x="86867" y="160019"/>
                </a:moveTo>
                <a:lnTo>
                  <a:pt x="86867" y="140207"/>
                </a:lnTo>
                <a:lnTo>
                  <a:pt x="74854" y="150113"/>
                </a:lnTo>
                <a:lnTo>
                  <a:pt x="86867" y="160019"/>
                </a:lnTo>
                <a:close/>
              </a:path>
              <a:path w="329565" h="300354">
                <a:moveTo>
                  <a:pt x="83819" y="43867"/>
                </a:moveTo>
                <a:lnTo>
                  <a:pt x="83819" y="25907"/>
                </a:lnTo>
                <a:lnTo>
                  <a:pt x="74979" y="36659"/>
                </a:lnTo>
                <a:lnTo>
                  <a:pt x="83819" y="43867"/>
                </a:lnTo>
                <a:close/>
              </a:path>
              <a:path w="329565" h="300354">
                <a:moveTo>
                  <a:pt x="254204" y="263568"/>
                </a:moveTo>
                <a:lnTo>
                  <a:pt x="164591" y="190499"/>
                </a:lnTo>
                <a:lnTo>
                  <a:pt x="74979" y="263568"/>
                </a:lnTo>
                <a:lnTo>
                  <a:pt x="83819" y="274319"/>
                </a:lnTo>
                <a:lnTo>
                  <a:pt x="83819" y="290067"/>
                </a:lnTo>
                <a:lnTo>
                  <a:pt x="156971" y="229107"/>
                </a:lnTo>
                <a:lnTo>
                  <a:pt x="156971" y="216407"/>
                </a:lnTo>
                <a:lnTo>
                  <a:pt x="172211" y="216407"/>
                </a:lnTo>
                <a:lnTo>
                  <a:pt x="172211" y="229107"/>
                </a:lnTo>
                <a:lnTo>
                  <a:pt x="245363" y="290067"/>
                </a:lnTo>
                <a:lnTo>
                  <a:pt x="245363" y="274319"/>
                </a:lnTo>
                <a:lnTo>
                  <a:pt x="254204" y="263568"/>
                </a:lnTo>
                <a:close/>
              </a:path>
              <a:path w="329565" h="300354">
                <a:moveTo>
                  <a:pt x="172211" y="83819"/>
                </a:moveTo>
                <a:lnTo>
                  <a:pt x="164591" y="77469"/>
                </a:lnTo>
                <a:lnTo>
                  <a:pt x="156971" y="83819"/>
                </a:lnTo>
                <a:lnTo>
                  <a:pt x="172211" y="83819"/>
                </a:lnTo>
                <a:close/>
              </a:path>
              <a:path w="329565" h="300354">
                <a:moveTo>
                  <a:pt x="172211" y="103514"/>
                </a:moveTo>
                <a:lnTo>
                  <a:pt x="172211" y="83819"/>
                </a:lnTo>
                <a:lnTo>
                  <a:pt x="156971" y="83819"/>
                </a:lnTo>
                <a:lnTo>
                  <a:pt x="156971" y="103514"/>
                </a:lnTo>
                <a:lnTo>
                  <a:pt x="164591" y="109727"/>
                </a:lnTo>
                <a:lnTo>
                  <a:pt x="172211" y="103514"/>
                </a:lnTo>
                <a:close/>
              </a:path>
              <a:path w="329565" h="300354">
                <a:moveTo>
                  <a:pt x="172211" y="216407"/>
                </a:moveTo>
                <a:lnTo>
                  <a:pt x="156971" y="216407"/>
                </a:lnTo>
                <a:lnTo>
                  <a:pt x="164591" y="222757"/>
                </a:lnTo>
                <a:lnTo>
                  <a:pt x="172211" y="216407"/>
                </a:lnTo>
                <a:close/>
              </a:path>
              <a:path w="329565" h="300354">
                <a:moveTo>
                  <a:pt x="164591" y="222757"/>
                </a:moveTo>
                <a:lnTo>
                  <a:pt x="156971" y="216407"/>
                </a:lnTo>
                <a:lnTo>
                  <a:pt x="156971" y="229107"/>
                </a:lnTo>
                <a:lnTo>
                  <a:pt x="164591" y="222757"/>
                </a:lnTo>
                <a:close/>
              </a:path>
              <a:path w="329565" h="300354">
                <a:moveTo>
                  <a:pt x="329183" y="88391"/>
                </a:moveTo>
                <a:lnTo>
                  <a:pt x="257555" y="0"/>
                </a:lnTo>
                <a:lnTo>
                  <a:pt x="164591" y="77469"/>
                </a:lnTo>
                <a:lnTo>
                  <a:pt x="172211" y="83819"/>
                </a:lnTo>
                <a:lnTo>
                  <a:pt x="172211" y="103514"/>
                </a:lnTo>
                <a:lnTo>
                  <a:pt x="245363" y="43867"/>
                </a:lnTo>
                <a:lnTo>
                  <a:pt x="245363" y="25907"/>
                </a:lnTo>
                <a:lnTo>
                  <a:pt x="263651" y="28955"/>
                </a:lnTo>
                <a:lnTo>
                  <a:pt x="263651" y="48150"/>
                </a:lnTo>
                <a:lnTo>
                  <a:pt x="294103" y="85186"/>
                </a:lnTo>
                <a:lnTo>
                  <a:pt x="303275" y="77723"/>
                </a:lnTo>
                <a:lnTo>
                  <a:pt x="303275" y="109754"/>
                </a:lnTo>
                <a:lnTo>
                  <a:pt x="329183" y="88391"/>
                </a:lnTo>
                <a:close/>
              </a:path>
              <a:path w="329565" h="300354">
                <a:moveTo>
                  <a:pt x="172211" y="229107"/>
                </a:moveTo>
                <a:lnTo>
                  <a:pt x="172211" y="216407"/>
                </a:lnTo>
                <a:lnTo>
                  <a:pt x="164591" y="222757"/>
                </a:lnTo>
                <a:lnTo>
                  <a:pt x="172211" y="229107"/>
                </a:lnTo>
                <a:close/>
              </a:path>
              <a:path w="329565" h="300354">
                <a:moveTo>
                  <a:pt x="303275" y="109754"/>
                </a:moveTo>
                <a:lnTo>
                  <a:pt x="303275" y="77723"/>
                </a:lnTo>
                <a:lnTo>
                  <a:pt x="301751" y="94487"/>
                </a:lnTo>
                <a:lnTo>
                  <a:pt x="294103" y="85186"/>
                </a:lnTo>
                <a:lnTo>
                  <a:pt x="213359" y="150875"/>
                </a:lnTo>
                <a:lnTo>
                  <a:pt x="242315" y="174433"/>
                </a:lnTo>
                <a:lnTo>
                  <a:pt x="242315" y="140207"/>
                </a:lnTo>
                <a:lnTo>
                  <a:pt x="254329" y="150113"/>
                </a:lnTo>
                <a:lnTo>
                  <a:pt x="303275" y="109754"/>
                </a:lnTo>
                <a:close/>
              </a:path>
              <a:path w="329565" h="300354">
                <a:moveTo>
                  <a:pt x="254329" y="150113"/>
                </a:moveTo>
                <a:lnTo>
                  <a:pt x="242315" y="140207"/>
                </a:lnTo>
                <a:lnTo>
                  <a:pt x="242315" y="160019"/>
                </a:lnTo>
                <a:lnTo>
                  <a:pt x="254329" y="150113"/>
                </a:lnTo>
                <a:close/>
              </a:path>
              <a:path w="329565" h="300354">
                <a:moveTo>
                  <a:pt x="329183" y="211835"/>
                </a:moveTo>
                <a:lnTo>
                  <a:pt x="254329" y="150113"/>
                </a:lnTo>
                <a:lnTo>
                  <a:pt x="242315" y="160019"/>
                </a:lnTo>
                <a:lnTo>
                  <a:pt x="242315" y="174433"/>
                </a:lnTo>
                <a:lnTo>
                  <a:pt x="293352" y="215955"/>
                </a:lnTo>
                <a:lnTo>
                  <a:pt x="301751" y="205739"/>
                </a:lnTo>
                <a:lnTo>
                  <a:pt x="303275" y="224027"/>
                </a:lnTo>
                <a:lnTo>
                  <a:pt x="303275" y="243807"/>
                </a:lnTo>
                <a:lnTo>
                  <a:pt x="329183" y="211835"/>
                </a:lnTo>
                <a:close/>
              </a:path>
              <a:path w="329565" h="300354">
                <a:moveTo>
                  <a:pt x="263651" y="28955"/>
                </a:moveTo>
                <a:lnTo>
                  <a:pt x="245363" y="25907"/>
                </a:lnTo>
                <a:lnTo>
                  <a:pt x="254204" y="36659"/>
                </a:lnTo>
                <a:lnTo>
                  <a:pt x="263651" y="28955"/>
                </a:lnTo>
                <a:close/>
              </a:path>
              <a:path w="329565" h="300354">
                <a:moveTo>
                  <a:pt x="254204" y="36659"/>
                </a:moveTo>
                <a:lnTo>
                  <a:pt x="245363" y="25907"/>
                </a:lnTo>
                <a:lnTo>
                  <a:pt x="245363" y="43867"/>
                </a:lnTo>
                <a:lnTo>
                  <a:pt x="254204" y="36659"/>
                </a:lnTo>
                <a:close/>
              </a:path>
              <a:path w="329565" h="300354">
                <a:moveTo>
                  <a:pt x="263651" y="271271"/>
                </a:moveTo>
                <a:lnTo>
                  <a:pt x="254204" y="263568"/>
                </a:lnTo>
                <a:lnTo>
                  <a:pt x="245363" y="274319"/>
                </a:lnTo>
                <a:lnTo>
                  <a:pt x="263651" y="271271"/>
                </a:lnTo>
                <a:close/>
              </a:path>
              <a:path w="329565" h="300354">
                <a:moveTo>
                  <a:pt x="263651" y="292705"/>
                </a:moveTo>
                <a:lnTo>
                  <a:pt x="263651" y="271271"/>
                </a:lnTo>
                <a:lnTo>
                  <a:pt x="245363" y="274319"/>
                </a:lnTo>
                <a:lnTo>
                  <a:pt x="245363" y="290067"/>
                </a:lnTo>
                <a:lnTo>
                  <a:pt x="257555" y="300227"/>
                </a:lnTo>
                <a:lnTo>
                  <a:pt x="263651" y="292705"/>
                </a:lnTo>
                <a:close/>
              </a:path>
              <a:path w="329565" h="300354">
                <a:moveTo>
                  <a:pt x="263651" y="48150"/>
                </a:moveTo>
                <a:lnTo>
                  <a:pt x="263651" y="28955"/>
                </a:lnTo>
                <a:lnTo>
                  <a:pt x="254204" y="36659"/>
                </a:lnTo>
                <a:lnTo>
                  <a:pt x="263651" y="48150"/>
                </a:lnTo>
                <a:close/>
              </a:path>
              <a:path w="329565" h="300354">
                <a:moveTo>
                  <a:pt x="303275" y="243807"/>
                </a:moveTo>
                <a:lnTo>
                  <a:pt x="303275" y="224027"/>
                </a:lnTo>
                <a:lnTo>
                  <a:pt x="293352" y="215955"/>
                </a:lnTo>
                <a:lnTo>
                  <a:pt x="254204" y="263568"/>
                </a:lnTo>
                <a:lnTo>
                  <a:pt x="263651" y="271271"/>
                </a:lnTo>
                <a:lnTo>
                  <a:pt x="263651" y="292705"/>
                </a:lnTo>
                <a:lnTo>
                  <a:pt x="303275" y="243807"/>
                </a:lnTo>
                <a:close/>
              </a:path>
              <a:path w="329565" h="300354">
                <a:moveTo>
                  <a:pt x="303275" y="224027"/>
                </a:moveTo>
                <a:lnTo>
                  <a:pt x="301751" y="205739"/>
                </a:lnTo>
                <a:lnTo>
                  <a:pt x="293352" y="215955"/>
                </a:lnTo>
                <a:lnTo>
                  <a:pt x="303275" y="224027"/>
                </a:lnTo>
                <a:close/>
              </a:path>
              <a:path w="329565" h="300354">
                <a:moveTo>
                  <a:pt x="303275" y="77723"/>
                </a:moveTo>
                <a:lnTo>
                  <a:pt x="294103" y="85186"/>
                </a:lnTo>
                <a:lnTo>
                  <a:pt x="301751" y="94487"/>
                </a:lnTo>
                <a:lnTo>
                  <a:pt x="303275" y="7772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664777" y="3218687"/>
            <a:ext cx="294640" cy="264160"/>
          </a:xfrm>
          <a:custGeom>
            <a:avLst/>
            <a:gdLst/>
            <a:ahLst/>
            <a:cxnLst/>
            <a:rect l="l" t="t" r="r" b="b"/>
            <a:pathLst>
              <a:path w="294639" h="264160">
                <a:moveTo>
                  <a:pt x="294131" y="68579"/>
                </a:moveTo>
                <a:lnTo>
                  <a:pt x="237743" y="0"/>
                </a:lnTo>
                <a:lnTo>
                  <a:pt x="146303" y="74675"/>
                </a:lnTo>
                <a:lnTo>
                  <a:pt x="56387" y="0"/>
                </a:lnTo>
                <a:lnTo>
                  <a:pt x="0" y="68579"/>
                </a:lnTo>
                <a:lnTo>
                  <a:pt x="77723" y="131063"/>
                </a:lnTo>
                <a:lnTo>
                  <a:pt x="77723" y="245932"/>
                </a:lnTo>
                <a:lnTo>
                  <a:pt x="146303" y="188975"/>
                </a:lnTo>
                <a:lnTo>
                  <a:pt x="216407" y="246227"/>
                </a:lnTo>
                <a:lnTo>
                  <a:pt x="216407" y="131063"/>
                </a:lnTo>
                <a:lnTo>
                  <a:pt x="294131" y="68579"/>
                </a:lnTo>
                <a:close/>
              </a:path>
              <a:path w="294639" h="264160">
                <a:moveTo>
                  <a:pt x="77723" y="245932"/>
                </a:moveTo>
                <a:lnTo>
                  <a:pt x="77723" y="131063"/>
                </a:lnTo>
                <a:lnTo>
                  <a:pt x="0" y="195071"/>
                </a:lnTo>
                <a:lnTo>
                  <a:pt x="56387" y="263651"/>
                </a:lnTo>
                <a:lnTo>
                  <a:pt x="77723" y="245932"/>
                </a:lnTo>
                <a:close/>
              </a:path>
              <a:path w="294639" h="264160">
                <a:moveTo>
                  <a:pt x="294131" y="195071"/>
                </a:moveTo>
                <a:lnTo>
                  <a:pt x="216407" y="131063"/>
                </a:lnTo>
                <a:lnTo>
                  <a:pt x="216407" y="246227"/>
                </a:lnTo>
                <a:lnTo>
                  <a:pt x="237743" y="263651"/>
                </a:lnTo>
                <a:lnTo>
                  <a:pt x="294131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646490" y="3200401"/>
            <a:ext cx="330835" cy="299085"/>
          </a:xfrm>
          <a:custGeom>
            <a:avLst/>
            <a:gdLst/>
            <a:ahLst/>
            <a:cxnLst/>
            <a:rect l="l" t="t" r="r" b="b"/>
            <a:pathLst>
              <a:path w="330835" h="299085">
                <a:moveTo>
                  <a:pt x="165353" y="75437"/>
                </a:moveTo>
                <a:lnTo>
                  <a:pt x="73151" y="0"/>
                </a:lnTo>
                <a:lnTo>
                  <a:pt x="0" y="88391"/>
                </a:lnTo>
                <a:lnTo>
                  <a:pt x="25907" y="109386"/>
                </a:lnTo>
                <a:lnTo>
                  <a:pt x="25907" y="76199"/>
                </a:lnTo>
                <a:lnTo>
                  <a:pt x="36616" y="84912"/>
                </a:lnTo>
                <a:lnTo>
                  <a:pt x="67055" y="46862"/>
                </a:lnTo>
                <a:lnTo>
                  <a:pt x="67055" y="27431"/>
                </a:lnTo>
                <a:lnTo>
                  <a:pt x="83819" y="25907"/>
                </a:lnTo>
                <a:lnTo>
                  <a:pt x="83819" y="41576"/>
                </a:lnTo>
                <a:lnTo>
                  <a:pt x="156971" y="103298"/>
                </a:lnTo>
                <a:lnTo>
                  <a:pt x="156971" y="82295"/>
                </a:lnTo>
                <a:lnTo>
                  <a:pt x="165353" y="75437"/>
                </a:lnTo>
                <a:close/>
              </a:path>
              <a:path w="330835" h="299085">
                <a:moveTo>
                  <a:pt x="88391" y="171669"/>
                </a:moveTo>
                <a:lnTo>
                  <a:pt x="88391" y="160019"/>
                </a:lnTo>
                <a:lnTo>
                  <a:pt x="76167" y="150113"/>
                </a:lnTo>
                <a:lnTo>
                  <a:pt x="0" y="211835"/>
                </a:lnTo>
                <a:lnTo>
                  <a:pt x="25907" y="242601"/>
                </a:lnTo>
                <a:lnTo>
                  <a:pt x="25907" y="222503"/>
                </a:lnTo>
                <a:lnTo>
                  <a:pt x="28955" y="205739"/>
                </a:lnTo>
                <a:lnTo>
                  <a:pt x="35972" y="214315"/>
                </a:lnTo>
                <a:lnTo>
                  <a:pt x="88391" y="171669"/>
                </a:lnTo>
                <a:close/>
              </a:path>
              <a:path w="330835" h="299085">
                <a:moveTo>
                  <a:pt x="36616" y="84912"/>
                </a:moveTo>
                <a:lnTo>
                  <a:pt x="25907" y="76199"/>
                </a:lnTo>
                <a:lnTo>
                  <a:pt x="28955" y="94487"/>
                </a:lnTo>
                <a:lnTo>
                  <a:pt x="36616" y="84912"/>
                </a:lnTo>
                <a:close/>
              </a:path>
              <a:path w="330835" h="299085">
                <a:moveTo>
                  <a:pt x="115823" y="149351"/>
                </a:moveTo>
                <a:lnTo>
                  <a:pt x="36616" y="84912"/>
                </a:lnTo>
                <a:lnTo>
                  <a:pt x="28955" y="94487"/>
                </a:lnTo>
                <a:lnTo>
                  <a:pt x="25907" y="76199"/>
                </a:lnTo>
                <a:lnTo>
                  <a:pt x="25907" y="109386"/>
                </a:lnTo>
                <a:lnTo>
                  <a:pt x="76167" y="150113"/>
                </a:lnTo>
                <a:lnTo>
                  <a:pt x="88391" y="140207"/>
                </a:lnTo>
                <a:lnTo>
                  <a:pt x="88391" y="171669"/>
                </a:lnTo>
                <a:lnTo>
                  <a:pt x="115823" y="149351"/>
                </a:lnTo>
                <a:close/>
              </a:path>
              <a:path w="330835" h="299085">
                <a:moveTo>
                  <a:pt x="35972" y="214315"/>
                </a:moveTo>
                <a:lnTo>
                  <a:pt x="28955" y="205739"/>
                </a:lnTo>
                <a:lnTo>
                  <a:pt x="25907" y="222503"/>
                </a:lnTo>
                <a:lnTo>
                  <a:pt x="35972" y="214315"/>
                </a:lnTo>
                <a:close/>
              </a:path>
              <a:path w="330835" h="299085">
                <a:moveTo>
                  <a:pt x="76305" y="263611"/>
                </a:moveTo>
                <a:lnTo>
                  <a:pt x="35972" y="214315"/>
                </a:lnTo>
                <a:lnTo>
                  <a:pt x="25907" y="222503"/>
                </a:lnTo>
                <a:lnTo>
                  <a:pt x="25907" y="242601"/>
                </a:lnTo>
                <a:lnTo>
                  <a:pt x="67055" y="291464"/>
                </a:lnTo>
                <a:lnTo>
                  <a:pt x="67055" y="271271"/>
                </a:lnTo>
                <a:lnTo>
                  <a:pt x="76305" y="263611"/>
                </a:lnTo>
                <a:close/>
              </a:path>
              <a:path w="330835" h="299085">
                <a:moveTo>
                  <a:pt x="83819" y="25907"/>
                </a:moveTo>
                <a:lnTo>
                  <a:pt x="67055" y="27431"/>
                </a:lnTo>
                <a:lnTo>
                  <a:pt x="76336" y="35262"/>
                </a:lnTo>
                <a:lnTo>
                  <a:pt x="83819" y="25907"/>
                </a:lnTo>
                <a:close/>
              </a:path>
              <a:path w="330835" h="299085">
                <a:moveTo>
                  <a:pt x="76336" y="35262"/>
                </a:moveTo>
                <a:lnTo>
                  <a:pt x="67055" y="27431"/>
                </a:lnTo>
                <a:lnTo>
                  <a:pt x="67055" y="46862"/>
                </a:lnTo>
                <a:lnTo>
                  <a:pt x="76336" y="35262"/>
                </a:lnTo>
                <a:close/>
              </a:path>
              <a:path w="330835" h="299085">
                <a:moveTo>
                  <a:pt x="83819" y="272795"/>
                </a:moveTo>
                <a:lnTo>
                  <a:pt x="76305" y="263611"/>
                </a:lnTo>
                <a:lnTo>
                  <a:pt x="67055" y="271271"/>
                </a:lnTo>
                <a:lnTo>
                  <a:pt x="83819" y="272795"/>
                </a:lnTo>
                <a:close/>
              </a:path>
              <a:path w="330835" h="299085">
                <a:moveTo>
                  <a:pt x="83819" y="289975"/>
                </a:moveTo>
                <a:lnTo>
                  <a:pt x="83819" y="272795"/>
                </a:lnTo>
                <a:lnTo>
                  <a:pt x="67055" y="271271"/>
                </a:lnTo>
                <a:lnTo>
                  <a:pt x="67055" y="291464"/>
                </a:lnTo>
                <a:lnTo>
                  <a:pt x="73151" y="298703"/>
                </a:lnTo>
                <a:lnTo>
                  <a:pt x="83819" y="289975"/>
                </a:lnTo>
                <a:close/>
              </a:path>
              <a:path w="330835" h="299085">
                <a:moveTo>
                  <a:pt x="88391" y="160019"/>
                </a:moveTo>
                <a:lnTo>
                  <a:pt x="88391" y="140207"/>
                </a:lnTo>
                <a:lnTo>
                  <a:pt x="76167" y="150113"/>
                </a:lnTo>
                <a:lnTo>
                  <a:pt x="88391" y="160019"/>
                </a:lnTo>
                <a:close/>
              </a:path>
              <a:path w="330835" h="299085">
                <a:moveTo>
                  <a:pt x="254344" y="263682"/>
                </a:moveTo>
                <a:lnTo>
                  <a:pt x="164591" y="190499"/>
                </a:lnTo>
                <a:lnTo>
                  <a:pt x="76305" y="263611"/>
                </a:lnTo>
                <a:lnTo>
                  <a:pt x="83819" y="272795"/>
                </a:lnTo>
                <a:lnTo>
                  <a:pt x="83819" y="289975"/>
                </a:lnTo>
                <a:lnTo>
                  <a:pt x="156971" y="230123"/>
                </a:lnTo>
                <a:lnTo>
                  <a:pt x="156971" y="216407"/>
                </a:lnTo>
                <a:lnTo>
                  <a:pt x="173735" y="216407"/>
                </a:lnTo>
                <a:lnTo>
                  <a:pt x="173735" y="230123"/>
                </a:lnTo>
                <a:lnTo>
                  <a:pt x="246887" y="289975"/>
                </a:lnTo>
                <a:lnTo>
                  <a:pt x="246887" y="272795"/>
                </a:lnTo>
                <a:lnTo>
                  <a:pt x="254344" y="263682"/>
                </a:lnTo>
                <a:close/>
              </a:path>
              <a:path w="330835" h="299085">
                <a:moveTo>
                  <a:pt x="83819" y="41576"/>
                </a:moveTo>
                <a:lnTo>
                  <a:pt x="83819" y="25907"/>
                </a:lnTo>
                <a:lnTo>
                  <a:pt x="76336" y="35262"/>
                </a:lnTo>
                <a:lnTo>
                  <a:pt x="83819" y="41576"/>
                </a:lnTo>
                <a:close/>
              </a:path>
              <a:path w="330835" h="299085">
                <a:moveTo>
                  <a:pt x="173735" y="82295"/>
                </a:moveTo>
                <a:lnTo>
                  <a:pt x="165353" y="75437"/>
                </a:lnTo>
                <a:lnTo>
                  <a:pt x="156971" y="82295"/>
                </a:lnTo>
                <a:lnTo>
                  <a:pt x="173735" y="82295"/>
                </a:lnTo>
                <a:close/>
              </a:path>
              <a:path w="330835" h="299085">
                <a:moveTo>
                  <a:pt x="173735" y="102131"/>
                </a:moveTo>
                <a:lnTo>
                  <a:pt x="173735" y="82295"/>
                </a:lnTo>
                <a:lnTo>
                  <a:pt x="156971" y="82295"/>
                </a:lnTo>
                <a:lnTo>
                  <a:pt x="156971" y="103298"/>
                </a:lnTo>
                <a:lnTo>
                  <a:pt x="164591" y="109727"/>
                </a:lnTo>
                <a:lnTo>
                  <a:pt x="173735" y="102131"/>
                </a:lnTo>
                <a:close/>
              </a:path>
              <a:path w="330835" h="299085">
                <a:moveTo>
                  <a:pt x="173735" y="216407"/>
                </a:moveTo>
                <a:lnTo>
                  <a:pt x="156971" y="216407"/>
                </a:lnTo>
                <a:lnTo>
                  <a:pt x="165353" y="223265"/>
                </a:lnTo>
                <a:lnTo>
                  <a:pt x="173735" y="216407"/>
                </a:lnTo>
                <a:close/>
              </a:path>
              <a:path w="330835" h="299085">
                <a:moveTo>
                  <a:pt x="165353" y="223265"/>
                </a:moveTo>
                <a:lnTo>
                  <a:pt x="156971" y="216407"/>
                </a:lnTo>
                <a:lnTo>
                  <a:pt x="156971" y="230123"/>
                </a:lnTo>
                <a:lnTo>
                  <a:pt x="165353" y="223265"/>
                </a:lnTo>
                <a:close/>
              </a:path>
              <a:path w="330835" h="299085">
                <a:moveTo>
                  <a:pt x="330707" y="88391"/>
                </a:moveTo>
                <a:lnTo>
                  <a:pt x="257555" y="0"/>
                </a:lnTo>
                <a:lnTo>
                  <a:pt x="165353" y="75437"/>
                </a:lnTo>
                <a:lnTo>
                  <a:pt x="173735" y="82295"/>
                </a:lnTo>
                <a:lnTo>
                  <a:pt x="173735" y="102131"/>
                </a:lnTo>
                <a:lnTo>
                  <a:pt x="246887" y="41359"/>
                </a:lnTo>
                <a:lnTo>
                  <a:pt x="246887" y="25907"/>
                </a:lnTo>
                <a:lnTo>
                  <a:pt x="263651" y="27431"/>
                </a:lnTo>
                <a:lnTo>
                  <a:pt x="263651" y="46862"/>
                </a:lnTo>
                <a:lnTo>
                  <a:pt x="293556" y="84243"/>
                </a:lnTo>
                <a:lnTo>
                  <a:pt x="303275" y="76199"/>
                </a:lnTo>
                <a:lnTo>
                  <a:pt x="303275" y="110621"/>
                </a:lnTo>
                <a:lnTo>
                  <a:pt x="330707" y="88391"/>
                </a:lnTo>
                <a:close/>
              </a:path>
              <a:path w="330835" h="299085">
                <a:moveTo>
                  <a:pt x="173735" y="230123"/>
                </a:moveTo>
                <a:lnTo>
                  <a:pt x="173735" y="216407"/>
                </a:lnTo>
                <a:lnTo>
                  <a:pt x="165353" y="223265"/>
                </a:lnTo>
                <a:lnTo>
                  <a:pt x="173735" y="230123"/>
                </a:lnTo>
                <a:close/>
              </a:path>
              <a:path w="330835" h="299085">
                <a:moveTo>
                  <a:pt x="303275" y="110621"/>
                </a:moveTo>
                <a:lnTo>
                  <a:pt x="303275" y="76199"/>
                </a:lnTo>
                <a:lnTo>
                  <a:pt x="301751" y="94487"/>
                </a:lnTo>
                <a:lnTo>
                  <a:pt x="293556" y="84243"/>
                </a:lnTo>
                <a:lnTo>
                  <a:pt x="214883" y="149351"/>
                </a:lnTo>
                <a:lnTo>
                  <a:pt x="242315" y="172054"/>
                </a:lnTo>
                <a:lnTo>
                  <a:pt x="242315" y="140207"/>
                </a:lnTo>
                <a:lnTo>
                  <a:pt x="254540" y="150113"/>
                </a:lnTo>
                <a:lnTo>
                  <a:pt x="303275" y="110621"/>
                </a:lnTo>
                <a:close/>
              </a:path>
              <a:path w="330835" h="299085">
                <a:moveTo>
                  <a:pt x="254540" y="150113"/>
                </a:moveTo>
                <a:lnTo>
                  <a:pt x="242315" y="140207"/>
                </a:lnTo>
                <a:lnTo>
                  <a:pt x="242315" y="160019"/>
                </a:lnTo>
                <a:lnTo>
                  <a:pt x="254540" y="150113"/>
                </a:lnTo>
                <a:close/>
              </a:path>
              <a:path w="330835" h="299085">
                <a:moveTo>
                  <a:pt x="330707" y="211835"/>
                </a:moveTo>
                <a:lnTo>
                  <a:pt x="254540" y="150113"/>
                </a:lnTo>
                <a:lnTo>
                  <a:pt x="242315" y="160019"/>
                </a:lnTo>
                <a:lnTo>
                  <a:pt x="242315" y="172054"/>
                </a:lnTo>
                <a:lnTo>
                  <a:pt x="294188" y="214983"/>
                </a:lnTo>
                <a:lnTo>
                  <a:pt x="301751" y="205739"/>
                </a:lnTo>
                <a:lnTo>
                  <a:pt x="303275" y="222503"/>
                </a:lnTo>
                <a:lnTo>
                  <a:pt x="303275" y="244411"/>
                </a:lnTo>
                <a:lnTo>
                  <a:pt x="330707" y="211835"/>
                </a:lnTo>
                <a:close/>
              </a:path>
              <a:path w="330835" h="299085">
                <a:moveTo>
                  <a:pt x="263651" y="27431"/>
                </a:moveTo>
                <a:lnTo>
                  <a:pt x="246887" y="25907"/>
                </a:lnTo>
                <a:lnTo>
                  <a:pt x="254313" y="35190"/>
                </a:lnTo>
                <a:lnTo>
                  <a:pt x="263651" y="27431"/>
                </a:lnTo>
                <a:close/>
              </a:path>
              <a:path w="330835" h="299085">
                <a:moveTo>
                  <a:pt x="254313" y="35190"/>
                </a:moveTo>
                <a:lnTo>
                  <a:pt x="246887" y="25907"/>
                </a:lnTo>
                <a:lnTo>
                  <a:pt x="246887" y="41359"/>
                </a:lnTo>
                <a:lnTo>
                  <a:pt x="254313" y="35190"/>
                </a:lnTo>
                <a:close/>
              </a:path>
              <a:path w="330835" h="299085">
                <a:moveTo>
                  <a:pt x="263651" y="271271"/>
                </a:moveTo>
                <a:lnTo>
                  <a:pt x="254344" y="263682"/>
                </a:lnTo>
                <a:lnTo>
                  <a:pt x="246887" y="272795"/>
                </a:lnTo>
                <a:lnTo>
                  <a:pt x="263651" y="271271"/>
                </a:lnTo>
                <a:close/>
              </a:path>
              <a:path w="330835" h="299085">
                <a:moveTo>
                  <a:pt x="263651" y="291464"/>
                </a:moveTo>
                <a:lnTo>
                  <a:pt x="263651" y="271271"/>
                </a:lnTo>
                <a:lnTo>
                  <a:pt x="246887" y="272795"/>
                </a:lnTo>
                <a:lnTo>
                  <a:pt x="246887" y="289975"/>
                </a:lnTo>
                <a:lnTo>
                  <a:pt x="257555" y="298703"/>
                </a:lnTo>
                <a:lnTo>
                  <a:pt x="263651" y="291464"/>
                </a:lnTo>
                <a:close/>
              </a:path>
              <a:path w="330835" h="299085">
                <a:moveTo>
                  <a:pt x="263651" y="46862"/>
                </a:moveTo>
                <a:lnTo>
                  <a:pt x="263651" y="27431"/>
                </a:lnTo>
                <a:lnTo>
                  <a:pt x="254313" y="35190"/>
                </a:lnTo>
                <a:lnTo>
                  <a:pt x="263651" y="46862"/>
                </a:lnTo>
                <a:close/>
              </a:path>
              <a:path w="330835" h="299085">
                <a:moveTo>
                  <a:pt x="303275" y="244411"/>
                </a:moveTo>
                <a:lnTo>
                  <a:pt x="303275" y="222503"/>
                </a:lnTo>
                <a:lnTo>
                  <a:pt x="294188" y="214983"/>
                </a:lnTo>
                <a:lnTo>
                  <a:pt x="254344" y="263682"/>
                </a:lnTo>
                <a:lnTo>
                  <a:pt x="263651" y="271271"/>
                </a:lnTo>
                <a:lnTo>
                  <a:pt x="263651" y="291464"/>
                </a:lnTo>
                <a:lnTo>
                  <a:pt x="303275" y="244411"/>
                </a:lnTo>
                <a:close/>
              </a:path>
              <a:path w="330835" h="299085">
                <a:moveTo>
                  <a:pt x="303275" y="76199"/>
                </a:moveTo>
                <a:lnTo>
                  <a:pt x="293556" y="84243"/>
                </a:lnTo>
                <a:lnTo>
                  <a:pt x="301751" y="94487"/>
                </a:lnTo>
                <a:lnTo>
                  <a:pt x="303275" y="76199"/>
                </a:lnTo>
                <a:close/>
              </a:path>
              <a:path w="330835" h="299085">
                <a:moveTo>
                  <a:pt x="303275" y="222503"/>
                </a:moveTo>
                <a:lnTo>
                  <a:pt x="301751" y="205739"/>
                </a:lnTo>
                <a:lnTo>
                  <a:pt x="294188" y="214983"/>
                </a:lnTo>
                <a:lnTo>
                  <a:pt x="303275" y="22250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583238" y="3642359"/>
            <a:ext cx="292735" cy="135890"/>
          </a:xfrm>
          <a:custGeom>
            <a:avLst/>
            <a:gdLst/>
            <a:ahLst/>
            <a:cxnLst/>
            <a:rect l="l" t="t" r="r" b="b"/>
            <a:pathLst>
              <a:path w="292734" h="135889">
                <a:moveTo>
                  <a:pt x="292607" y="68579"/>
                </a:moveTo>
                <a:lnTo>
                  <a:pt x="236219" y="0"/>
                </a:lnTo>
                <a:lnTo>
                  <a:pt x="146303" y="74675"/>
                </a:lnTo>
                <a:lnTo>
                  <a:pt x="54863" y="0"/>
                </a:lnTo>
                <a:lnTo>
                  <a:pt x="0" y="68579"/>
                </a:lnTo>
                <a:lnTo>
                  <a:pt x="76199" y="132587"/>
                </a:lnTo>
                <a:lnTo>
                  <a:pt x="76199" y="135636"/>
                </a:lnTo>
                <a:lnTo>
                  <a:pt x="216407" y="135636"/>
                </a:lnTo>
                <a:lnTo>
                  <a:pt x="216407" y="132587"/>
                </a:lnTo>
                <a:lnTo>
                  <a:pt x="292607" y="68579"/>
                </a:lnTo>
                <a:close/>
              </a:path>
              <a:path w="292734" h="135889">
                <a:moveTo>
                  <a:pt x="76199" y="135636"/>
                </a:moveTo>
                <a:lnTo>
                  <a:pt x="76199" y="132587"/>
                </a:lnTo>
                <a:lnTo>
                  <a:pt x="72482" y="135636"/>
                </a:lnTo>
                <a:lnTo>
                  <a:pt x="76199" y="135636"/>
                </a:lnTo>
                <a:close/>
              </a:path>
              <a:path w="292734" h="135889">
                <a:moveTo>
                  <a:pt x="220125" y="135636"/>
                </a:moveTo>
                <a:lnTo>
                  <a:pt x="216407" y="132587"/>
                </a:lnTo>
                <a:lnTo>
                  <a:pt x="216407" y="135636"/>
                </a:lnTo>
                <a:lnTo>
                  <a:pt x="220125" y="135636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564950" y="3625595"/>
            <a:ext cx="329565" cy="152400"/>
          </a:xfrm>
          <a:custGeom>
            <a:avLst/>
            <a:gdLst/>
            <a:ahLst/>
            <a:cxnLst/>
            <a:rect l="l" t="t" r="r" b="b"/>
            <a:pathLst>
              <a:path w="329565" h="152400">
                <a:moveTo>
                  <a:pt x="164591" y="76061"/>
                </a:moveTo>
                <a:lnTo>
                  <a:pt x="71627" y="0"/>
                </a:lnTo>
                <a:lnTo>
                  <a:pt x="0" y="86867"/>
                </a:lnTo>
                <a:lnTo>
                  <a:pt x="25907" y="108230"/>
                </a:lnTo>
                <a:lnTo>
                  <a:pt x="25907" y="76199"/>
                </a:lnTo>
                <a:lnTo>
                  <a:pt x="35118" y="83822"/>
                </a:lnTo>
                <a:lnTo>
                  <a:pt x="65531" y="47655"/>
                </a:lnTo>
                <a:lnTo>
                  <a:pt x="65531" y="27431"/>
                </a:lnTo>
                <a:lnTo>
                  <a:pt x="83819" y="25907"/>
                </a:lnTo>
                <a:lnTo>
                  <a:pt x="83819" y="42343"/>
                </a:lnTo>
                <a:lnTo>
                  <a:pt x="156971" y="101990"/>
                </a:lnTo>
                <a:lnTo>
                  <a:pt x="156971" y="82295"/>
                </a:lnTo>
                <a:lnTo>
                  <a:pt x="164591" y="76061"/>
                </a:lnTo>
                <a:close/>
              </a:path>
              <a:path w="329565" h="152400">
                <a:moveTo>
                  <a:pt x="35118" y="83822"/>
                </a:moveTo>
                <a:lnTo>
                  <a:pt x="25907" y="76199"/>
                </a:lnTo>
                <a:lnTo>
                  <a:pt x="27431" y="92963"/>
                </a:lnTo>
                <a:lnTo>
                  <a:pt x="35118" y="83822"/>
                </a:lnTo>
                <a:close/>
              </a:path>
              <a:path w="329565" h="152400">
                <a:moveTo>
                  <a:pt x="114299" y="149351"/>
                </a:moveTo>
                <a:lnTo>
                  <a:pt x="35118" y="83822"/>
                </a:lnTo>
                <a:lnTo>
                  <a:pt x="27431" y="92963"/>
                </a:lnTo>
                <a:lnTo>
                  <a:pt x="25907" y="76199"/>
                </a:lnTo>
                <a:lnTo>
                  <a:pt x="25907" y="108230"/>
                </a:lnTo>
                <a:lnTo>
                  <a:pt x="74854" y="148589"/>
                </a:lnTo>
                <a:lnTo>
                  <a:pt x="86867" y="138683"/>
                </a:lnTo>
                <a:lnTo>
                  <a:pt x="86867" y="152400"/>
                </a:lnTo>
                <a:lnTo>
                  <a:pt x="110616" y="152400"/>
                </a:lnTo>
                <a:lnTo>
                  <a:pt x="114299" y="149351"/>
                </a:lnTo>
                <a:close/>
              </a:path>
              <a:path w="329565" h="152400">
                <a:moveTo>
                  <a:pt x="83819" y="25907"/>
                </a:moveTo>
                <a:lnTo>
                  <a:pt x="65531" y="27431"/>
                </a:lnTo>
                <a:lnTo>
                  <a:pt x="75620" y="35658"/>
                </a:lnTo>
                <a:lnTo>
                  <a:pt x="83819" y="25907"/>
                </a:lnTo>
                <a:close/>
              </a:path>
              <a:path w="329565" h="152400">
                <a:moveTo>
                  <a:pt x="75620" y="35658"/>
                </a:moveTo>
                <a:lnTo>
                  <a:pt x="65531" y="27431"/>
                </a:lnTo>
                <a:lnTo>
                  <a:pt x="65531" y="47655"/>
                </a:lnTo>
                <a:lnTo>
                  <a:pt x="75620" y="35658"/>
                </a:lnTo>
                <a:close/>
              </a:path>
              <a:path w="329565" h="152400">
                <a:moveTo>
                  <a:pt x="79475" y="152400"/>
                </a:moveTo>
                <a:lnTo>
                  <a:pt x="74854" y="148589"/>
                </a:lnTo>
                <a:lnTo>
                  <a:pt x="70233" y="152400"/>
                </a:lnTo>
                <a:lnTo>
                  <a:pt x="79475" y="152400"/>
                </a:lnTo>
                <a:close/>
              </a:path>
              <a:path w="329565" h="152400">
                <a:moveTo>
                  <a:pt x="86867" y="152400"/>
                </a:moveTo>
                <a:lnTo>
                  <a:pt x="86867" y="138683"/>
                </a:lnTo>
                <a:lnTo>
                  <a:pt x="74854" y="148589"/>
                </a:lnTo>
                <a:lnTo>
                  <a:pt x="79475" y="152400"/>
                </a:lnTo>
                <a:lnTo>
                  <a:pt x="86867" y="152400"/>
                </a:lnTo>
                <a:close/>
              </a:path>
              <a:path w="329565" h="152400">
                <a:moveTo>
                  <a:pt x="83819" y="42343"/>
                </a:moveTo>
                <a:lnTo>
                  <a:pt x="83819" y="25907"/>
                </a:lnTo>
                <a:lnTo>
                  <a:pt x="75620" y="35658"/>
                </a:lnTo>
                <a:lnTo>
                  <a:pt x="83819" y="42343"/>
                </a:lnTo>
                <a:close/>
              </a:path>
              <a:path w="329565" h="152400">
                <a:moveTo>
                  <a:pt x="172211" y="82295"/>
                </a:moveTo>
                <a:lnTo>
                  <a:pt x="164591" y="76061"/>
                </a:lnTo>
                <a:lnTo>
                  <a:pt x="156971" y="82295"/>
                </a:lnTo>
                <a:lnTo>
                  <a:pt x="172211" y="82295"/>
                </a:lnTo>
                <a:close/>
              </a:path>
              <a:path w="329565" h="152400">
                <a:moveTo>
                  <a:pt x="172211" y="101990"/>
                </a:moveTo>
                <a:lnTo>
                  <a:pt x="172211" y="82295"/>
                </a:lnTo>
                <a:lnTo>
                  <a:pt x="156971" y="82295"/>
                </a:lnTo>
                <a:lnTo>
                  <a:pt x="156971" y="101990"/>
                </a:lnTo>
                <a:lnTo>
                  <a:pt x="164591" y="108203"/>
                </a:lnTo>
                <a:lnTo>
                  <a:pt x="172211" y="101990"/>
                </a:lnTo>
                <a:close/>
              </a:path>
              <a:path w="329565" h="152400">
                <a:moveTo>
                  <a:pt x="329183" y="86867"/>
                </a:moveTo>
                <a:lnTo>
                  <a:pt x="257555" y="0"/>
                </a:lnTo>
                <a:lnTo>
                  <a:pt x="164591" y="76061"/>
                </a:lnTo>
                <a:lnTo>
                  <a:pt x="172211" y="82295"/>
                </a:lnTo>
                <a:lnTo>
                  <a:pt x="172211" y="101990"/>
                </a:lnTo>
                <a:lnTo>
                  <a:pt x="245363" y="42343"/>
                </a:lnTo>
                <a:lnTo>
                  <a:pt x="245363" y="25907"/>
                </a:lnTo>
                <a:lnTo>
                  <a:pt x="263651" y="27431"/>
                </a:lnTo>
                <a:lnTo>
                  <a:pt x="263651" y="47655"/>
                </a:lnTo>
                <a:lnTo>
                  <a:pt x="294000" y="83746"/>
                </a:lnTo>
                <a:lnTo>
                  <a:pt x="303275" y="76199"/>
                </a:lnTo>
                <a:lnTo>
                  <a:pt x="303275" y="108230"/>
                </a:lnTo>
                <a:lnTo>
                  <a:pt x="329183" y="86867"/>
                </a:lnTo>
                <a:close/>
              </a:path>
              <a:path w="329565" h="152400">
                <a:moveTo>
                  <a:pt x="303275" y="108230"/>
                </a:moveTo>
                <a:lnTo>
                  <a:pt x="303275" y="76199"/>
                </a:lnTo>
                <a:lnTo>
                  <a:pt x="301751" y="92963"/>
                </a:lnTo>
                <a:lnTo>
                  <a:pt x="294000" y="83746"/>
                </a:lnTo>
                <a:lnTo>
                  <a:pt x="213359" y="149351"/>
                </a:lnTo>
                <a:lnTo>
                  <a:pt x="217106" y="152400"/>
                </a:lnTo>
                <a:lnTo>
                  <a:pt x="242315" y="152400"/>
                </a:lnTo>
                <a:lnTo>
                  <a:pt x="242315" y="138683"/>
                </a:lnTo>
                <a:lnTo>
                  <a:pt x="254329" y="148589"/>
                </a:lnTo>
                <a:lnTo>
                  <a:pt x="303275" y="108230"/>
                </a:lnTo>
                <a:close/>
              </a:path>
              <a:path w="329565" h="152400">
                <a:moveTo>
                  <a:pt x="263651" y="27431"/>
                </a:moveTo>
                <a:lnTo>
                  <a:pt x="245363" y="25907"/>
                </a:lnTo>
                <a:lnTo>
                  <a:pt x="253563" y="35658"/>
                </a:lnTo>
                <a:lnTo>
                  <a:pt x="263651" y="27431"/>
                </a:lnTo>
                <a:close/>
              </a:path>
              <a:path w="329565" h="152400">
                <a:moveTo>
                  <a:pt x="253563" y="35658"/>
                </a:moveTo>
                <a:lnTo>
                  <a:pt x="245363" y="25907"/>
                </a:lnTo>
                <a:lnTo>
                  <a:pt x="245363" y="42343"/>
                </a:lnTo>
                <a:lnTo>
                  <a:pt x="253563" y="35658"/>
                </a:lnTo>
                <a:close/>
              </a:path>
              <a:path w="329565" h="152400">
                <a:moveTo>
                  <a:pt x="258950" y="152400"/>
                </a:moveTo>
                <a:lnTo>
                  <a:pt x="254329" y="148589"/>
                </a:lnTo>
                <a:lnTo>
                  <a:pt x="249708" y="152400"/>
                </a:lnTo>
                <a:lnTo>
                  <a:pt x="258950" y="152400"/>
                </a:lnTo>
                <a:close/>
              </a:path>
              <a:path w="329565" h="152400">
                <a:moveTo>
                  <a:pt x="263651" y="47655"/>
                </a:moveTo>
                <a:lnTo>
                  <a:pt x="263651" y="27431"/>
                </a:lnTo>
                <a:lnTo>
                  <a:pt x="253563" y="35658"/>
                </a:lnTo>
                <a:lnTo>
                  <a:pt x="263651" y="47655"/>
                </a:lnTo>
                <a:close/>
              </a:path>
              <a:path w="329565" h="152400">
                <a:moveTo>
                  <a:pt x="303275" y="76199"/>
                </a:moveTo>
                <a:lnTo>
                  <a:pt x="294000" y="83746"/>
                </a:lnTo>
                <a:lnTo>
                  <a:pt x="301751" y="92963"/>
                </a:lnTo>
                <a:lnTo>
                  <a:pt x="303275" y="76199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350577" y="3218687"/>
            <a:ext cx="294640" cy="264160"/>
          </a:xfrm>
          <a:custGeom>
            <a:avLst/>
            <a:gdLst/>
            <a:ahLst/>
            <a:cxnLst/>
            <a:rect l="l" t="t" r="r" b="b"/>
            <a:pathLst>
              <a:path w="294639" h="264160">
                <a:moveTo>
                  <a:pt x="294131" y="68579"/>
                </a:moveTo>
                <a:lnTo>
                  <a:pt x="237743" y="0"/>
                </a:lnTo>
                <a:lnTo>
                  <a:pt x="146303" y="74675"/>
                </a:lnTo>
                <a:lnTo>
                  <a:pt x="56387" y="0"/>
                </a:lnTo>
                <a:lnTo>
                  <a:pt x="0" y="68579"/>
                </a:lnTo>
                <a:lnTo>
                  <a:pt x="77723" y="131063"/>
                </a:lnTo>
                <a:lnTo>
                  <a:pt x="77723" y="245932"/>
                </a:lnTo>
                <a:lnTo>
                  <a:pt x="146303" y="188975"/>
                </a:lnTo>
                <a:lnTo>
                  <a:pt x="216407" y="246227"/>
                </a:lnTo>
                <a:lnTo>
                  <a:pt x="216407" y="131063"/>
                </a:lnTo>
                <a:lnTo>
                  <a:pt x="294131" y="68579"/>
                </a:lnTo>
                <a:close/>
              </a:path>
              <a:path w="294639" h="264160">
                <a:moveTo>
                  <a:pt x="77723" y="245932"/>
                </a:moveTo>
                <a:lnTo>
                  <a:pt x="77723" y="131063"/>
                </a:lnTo>
                <a:lnTo>
                  <a:pt x="0" y="195071"/>
                </a:lnTo>
                <a:lnTo>
                  <a:pt x="56387" y="263651"/>
                </a:lnTo>
                <a:lnTo>
                  <a:pt x="77723" y="245932"/>
                </a:lnTo>
                <a:close/>
              </a:path>
              <a:path w="294639" h="264160">
                <a:moveTo>
                  <a:pt x="294131" y="195071"/>
                </a:moveTo>
                <a:lnTo>
                  <a:pt x="216407" y="131063"/>
                </a:lnTo>
                <a:lnTo>
                  <a:pt x="216407" y="246227"/>
                </a:lnTo>
                <a:lnTo>
                  <a:pt x="237743" y="263651"/>
                </a:lnTo>
                <a:lnTo>
                  <a:pt x="294131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332290" y="3200401"/>
            <a:ext cx="330835" cy="299085"/>
          </a:xfrm>
          <a:custGeom>
            <a:avLst/>
            <a:gdLst/>
            <a:ahLst/>
            <a:cxnLst/>
            <a:rect l="l" t="t" r="r" b="b"/>
            <a:pathLst>
              <a:path w="330835" h="299085">
                <a:moveTo>
                  <a:pt x="165353" y="75437"/>
                </a:moveTo>
                <a:lnTo>
                  <a:pt x="73151" y="0"/>
                </a:lnTo>
                <a:lnTo>
                  <a:pt x="0" y="88391"/>
                </a:lnTo>
                <a:lnTo>
                  <a:pt x="25907" y="109386"/>
                </a:lnTo>
                <a:lnTo>
                  <a:pt x="25907" y="76199"/>
                </a:lnTo>
                <a:lnTo>
                  <a:pt x="36616" y="84912"/>
                </a:lnTo>
                <a:lnTo>
                  <a:pt x="67055" y="46862"/>
                </a:lnTo>
                <a:lnTo>
                  <a:pt x="67055" y="27431"/>
                </a:lnTo>
                <a:lnTo>
                  <a:pt x="83819" y="25907"/>
                </a:lnTo>
                <a:lnTo>
                  <a:pt x="83819" y="41576"/>
                </a:lnTo>
                <a:lnTo>
                  <a:pt x="156971" y="103298"/>
                </a:lnTo>
                <a:lnTo>
                  <a:pt x="156971" y="82295"/>
                </a:lnTo>
                <a:lnTo>
                  <a:pt x="165353" y="75437"/>
                </a:lnTo>
                <a:close/>
              </a:path>
              <a:path w="330835" h="299085">
                <a:moveTo>
                  <a:pt x="88391" y="171669"/>
                </a:moveTo>
                <a:lnTo>
                  <a:pt x="88391" y="160019"/>
                </a:lnTo>
                <a:lnTo>
                  <a:pt x="76167" y="150113"/>
                </a:lnTo>
                <a:lnTo>
                  <a:pt x="0" y="211835"/>
                </a:lnTo>
                <a:lnTo>
                  <a:pt x="25907" y="242601"/>
                </a:lnTo>
                <a:lnTo>
                  <a:pt x="25907" y="222503"/>
                </a:lnTo>
                <a:lnTo>
                  <a:pt x="28955" y="205739"/>
                </a:lnTo>
                <a:lnTo>
                  <a:pt x="35972" y="214315"/>
                </a:lnTo>
                <a:lnTo>
                  <a:pt x="88391" y="171669"/>
                </a:lnTo>
                <a:close/>
              </a:path>
              <a:path w="330835" h="299085">
                <a:moveTo>
                  <a:pt x="36616" y="84912"/>
                </a:moveTo>
                <a:lnTo>
                  <a:pt x="25907" y="76199"/>
                </a:lnTo>
                <a:lnTo>
                  <a:pt x="28955" y="94487"/>
                </a:lnTo>
                <a:lnTo>
                  <a:pt x="36616" y="84912"/>
                </a:lnTo>
                <a:close/>
              </a:path>
              <a:path w="330835" h="299085">
                <a:moveTo>
                  <a:pt x="115823" y="149351"/>
                </a:moveTo>
                <a:lnTo>
                  <a:pt x="36616" y="84912"/>
                </a:lnTo>
                <a:lnTo>
                  <a:pt x="28955" y="94487"/>
                </a:lnTo>
                <a:lnTo>
                  <a:pt x="25907" y="76199"/>
                </a:lnTo>
                <a:lnTo>
                  <a:pt x="25907" y="109386"/>
                </a:lnTo>
                <a:lnTo>
                  <a:pt x="76167" y="150113"/>
                </a:lnTo>
                <a:lnTo>
                  <a:pt x="88391" y="140207"/>
                </a:lnTo>
                <a:lnTo>
                  <a:pt x="88391" y="171669"/>
                </a:lnTo>
                <a:lnTo>
                  <a:pt x="115823" y="149351"/>
                </a:lnTo>
                <a:close/>
              </a:path>
              <a:path w="330835" h="299085">
                <a:moveTo>
                  <a:pt x="35972" y="214315"/>
                </a:moveTo>
                <a:lnTo>
                  <a:pt x="28955" y="205739"/>
                </a:lnTo>
                <a:lnTo>
                  <a:pt x="25907" y="222503"/>
                </a:lnTo>
                <a:lnTo>
                  <a:pt x="35972" y="214315"/>
                </a:lnTo>
                <a:close/>
              </a:path>
              <a:path w="330835" h="299085">
                <a:moveTo>
                  <a:pt x="76305" y="263611"/>
                </a:moveTo>
                <a:lnTo>
                  <a:pt x="35972" y="214315"/>
                </a:lnTo>
                <a:lnTo>
                  <a:pt x="25907" y="222503"/>
                </a:lnTo>
                <a:lnTo>
                  <a:pt x="25907" y="242601"/>
                </a:lnTo>
                <a:lnTo>
                  <a:pt x="67055" y="291464"/>
                </a:lnTo>
                <a:lnTo>
                  <a:pt x="67055" y="271271"/>
                </a:lnTo>
                <a:lnTo>
                  <a:pt x="76305" y="263611"/>
                </a:lnTo>
                <a:close/>
              </a:path>
              <a:path w="330835" h="299085">
                <a:moveTo>
                  <a:pt x="83819" y="25907"/>
                </a:moveTo>
                <a:lnTo>
                  <a:pt x="67055" y="27431"/>
                </a:lnTo>
                <a:lnTo>
                  <a:pt x="76336" y="35262"/>
                </a:lnTo>
                <a:lnTo>
                  <a:pt x="83819" y="25907"/>
                </a:lnTo>
                <a:close/>
              </a:path>
              <a:path w="330835" h="299085">
                <a:moveTo>
                  <a:pt x="76336" y="35262"/>
                </a:moveTo>
                <a:lnTo>
                  <a:pt x="67055" y="27431"/>
                </a:lnTo>
                <a:lnTo>
                  <a:pt x="67055" y="46862"/>
                </a:lnTo>
                <a:lnTo>
                  <a:pt x="76336" y="35262"/>
                </a:lnTo>
                <a:close/>
              </a:path>
              <a:path w="330835" h="299085">
                <a:moveTo>
                  <a:pt x="83819" y="272795"/>
                </a:moveTo>
                <a:lnTo>
                  <a:pt x="76305" y="263611"/>
                </a:lnTo>
                <a:lnTo>
                  <a:pt x="67055" y="271271"/>
                </a:lnTo>
                <a:lnTo>
                  <a:pt x="83819" y="272795"/>
                </a:lnTo>
                <a:close/>
              </a:path>
              <a:path w="330835" h="299085">
                <a:moveTo>
                  <a:pt x="83819" y="289975"/>
                </a:moveTo>
                <a:lnTo>
                  <a:pt x="83819" y="272795"/>
                </a:lnTo>
                <a:lnTo>
                  <a:pt x="67055" y="271271"/>
                </a:lnTo>
                <a:lnTo>
                  <a:pt x="67055" y="291464"/>
                </a:lnTo>
                <a:lnTo>
                  <a:pt x="73151" y="298703"/>
                </a:lnTo>
                <a:lnTo>
                  <a:pt x="83819" y="289975"/>
                </a:lnTo>
                <a:close/>
              </a:path>
              <a:path w="330835" h="299085">
                <a:moveTo>
                  <a:pt x="88391" y="160019"/>
                </a:moveTo>
                <a:lnTo>
                  <a:pt x="88391" y="140207"/>
                </a:lnTo>
                <a:lnTo>
                  <a:pt x="76167" y="150113"/>
                </a:lnTo>
                <a:lnTo>
                  <a:pt x="88391" y="160019"/>
                </a:lnTo>
                <a:close/>
              </a:path>
              <a:path w="330835" h="299085">
                <a:moveTo>
                  <a:pt x="254344" y="263682"/>
                </a:moveTo>
                <a:lnTo>
                  <a:pt x="164591" y="190499"/>
                </a:lnTo>
                <a:lnTo>
                  <a:pt x="76305" y="263611"/>
                </a:lnTo>
                <a:lnTo>
                  <a:pt x="83819" y="272795"/>
                </a:lnTo>
                <a:lnTo>
                  <a:pt x="83819" y="289975"/>
                </a:lnTo>
                <a:lnTo>
                  <a:pt x="156971" y="230123"/>
                </a:lnTo>
                <a:lnTo>
                  <a:pt x="156971" y="216407"/>
                </a:lnTo>
                <a:lnTo>
                  <a:pt x="173735" y="216407"/>
                </a:lnTo>
                <a:lnTo>
                  <a:pt x="173735" y="230123"/>
                </a:lnTo>
                <a:lnTo>
                  <a:pt x="246887" y="289975"/>
                </a:lnTo>
                <a:lnTo>
                  <a:pt x="246887" y="272795"/>
                </a:lnTo>
                <a:lnTo>
                  <a:pt x="254344" y="263682"/>
                </a:lnTo>
                <a:close/>
              </a:path>
              <a:path w="330835" h="299085">
                <a:moveTo>
                  <a:pt x="83819" y="41576"/>
                </a:moveTo>
                <a:lnTo>
                  <a:pt x="83819" y="25907"/>
                </a:lnTo>
                <a:lnTo>
                  <a:pt x="76336" y="35262"/>
                </a:lnTo>
                <a:lnTo>
                  <a:pt x="83819" y="41576"/>
                </a:lnTo>
                <a:close/>
              </a:path>
              <a:path w="330835" h="299085">
                <a:moveTo>
                  <a:pt x="173735" y="82295"/>
                </a:moveTo>
                <a:lnTo>
                  <a:pt x="165353" y="75437"/>
                </a:lnTo>
                <a:lnTo>
                  <a:pt x="156971" y="82295"/>
                </a:lnTo>
                <a:lnTo>
                  <a:pt x="173735" y="82295"/>
                </a:lnTo>
                <a:close/>
              </a:path>
              <a:path w="330835" h="299085">
                <a:moveTo>
                  <a:pt x="173735" y="102131"/>
                </a:moveTo>
                <a:lnTo>
                  <a:pt x="173735" y="82295"/>
                </a:lnTo>
                <a:lnTo>
                  <a:pt x="156971" y="82295"/>
                </a:lnTo>
                <a:lnTo>
                  <a:pt x="156971" y="103298"/>
                </a:lnTo>
                <a:lnTo>
                  <a:pt x="164591" y="109727"/>
                </a:lnTo>
                <a:lnTo>
                  <a:pt x="173735" y="102131"/>
                </a:lnTo>
                <a:close/>
              </a:path>
              <a:path w="330835" h="299085">
                <a:moveTo>
                  <a:pt x="173735" y="216407"/>
                </a:moveTo>
                <a:lnTo>
                  <a:pt x="156971" y="216407"/>
                </a:lnTo>
                <a:lnTo>
                  <a:pt x="165353" y="223265"/>
                </a:lnTo>
                <a:lnTo>
                  <a:pt x="173735" y="216407"/>
                </a:lnTo>
                <a:close/>
              </a:path>
              <a:path w="330835" h="299085">
                <a:moveTo>
                  <a:pt x="165353" y="223265"/>
                </a:moveTo>
                <a:lnTo>
                  <a:pt x="156971" y="216407"/>
                </a:lnTo>
                <a:lnTo>
                  <a:pt x="156971" y="230123"/>
                </a:lnTo>
                <a:lnTo>
                  <a:pt x="165353" y="223265"/>
                </a:lnTo>
                <a:close/>
              </a:path>
              <a:path w="330835" h="299085">
                <a:moveTo>
                  <a:pt x="330707" y="88391"/>
                </a:moveTo>
                <a:lnTo>
                  <a:pt x="257555" y="0"/>
                </a:lnTo>
                <a:lnTo>
                  <a:pt x="165353" y="75437"/>
                </a:lnTo>
                <a:lnTo>
                  <a:pt x="173735" y="82295"/>
                </a:lnTo>
                <a:lnTo>
                  <a:pt x="173735" y="102131"/>
                </a:lnTo>
                <a:lnTo>
                  <a:pt x="246887" y="41359"/>
                </a:lnTo>
                <a:lnTo>
                  <a:pt x="246887" y="25907"/>
                </a:lnTo>
                <a:lnTo>
                  <a:pt x="263651" y="27431"/>
                </a:lnTo>
                <a:lnTo>
                  <a:pt x="263651" y="46862"/>
                </a:lnTo>
                <a:lnTo>
                  <a:pt x="293556" y="84243"/>
                </a:lnTo>
                <a:lnTo>
                  <a:pt x="303275" y="76199"/>
                </a:lnTo>
                <a:lnTo>
                  <a:pt x="303275" y="110621"/>
                </a:lnTo>
                <a:lnTo>
                  <a:pt x="330707" y="88391"/>
                </a:lnTo>
                <a:close/>
              </a:path>
              <a:path w="330835" h="299085">
                <a:moveTo>
                  <a:pt x="173735" y="230123"/>
                </a:moveTo>
                <a:lnTo>
                  <a:pt x="173735" y="216407"/>
                </a:lnTo>
                <a:lnTo>
                  <a:pt x="165353" y="223265"/>
                </a:lnTo>
                <a:lnTo>
                  <a:pt x="173735" y="230123"/>
                </a:lnTo>
                <a:close/>
              </a:path>
              <a:path w="330835" h="299085">
                <a:moveTo>
                  <a:pt x="303275" y="110621"/>
                </a:moveTo>
                <a:lnTo>
                  <a:pt x="303275" y="76199"/>
                </a:lnTo>
                <a:lnTo>
                  <a:pt x="301751" y="94487"/>
                </a:lnTo>
                <a:lnTo>
                  <a:pt x="293556" y="84243"/>
                </a:lnTo>
                <a:lnTo>
                  <a:pt x="214883" y="149351"/>
                </a:lnTo>
                <a:lnTo>
                  <a:pt x="242315" y="172054"/>
                </a:lnTo>
                <a:lnTo>
                  <a:pt x="242315" y="140207"/>
                </a:lnTo>
                <a:lnTo>
                  <a:pt x="254540" y="150113"/>
                </a:lnTo>
                <a:lnTo>
                  <a:pt x="303275" y="110621"/>
                </a:lnTo>
                <a:close/>
              </a:path>
              <a:path w="330835" h="299085">
                <a:moveTo>
                  <a:pt x="254540" y="150113"/>
                </a:moveTo>
                <a:lnTo>
                  <a:pt x="242315" y="140207"/>
                </a:lnTo>
                <a:lnTo>
                  <a:pt x="242315" y="160019"/>
                </a:lnTo>
                <a:lnTo>
                  <a:pt x="254540" y="150113"/>
                </a:lnTo>
                <a:close/>
              </a:path>
              <a:path w="330835" h="299085">
                <a:moveTo>
                  <a:pt x="330707" y="211835"/>
                </a:moveTo>
                <a:lnTo>
                  <a:pt x="254540" y="150113"/>
                </a:lnTo>
                <a:lnTo>
                  <a:pt x="242315" y="160019"/>
                </a:lnTo>
                <a:lnTo>
                  <a:pt x="242315" y="172054"/>
                </a:lnTo>
                <a:lnTo>
                  <a:pt x="294188" y="214983"/>
                </a:lnTo>
                <a:lnTo>
                  <a:pt x="301751" y="205739"/>
                </a:lnTo>
                <a:lnTo>
                  <a:pt x="303275" y="222503"/>
                </a:lnTo>
                <a:lnTo>
                  <a:pt x="303275" y="244411"/>
                </a:lnTo>
                <a:lnTo>
                  <a:pt x="330707" y="211835"/>
                </a:lnTo>
                <a:close/>
              </a:path>
              <a:path w="330835" h="299085">
                <a:moveTo>
                  <a:pt x="263651" y="27431"/>
                </a:moveTo>
                <a:lnTo>
                  <a:pt x="246887" y="25907"/>
                </a:lnTo>
                <a:lnTo>
                  <a:pt x="254313" y="35190"/>
                </a:lnTo>
                <a:lnTo>
                  <a:pt x="263651" y="27431"/>
                </a:lnTo>
                <a:close/>
              </a:path>
              <a:path w="330835" h="299085">
                <a:moveTo>
                  <a:pt x="254313" y="35190"/>
                </a:moveTo>
                <a:lnTo>
                  <a:pt x="246887" y="25907"/>
                </a:lnTo>
                <a:lnTo>
                  <a:pt x="246887" y="41359"/>
                </a:lnTo>
                <a:lnTo>
                  <a:pt x="254313" y="35190"/>
                </a:lnTo>
                <a:close/>
              </a:path>
              <a:path w="330835" h="299085">
                <a:moveTo>
                  <a:pt x="263651" y="271271"/>
                </a:moveTo>
                <a:lnTo>
                  <a:pt x="254344" y="263682"/>
                </a:lnTo>
                <a:lnTo>
                  <a:pt x="246887" y="272795"/>
                </a:lnTo>
                <a:lnTo>
                  <a:pt x="263651" y="271271"/>
                </a:lnTo>
                <a:close/>
              </a:path>
              <a:path w="330835" h="299085">
                <a:moveTo>
                  <a:pt x="263651" y="291464"/>
                </a:moveTo>
                <a:lnTo>
                  <a:pt x="263651" y="271271"/>
                </a:lnTo>
                <a:lnTo>
                  <a:pt x="246887" y="272795"/>
                </a:lnTo>
                <a:lnTo>
                  <a:pt x="246887" y="289975"/>
                </a:lnTo>
                <a:lnTo>
                  <a:pt x="257555" y="298703"/>
                </a:lnTo>
                <a:lnTo>
                  <a:pt x="263651" y="291464"/>
                </a:lnTo>
                <a:close/>
              </a:path>
              <a:path w="330835" h="299085">
                <a:moveTo>
                  <a:pt x="263651" y="46862"/>
                </a:moveTo>
                <a:lnTo>
                  <a:pt x="263651" y="27431"/>
                </a:lnTo>
                <a:lnTo>
                  <a:pt x="254313" y="35190"/>
                </a:lnTo>
                <a:lnTo>
                  <a:pt x="263651" y="46862"/>
                </a:lnTo>
                <a:close/>
              </a:path>
              <a:path w="330835" h="299085">
                <a:moveTo>
                  <a:pt x="303275" y="244411"/>
                </a:moveTo>
                <a:lnTo>
                  <a:pt x="303275" y="222503"/>
                </a:lnTo>
                <a:lnTo>
                  <a:pt x="294188" y="214983"/>
                </a:lnTo>
                <a:lnTo>
                  <a:pt x="254344" y="263682"/>
                </a:lnTo>
                <a:lnTo>
                  <a:pt x="263651" y="271271"/>
                </a:lnTo>
                <a:lnTo>
                  <a:pt x="263651" y="291464"/>
                </a:lnTo>
                <a:lnTo>
                  <a:pt x="303275" y="244411"/>
                </a:lnTo>
                <a:close/>
              </a:path>
              <a:path w="330835" h="299085">
                <a:moveTo>
                  <a:pt x="303275" y="76199"/>
                </a:moveTo>
                <a:lnTo>
                  <a:pt x="293556" y="84243"/>
                </a:lnTo>
                <a:lnTo>
                  <a:pt x="301751" y="94487"/>
                </a:lnTo>
                <a:lnTo>
                  <a:pt x="303275" y="76199"/>
                </a:lnTo>
                <a:close/>
              </a:path>
              <a:path w="330835" h="299085">
                <a:moveTo>
                  <a:pt x="303275" y="222503"/>
                </a:moveTo>
                <a:lnTo>
                  <a:pt x="301751" y="205739"/>
                </a:lnTo>
                <a:lnTo>
                  <a:pt x="294188" y="214983"/>
                </a:lnTo>
                <a:lnTo>
                  <a:pt x="303275" y="22250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940109" y="3642359"/>
            <a:ext cx="294640" cy="135890"/>
          </a:xfrm>
          <a:custGeom>
            <a:avLst/>
            <a:gdLst/>
            <a:ahLst/>
            <a:cxnLst/>
            <a:rect l="l" t="t" r="r" b="b"/>
            <a:pathLst>
              <a:path w="294639" h="135889">
                <a:moveTo>
                  <a:pt x="294131" y="68579"/>
                </a:moveTo>
                <a:lnTo>
                  <a:pt x="237743" y="0"/>
                </a:lnTo>
                <a:lnTo>
                  <a:pt x="146303" y="74675"/>
                </a:lnTo>
                <a:lnTo>
                  <a:pt x="56387" y="0"/>
                </a:lnTo>
                <a:lnTo>
                  <a:pt x="0" y="68579"/>
                </a:lnTo>
                <a:lnTo>
                  <a:pt x="77723" y="132587"/>
                </a:lnTo>
                <a:lnTo>
                  <a:pt x="77723" y="135636"/>
                </a:lnTo>
                <a:lnTo>
                  <a:pt x="216407" y="135636"/>
                </a:lnTo>
                <a:lnTo>
                  <a:pt x="216407" y="132587"/>
                </a:lnTo>
                <a:lnTo>
                  <a:pt x="294131" y="68579"/>
                </a:lnTo>
                <a:close/>
              </a:path>
              <a:path w="294639" h="135889">
                <a:moveTo>
                  <a:pt x="77723" y="135636"/>
                </a:moveTo>
                <a:lnTo>
                  <a:pt x="77723" y="132587"/>
                </a:lnTo>
                <a:lnTo>
                  <a:pt x="73932" y="135636"/>
                </a:lnTo>
                <a:lnTo>
                  <a:pt x="77723" y="135636"/>
                </a:lnTo>
                <a:close/>
              </a:path>
              <a:path w="294639" h="135889">
                <a:moveTo>
                  <a:pt x="220199" y="135636"/>
                </a:moveTo>
                <a:lnTo>
                  <a:pt x="216407" y="132587"/>
                </a:lnTo>
                <a:lnTo>
                  <a:pt x="216407" y="135636"/>
                </a:lnTo>
                <a:lnTo>
                  <a:pt x="220199" y="135636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921822" y="3625595"/>
            <a:ext cx="329565" cy="152400"/>
          </a:xfrm>
          <a:custGeom>
            <a:avLst/>
            <a:gdLst/>
            <a:ahLst/>
            <a:cxnLst/>
            <a:rect l="l" t="t" r="r" b="b"/>
            <a:pathLst>
              <a:path w="329564" h="152400">
                <a:moveTo>
                  <a:pt x="165353" y="75437"/>
                </a:moveTo>
                <a:lnTo>
                  <a:pt x="73151" y="0"/>
                </a:lnTo>
                <a:lnTo>
                  <a:pt x="0" y="86867"/>
                </a:lnTo>
                <a:lnTo>
                  <a:pt x="25907" y="107862"/>
                </a:lnTo>
                <a:lnTo>
                  <a:pt x="25907" y="76199"/>
                </a:lnTo>
                <a:lnTo>
                  <a:pt x="35972" y="84388"/>
                </a:lnTo>
                <a:lnTo>
                  <a:pt x="67055" y="46397"/>
                </a:lnTo>
                <a:lnTo>
                  <a:pt x="67055" y="27431"/>
                </a:lnTo>
                <a:lnTo>
                  <a:pt x="83819" y="25907"/>
                </a:lnTo>
                <a:lnTo>
                  <a:pt x="83819" y="41314"/>
                </a:lnTo>
                <a:lnTo>
                  <a:pt x="156971" y="101893"/>
                </a:lnTo>
                <a:lnTo>
                  <a:pt x="156971" y="82295"/>
                </a:lnTo>
                <a:lnTo>
                  <a:pt x="165353" y="75437"/>
                </a:lnTo>
                <a:close/>
              </a:path>
              <a:path w="329564" h="152400">
                <a:moveTo>
                  <a:pt x="35972" y="84388"/>
                </a:moveTo>
                <a:lnTo>
                  <a:pt x="25907" y="76199"/>
                </a:lnTo>
                <a:lnTo>
                  <a:pt x="28955" y="92963"/>
                </a:lnTo>
                <a:lnTo>
                  <a:pt x="35972" y="84388"/>
                </a:lnTo>
                <a:close/>
              </a:path>
              <a:path w="329564" h="152400">
                <a:moveTo>
                  <a:pt x="115823" y="149351"/>
                </a:moveTo>
                <a:lnTo>
                  <a:pt x="35972" y="84388"/>
                </a:lnTo>
                <a:lnTo>
                  <a:pt x="28955" y="92963"/>
                </a:lnTo>
                <a:lnTo>
                  <a:pt x="25907" y="76199"/>
                </a:lnTo>
                <a:lnTo>
                  <a:pt x="25907" y="107862"/>
                </a:lnTo>
                <a:lnTo>
                  <a:pt x="76167" y="148589"/>
                </a:lnTo>
                <a:lnTo>
                  <a:pt x="88391" y="138683"/>
                </a:lnTo>
                <a:lnTo>
                  <a:pt x="88391" y="152400"/>
                </a:lnTo>
                <a:lnTo>
                  <a:pt x="112077" y="152400"/>
                </a:lnTo>
                <a:lnTo>
                  <a:pt x="115823" y="149351"/>
                </a:lnTo>
                <a:close/>
              </a:path>
              <a:path w="329564" h="152400">
                <a:moveTo>
                  <a:pt x="83819" y="25907"/>
                </a:moveTo>
                <a:lnTo>
                  <a:pt x="67055" y="27431"/>
                </a:lnTo>
                <a:lnTo>
                  <a:pt x="76305" y="35092"/>
                </a:lnTo>
                <a:lnTo>
                  <a:pt x="83819" y="25907"/>
                </a:lnTo>
                <a:close/>
              </a:path>
              <a:path w="329564" h="152400">
                <a:moveTo>
                  <a:pt x="76305" y="35092"/>
                </a:moveTo>
                <a:lnTo>
                  <a:pt x="67055" y="27431"/>
                </a:lnTo>
                <a:lnTo>
                  <a:pt x="67055" y="46397"/>
                </a:lnTo>
                <a:lnTo>
                  <a:pt x="76305" y="35092"/>
                </a:lnTo>
                <a:close/>
              </a:path>
              <a:path w="329564" h="152400">
                <a:moveTo>
                  <a:pt x="80869" y="152400"/>
                </a:moveTo>
                <a:lnTo>
                  <a:pt x="76167" y="148589"/>
                </a:lnTo>
                <a:lnTo>
                  <a:pt x="71465" y="152400"/>
                </a:lnTo>
                <a:lnTo>
                  <a:pt x="80869" y="152400"/>
                </a:lnTo>
                <a:close/>
              </a:path>
              <a:path w="329564" h="152400">
                <a:moveTo>
                  <a:pt x="88391" y="152400"/>
                </a:moveTo>
                <a:lnTo>
                  <a:pt x="88391" y="138683"/>
                </a:lnTo>
                <a:lnTo>
                  <a:pt x="76167" y="148589"/>
                </a:lnTo>
                <a:lnTo>
                  <a:pt x="80869" y="152400"/>
                </a:lnTo>
                <a:lnTo>
                  <a:pt x="88391" y="152400"/>
                </a:lnTo>
                <a:close/>
              </a:path>
              <a:path w="329564" h="152400">
                <a:moveTo>
                  <a:pt x="83819" y="41314"/>
                </a:moveTo>
                <a:lnTo>
                  <a:pt x="83819" y="25907"/>
                </a:lnTo>
                <a:lnTo>
                  <a:pt x="76305" y="35092"/>
                </a:lnTo>
                <a:lnTo>
                  <a:pt x="83819" y="41314"/>
                </a:lnTo>
                <a:close/>
              </a:path>
              <a:path w="329564" h="152400">
                <a:moveTo>
                  <a:pt x="173735" y="82295"/>
                </a:moveTo>
                <a:lnTo>
                  <a:pt x="165353" y="75437"/>
                </a:lnTo>
                <a:lnTo>
                  <a:pt x="156971" y="82295"/>
                </a:lnTo>
                <a:lnTo>
                  <a:pt x="173735" y="82295"/>
                </a:lnTo>
                <a:close/>
              </a:path>
              <a:path w="329564" h="152400">
                <a:moveTo>
                  <a:pt x="173735" y="100748"/>
                </a:moveTo>
                <a:lnTo>
                  <a:pt x="173735" y="82295"/>
                </a:lnTo>
                <a:lnTo>
                  <a:pt x="156971" y="82295"/>
                </a:lnTo>
                <a:lnTo>
                  <a:pt x="156971" y="101893"/>
                </a:lnTo>
                <a:lnTo>
                  <a:pt x="164591" y="108203"/>
                </a:lnTo>
                <a:lnTo>
                  <a:pt x="173735" y="100748"/>
                </a:lnTo>
                <a:close/>
              </a:path>
              <a:path w="329564" h="152400">
                <a:moveTo>
                  <a:pt x="329183" y="86867"/>
                </a:moveTo>
                <a:lnTo>
                  <a:pt x="257555" y="0"/>
                </a:lnTo>
                <a:lnTo>
                  <a:pt x="165353" y="75437"/>
                </a:lnTo>
                <a:lnTo>
                  <a:pt x="173735" y="82295"/>
                </a:lnTo>
                <a:lnTo>
                  <a:pt x="173735" y="100748"/>
                </a:lnTo>
                <a:lnTo>
                  <a:pt x="246887" y="41101"/>
                </a:lnTo>
                <a:lnTo>
                  <a:pt x="246887" y="25907"/>
                </a:lnTo>
                <a:lnTo>
                  <a:pt x="263651" y="27431"/>
                </a:lnTo>
                <a:lnTo>
                  <a:pt x="263651" y="46397"/>
                </a:lnTo>
                <a:lnTo>
                  <a:pt x="294188" y="83720"/>
                </a:lnTo>
                <a:lnTo>
                  <a:pt x="303275" y="76199"/>
                </a:lnTo>
                <a:lnTo>
                  <a:pt x="303275" y="108230"/>
                </a:lnTo>
                <a:lnTo>
                  <a:pt x="329183" y="86867"/>
                </a:lnTo>
                <a:close/>
              </a:path>
              <a:path w="329564" h="152400">
                <a:moveTo>
                  <a:pt x="303275" y="108230"/>
                </a:moveTo>
                <a:lnTo>
                  <a:pt x="303275" y="76199"/>
                </a:lnTo>
                <a:lnTo>
                  <a:pt x="301751" y="92963"/>
                </a:lnTo>
                <a:lnTo>
                  <a:pt x="294188" y="83720"/>
                </a:lnTo>
                <a:lnTo>
                  <a:pt x="214883" y="149351"/>
                </a:lnTo>
                <a:lnTo>
                  <a:pt x="218567" y="152400"/>
                </a:lnTo>
                <a:lnTo>
                  <a:pt x="242315" y="152400"/>
                </a:lnTo>
                <a:lnTo>
                  <a:pt x="242315" y="138683"/>
                </a:lnTo>
                <a:lnTo>
                  <a:pt x="254329" y="148589"/>
                </a:lnTo>
                <a:lnTo>
                  <a:pt x="303275" y="108230"/>
                </a:lnTo>
                <a:close/>
              </a:path>
              <a:path w="329564" h="152400">
                <a:moveTo>
                  <a:pt x="263651" y="27431"/>
                </a:moveTo>
                <a:lnTo>
                  <a:pt x="246887" y="25907"/>
                </a:lnTo>
                <a:lnTo>
                  <a:pt x="254344" y="35021"/>
                </a:lnTo>
                <a:lnTo>
                  <a:pt x="263651" y="27431"/>
                </a:lnTo>
                <a:close/>
              </a:path>
              <a:path w="329564" h="152400">
                <a:moveTo>
                  <a:pt x="254344" y="35021"/>
                </a:moveTo>
                <a:lnTo>
                  <a:pt x="246887" y="25907"/>
                </a:lnTo>
                <a:lnTo>
                  <a:pt x="246887" y="41101"/>
                </a:lnTo>
                <a:lnTo>
                  <a:pt x="254344" y="35021"/>
                </a:lnTo>
                <a:close/>
              </a:path>
              <a:path w="329564" h="152400">
                <a:moveTo>
                  <a:pt x="258950" y="152400"/>
                </a:moveTo>
                <a:lnTo>
                  <a:pt x="254329" y="148589"/>
                </a:lnTo>
                <a:lnTo>
                  <a:pt x="249708" y="152400"/>
                </a:lnTo>
                <a:lnTo>
                  <a:pt x="258950" y="152400"/>
                </a:lnTo>
                <a:close/>
              </a:path>
              <a:path w="329564" h="152400">
                <a:moveTo>
                  <a:pt x="263651" y="46397"/>
                </a:moveTo>
                <a:lnTo>
                  <a:pt x="263651" y="27431"/>
                </a:lnTo>
                <a:lnTo>
                  <a:pt x="254344" y="35021"/>
                </a:lnTo>
                <a:lnTo>
                  <a:pt x="263651" y="46397"/>
                </a:lnTo>
                <a:close/>
              </a:path>
              <a:path w="329564" h="152400">
                <a:moveTo>
                  <a:pt x="303275" y="76199"/>
                </a:moveTo>
                <a:lnTo>
                  <a:pt x="294188" y="83720"/>
                </a:lnTo>
                <a:lnTo>
                  <a:pt x="301751" y="92963"/>
                </a:lnTo>
                <a:lnTo>
                  <a:pt x="303275" y="76199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049081" y="3777995"/>
            <a:ext cx="5410200" cy="3154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725482" y="4311397"/>
            <a:ext cx="5334000" cy="261518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227891" y="6204203"/>
            <a:ext cx="711835" cy="407034"/>
          </a:xfrm>
          <a:custGeom>
            <a:avLst/>
            <a:gdLst/>
            <a:ahLst/>
            <a:cxnLst/>
            <a:rect l="l" t="t" r="r" b="b"/>
            <a:pathLst>
              <a:path w="711834" h="407034">
                <a:moveTo>
                  <a:pt x="711707" y="202691"/>
                </a:moveTo>
                <a:lnTo>
                  <a:pt x="707135" y="170687"/>
                </a:lnTo>
                <a:lnTo>
                  <a:pt x="704087" y="160019"/>
                </a:lnTo>
                <a:lnTo>
                  <a:pt x="699515" y="149351"/>
                </a:lnTo>
                <a:lnTo>
                  <a:pt x="693419" y="140207"/>
                </a:lnTo>
                <a:lnTo>
                  <a:pt x="688847" y="131063"/>
                </a:lnTo>
                <a:lnTo>
                  <a:pt x="656843" y="94487"/>
                </a:lnTo>
                <a:lnTo>
                  <a:pt x="615695" y="64007"/>
                </a:lnTo>
                <a:lnTo>
                  <a:pt x="603503" y="57911"/>
                </a:lnTo>
                <a:lnTo>
                  <a:pt x="579119" y="44195"/>
                </a:lnTo>
                <a:lnTo>
                  <a:pt x="522731" y="24383"/>
                </a:lnTo>
                <a:lnTo>
                  <a:pt x="460247" y="9143"/>
                </a:lnTo>
                <a:lnTo>
                  <a:pt x="391667" y="1523"/>
                </a:lnTo>
                <a:lnTo>
                  <a:pt x="355091" y="0"/>
                </a:lnTo>
                <a:lnTo>
                  <a:pt x="320039" y="1523"/>
                </a:lnTo>
                <a:lnTo>
                  <a:pt x="251459" y="9143"/>
                </a:lnTo>
                <a:lnTo>
                  <a:pt x="158495" y="33527"/>
                </a:lnTo>
                <a:lnTo>
                  <a:pt x="106679" y="57911"/>
                </a:lnTo>
                <a:lnTo>
                  <a:pt x="62483" y="86867"/>
                </a:lnTo>
                <a:lnTo>
                  <a:pt x="28955" y="121919"/>
                </a:lnTo>
                <a:lnTo>
                  <a:pt x="7619" y="161543"/>
                </a:lnTo>
                <a:lnTo>
                  <a:pt x="0" y="193547"/>
                </a:lnTo>
                <a:lnTo>
                  <a:pt x="0" y="204215"/>
                </a:lnTo>
                <a:lnTo>
                  <a:pt x="7619" y="246887"/>
                </a:lnTo>
                <a:lnTo>
                  <a:pt x="25907" y="279501"/>
                </a:lnTo>
                <a:lnTo>
                  <a:pt x="25907" y="193547"/>
                </a:lnTo>
                <a:lnTo>
                  <a:pt x="27431" y="185927"/>
                </a:lnTo>
                <a:lnTo>
                  <a:pt x="28955" y="176783"/>
                </a:lnTo>
                <a:lnTo>
                  <a:pt x="32003" y="169163"/>
                </a:lnTo>
                <a:lnTo>
                  <a:pt x="35051" y="160019"/>
                </a:lnTo>
                <a:lnTo>
                  <a:pt x="79247" y="106679"/>
                </a:lnTo>
                <a:lnTo>
                  <a:pt x="99059" y="92963"/>
                </a:lnTo>
                <a:lnTo>
                  <a:pt x="108203" y="85343"/>
                </a:lnTo>
                <a:lnTo>
                  <a:pt x="120395" y="79247"/>
                </a:lnTo>
                <a:lnTo>
                  <a:pt x="143255" y="67055"/>
                </a:lnTo>
                <a:lnTo>
                  <a:pt x="169163" y="57911"/>
                </a:lnTo>
                <a:lnTo>
                  <a:pt x="225551" y="39623"/>
                </a:lnTo>
                <a:lnTo>
                  <a:pt x="288035" y="28955"/>
                </a:lnTo>
                <a:lnTo>
                  <a:pt x="321563" y="25907"/>
                </a:lnTo>
                <a:lnTo>
                  <a:pt x="390143" y="25907"/>
                </a:lnTo>
                <a:lnTo>
                  <a:pt x="455675" y="33527"/>
                </a:lnTo>
                <a:lnTo>
                  <a:pt x="516635" y="48767"/>
                </a:lnTo>
                <a:lnTo>
                  <a:pt x="568451" y="68579"/>
                </a:lnTo>
                <a:lnTo>
                  <a:pt x="614171" y="92963"/>
                </a:lnTo>
                <a:lnTo>
                  <a:pt x="623315" y="100583"/>
                </a:lnTo>
                <a:lnTo>
                  <a:pt x="632459" y="106679"/>
                </a:lnTo>
                <a:lnTo>
                  <a:pt x="640079" y="114299"/>
                </a:lnTo>
                <a:lnTo>
                  <a:pt x="649223" y="121919"/>
                </a:lnTo>
                <a:lnTo>
                  <a:pt x="667511" y="144779"/>
                </a:lnTo>
                <a:lnTo>
                  <a:pt x="672083" y="153923"/>
                </a:lnTo>
                <a:lnTo>
                  <a:pt x="676655" y="161543"/>
                </a:lnTo>
                <a:lnTo>
                  <a:pt x="679703" y="169163"/>
                </a:lnTo>
                <a:lnTo>
                  <a:pt x="682751" y="178307"/>
                </a:lnTo>
                <a:lnTo>
                  <a:pt x="684275" y="187451"/>
                </a:lnTo>
                <a:lnTo>
                  <a:pt x="685799" y="195071"/>
                </a:lnTo>
                <a:lnTo>
                  <a:pt x="685799" y="280415"/>
                </a:lnTo>
                <a:lnTo>
                  <a:pt x="688847" y="275843"/>
                </a:lnTo>
                <a:lnTo>
                  <a:pt x="694943" y="265175"/>
                </a:lnTo>
                <a:lnTo>
                  <a:pt x="699515" y="256031"/>
                </a:lnTo>
                <a:lnTo>
                  <a:pt x="704087" y="245363"/>
                </a:lnTo>
                <a:lnTo>
                  <a:pt x="710183" y="224027"/>
                </a:lnTo>
                <a:lnTo>
                  <a:pt x="710183" y="213359"/>
                </a:lnTo>
                <a:lnTo>
                  <a:pt x="711707" y="202691"/>
                </a:lnTo>
                <a:close/>
              </a:path>
              <a:path w="711834" h="407034">
                <a:moveTo>
                  <a:pt x="685799" y="280415"/>
                </a:moveTo>
                <a:lnTo>
                  <a:pt x="685799" y="213359"/>
                </a:lnTo>
                <a:lnTo>
                  <a:pt x="684275" y="220979"/>
                </a:lnTo>
                <a:lnTo>
                  <a:pt x="682751" y="230123"/>
                </a:lnTo>
                <a:lnTo>
                  <a:pt x="679703" y="237743"/>
                </a:lnTo>
                <a:lnTo>
                  <a:pt x="655319" y="277367"/>
                </a:lnTo>
                <a:lnTo>
                  <a:pt x="623315" y="307847"/>
                </a:lnTo>
                <a:lnTo>
                  <a:pt x="612647" y="313943"/>
                </a:lnTo>
                <a:lnTo>
                  <a:pt x="603503" y="321563"/>
                </a:lnTo>
                <a:lnTo>
                  <a:pt x="568451" y="338327"/>
                </a:lnTo>
                <a:lnTo>
                  <a:pt x="515111" y="359663"/>
                </a:lnTo>
                <a:lnTo>
                  <a:pt x="455675" y="373379"/>
                </a:lnTo>
                <a:lnTo>
                  <a:pt x="390143" y="379475"/>
                </a:lnTo>
                <a:lnTo>
                  <a:pt x="355091" y="380999"/>
                </a:lnTo>
                <a:lnTo>
                  <a:pt x="321563" y="380999"/>
                </a:lnTo>
                <a:lnTo>
                  <a:pt x="256031" y="373379"/>
                </a:lnTo>
                <a:lnTo>
                  <a:pt x="195071" y="358139"/>
                </a:lnTo>
                <a:lnTo>
                  <a:pt x="143255" y="338327"/>
                </a:lnTo>
                <a:lnTo>
                  <a:pt x="97535" y="313943"/>
                </a:lnTo>
                <a:lnTo>
                  <a:pt x="88391" y="306323"/>
                </a:lnTo>
                <a:lnTo>
                  <a:pt x="79247" y="300227"/>
                </a:lnTo>
                <a:lnTo>
                  <a:pt x="70103" y="292607"/>
                </a:lnTo>
                <a:lnTo>
                  <a:pt x="62483" y="284987"/>
                </a:lnTo>
                <a:lnTo>
                  <a:pt x="44195" y="262127"/>
                </a:lnTo>
                <a:lnTo>
                  <a:pt x="39623" y="252983"/>
                </a:lnTo>
                <a:lnTo>
                  <a:pt x="35051" y="245363"/>
                </a:lnTo>
                <a:lnTo>
                  <a:pt x="32003" y="236219"/>
                </a:lnTo>
                <a:lnTo>
                  <a:pt x="28955" y="228599"/>
                </a:lnTo>
                <a:lnTo>
                  <a:pt x="27431" y="219455"/>
                </a:lnTo>
                <a:lnTo>
                  <a:pt x="25907" y="211835"/>
                </a:lnTo>
                <a:lnTo>
                  <a:pt x="25907" y="279501"/>
                </a:lnTo>
                <a:lnTo>
                  <a:pt x="54863" y="312419"/>
                </a:lnTo>
                <a:lnTo>
                  <a:pt x="96011" y="342899"/>
                </a:lnTo>
                <a:lnTo>
                  <a:pt x="108203" y="348995"/>
                </a:lnTo>
                <a:lnTo>
                  <a:pt x="132587" y="362711"/>
                </a:lnTo>
                <a:lnTo>
                  <a:pt x="188975" y="382523"/>
                </a:lnTo>
                <a:lnTo>
                  <a:pt x="251459" y="397763"/>
                </a:lnTo>
                <a:lnTo>
                  <a:pt x="320039" y="405383"/>
                </a:lnTo>
                <a:lnTo>
                  <a:pt x="356615" y="406907"/>
                </a:lnTo>
                <a:lnTo>
                  <a:pt x="391667" y="405383"/>
                </a:lnTo>
                <a:lnTo>
                  <a:pt x="460247" y="397763"/>
                </a:lnTo>
                <a:lnTo>
                  <a:pt x="522731" y="382523"/>
                </a:lnTo>
                <a:lnTo>
                  <a:pt x="579119" y="361187"/>
                </a:lnTo>
                <a:lnTo>
                  <a:pt x="617219" y="342899"/>
                </a:lnTo>
                <a:lnTo>
                  <a:pt x="658367" y="310895"/>
                </a:lnTo>
                <a:lnTo>
                  <a:pt x="667511" y="303275"/>
                </a:lnTo>
                <a:lnTo>
                  <a:pt x="682751" y="284987"/>
                </a:lnTo>
                <a:lnTo>
                  <a:pt x="685799" y="28041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789490" y="5518403"/>
            <a:ext cx="788035" cy="318770"/>
          </a:xfrm>
          <a:custGeom>
            <a:avLst/>
            <a:gdLst/>
            <a:ahLst/>
            <a:cxnLst/>
            <a:rect l="l" t="t" r="r" b="b"/>
            <a:pathLst>
              <a:path w="788035" h="318770">
                <a:moveTo>
                  <a:pt x="57911" y="105155"/>
                </a:moveTo>
                <a:lnTo>
                  <a:pt x="42671" y="86867"/>
                </a:lnTo>
                <a:lnTo>
                  <a:pt x="33527" y="92963"/>
                </a:lnTo>
                <a:lnTo>
                  <a:pt x="25907" y="100583"/>
                </a:lnTo>
                <a:lnTo>
                  <a:pt x="13715" y="115823"/>
                </a:lnTo>
                <a:lnTo>
                  <a:pt x="9143" y="124967"/>
                </a:lnTo>
                <a:lnTo>
                  <a:pt x="4571" y="132587"/>
                </a:lnTo>
                <a:lnTo>
                  <a:pt x="3047" y="141731"/>
                </a:lnTo>
                <a:lnTo>
                  <a:pt x="0" y="150875"/>
                </a:lnTo>
                <a:lnTo>
                  <a:pt x="0" y="158495"/>
                </a:lnTo>
                <a:lnTo>
                  <a:pt x="12953" y="159257"/>
                </a:lnTo>
                <a:lnTo>
                  <a:pt x="25907" y="158495"/>
                </a:lnTo>
                <a:lnTo>
                  <a:pt x="25907" y="152399"/>
                </a:lnTo>
                <a:lnTo>
                  <a:pt x="27431" y="146303"/>
                </a:lnTo>
                <a:lnTo>
                  <a:pt x="28955" y="141731"/>
                </a:lnTo>
                <a:lnTo>
                  <a:pt x="35051" y="129539"/>
                </a:lnTo>
                <a:lnTo>
                  <a:pt x="39623" y="123443"/>
                </a:lnTo>
                <a:lnTo>
                  <a:pt x="57911" y="105155"/>
                </a:lnTo>
                <a:close/>
              </a:path>
              <a:path w="788035" h="318770">
                <a:moveTo>
                  <a:pt x="27431" y="169163"/>
                </a:moveTo>
                <a:lnTo>
                  <a:pt x="25907" y="164591"/>
                </a:lnTo>
                <a:lnTo>
                  <a:pt x="25907" y="160019"/>
                </a:lnTo>
                <a:lnTo>
                  <a:pt x="12953" y="159257"/>
                </a:lnTo>
                <a:lnTo>
                  <a:pt x="0" y="160019"/>
                </a:lnTo>
                <a:lnTo>
                  <a:pt x="1523" y="169163"/>
                </a:lnTo>
                <a:lnTo>
                  <a:pt x="1523" y="175259"/>
                </a:lnTo>
                <a:lnTo>
                  <a:pt x="27431" y="169163"/>
                </a:lnTo>
                <a:close/>
              </a:path>
              <a:path w="788035" h="318770">
                <a:moveTo>
                  <a:pt x="25907" y="160019"/>
                </a:moveTo>
                <a:lnTo>
                  <a:pt x="25907" y="158495"/>
                </a:lnTo>
                <a:lnTo>
                  <a:pt x="12953" y="159257"/>
                </a:lnTo>
                <a:lnTo>
                  <a:pt x="25907" y="160019"/>
                </a:lnTo>
                <a:close/>
              </a:path>
              <a:path w="788035" h="318770">
                <a:moveTo>
                  <a:pt x="144779" y="62483"/>
                </a:moveTo>
                <a:lnTo>
                  <a:pt x="137159" y="38099"/>
                </a:lnTo>
                <a:lnTo>
                  <a:pt x="132587" y="39623"/>
                </a:lnTo>
                <a:lnTo>
                  <a:pt x="120395" y="44195"/>
                </a:lnTo>
                <a:lnTo>
                  <a:pt x="106679" y="48767"/>
                </a:lnTo>
                <a:lnTo>
                  <a:pt x="82295" y="60959"/>
                </a:lnTo>
                <a:lnTo>
                  <a:pt x="71627" y="67055"/>
                </a:lnTo>
                <a:lnTo>
                  <a:pt x="64007" y="70103"/>
                </a:lnTo>
                <a:lnTo>
                  <a:pt x="77723" y="92963"/>
                </a:lnTo>
                <a:lnTo>
                  <a:pt x="83819" y="88391"/>
                </a:lnTo>
                <a:lnTo>
                  <a:pt x="94487" y="82295"/>
                </a:lnTo>
                <a:lnTo>
                  <a:pt x="105155" y="77723"/>
                </a:lnTo>
                <a:lnTo>
                  <a:pt x="117347" y="73151"/>
                </a:lnTo>
                <a:lnTo>
                  <a:pt x="129539" y="67055"/>
                </a:lnTo>
                <a:lnTo>
                  <a:pt x="141731" y="62483"/>
                </a:lnTo>
                <a:lnTo>
                  <a:pt x="144779" y="62483"/>
                </a:lnTo>
                <a:close/>
              </a:path>
              <a:path w="788035" h="318770">
                <a:moveTo>
                  <a:pt x="240791" y="38099"/>
                </a:moveTo>
                <a:lnTo>
                  <a:pt x="236219" y="13715"/>
                </a:lnTo>
                <a:lnTo>
                  <a:pt x="208787" y="18287"/>
                </a:lnTo>
                <a:lnTo>
                  <a:pt x="176783" y="25907"/>
                </a:lnTo>
                <a:lnTo>
                  <a:pt x="161543" y="30479"/>
                </a:lnTo>
                <a:lnTo>
                  <a:pt x="167639" y="54863"/>
                </a:lnTo>
                <a:lnTo>
                  <a:pt x="184403" y="50291"/>
                </a:lnTo>
                <a:lnTo>
                  <a:pt x="214883" y="42671"/>
                </a:lnTo>
                <a:lnTo>
                  <a:pt x="240791" y="38099"/>
                </a:lnTo>
                <a:close/>
              </a:path>
              <a:path w="788035" h="318770">
                <a:moveTo>
                  <a:pt x="341375" y="27431"/>
                </a:moveTo>
                <a:lnTo>
                  <a:pt x="339851" y="1523"/>
                </a:lnTo>
                <a:lnTo>
                  <a:pt x="315467" y="3047"/>
                </a:lnTo>
                <a:lnTo>
                  <a:pt x="278891" y="7619"/>
                </a:lnTo>
                <a:lnTo>
                  <a:pt x="262127" y="9143"/>
                </a:lnTo>
                <a:lnTo>
                  <a:pt x="265175" y="35051"/>
                </a:lnTo>
                <a:lnTo>
                  <a:pt x="281939" y="32003"/>
                </a:lnTo>
                <a:lnTo>
                  <a:pt x="318515" y="28955"/>
                </a:lnTo>
                <a:lnTo>
                  <a:pt x="341375" y="27431"/>
                </a:lnTo>
                <a:close/>
              </a:path>
              <a:path w="788035" h="318770">
                <a:moveTo>
                  <a:pt x="393953" y="12953"/>
                </a:moveTo>
                <a:lnTo>
                  <a:pt x="393191" y="0"/>
                </a:lnTo>
                <a:lnTo>
                  <a:pt x="365759" y="1523"/>
                </a:lnTo>
                <a:lnTo>
                  <a:pt x="365759" y="25907"/>
                </a:lnTo>
                <a:lnTo>
                  <a:pt x="393191" y="25907"/>
                </a:lnTo>
                <a:lnTo>
                  <a:pt x="393953" y="12953"/>
                </a:lnTo>
                <a:close/>
              </a:path>
              <a:path w="788035" h="318770">
                <a:moveTo>
                  <a:pt x="394715" y="25907"/>
                </a:moveTo>
                <a:lnTo>
                  <a:pt x="393953" y="12953"/>
                </a:lnTo>
                <a:lnTo>
                  <a:pt x="393191" y="25907"/>
                </a:lnTo>
                <a:lnTo>
                  <a:pt x="394715" y="25907"/>
                </a:lnTo>
                <a:close/>
              </a:path>
              <a:path w="788035" h="318770">
                <a:moveTo>
                  <a:pt x="441959" y="1523"/>
                </a:moveTo>
                <a:lnTo>
                  <a:pt x="432815" y="1523"/>
                </a:lnTo>
                <a:lnTo>
                  <a:pt x="394715" y="0"/>
                </a:lnTo>
                <a:lnTo>
                  <a:pt x="393953" y="12953"/>
                </a:lnTo>
                <a:lnTo>
                  <a:pt x="394715" y="25907"/>
                </a:lnTo>
                <a:lnTo>
                  <a:pt x="432815" y="25907"/>
                </a:lnTo>
                <a:lnTo>
                  <a:pt x="440435" y="27431"/>
                </a:lnTo>
                <a:lnTo>
                  <a:pt x="441959" y="1523"/>
                </a:lnTo>
                <a:close/>
              </a:path>
              <a:path w="788035" h="318770">
                <a:moveTo>
                  <a:pt x="544067" y="12191"/>
                </a:moveTo>
                <a:lnTo>
                  <a:pt x="509015" y="6095"/>
                </a:lnTo>
                <a:lnTo>
                  <a:pt x="470915" y="3047"/>
                </a:lnTo>
                <a:lnTo>
                  <a:pt x="467867" y="3047"/>
                </a:lnTo>
                <a:lnTo>
                  <a:pt x="466343" y="28955"/>
                </a:lnTo>
                <a:lnTo>
                  <a:pt x="469391" y="28955"/>
                </a:lnTo>
                <a:lnTo>
                  <a:pt x="505967" y="32003"/>
                </a:lnTo>
                <a:lnTo>
                  <a:pt x="541019" y="36575"/>
                </a:lnTo>
                <a:lnTo>
                  <a:pt x="544067" y="12191"/>
                </a:lnTo>
                <a:close/>
              </a:path>
              <a:path w="788035" h="318770">
                <a:moveTo>
                  <a:pt x="644651" y="36575"/>
                </a:moveTo>
                <a:lnTo>
                  <a:pt x="640079" y="33527"/>
                </a:lnTo>
                <a:lnTo>
                  <a:pt x="609599" y="25907"/>
                </a:lnTo>
                <a:lnTo>
                  <a:pt x="577595" y="18287"/>
                </a:lnTo>
                <a:lnTo>
                  <a:pt x="569975" y="16763"/>
                </a:lnTo>
                <a:lnTo>
                  <a:pt x="565403" y="41147"/>
                </a:lnTo>
                <a:lnTo>
                  <a:pt x="573023" y="42671"/>
                </a:lnTo>
                <a:lnTo>
                  <a:pt x="603503" y="50291"/>
                </a:lnTo>
                <a:lnTo>
                  <a:pt x="632459" y="57911"/>
                </a:lnTo>
                <a:lnTo>
                  <a:pt x="637031" y="59435"/>
                </a:lnTo>
                <a:lnTo>
                  <a:pt x="644651" y="36575"/>
                </a:lnTo>
                <a:close/>
              </a:path>
              <a:path w="788035" h="318770">
                <a:moveTo>
                  <a:pt x="739139" y="82295"/>
                </a:moveTo>
                <a:lnTo>
                  <a:pt x="736091" y="79247"/>
                </a:lnTo>
                <a:lnTo>
                  <a:pt x="726947" y="73151"/>
                </a:lnTo>
                <a:lnTo>
                  <a:pt x="716279" y="67055"/>
                </a:lnTo>
                <a:lnTo>
                  <a:pt x="704087" y="60959"/>
                </a:lnTo>
                <a:lnTo>
                  <a:pt x="693419" y="54863"/>
                </a:lnTo>
                <a:lnTo>
                  <a:pt x="681227" y="48767"/>
                </a:lnTo>
                <a:lnTo>
                  <a:pt x="670559" y="44195"/>
                </a:lnTo>
                <a:lnTo>
                  <a:pt x="659891" y="68579"/>
                </a:lnTo>
                <a:lnTo>
                  <a:pt x="670559" y="73151"/>
                </a:lnTo>
                <a:lnTo>
                  <a:pt x="682751" y="77723"/>
                </a:lnTo>
                <a:lnTo>
                  <a:pt x="693419" y="83819"/>
                </a:lnTo>
                <a:lnTo>
                  <a:pt x="704087" y="88391"/>
                </a:lnTo>
                <a:lnTo>
                  <a:pt x="722375" y="100583"/>
                </a:lnTo>
                <a:lnTo>
                  <a:pt x="725423" y="102107"/>
                </a:lnTo>
                <a:lnTo>
                  <a:pt x="739139" y="82295"/>
                </a:lnTo>
                <a:close/>
              </a:path>
              <a:path w="788035" h="318770">
                <a:moveTo>
                  <a:pt x="787907" y="158495"/>
                </a:moveTo>
                <a:lnTo>
                  <a:pt x="784859" y="140207"/>
                </a:lnTo>
                <a:lnTo>
                  <a:pt x="781811" y="131063"/>
                </a:lnTo>
                <a:lnTo>
                  <a:pt x="778763" y="123443"/>
                </a:lnTo>
                <a:lnTo>
                  <a:pt x="760475" y="100583"/>
                </a:lnTo>
                <a:lnTo>
                  <a:pt x="760475" y="99059"/>
                </a:lnTo>
                <a:lnTo>
                  <a:pt x="742187" y="117347"/>
                </a:lnTo>
                <a:lnTo>
                  <a:pt x="742187" y="118871"/>
                </a:lnTo>
                <a:lnTo>
                  <a:pt x="748283" y="124967"/>
                </a:lnTo>
                <a:lnTo>
                  <a:pt x="752855" y="131063"/>
                </a:lnTo>
                <a:lnTo>
                  <a:pt x="755903" y="137159"/>
                </a:lnTo>
                <a:lnTo>
                  <a:pt x="758951" y="141731"/>
                </a:lnTo>
                <a:lnTo>
                  <a:pt x="761999" y="153923"/>
                </a:lnTo>
                <a:lnTo>
                  <a:pt x="761999" y="158495"/>
                </a:lnTo>
                <a:lnTo>
                  <a:pt x="774953" y="159257"/>
                </a:lnTo>
                <a:lnTo>
                  <a:pt x="787907" y="158495"/>
                </a:lnTo>
                <a:close/>
              </a:path>
              <a:path w="788035" h="318770">
                <a:moveTo>
                  <a:pt x="787907" y="160019"/>
                </a:moveTo>
                <a:lnTo>
                  <a:pt x="774953" y="159257"/>
                </a:lnTo>
                <a:lnTo>
                  <a:pt x="761999" y="160019"/>
                </a:lnTo>
                <a:lnTo>
                  <a:pt x="761999" y="166115"/>
                </a:lnTo>
                <a:lnTo>
                  <a:pt x="760475" y="172211"/>
                </a:lnTo>
                <a:lnTo>
                  <a:pt x="758951" y="173735"/>
                </a:lnTo>
                <a:lnTo>
                  <a:pt x="783335" y="181355"/>
                </a:lnTo>
                <a:lnTo>
                  <a:pt x="784859" y="176783"/>
                </a:lnTo>
                <a:lnTo>
                  <a:pt x="786383" y="167639"/>
                </a:lnTo>
                <a:lnTo>
                  <a:pt x="787907" y="160019"/>
                </a:lnTo>
                <a:close/>
              </a:path>
              <a:path w="788035" h="318770">
                <a:moveTo>
                  <a:pt x="774953" y="159257"/>
                </a:moveTo>
                <a:lnTo>
                  <a:pt x="761999" y="158495"/>
                </a:lnTo>
                <a:lnTo>
                  <a:pt x="761999" y="160019"/>
                </a:lnTo>
                <a:lnTo>
                  <a:pt x="774953" y="159257"/>
                </a:lnTo>
                <a:close/>
              </a:path>
              <a:path w="788035" h="318770">
                <a:moveTo>
                  <a:pt x="769619" y="207263"/>
                </a:moveTo>
                <a:lnTo>
                  <a:pt x="749807" y="192023"/>
                </a:lnTo>
                <a:lnTo>
                  <a:pt x="748283" y="195071"/>
                </a:lnTo>
                <a:lnTo>
                  <a:pt x="736091" y="207263"/>
                </a:lnTo>
                <a:lnTo>
                  <a:pt x="720851" y="219455"/>
                </a:lnTo>
                <a:lnTo>
                  <a:pt x="713231" y="224027"/>
                </a:lnTo>
                <a:lnTo>
                  <a:pt x="702563" y="230123"/>
                </a:lnTo>
                <a:lnTo>
                  <a:pt x="693419" y="234695"/>
                </a:lnTo>
                <a:lnTo>
                  <a:pt x="705611" y="257555"/>
                </a:lnTo>
                <a:lnTo>
                  <a:pt x="745235" y="233171"/>
                </a:lnTo>
                <a:lnTo>
                  <a:pt x="768095" y="210311"/>
                </a:lnTo>
                <a:lnTo>
                  <a:pt x="769619" y="207263"/>
                </a:lnTo>
                <a:close/>
              </a:path>
              <a:path w="788035" h="318770">
                <a:moveTo>
                  <a:pt x="682751" y="269747"/>
                </a:moveTo>
                <a:lnTo>
                  <a:pt x="672083" y="245363"/>
                </a:lnTo>
                <a:lnTo>
                  <a:pt x="670559" y="246887"/>
                </a:lnTo>
                <a:lnTo>
                  <a:pt x="646175" y="256031"/>
                </a:lnTo>
                <a:lnTo>
                  <a:pt x="632459" y="260603"/>
                </a:lnTo>
                <a:lnTo>
                  <a:pt x="603503" y="268223"/>
                </a:lnTo>
                <a:lnTo>
                  <a:pt x="601979" y="268223"/>
                </a:lnTo>
                <a:lnTo>
                  <a:pt x="608075" y="294131"/>
                </a:lnTo>
                <a:lnTo>
                  <a:pt x="611123" y="292607"/>
                </a:lnTo>
                <a:lnTo>
                  <a:pt x="640079" y="284987"/>
                </a:lnTo>
                <a:lnTo>
                  <a:pt x="653795" y="280415"/>
                </a:lnTo>
                <a:lnTo>
                  <a:pt x="667511" y="274319"/>
                </a:lnTo>
                <a:lnTo>
                  <a:pt x="681227" y="269747"/>
                </a:lnTo>
                <a:lnTo>
                  <a:pt x="682751" y="269747"/>
                </a:lnTo>
                <a:close/>
              </a:path>
              <a:path w="788035" h="318770">
                <a:moveTo>
                  <a:pt x="583691" y="300227"/>
                </a:moveTo>
                <a:lnTo>
                  <a:pt x="577595" y="274319"/>
                </a:lnTo>
                <a:lnTo>
                  <a:pt x="573023" y="275843"/>
                </a:lnTo>
                <a:lnTo>
                  <a:pt x="539495" y="281939"/>
                </a:lnTo>
                <a:lnTo>
                  <a:pt x="505967" y="286511"/>
                </a:lnTo>
                <a:lnTo>
                  <a:pt x="504443" y="286511"/>
                </a:lnTo>
                <a:lnTo>
                  <a:pt x="505967" y="312419"/>
                </a:lnTo>
                <a:lnTo>
                  <a:pt x="509015" y="312419"/>
                </a:lnTo>
                <a:lnTo>
                  <a:pt x="579119" y="300227"/>
                </a:lnTo>
                <a:lnTo>
                  <a:pt x="583691" y="300227"/>
                </a:lnTo>
                <a:close/>
              </a:path>
              <a:path w="788035" h="318770">
                <a:moveTo>
                  <a:pt x="481583" y="313943"/>
                </a:moveTo>
                <a:lnTo>
                  <a:pt x="478535" y="289559"/>
                </a:lnTo>
                <a:lnTo>
                  <a:pt x="469391" y="289559"/>
                </a:lnTo>
                <a:lnTo>
                  <a:pt x="432815" y="292607"/>
                </a:lnTo>
                <a:lnTo>
                  <a:pt x="403859" y="292607"/>
                </a:lnTo>
                <a:lnTo>
                  <a:pt x="403859" y="318515"/>
                </a:lnTo>
                <a:lnTo>
                  <a:pt x="434339" y="318515"/>
                </a:lnTo>
                <a:lnTo>
                  <a:pt x="472439" y="315467"/>
                </a:lnTo>
                <a:lnTo>
                  <a:pt x="481583" y="313943"/>
                </a:lnTo>
                <a:close/>
              </a:path>
              <a:path w="788035" h="318770">
                <a:moveTo>
                  <a:pt x="377951" y="318515"/>
                </a:moveTo>
                <a:lnTo>
                  <a:pt x="377951" y="292607"/>
                </a:lnTo>
                <a:lnTo>
                  <a:pt x="355091" y="292607"/>
                </a:lnTo>
                <a:lnTo>
                  <a:pt x="318515" y="289559"/>
                </a:lnTo>
                <a:lnTo>
                  <a:pt x="303275" y="289559"/>
                </a:lnTo>
                <a:lnTo>
                  <a:pt x="300227" y="313943"/>
                </a:lnTo>
                <a:lnTo>
                  <a:pt x="316991" y="315467"/>
                </a:lnTo>
                <a:lnTo>
                  <a:pt x="355091" y="318515"/>
                </a:lnTo>
                <a:lnTo>
                  <a:pt x="377951" y="318515"/>
                </a:lnTo>
                <a:close/>
              </a:path>
              <a:path w="788035" h="318770">
                <a:moveTo>
                  <a:pt x="278891" y="286511"/>
                </a:moveTo>
                <a:lnTo>
                  <a:pt x="246887" y="281939"/>
                </a:lnTo>
                <a:lnTo>
                  <a:pt x="214883" y="275843"/>
                </a:lnTo>
                <a:lnTo>
                  <a:pt x="204215" y="272795"/>
                </a:lnTo>
                <a:lnTo>
                  <a:pt x="199643" y="298703"/>
                </a:lnTo>
                <a:lnTo>
                  <a:pt x="210311" y="300227"/>
                </a:lnTo>
                <a:lnTo>
                  <a:pt x="243839" y="306323"/>
                </a:lnTo>
                <a:lnTo>
                  <a:pt x="274319" y="310895"/>
                </a:lnTo>
                <a:lnTo>
                  <a:pt x="278891" y="286511"/>
                </a:lnTo>
                <a:close/>
              </a:path>
              <a:path w="788035" h="318770">
                <a:moveTo>
                  <a:pt x="181355" y="268223"/>
                </a:moveTo>
                <a:lnTo>
                  <a:pt x="155447" y="260603"/>
                </a:lnTo>
                <a:lnTo>
                  <a:pt x="141731" y="256031"/>
                </a:lnTo>
                <a:lnTo>
                  <a:pt x="129539" y="251459"/>
                </a:lnTo>
                <a:lnTo>
                  <a:pt x="115823" y="245363"/>
                </a:lnTo>
                <a:lnTo>
                  <a:pt x="109727" y="243839"/>
                </a:lnTo>
                <a:lnTo>
                  <a:pt x="100583" y="266699"/>
                </a:lnTo>
                <a:lnTo>
                  <a:pt x="106679" y="269747"/>
                </a:lnTo>
                <a:lnTo>
                  <a:pt x="120395" y="274319"/>
                </a:lnTo>
                <a:lnTo>
                  <a:pt x="134111" y="280415"/>
                </a:lnTo>
                <a:lnTo>
                  <a:pt x="147827" y="284987"/>
                </a:lnTo>
                <a:lnTo>
                  <a:pt x="173735" y="292607"/>
                </a:lnTo>
                <a:lnTo>
                  <a:pt x="181355" y="268223"/>
                </a:lnTo>
                <a:close/>
              </a:path>
              <a:path w="788035" h="318770">
                <a:moveTo>
                  <a:pt x="88391" y="233171"/>
                </a:moveTo>
                <a:lnTo>
                  <a:pt x="65531" y="217931"/>
                </a:lnTo>
                <a:lnTo>
                  <a:pt x="57911" y="213359"/>
                </a:lnTo>
                <a:lnTo>
                  <a:pt x="51815" y="207263"/>
                </a:lnTo>
                <a:lnTo>
                  <a:pt x="44195" y="201167"/>
                </a:lnTo>
                <a:lnTo>
                  <a:pt x="35051" y="188975"/>
                </a:lnTo>
                <a:lnTo>
                  <a:pt x="13715" y="201167"/>
                </a:lnTo>
                <a:lnTo>
                  <a:pt x="15239" y="204215"/>
                </a:lnTo>
                <a:lnTo>
                  <a:pt x="19811" y="211835"/>
                </a:lnTo>
                <a:lnTo>
                  <a:pt x="27431" y="219455"/>
                </a:lnTo>
                <a:lnTo>
                  <a:pt x="35051" y="225551"/>
                </a:lnTo>
                <a:lnTo>
                  <a:pt x="42671" y="233171"/>
                </a:lnTo>
                <a:lnTo>
                  <a:pt x="51815" y="239267"/>
                </a:lnTo>
                <a:lnTo>
                  <a:pt x="60959" y="246887"/>
                </a:lnTo>
                <a:lnTo>
                  <a:pt x="71627" y="252983"/>
                </a:lnTo>
                <a:lnTo>
                  <a:pt x="76199" y="254507"/>
                </a:lnTo>
                <a:lnTo>
                  <a:pt x="88391" y="23317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999801" y="4613148"/>
            <a:ext cx="654050" cy="321945"/>
          </a:xfrm>
          <a:custGeom>
            <a:avLst/>
            <a:gdLst/>
            <a:ahLst/>
            <a:cxnLst/>
            <a:rect l="l" t="t" r="r" b="b"/>
            <a:pathLst>
              <a:path w="654050" h="321945">
                <a:moveTo>
                  <a:pt x="54863" y="103631"/>
                </a:moveTo>
                <a:lnTo>
                  <a:pt x="38099" y="85343"/>
                </a:lnTo>
                <a:lnTo>
                  <a:pt x="35051" y="86867"/>
                </a:lnTo>
                <a:lnTo>
                  <a:pt x="27431" y="94487"/>
                </a:lnTo>
                <a:lnTo>
                  <a:pt x="4571" y="134111"/>
                </a:lnTo>
                <a:lnTo>
                  <a:pt x="0" y="152399"/>
                </a:lnTo>
                <a:lnTo>
                  <a:pt x="0" y="160019"/>
                </a:lnTo>
                <a:lnTo>
                  <a:pt x="12953" y="160781"/>
                </a:lnTo>
                <a:lnTo>
                  <a:pt x="25907" y="160019"/>
                </a:lnTo>
                <a:lnTo>
                  <a:pt x="25907" y="153923"/>
                </a:lnTo>
                <a:lnTo>
                  <a:pt x="28955" y="141731"/>
                </a:lnTo>
                <a:lnTo>
                  <a:pt x="38099" y="123443"/>
                </a:lnTo>
                <a:lnTo>
                  <a:pt x="47243" y="111251"/>
                </a:lnTo>
                <a:lnTo>
                  <a:pt x="54863" y="103631"/>
                </a:lnTo>
                <a:close/>
              </a:path>
              <a:path w="654050" h="321945">
                <a:moveTo>
                  <a:pt x="54863" y="217931"/>
                </a:moveTo>
                <a:lnTo>
                  <a:pt x="51815" y="214883"/>
                </a:lnTo>
                <a:lnTo>
                  <a:pt x="47243" y="208787"/>
                </a:lnTo>
                <a:lnTo>
                  <a:pt x="41147" y="202691"/>
                </a:lnTo>
                <a:lnTo>
                  <a:pt x="38099" y="196595"/>
                </a:lnTo>
                <a:lnTo>
                  <a:pt x="33527" y="190499"/>
                </a:lnTo>
                <a:lnTo>
                  <a:pt x="30479" y="184403"/>
                </a:lnTo>
                <a:lnTo>
                  <a:pt x="25907" y="166115"/>
                </a:lnTo>
                <a:lnTo>
                  <a:pt x="25907" y="161543"/>
                </a:lnTo>
                <a:lnTo>
                  <a:pt x="12953" y="160781"/>
                </a:lnTo>
                <a:lnTo>
                  <a:pt x="0" y="161543"/>
                </a:lnTo>
                <a:lnTo>
                  <a:pt x="1523" y="170687"/>
                </a:lnTo>
                <a:lnTo>
                  <a:pt x="3047" y="178307"/>
                </a:lnTo>
                <a:lnTo>
                  <a:pt x="4571" y="187451"/>
                </a:lnTo>
                <a:lnTo>
                  <a:pt x="7619" y="196595"/>
                </a:lnTo>
                <a:lnTo>
                  <a:pt x="16763" y="211835"/>
                </a:lnTo>
                <a:lnTo>
                  <a:pt x="35051" y="234695"/>
                </a:lnTo>
                <a:lnTo>
                  <a:pt x="38099" y="236219"/>
                </a:lnTo>
                <a:lnTo>
                  <a:pt x="54863" y="217931"/>
                </a:lnTo>
                <a:close/>
              </a:path>
              <a:path w="654050" h="321945">
                <a:moveTo>
                  <a:pt x="25907" y="161543"/>
                </a:moveTo>
                <a:lnTo>
                  <a:pt x="25907" y="160019"/>
                </a:lnTo>
                <a:lnTo>
                  <a:pt x="12953" y="160781"/>
                </a:lnTo>
                <a:lnTo>
                  <a:pt x="25907" y="161543"/>
                </a:lnTo>
                <a:close/>
              </a:path>
              <a:path w="654050" h="321945">
                <a:moveTo>
                  <a:pt x="137159" y="56387"/>
                </a:moveTo>
                <a:lnTo>
                  <a:pt x="129539" y="32003"/>
                </a:lnTo>
                <a:lnTo>
                  <a:pt x="99059" y="44195"/>
                </a:lnTo>
                <a:lnTo>
                  <a:pt x="77723" y="54863"/>
                </a:lnTo>
                <a:lnTo>
                  <a:pt x="59435" y="67055"/>
                </a:lnTo>
                <a:lnTo>
                  <a:pt x="57911" y="68579"/>
                </a:lnTo>
                <a:lnTo>
                  <a:pt x="73151" y="88391"/>
                </a:lnTo>
                <a:lnTo>
                  <a:pt x="74675" y="88391"/>
                </a:lnTo>
                <a:lnTo>
                  <a:pt x="82295" y="82295"/>
                </a:lnTo>
                <a:lnTo>
                  <a:pt x="91439" y="77723"/>
                </a:lnTo>
                <a:lnTo>
                  <a:pt x="111251" y="67055"/>
                </a:lnTo>
                <a:lnTo>
                  <a:pt x="132587" y="57911"/>
                </a:lnTo>
                <a:lnTo>
                  <a:pt x="137159" y="56387"/>
                </a:lnTo>
                <a:close/>
              </a:path>
              <a:path w="654050" h="321945">
                <a:moveTo>
                  <a:pt x="234695" y="32003"/>
                </a:moveTo>
                <a:lnTo>
                  <a:pt x="230123" y="6095"/>
                </a:lnTo>
                <a:lnTo>
                  <a:pt x="201167" y="12191"/>
                </a:lnTo>
                <a:lnTo>
                  <a:pt x="173735" y="18287"/>
                </a:lnTo>
                <a:lnTo>
                  <a:pt x="153923" y="24383"/>
                </a:lnTo>
                <a:lnTo>
                  <a:pt x="161543" y="48767"/>
                </a:lnTo>
                <a:lnTo>
                  <a:pt x="181355" y="42671"/>
                </a:lnTo>
                <a:lnTo>
                  <a:pt x="207263" y="36575"/>
                </a:lnTo>
                <a:lnTo>
                  <a:pt x="234695" y="32003"/>
                </a:lnTo>
                <a:close/>
              </a:path>
              <a:path w="654050" h="321945">
                <a:moveTo>
                  <a:pt x="326897" y="12191"/>
                </a:moveTo>
                <a:lnTo>
                  <a:pt x="326135" y="0"/>
                </a:lnTo>
                <a:lnTo>
                  <a:pt x="294131" y="0"/>
                </a:lnTo>
                <a:lnTo>
                  <a:pt x="262127" y="3047"/>
                </a:lnTo>
                <a:lnTo>
                  <a:pt x="256031" y="3047"/>
                </a:lnTo>
                <a:lnTo>
                  <a:pt x="259079" y="28955"/>
                </a:lnTo>
                <a:lnTo>
                  <a:pt x="265175" y="27431"/>
                </a:lnTo>
                <a:lnTo>
                  <a:pt x="295655" y="25907"/>
                </a:lnTo>
                <a:lnTo>
                  <a:pt x="326135" y="24456"/>
                </a:lnTo>
                <a:lnTo>
                  <a:pt x="326897" y="12191"/>
                </a:lnTo>
                <a:close/>
              </a:path>
              <a:path w="654050" h="321945">
                <a:moveTo>
                  <a:pt x="327659" y="24383"/>
                </a:moveTo>
                <a:lnTo>
                  <a:pt x="326897" y="12191"/>
                </a:lnTo>
                <a:lnTo>
                  <a:pt x="326135" y="24383"/>
                </a:lnTo>
                <a:lnTo>
                  <a:pt x="326379" y="24444"/>
                </a:lnTo>
                <a:lnTo>
                  <a:pt x="327659" y="24383"/>
                </a:lnTo>
                <a:close/>
              </a:path>
              <a:path w="654050" h="321945">
                <a:moveTo>
                  <a:pt x="326379" y="24444"/>
                </a:moveTo>
                <a:lnTo>
                  <a:pt x="326135" y="24383"/>
                </a:lnTo>
                <a:lnTo>
                  <a:pt x="326379" y="24444"/>
                </a:lnTo>
                <a:close/>
              </a:path>
              <a:path w="654050" h="321945">
                <a:moveTo>
                  <a:pt x="327659" y="24764"/>
                </a:moveTo>
                <a:lnTo>
                  <a:pt x="327659" y="24383"/>
                </a:lnTo>
                <a:lnTo>
                  <a:pt x="326379" y="24444"/>
                </a:lnTo>
                <a:lnTo>
                  <a:pt x="327659" y="24764"/>
                </a:lnTo>
                <a:close/>
              </a:path>
              <a:path w="654050" h="321945">
                <a:moveTo>
                  <a:pt x="333755" y="0"/>
                </a:moveTo>
                <a:lnTo>
                  <a:pt x="327659" y="0"/>
                </a:lnTo>
                <a:lnTo>
                  <a:pt x="326897" y="12191"/>
                </a:lnTo>
                <a:lnTo>
                  <a:pt x="327659" y="24383"/>
                </a:lnTo>
                <a:lnTo>
                  <a:pt x="327659" y="24764"/>
                </a:lnTo>
                <a:lnTo>
                  <a:pt x="332231" y="25907"/>
                </a:lnTo>
                <a:lnTo>
                  <a:pt x="333755" y="0"/>
                </a:lnTo>
                <a:close/>
              </a:path>
              <a:path w="654050" h="321945">
                <a:moveTo>
                  <a:pt x="435863" y="9143"/>
                </a:moveTo>
                <a:lnTo>
                  <a:pt x="422147" y="6095"/>
                </a:lnTo>
                <a:lnTo>
                  <a:pt x="391667" y="3047"/>
                </a:lnTo>
                <a:lnTo>
                  <a:pt x="359663" y="0"/>
                </a:lnTo>
                <a:lnTo>
                  <a:pt x="358139" y="25907"/>
                </a:lnTo>
                <a:lnTo>
                  <a:pt x="388619" y="27431"/>
                </a:lnTo>
                <a:lnTo>
                  <a:pt x="419099" y="32003"/>
                </a:lnTo>
                <a:lnTo>
                  <a:pt x="432815" y="33527"/>
                </a:lnTo>
                <a:lnTo>
                  <a:pt x="435863" y="9143"/>
                </a:lnTo>
                <a:close/>
              </a:path>
              <a:path w="654050" h="321945">
                <a:moveTo>
                  <a:pt x="536447" y="36575"/>
                </a:moveTo>
                <a:lnTo>
                  <a:pt x="530351" y="33527"/>
                </a:lnTo>
                <a:lnTo>
                  <a:pt x="505967" y="25907"/>
                </a:lnTo>
                <a:lnTo>
                  <a:pt x="480059" y="18287"/>
                </a:lnTo>
                <a:lnTo>
                  <a:pt x="461771" y="13715"/>
                </a:lnTo>
                <a:lnTo>
                  <a:pt x="455675" y="38099"/>
                </a:lnTo>
                <a:lnTo>
                  <a:pt x="473963" y="42671"/>
                </a:lnTo>
                <a:lnTo>
                  <a:pt x="522731" y="57911"/>
                </a:lnTo>
                <a:lnTo>
                  <a:pt x="527303" y="60959"/>
                </a:lnTo>
                <a:lnTo>
                  <a:pt x="536447" y="36575"/>
                </a:lnTo>
                <a:close/>
              </a:path>
              <a:path w="654050" h="321945">
                <a:moveTo>
                  <a:pt x="626363" y="94487"/>
                </a:moveTo>
                <a:lnTo>
                  <a:pt x="624839" y="94487"/>
                </a:lnTo>
                <a:lnTo>
                  <a:pt x="618743" y="86867"/>
                </a:lnTo>
                <a:lnTo>
                  <a:pt x="611123" y="80771"/>
                </a:lnTo>
                <a:lnTo>
                  <a:pt x="603503" y="73151"/>
                </a:lnTo>
                <a:lnTo>
                  <a:pt x="585215" y="60959"/>
                </a:lnTo>
                <a:lnTo>
                  <a:pt x="574547" y="54863"/>
                </a:lnTo>
                <a:lnTo>
                  <a:pt x="560831" y="47243"/>
                </a:lnTo>
                <a:lnTo>
                  <a:pt x="548639" y="70103"/>
                </a:lnTo>
                <a:lnTo>
                  <a:pt x="563879" y="77723"/>
                </a:lnTo>
                <a:lnTo>
                  <a:pt x="571499" y="82295"/>
                </a:lnTo>
                <a:lnTo>
                  <a:pt x="580643" y="88391"/>
                </a:lnTo>
                <a:lnTo>
                  <a:pt x="588263" y="94487"/>
                </a:lnTo>
                <a:lnTo>
                  <a:pt x="594359" y="99059"/>
                </a:lnTo>
                <a:lnTo>
                  <a:pt x="601979" y="105155"/>
                </a:lnTo>
                <a:lnTo>
                  <a:pt x="606551" y="111251"/>
                </a:lnTo>
                <a:lnTo>
                  <a:pt x="626363" y="94487"/>
                </a:lnTo>
                <a:close/>
              </a:path>
              <a:path w="654050" h="321945">
                <a:moveTo>
                  <a:pt x="653795" y="160019"/>
                </a:moveTo>
                <a:lnTo>
                  <a:pt x="650747" y="141731"/>
                </a:lnTo>
                <a:lnTo>
                  <a:pt x="649223" y="134111"/>
                </a:lnTo>
                <a:lnTo>
                  <a:pt x="646175" y="124967"/>
                </a:lnTo>
                <a:lnTo>
                  <a:pt x="643127" y="118871"/>
                </a:lnTo>
                <a:lnTo>
                  <a:pt x="620267" y="129539"/>
                </a:lnTo>
                <a:lnTo>
                  <a:pt x="623315" y="135635"/>
                </a:lnTo>
                <a:lnTo>
                  <a:pt x="624839" y="143255"/>
                </a:lnTo>
                <a:lnTo>
                  <a:pt x="627887" y="155447"/>
                </a:lnTo>
                <a:lnTo>
                  <a:pt x="627887" y="160019"/>
                </a:lnTo>
                <a:lnTo>
                  <a:pt x="640841" y="160781"/>
                </a:lnTo>
                <a:lnTo>
                  <a:pt x="653795" y="160019"/>
                </a:lnTo>
                <a:close/>
              </a:path>
              <a:path w="654050" h="321945">
                <a:moveTo>
                  <a:pt x="653795" y="169163"/>
                </a:moveTo>
                <a:lnTo>
                  <a:pt x="653795" y="161543"/>
                </a:lnTo>
                <a:lnTo>
                  <a:pt x="640841" y="160781"/>
                </a:lnTo>
                <a:lnTo>
                  <a:pt x="627887" y="161543"/>
                </a:lnTo>
                <a:lnTo>
                  <a:pt x="627887" y="167639"/>
                </a:lnTo>
                <a:lnTo>
                  <a:pt x="624839" y="179831"/>
                </a:lnTo>
                <a:lnTo>
                  <a:pt x="621791" y="185927"/>
                </a:lnTo>
                <a:lnTo>
                  <a:pt x="620267" y="192023"/>
                </a:lnTo>
                <a:lnTo>
                  <a:pt x="643127" y="202691"/>
                </a:lnTo>
                <a:lnTo>
                  <a:pt x="646175" y="195071"/>
                </a:lnTo>
                <a:lnTo>
                  <a:pt x="649223" y="185927"/>
                </a:lnTo>
                <a:lnTo>
                  <a:pt x="652271" y="178307"/>
                </a:lnTo>
                <a:lnTo>
                  <a:pt x="653795" y="169163"/>
                </a:lnTo>
                <a:close/>
              </a:path>
              <a:path w="654050" h="321945">
                <a:moveTo>
                  <a:pt x="640841" y="160781"/>
                </a:moveTo>
                <a:lnTo>
                  <a:pt x="627887" y="160019"/>
                </a:lnTo>
                <a:lnTo>
                  <a:pt x="627887" y="161543"/>
                </a:lnTo>
                <a:lnTo>
                  <a:pt x="640841" y="160781"/>
                </a:lnTo>
                <a:close/>
              </a:path>
              <a:path w="654050" h="321945">
                <a:moveTo>
                  <a:pt x="626363" y="225551"/>
                </a:moveTo>
                <a:lnTo>
                  <a:pt x="606551" y="210311"/>
                </a:lnTo>
                <a:lnTo>
                  <a:pt x="594359" y="222503"/>
                </a:lnTo>
                <a:lnTo>
                  <a:pt x="586739" y="227075"/>
                </a:lnTo>
                <a:lnTo>
                  <a:pt x="571499" y="239267"/>
                </a:lnTo>
                <a:lnTo>
                  <a:pt x="562355" y="243839"/>
                </a:lnTo>
                <a:lnTo>
                  <a:pt x="548639" y="251459"/>
                </a:lnTo>
                <a:lnTo>
                  <a:pt x="560831" y="272795"/>
                </a:lnTo>
                <a:lnTo>
                  <a:pt x="576071" y="265175"/>
                </a:lnTo>
                <a:lnTo>
                  <a:pt x="603503" y="246887"/>
                </a:lnTo>
                <a:lnTo>
                  <a:pt x="611123" y="240791"/>
                </a:lnTo>
                <a:lnTo>
                  <a:pt x="626363" y="225551"/>
                </a:lnTo>
                <a:close/>
              </a:path>
              <a:path w="654050" h="321945">
                <a:moveTo>
                  <a:pt x="536447" y="283463"/>
                </a:moveTo>
                <a:lnTo>
                  <a:pt x="527303" y="260603"/>
                </a:lnTo>
                <a:lnTo>
                  <a:pt x="521207" y="263651"/>
                </a:lnTo>
                <a:lnTo>
                  <a:pt x="498347" y="271271"/>
                </a:lnTo>
                <a:lnTo>
                  <a:pt x="472439" y="278891"/>
                </a:lnTo>
                <a:lnTo>
                  <a:pt x="455675" y="281939"/>
                </a:lnTo>
                <a:lnTo>
                  <a:pt x="461771" y="306323"/>
                </a:lnTo>
                <a:lnTo>
                  <a:pt x="480059" y="303275"/>
                </a:lnTo>
                <a:lnTo>
                  <a:pt x="505967" y="295655"/>
                </a:lnTo>
                <a:lnTo>
                  <a:pt x="531875" y="286511"/>
                </a:lnTo>
                <a:lnTo>
                  <a:pt x="536447" y="283463"/>
                </a:lnTo>
                <a:close/>
              </a:path>
              <a:path w="654050" h="321945">
                <a:moveTo>
                  <a:pt x="435863" y="312419"/>
                </a:moveTo>
                <a:lnTo>
                  <a:pt x="432815" y="286511"/>
                </a:lnTo>
                <a:lnTo>
                  <a:pt x="417575" y="289559"/>
                </a:lnTo>
                <a:lnTo>
                  <a:pt x="388619" y="292607"/>
                </a:lnTo>
                <a:lnTo>
                  <a:pt x="358139" y="295655"/>
                </a:lnTo>
                <a:lnTo>
                  <a:pt x="358139" y="320039"/>
                </a:lnTo>
                <a:lnTo>
                  <a:pt x="359663" y="320039"/>
                </a:lnTo>
                <a:lnTo>
                  <a:pt x="391667" y="318515"/>
                </a:lnTo>
                <a:lnTo>
                  <a:pt x="422147" y="313943"/>
                </a:lnTo>
                <a:lnTo>
                  <a:pt x="435863" y="312419"/>
                </a:lnTo>
                <a:close/>
              </a:path>
              <a:path w="654050" h="321945">
                <a:moveTo>
                  <a:pt x="326897" y="308609"/>
                </a:moveTo>
                <a:lnTo>
                  <a:pt x="326135" y="295655"/>
                </a:lnTo>
                <a:lnTo>
                  <a:pt x="295655" y="295655"/>
                </a:lnTo>
                <a:lnTo>
                  <a:pt x="265175" y="292607"/>
                </a:lnTo>
                <a:lnTo>
                  <a:pt x="259079" y="292607"/>
                </a:lnTo>
                <a:lnTo>
                  <a:pt x="256031" y="316991"/>
                </a:lnTo>
                <a:lnTo>
                  <a:pt x="262127" y="318515"/>
                </a:lnTo>
                <a:lnTo>
                  <a:pt x="326135" y="321563"/>
                </a:lnTo>
                <a:lnTo>
                  <a:pt x="326897" y="308609"/>
                </a:lnTo>
                <a:close/>
              </a:path>
              <a:path w="654050" h="321945">
                <a:moveTo>
                  <a:pt x="327659" y="295655"/>
                </a:moveTo>
                <a:lnTo>
                  <a:pt x="326135" y="295655"/>
                </a:lnTo>
                <a:lnTo>
                  <a:pt x="326897" y="308609"/>
                </a:lnTo>
                <a:lnTo>
                  <a:pt x="327659" y="295655"/>
                </a:lnTo>
                <a:close/>
              </a:path>
              <a:path w="654050" h="321945">
                <a:moveTo>
                  <a:pt x="333755" y="321563"/>
                </a:moveTo>
                <a:lnTo>
                  <a:pt x="332231" y="295655"/>
                </a:lnTo>
                <a:lnTo>
                  <a:pt x="327659" y="295655"/>
                </a:lnTo>
                <a:lnTo>
                  <a:pt x="326897" y="308609"/>
                </a:lnTo>
                <a:lnTo>
                  <a:pt x="327659" y="321563"/>
                </a:lnTo>
                <a:lnTo>
                  <a:pt x="333755" y="321563"/>
                </a:lnTo>
                <a:close/>
              </a:path>
              <a:path w="654050" h="321945">
                <a:moveTo>
                  <a:pt x="234695" y="289559"/>
                </a:moveTo>
                <a:lnTo>
                  <a:pt x="207263" y="284987"/>
                </a:lnTo>
                <a:lnTo>
                  <a:pt x="179831" y="278891"/>
                </a:lnTo>
                <a:lnTo>
                  <a:pt x="161543" y="272795"/>
                </a:lnTo>
                <a:lnTo>
                  <a:pt x="153923" y="297179"/>
                </a:lnTo>
                <a:lnTo>
                  <a:pt x="173735" y="303275"/>
                </a:lnTo>
                <a:lnTo>
                  <a:pt x="202691" y="309371"/>
                </a:lnTo>
                <a:lnTo>
                  <a:pt x="230123" y="313943"/>
                </a:lnTo>
                <a:lnTo>
                  <a:pt x="234695" y="289559"/>
                </a:lnTo>
                <a:close/>
              </a:path>
              <a:path w="654050" h="321945">
                <a:moveTo>
                  <a:pt x="137159" y="265175"/>
                </a:moveTo>
                <a:lnTo>
                  <a:pt x="131063" y="262127"/>
                </a:lnTo>
                <a:lnTo>
                  <a:pt x="109727" y="252983"/>
                </a:lnTo>
                <a:lnTo>
                  <a:pt x="89915" y="243839"/>
                </a:lnTo>
                <a:lnTo>
                  <a:pt x="82295" y="237743"/>
                </a:lnTo>
                <a:lnTo>
                  <a:pt x="73151" y="233171"/>
                </a:lnTo>
                <a:lnTo>
                  <a:pt x="73151" y="231647"/>
                </a:lnTo>
                <a:lnTo>
                  <a:pt x="57911" y="252983"/>
                </a:lnTo>
                <a:lnTo>
                  <a:pt x="59435" y="254507"/>
                </a:lnTo>
                <a:lnTo>
                  <a:pt x="68579" y="260603"/>
                </a:lnTo>
                <a:lnTo>
                  <a:pt x="79247" y="265175"/>
                </a:lnTo>
                <a:lnTo>
                  <a:pt x="100583" y="277367"/>
                </a:lnTo>
                <a:lnTo>
                  <a:pt x="123443" y="286511"/>
                </a:lnTo>
                <a:lnTo>
                  <a:pt x="129539" y="289559"/>
                </a:lnTo>
                <a:lnTo>
                  <a:pt x="137159" y="2651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122990" y="6533389"/>
            <a:ext cx="597535" cy="405765"/>
          </a:xfrm>
          <a:custGeom>
            <a:avLst/>
            <a:gdLst/>
            <a:ahLst/>
            <a:cxnLst/>
            <a:rect l="l" t="t" r="r" b="b"/>
            <a:pathLst>
              <a:path w="597535" h="405765">
                <a:moveTo>
                  <a:pt x="45719" y="137159"/>
                </a:moveTo>
                <a:lnTo>
                  <a:pt x="22859" y="123443"/>
                </a:lnTo>
                <a:lnTo>
                  <a:pt x="18287" y="131063"/>
                </a:lnTo>
                <a:lnTo>
                  <a:pt x="13715" y="141731"/>
                </a:lnTo>
                <a:lnTo>
                  <a:pt x="10667" y="150875"/>
                </a:lnTo>
                <a:lnTo>
                  <a:pt x="6095" y="161543"/>
                </a:lnTo>
                <a:lnTo>
                  <a:pt x="3047" y="170687"/>
                </a:lnTo>
                <a:lnTo>
                  <a:pt x="0" y="192023"/>
                </a:lnTo>
                <a:lnTo>
                  <a:pt x="0" y="202691"/>
                </a:lnTo>
                <a:lnTo>
                  <a:pt x="25907" y="202691"/>
                </a:lnTo>
                <a:lnTo>
                  <a:pt x="25907" y="193547"/>
                </a:lnTo>
                <a:lnTo>
                  <a:pt x="27431" y="184403"/>
                </a:lnTo>
                <a:lnTo>
                  <a:pt x="28955" y="176783"/>
                </a:lnTo>
                <a:lnTo>
                  <a:pt x="30479" y="167639"/>
                </a:lnTo>
                <a:lnTo>
                  <a:pt x="33527" y="160019"/>
                </a:lnTo>
                <a:lnTo>
                  <a:pt x="38099" y="150875"/>
                </a:lnTo>
                <a:lnTo>
                  <a:pt x="41147" y="143255"/>
                </a:lnTo>
                <a:lnTo>
                  <a:pt x="45719" y="137159"/>
                </a:lnTo>
                <a:close/>
              </a:path>
              <a:path w="597535" h="405765">
                <a:moveTo>
                  <a:pt x="114299" y="73151"/>
                </a:moveTo>
                <a:lnTo>
                  <a:pt x="100583" y="50291"/>
                </a:lnTo>
                <a:lnTo>
                  <a:pt x="88391" y="57911"/>
                </a:lnTo>
                <a:lnTo>
                  <a:pt x="70103" y="71627"/>
                </a:lnTo>
                <a:lnTo>
                  <a:pt x="51815" y="88391"/>
                </a:lnTo>
                <a:lnTo>
                  <a:pt x="39623" y="102107"/>
                </a:lnTo>
                <a:lnTo>
                  <a:pt x="57911" y="118871"/>
                </a:lnTo>
                <a:lnTo>
                  <a:pt x="71627" y="105155"/>
                </a:lnTo>
                <a:lnTo>
                  <a:pt x="86867" y="91439"/>
                </a:lnTo>
                <a:lnTo>
                  <a:pt x="103631" y="77723"/>
                </a:lnTo>
                <a:lnTo>
                  <a:pt x="114299" y="73151"/>
                </a:lnTo>
                <a:close/>
              </a:path>
              <a:path w="597535" h="405765">
                <a:moveTo>
                  <a:pt x="204215" y="36575"/>
                </a:moveTo>
                <a:lnTo>
                  <a:pt x="198119" y="12191"/>
                </a:lnTo>
                <a:lnTo>
                  <a:pt x="182879" y="15239"/>
                </a:lnTo>
                <a:lnTo>
                  <a:pt x="156971" y="22859"/>
                </a:lnTo>
                <a:lnTo>
                  <a:pt x="132587" y="33527"/>
                </a:lnTo>
                <a:lnTo>
                  <a:pt x="123443" y="38099"/>
                </a:lnTo>
                <a:lnTo>
                  <a:pt x="135635" y="60959"/>
                </a:lnTo>
                <a:lnTo>
                  <a:pt x="144779" y="56387"/>
                </a:lnTo>
                <a:lnTo>
                  <a:pt x="167639" y="47243"/>
                </a:lnTo>
                <a:lnTo>
                  <a:pt x="192023" y="39623"/>
                </a:lnTo>
                <a:lnTo>
                  <a:pt x="204215" y="36575"/>
                </a:lnTo>
                <a:close/>
              </a:path>
              <a:path w="597535" h="405765">
                <a:moveTo>
                  <a:pt x="301751" y="24383"/>
                </a:moveTo>
                <a:lnTo>
                  <a:pt x="301751" y="0"/>
                </a:lnTo>
                <a:lnTo>
                  <a:pt x="268223" y="0"/>
                </a:lnTo>
                <a:lnTo>
                  <a:pt x="239267" y="3047"/>
                </a:lnTo>
                <a:lnTo>
                  <a:pt x="224027" y="6095"/>
                </a:lnTo>
                <a:lnTo>
                  <a:pt x="228599" y="32003"/>
                </a:lnTo>
                <a:lnTo>
                  <a:pt x="243839" y="28955"/>
                </a:lnTo>
                <a:lnTo>
                  <a:pt x="271271" y="25907"/>
                </a:lnTo>
                <a:lnTo>
                  <a:pt x="298703" y="24383"/>
                </a:lnTo>
                <a:lnTo>
                  <a:pt x="301751" y="24383"/>
                </a:lnTo>
                <a:close/>
              </a:path>
              <a:path w="597535" h="405765">
                <a:moveTo>
                  <a:pt x="405383" y="13715"/>
                </a:moveTo>
                <a:lnTo>
                  <a:pt x="385571" y="9143"/>
                </a:lnTo>
                <a:lnTo>
                  <a:pt x="358139" y="3047"/>
                </a:lnTo>
                <a:lnTo>
                  <a:pt x="327659" y="0"/>
                </a:lnTo>
                <a:lnTo>
                  <a:pt x="326135" y="25907"/>
                </a:lnTo>
                <a:lnTo>
                  <a:pt x="327659" y="25907"/>
                </a:lnTo>
                <a:lnTo>
                  <a:pt x="355091" y="28955"/>
                </a:lnTo>
                <a:lnTo>
                  <a:pt x="380999" y="33527"/>
                </a:lnTo>
                <a:lnTo>
                  <a:pt x="399287" y="38099"/>
                </a:lnTo>
                <a:lnTo>
                  <a:pt x="405383" y="13715"/>
                </a:lnTo>
                <a:close/>
              </a:path>
              <a:path w="597535" h="405765">
                <a:moveTo>
                  <a:pt x="501395" y="54863"/>
                </a:moveTo>
                <a:lnTo>
                  <a:pt x="486155" y="44195"/>
                </a:lnTo>
                <a:lnTo>
                  <a:pt x="463295" y="33527"/>
                </a:lnTo>
                <a:lnTo>
                  <a:pt x="438911" y="22859"/>
                </a:lnTo>
                <a:lnTo>
                  <a:pt x="431291" y="21335"/>
                </a:lnTo>
                <a:lnTo>
                  <a:pt x="422147" y="44195"/>
                </a:lnTo>
                <a:lnTo>
                  <a:pt x="431291" y="47243"/>
                </a:lnTo>
                <a:lnTo>
                  <a:pt x="454151" y="56387"/>
                </a:lnTo>
                <a:lnTo>
                  <a:pt x="473963" y="67055"/>
                </a:lnTo>
                <a:lnTo>
                  <a:pt x="489203" y="76199"/>
                </a:lnTo>
                <a:lnTo>
                  <a:pt x="501395" y="54863"/>
                </a:lnTo>
                <a:close/>
              </a:path>
              <a:path w="597535" h="405765">
                <a:moveTo>
                  <a:pt x="577595" y="129539"/>
                </a:moveTo>
                <a:lnTo>
                  <a:pt x="544067" y="86867"/>
                </a:lnTo>
                <a:lnTo>
                  <a:pt x="527303" y="71627"/>
                </a:lnTo>
                <a:lnTo>
                  <a:pt x="524255" y="68579"/>
                </a:lnTo>
                <a:lnTo>
                  <a:pt x="509015" y="89915"/>
                </a:lnTo>
                <a:lnTo>
                  <a:pt x="512063" y="91439"/>
                </a:lnTo>
                <a:lnTo>
                  <a:pt x="527303" y="105155"/>
                </a:lnTo>
                <a:lnTo>
                  <a:pt x="541019" y="120395"/>
                </a:lnTo>
                <a:lnTo>
                  <a:pt x="545591" y="128015"/>
                </a:lnTo>
                <a:lnTo>
                  <a:pt x="551687" y="135635"/>
                </a:lnTo>
                <a:lnTo>
                  <a:pt x="556259" y="143255"/>
                </a:lnTo>
                <a:lnTo>
                  <a:pt x="577595" y="129539"/>
                </a:lnTo>
                <a:close/>
              </a:path>
              <a:path w="597535" h="405765">
                <a:moveTo>
                  <a:pt x="597407" y="202691"/>
                </a:moveTo>
                <a:lnTo>
                  <a:pt x="597407" y="192023"/>
                </a:lnTo>
                <a:lnTo>
                  <a:pt x="595883" y="181355"/>
                </a:lnTo>
                <a:lnTo>
                  <a:pt x="592835" y="170687"/>
                </a:lnTo>
                <a:lnTo>
                  <a:pt x="591311" y="160019"/>
                </a:lnTo>
                <a:lnTo>
                  <a:pt x="588263" y="155447"/>
                </a:lnTo>
                <a:lnTo>
                  <a:pt x="565403" y="163067"/>
                </a:lnTo>
                <a:lnTo>
                  <a:pt x="566927" y="169163"/>
                </a:lnTo>
                <a:lnTo>
                  <a:pt x="568451" y="176783"/>
                </a:lnTo>
                <a:lnTo>
                  <a:pt x="571499" y="195071"/>
                </a:lnTo>
                <a:lnTo>
                  <a:pt x="571499" y="202691"/>
                </a:lnTo>
                <a:lnTo>
                  <a:pt x="597407" y="202691"/>
                </a:lnTo>
                <a:close/>
              </a:path>
              <a:path w="597535" h="405765">
                <a:moveTo>
                  <a:pt x="597407" y="213359"/>
                </a:moveTo>
                <a:lnTo>
                  <a:pt x="597407" y="202691"/>
                </a:lnTo>
                <a:lnTo>
                  <a:pt x="571499" y="202691"/>
                </a:lnTo>
                <a:lnTo>
                  <a:pt x="571499" y="211835"/>
                </a:lnTo>
                <a:lnTo>
                  <a:pt x="569975" y="220979"/>
                </a:lnTo>
                <a:lnTo>
                  <a:pt x="568451" y="228599"/>
                </a:lnTo>
                <a:lnTo>
                  <a:pt x="568451" y="231647"/>
                </a:lnTo>
                <a:lnTo>
                  <a:pt x="592835" y="237743"/>
                </a:lnTo>
                <a:lnTo>
                  <a:pt x="592835" y="234695"/>
                </a:lnTo>
                <a:lnTo>
                  <a:pt x="595883" y="224027"/>
                </a:lnTo>
                <a:lnTo>
                  <a:pt x="597407" y="213359"/>
                </a:lnTo>
                <a:close/>
              </a:path>
              <a:path w="597535" h="405765">
                <a:moveTo>
                  <a:pt x="583691" y="265175"/>
                </a:moveTo>
                <a:lnTo>
                  <a:pt x="583691" y="263651"/>
                </a:lnTo>
                <a:lnTo>
                  <a:pt x="560831" y="252983"/>
                </a:lnTo>
                <a:lnTo>
                  <a:pt x="559307" y="254507"/>
                </a:lnTo>
                <a:lnTo>
                  <a:pt x="556259" y="262127"/>
                </a:lnTo>
                <a:lnTo>
                  <a:pt x="551687" y="269747"/>
                </a:lnTo>
                <a:lnTo>
                  <a:pt x="545591" y="278891"/>
                </a:lnTo>
                <a:lnTo>
                  <a:pt x="539495" y="286511"/>
                </a:lnTo>
                <a:lnTo>
                  <a:pt x="525779" y="300227"/>
                </a:lnTo>
                <a:lnTo>
                  <a:pt x="516635" y="307847"/>
                </a:lnTo>
                <a:lnTo>
                  <a:pt x="534923" y="327659"/>
                </a:lnTo>
                <a:lnTo>
                  <a:pt x="545591" y="318515"/>
                </a:lnTo>
                <a:lnTo>
                  <a:pt x="559307" y="301751"/>
                </a:lnTo>
                <a:lnTo>
                  <a:pt x="566927" y="292607"/>
                </a:lnTo>
                <a:lnTo>
                  <a:pt x="579119" y="274319"/>
                </a:lnTo>
                <a:lnTo>
                  <a:pt x="583691" y="265175"/>
                </a:lnTo>
                <a:close/>
              </a:path>
              <a:path w="597535" h="405765">
                <a:moveTo>
                  <a:pt x="513587" y="344423"/>
                </a:moveTo>
                <a:lnTo>
                  <a:pt x="498347" y="323087"/>
                </a:lnTo>
                <a:lnTo>
                  <a:pt x="493775" y="327659"/>
                </a:lnTo>
                <a:lnTo>
                  <a:pt x="473963" y="338327"/>
                </a:lnTo>
                <a:lnTo>
                  <a:pt x="452627" y="348995"/>
                </a:lnTo>
                <a:lnTo>
                  <a:pt x="434339" y="356615"/>
                </a:lnTo>
                <a:lnTo>
                  <a:pt x="443483" y="380999"/>
                </a:lnTo>
                <a:lnTo>
                  <a:pt x="463295" y="371855"/>
                </a:lnTo>
                <a:lnTo>
                  <a:pt x="487679" y="361187"/>
                </a:lnTo>
                <a:lnTo>
                  <a:pt x="507491" y="347471"/>
                </a:lnTo>
                <a:lnTo>
                  <a:pt x="513587" y="344423"/>
                </a:lnTo>
                <a:close/>
              </a:path>
              <a:path w="597535" h="405765">
                <a:moveTo>
                  <a:pt x="417575" y="388619"/>
                </a:moveTo>
                <a:lnTo>
                  <a:pt x="409955" y="364235"/>
                </a:lnTo>
                <a:lnTo>
                  <a:pt x="405383" y="365759"/>
                </a:lnTo>
                <a:lnTo>
                  <a:pt x="380999" y="371855"/>
                </a:lnTo>
                <a:lnTo>
                  <a:pt x="353567" y="376427"/>
                </a:lnTo>
                <a:lnTo>
                  <a:pt x="338327" y="377951"/>
                </a:lnTo>
                <a:lnTo>
                  <a:pt x="341375" y="403859"/>
                </a:lnTo>
                <a:lnTo>
                  <a:pt x="358139" y="402335"/>
                </a:lnTo>
                <a:lnTo>
                  <a:pt x="387095" y="397763"/>
                </a:lnTo>
                <a:lnTo>
                  <a:pt x="414527" y="390143"/>
                </a:lnTo>
                <a:lnTo>
                  <a:pt x="417575" y="388619"/>
                </a:lnTo>
                <a:close/>
              </a:path>
              <a:path w="597535" h="405765">
                <a:moveTo>
                  <a:pt x="315467" y="405383"/>
                </a:moveTo>
                <a:lnTo>
                  <a:pt x="313943" y="379475"/>
                </a:lnTo>
                <a:lnTo>
                  <a:pt x="298703" y="380999"/>
                </a:lnTo>
                <a:lnTo>
                  <a:pt x="269747" y="379475"/>
                </a:lnTo>
                <a:lnTo>
                  <a:pt x="242315" y="376427"/>
                </a:lnTo>
                <a:lnTo>
                  <a:pt x="240791" y="376427"/>
                </a:lnTo>
                <a:lnTo>
                  <a:pt x="236219" y="400811"/>
                </a:lnTo>
                <a:lnTo>
                  <a:pt x="239267" y="402335"/>
                </a:lnTo>
                <a:lnTo>
                  <a:pt x="269747" y="405383"/>
                </a:lnTo>
                <a:lnTo>
                  <a:pt x="315467" y="405383"/>
                </a:lnTo>
                <a:close/>
              </a:path>
              <a:path w="597535" h="405765">
                <a:moveTo>
                  <a:pt x="216407" y="371855"/>
                </a:moveTo>
                <a:lnTo>
                  <a:pt x="190499" y="365759"/>
                </a:lnTo>
                <a:lnTo>
                  <a:pt x="166115" y="358139"/>
                </a:lnTo>
                <a:lnTo>
                  <a:pt x="146303" y="348995"/>
                </a:lnTo>
                <a:lnTo>
                  <a:pt x="135635" y="373379"/>
                </a:lnTo>
                <a:lnTo>
                  <a:pt x="158495" y="382523"/>
                </a:lnTo>
                <a:lnTo>
                  <a:pt x="184403" y="390143"/>
                </a:lnTo>
                <a:lnTo>
                  <a:pt x="210311" y="396239"/>
                </a:lnTo>
                <a:lnTo>
                  <a:pt x="216407" y="371855"/>
                </a:lnTo>
                <a:close/>
              </a:path>
              <a:path w="597535" h="405765">
                <a:moveTo>
                  <a:pt x="123443" y="338327"/>
                </a:moveTo>
                <a:lnTo>
                  <a:pt x="121919" y="338327"/>
                </a:lnTo>
                <a:lnTo>
                  <a:pt x="85343" y="313943"/>
                </a:lnTo>
                <a:lnTo>
                  <a:pt x="70103" y="300227"/>
                </a:lnTo>
                <a:lnTo>
                  <a:pt x="67055" y="295655"/>
                </a:lnTo>
                <a:lnTo>
                  <a:pt x="48767" y="313943"/>
                </a:lnTo>
                <a:lnTo>
                  <a:pt x="53339" y="318515"/>
                </a:lnTo>
                <a:lnTo>
                  <a:pt x="70103" y="333755"/>
                </a:lnTo>
                <a:lnTo>
                  <a:pt x="89915" y="348995"/>
                </a:lnTo>
                <a:lnTo>
                  <a:pt x="111251" y="361187"/>
                </a:lnTo>
                <a:lnTo>
                  <a:pt x="112775" y="361187"/>
                </a:lnTo>
                <a:lnTo>
                  <a:pt x="123443" y="338327"/>
                </a:lnTo>
                <a:close/>
              </a:path>
              <a:path w="597535" h="405765">
                <a:moveTo>
                  <a:pt x="51815" y="278891"/>
                </a:moveTo>
                <a:lnTo>
                  <a:pt x="30479" y="237743"/>
                </a:lnTo>
                <a:lnTo>
                  <a:pt x="27431" y="219455"/>
                </a:lnTo>
                <a:lnTo>
                  <a:pt x="25907" y="213359"/>
                </a:lnTo>
                <a:lnTo>
                  <a:pt x="1523" y="216407"/>
                </a:lnTo>
                <a:lnTo>
                  <a:pt x="1523" y="224027"/>
                </a:lnTo>
                <a:lnTo>
                  <a:pt x="4571" y="234695"/>
                </a:lnTo>
                <a:lnTo>
                  <a:pt x="6095" y="245363"/>
                </a:lnTo>
                <a:lnTo>
                  <a:pt x="10667" y="256031"/>
                </a:lnTo>
                <a:lnTo>
                  <a:pt x="13715" y="265175"/>
                </a:lnTo>
                <a:lnTo>
                  <a:pt x="19811" y="274319"/>
                </a:lnTo>
                <a:lnTo>
                  <a:pt x="24383" y="283463"/>
                </a:lnTo>
                <a:lnTo>
                  <a:pt x="30479" y="292607"/>
                </a:lnTo>
                <a:lnTo>
                  <a:pt x="51815" y="27889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807777" y="4977383"/>
            <a:ext cx="294640" cy="264160"/>
          </a:xfrm>
          <a:custGeom>
            <a:avLst/>
            <a:gdLst/>
            <a:ahLst/>
            <a:cxnLst/>
            <a:rect l="l" t="t" r="r" b="b"/>
            <a:pathLst>
              <a:path w="294639" h="264160">
                <a:moveTo>
                  <a:pt x="294131" y="68579"/>
                </a:moveTo>
                <a:lnTo>
                  <a:pt x="237743" y="0"/>
                </a:lnTo>
                <a:lnTo>
                  <a:pt x="146303" y="74675"/>
                </a:lnTo>
                <a:lnTo>
                  <a:pt x="56387" y="0"/>
                </a:lnTo>
                <a:lnTo>
                  <a:pt x="0" y="68579"/>
                </a:lnTo>
                <a:lnTo>
                  <a:pt x="77723" y="132587"/>
                </a:lnTo>
                <a:lnTo>
                  <a:pt x="77723" y="245932"/>
                </a:lnTo>
                <a:lnTo>
                  <a:pt x="146303" y="188975"/>
                </a:lnTo>
                <a:lnTo>
                  <a:pt x="216407" y="246227"/>
                </a:lnTo>
                <a:lnTo>
                  <a:pt x="216407" y="132587"/>
                </a:lnTo>
                <a:lnTo>
                  <a:pt x="294131" y="68579"/>
                </a:lnTo>
                <a:close/>
              </a:path>
              <a:path w="294639" h="264160">
                <a:moveTo>
                  <a:pt x="77723" y="245932"/>
                </a:moveTo>
                <a:lnTo>
                  <a:pt x="77723" y="132587"/>
                </a:lnTo>
                <a:lnTo>
                  <a:pt x="0" y="195071"/>
                </a:lnTo>
                <a:lnTo>
                  <a:pt x="56387" y="263651"/>
                </a:lnTo>
                <a:lnTo>
                  <a:pt x="77723" y="245932"/>
                </a:lnTo>
                <a:close/>
              </a:path>
              <a:path w="294639" h="264160">
                <a:moveTo>
                  <a:pt x="294131" y="195071"/>
                </a:moveTo>
                <a:lnTo>
                  <a:pt x="216407" y="132587"/>
                </a:lnTo>
                <a:lnTo>
                  <a:pt x="216407" y="246227"/>
                </a:lnTo>
                <a:lnTo>
                  <a:pt x="237743" y="263651"/>
                </a:lnTo>
                <a:lnTo>
                  <a:pt x="294131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789490" y="4959096"/>
            <a:ext cx="330835" cy="300355"/>
          </a:xfrm>
          <a:custGeom>
            <a:avLst/>
            <a:gdLst/>
            <a:ahLst/>
            <a:cxnLst/>
            <a:rect l="l" t="t" r="r" b="b"/>
            <a:pathLst>
              <a:path w="330835" h="300354">
                <a:moveTo>
                  <a:pt x="165353" y="76834"/>
                </a:moveTo>
                <a:lnTo>
                  <a:pt x="73151" y="0"/>
                </a:lnTo>
                <a:lnTo>
                  <a:pt x="0" y="88391"/>
                </a:lnTo>
                <a:lnTo>
                  <a:pt x="25907" y="109386"/>
                </a:lnTo>
                <a:lnTo>
                  <a:pt x="25907" y="77723"/>
                </a:lnTo>
                <a:lnTo>
                  <a:pt x="35878" y="85835"/>
                </a:lnTo>
                <a:lnTo>
                  <a:pt x="67055" y="46862"/>
                </a:lnTo>
                <a:lnTo>
                  <a:pt x="67055" y="28955"/>
                </a:lnTo>
                <a:lnTo>
                  <a:pt x="83819" y="25907"/>
                </a:lnTo>
                <a:lnTo>
                  <a:pt x="83819" y="42838"/>
                </a:lnTo>
                <a:lnTo>
                  <a:pt x="156971" y="103417"/>
                </a:lnTo>
                <a:lnTo>
                  <a:pt x="156971" y="83819"/>
                </a:lnTo>
                <a:lnTo>
                  <a:pt x="165353" y="76834"/>
                </a:lnTo>
                <a:close/>
              </a:path>
              <a:path w="330835" h="300354">
                <a:moveTo>
                  <a:pt x="88391" y="173193"/>
                </a:moveTo>
                <a:lnTo>
                  <a:pt x="88391" y="160019"/>
                </a:lnTo>
                <a:lnTo>
                  <a:pt x="76167" y="150113"/>
                </a:lnTo>
                <a:lnTo>
                  <a:pt x="0" y="211835"/>
                </a:lnTo>
                <a:lnTo>
                  <a:pt x="25907" y="243141"/>
                </a:lnTo>
                <a:lnTo>
                  <a:pt x="25907" y="224027"/>
                </a:lnTo>
                <a:lnTo>
                  <a:pt x="28955" y="205739"/>
                </a:lnTo>
                <a:lnTo>
                  <a:pt x="36616" y="215315"/>
                </a:lnTo>
                <a:lnTo>
                  <a:pt x="88391" y="173193"/>
                </a:lnTo>
                <a:close/>
              </a:path>
              <a:path w="330835" h="300354">
                <a:moveTo>
                  <a:pt x="35878" y="85835"/>
                </a:moveTo>
                <a:lnTo>
                  <a:pt x="25907" y="77723"/>
                </a:lnTo>
                <a:lnTo>
                  <a:pt x="28955" y="94487"/>
                </a:lnTo>
                <a:lnTo>
                  <a:pt x="35878" y="85835"/>
                </a:lnTo>
                <a:close/>
              </a:path>
              <a:path w="330835" h="300354">
                <a:moveTo>
                  <a:pt x="115823" y="150875"/>
                </a:moveTo>
                <a:lnTo>
                  <a:pt x="35878" y="85835"/>
                </a:lnTo>
                <a:lnTo>
                  <a:pt x="28955" y="94487"/>
                </a:lnTo>
                <a:lnTo>
                  <a:pt x="25907" y="77723"/>
                </a:lnTo>
                <a:lnTo>
                  <a:pt x="25907" y="109386"/>
                </a:lnTo>
                <a:lnTo>
                  <a:pt x="76167" y="150113"/>
                </a:lnTo>
                <a:lnTo>
                  <a:pt x="88391" y="140207"/>
                </a:lnTo>
                <a:lnTo>
                  <a:pt x="88391" y="173193"/>
                </a:lnTo>
                <a:lnTo>
                  <a:pt x="115823" y="150875"/>
                </a:lnTo>
                <a:close/>
              </a:path>
              <a:path w="330835" h="300354">
                <a:moveTo>
                  <a:pt x="36616" y="215315"/>
                </a:moveTo>
                <a:lnTo>
                  <a:pt x="28955" y="205739"/>
                </a:lnTo>
                <a:lnTo>
                  <a:pt x="25907" y="224027"/>
                </a:lnTo>
                <a:lnTo>
                  <a:pt x="36616" y="215315"/>
                </a:lnTo>
                <a:close/>
              </a:path>
              <a:path w="330835" h="300354">
                <a:moveTo>
                  <a:pt x="75672" y="264136"/>
                </a:moveTo>
                <a:lnTo>
                  <a:pt x="36616" y="215315"/>
                </a:lnTo>
                <a:lnTo>
                  <a:pt x="25907" y="224027"/>
                </a:lnTo>
                <a:lnTo>
                  <a:pt x="25907" y="243141"/>
                </a:lnTo>
                <a:lnTo>
                  <a:pt x="67055" y="292861"/>
                </a:lnTo>
                <a:lnTo>
                  <a:pt x="67055" y="271271"/>
                </a:lnTo>
                <a:lnTo>
                  <a:pt x="75672" y="264136"/>
                </a:lnTo>
                <a:close/>
              </a:path>
              <a:path w="330835" h="300354">
                <a:moveTo>
                  <a:pt x="83819" y="25907"/>
                </a:moveTo>
                <a:lnTo>
                  <a:pt x="67055" y="28955"/>
                </a:lnTo>
                <a:lnTo>
                  <a:pt x="75672" y="36091"/>
                </a:lnTo>
                <a:lnTo>
                  <a:pt x="83819" y="25907"/>
                </a:lnTo>
                <a:close/>
              </a:path>
              <a:path w="330835" h="300354">
                <a:moveTo>
                  <a:pt x="75672" y="36091"/>
                </a:moveTo>
                <a:lnTo>
                  <a:pt x="67055" y="28955"/>
                </a:lnTo>
                <a:lnTo>
                  <a:pt x="67055" y="46862"/>
                </a:lnTo>
                <a:lnTo>
                  <a:pt x="75672" y="36091"/>
                </a:lnTo>
                <a:close/>
              </a:path>
              <a:path w="330835" h="300354">
                <a:moveTo>
                  <a:pt x="83819" y="274319"/>
                </a:moveTo>
                <a:lnTo>
                  <a:pt x="75672" y="264136"/>
                </a:lnTo>
                <a:lnTo>
                  <a:pt x="67055" y="271271"/>
                </a:lnTo>
                <a:lnTo>
                  <a:pt x="83819" y="274319"/>
                </a:lnTo>
                <a:close/>
              </a:path>
              <a:path w="330835" h="300354">
                <a:moveTo>
                  <a:pt x="83819" y="291337"/>
                </a:moveTo>
                <a:lnTo>
                  <a:pt x="83819" y="274319"/>
                </a:lnTo>
                <a:lnTo>
                  <a:pt x="67055" y="271271"/>
                </a:lnTo>
                <a:lnTo>
                  <a:pt x="67055" y="292861"/>
                </a:lnTo>
                <a:lnTo>
                  <a:pt x="73151" y="300227"/>
                </a:lnTo>
                <a:lnTo>
                  <a:pt x="83819" y="291337"/>
                </a:lnTo>
                <a:close/>
              </a:path>
              <a:path w="330835" h="300354">
                <a:moveTo>
                  <a:pt x="83819" y="42838"/>
                </a:moveTo>
                <a:lnTo>
                  <a:pt x="83819" y="25907"/>
                </a:lnTo>
                <a:lnTo>
                  <a:pt x="75672" y="36091"/>
                </a:lnTo>
                <a:lnTo>
                  <a:pt x="83819" y="42838"/>
                </a:lnTo>
                <a:close/>
              </a:path>
              <a:path w="330835" h="300354">
                <a:moveTo>
                  <a:pt x="254981" y="264202"/>
                </a:moveTo>
                <a:lnTo>
                  <a:pt x="164591" y="190499"/>
                </a:lnTo>
                <a:lnTo>
                  <a:pt x="75672" y="264136"/>
                </a:lnTo>
                <a:lnTo>
                  <a:pt x="83819" y="274319"/>
                </a:lnTo>
                <a:lnTo>
                  <a:pt x="83819" y="291337"/>
                </a:lnTo>
                <a:lnTo>
                  <a:pt x="156971" y="230377"/>
                </a:lnTo>
                <a:lnTo>
                  <a:pt x="156971" y="216407"/>
                </a:lnTo>
                <a:lnTo>
                  <a:pt x="173735" y="216407"/>
                </a:lnTo>
                <a:lnTo>
                  <a:pt x="173735" y="230377"/>
                </a:lnTo>
                <a:lnTo>
                  <a:pt x="246887" y="291337"/>
                </a:lnTo>
                <a:lnTo>
                  <a:pt x="246887" y="274319"/>
                </a:lnTo>
                <a:lnTo>
                  <a:pt x="254981" y="264202"/>
                </a:lnTo>
                <a:close/>
              </a:path>
              <a:path w="330835" h="300354">
                <a:moveTo>
                  <a:pt x="88391" y="160019"/>
                </a:moveTo>
                <a:lnTo>
                  <a:pt x="88391" y="140207"/>
                </a:lnTo>
                <a:lnTo>
                  <a:pt x="76167" y="150113"/>
                </a:lnTo>
                <a:lnTo>
                  <a:pt x="88391" y="160019"/>
                </a:lnTo>
                <a:close/>
              </a:path>
              <a:path w="330835" h="300354">
                <a:moveTo>
                  <a:pt x="173735" y="83819"/>
                </a:moveTo>
                <a:lnTo>
                  <a:pt x="165353" y="76834"/>
                </a:lnTo>
                <a:lnTo>
                  <a:pt x="156971" y="83819"/>
                </a:lnTo>
                <a:lnTo>
                  <a:pt x="173735" y="83819"/>
                </a:lnTo>
                <a:close/>
              </a:path>
              <a:path w="330835" h="300354">
                <a:moveTo>
                  <a:pt x="173735" y="102272"/>
                </a:moveTo>
                <a:lnTo>
                  <a:pt x="173735" y="83819"/>
                </a:lnTo>
                <a:lnTo>
                  <a:pt x="156971" y="83819"/>
                </a:lnTo>
                <a:lnTo>
                  <a:pt x="156971" y="103417"/>
                </a:lnTo>
                <a:lnTo>
                  <a:pt x="164591" y="109727"/>
                </a:lnTo>
                <a:lnTo>
                  <a:pt x="173735" y="102272"/>
                </a:lnTo>
                <a:close/>
              </a:path>
              <a:path w="330835" h="300354">
                <a:moveTo>
                  <a:pt x="173735" y="216407"/>
                </a:moveTo>
                <a:lnTo>
                  <a:pt x="156971" y="216407"/>
                </a:lnTo>
                <a:lnTo>
                  <a:pt x="165353" y="223392"/>
                </a:lnTo>
                <a:lnTo>
                  <a:pt x="173735" y="216407"/>
                </a:lnTo>
                <a:close/>
              </a:path>
              <a:path w="330835" h="300354">
                <a:moveTo>
                  <a:pt x="165353" y="223392"/>
                </a:moveTo>
                <a:lnTo>
                  <a:pt x="156971" y="216407"/>
                </a:lnTo>
                <a:lnTo>
                  <a:pt x="156971" y="230377"/>
                </a:lnTo>
                <a:lnTo>
                  <a:pt x="165353" y="223392"/>
                </a:lnTo>
                <a:close/>
              </a:path>
              <a:path w="330835" h="300354">
                <a:moveTo>
                  <a:pt x="330707" y="88391"/>
                </a:moveTo>
                <a:lnTo>
                  <a:pt x="257555" y="0"/>
                </a:lnTo>
                <a:lnTo>
                  <a:pt x="165353" y="76834"/>
                </a:lnTo>
                <a:lnTo>
                  <a:pt x="173735" y="83819"/>
                </a:lnTo>
                <a:lnTo>
                  <a:pt x="173735" y="102272"/>
                </a:lnTo>
                <a:lnTo>
                  <a:pt x="246887" y="42625"/>
                </a:lnTo>
                <a:lnTo>
                  <a:pt x="246887" y="25907"/>
                </a:lnTo>
                <a:lnTo>
                  <a:pt x="263651" y="28955"/>
                </a:lnTo>
                <a:lnTo>
                  <a:pt x="263651" y="46862"/>
                </a:lnTo>
                <a:lnTo>
                  <a:pt x="294290" y="85160"/>
                </a:lnTo>
                <a:lnTo>
                  <a:pt x="303275" y="77723"/>
                </a:lnTo>
                <a:lnTo>
                  <a:pt x="303275" y="110621"/>
                </a:lnTo>
                <a:lnTo>
                  <a:pt x="330707" y="88391"/>
                </a:lnTo>
                <a:close/>
              </a:path>
              <a:path w="330835" h="300354">
                <a:moveTo>
                  <a:pt x="173735" y="230377"/>
                </a:moveTo>
                <a:lnTo>
                  <a:pt x="173735" y="216407"/>
                </a:lnTo>
                <a:lnTo>
                  <a:pt x="165353" y="223392"/>
                </a:lnTo>
                <a:lnTo>
                  <a:pt x="173735" y="230377"/>
                </a:lnTo>
                <a:close/>
              </a:path>
              <a:path w="330835" h="300354">
                <a:moveTo>
                  <a:pt x="303275" y="110621"/>
                </a:moveTo>
                <a:lnTo>
                  <a:pt x="303275" y="77723"/>
                </a:lnTo>
                <a:lnTo>
                  <a:pt x="301751" y="94487"/>
                </a:lnTo>
                <a:lnTo>
                  <a:pt x="294290" y="85160"/>
                </a:lnTo>
                <a:lnTo>
                  <a:pt x="214883" y="150875"/>
                </a:lnTo>
                <a:lnTo>
                  <a:pt x="242315" y="173578"/>
                </a:lnTo>
                <a:lnTo>
                  <a:pt x="242315" y="140207"/>
                </a:lnTo>
                <a:lnTo>
                  <a:pt x="254540" y="150113"/>
                </a:lnTo>
                <a:lnTo>
                  <a:pt x="303275" y="110621"/>
                </a:lnTo>
                <a:close/>
              </a:path>
              <a:path w="330835" h="300354">
                <a:moveTo>
                  <a:pt x="254540" y="150113"/>
                </a:moveTo>
                <a:lnTo>
                  <a:pt x="242315" y="140207"/>
                </a:lnTo>
                <a:lnTo>
                  <a:pt x="242315" y="160019"/>
                </a:lnTo>
                <a:lnTo>
                  <a:pt x="254540" y="150113"/>
                </a:lnTo>
                <a:close/>
              </a:path>
              <a:path w="330835" h="300354">
                <a:moveTo>
                  <a:pt x="330707" y="211835"/>
                </a:moveTo>
                <a:lnTo>
                  <a:pt x="254540" y="150113"/>
                </a:lnTo>
                <a:lnTo>
                  <a:pt x="242315" y="160019"/>
                </a:lnTo>
                <a:lnTo>
                  <a:pt x="242315" y="173578"/>
                </a:lnTo>
                <a:lnTo>
                  <a:pt x="293556" y="215984"/>
                </a:lnTo>
                <a:lnTo>
                  <a:pt x="301751" y="205739"/>
                </a:lnTo>
                <a:lnTo>
                  <a:pt x="303275" y="224027"/>
                </a:lnTo>
                <a:lnTo>
                  <a:pt x="303275" y="244982"/>
                </a:lnTo>
                <a:lnTo>
                  <a:pt x="330707" y="211835"/>
                </a:lnTo>
                <a:close/>
              </a:path>
              <a:path w="330835" h="300354">
                <a:moveTo>
                  <a:pt x="263651" y="28955"/>
                </a:moveTo>
                <a:lnTo>
                  <a:pt x="246887" y="25907"/>
                </a:lnTo>
                <a:lnTo>
                  <a:pt x="254981" y="36025"/>
                </a:lnTo>
                <a:lnTo>
                  <a:pt x="263651" y="28955"/>
                </a:lnTo>
                <a:close/>
              </a:path>
              <a:path w="330835" h="300354">
                <a:moveTo>
                  <a:pt x="254981" y="36025"/>
                </a:moveTo>
                <a:lnTo>
                  <a:pt x="246887" y="25907"/>
                </a:lnTo>
                <a:lnTo>
                  <a:pt x="246887" y="42625"/>
                </a:lnTo>
                <a:lnTo>
                  <a:pt x="254981" y="36025"/>
                </a:lnTo>
                <a:close/>
              </a:path>
              <a:path w="330835" h="300354">
                <a:moveTo>
                  <a:pt x="263651" y="271271"/>
                </a:moveTo>
                <a:lnTo>
                  <a:pt x="254981" y="264202"/>
                </a:lnTo>
                <a:lnTo>
                  <a:pt x="246887" y="274319"/>
                </a:lnTo>
                <a:lnTo>
                  <a:pt x="263651" y="271271"/>
                </a:lnTo>
                <a:close/>
              </a:path>
              <a:path w="330835" h="300354">
                <a:moveTo>
                  <a:pt x="263651" y="292861"/>
                </a:moveTo>
                <a:lnTo>
                  <a:pt x="263651" y="271271"/>
                </a:lnTo>
                <a:lnTo>
                  <a:pt x="246887" y="274319"/>
                </a:lnTo>
                <a:lnTo>
                  <a:pt x="246887" y="291337"/>
                </a:lnTo>
                <a:lnTo>
                  <a:pt x="257555" y="300227"/>
                </a:lnTo>
                <a:lnTo>
                  <a:pt x="263651" y="292861"/>
                </a:lnTo>
                <a:close/>
              </a:path>
              <a:path w="330835" h="300354">
                <a:moveTo>
                  <a:pt x="263651" y="46862"/>
                </a:moveTo>
                <a:lnTo>
                  <a:pt x="263651" y="28955"/>
                </a:lnTo>
                <a:lnTo>
                  <a:pt x="254981" y="36025"/>
                </a:lnTo>
                <a:lnTo>
                  <a:pt x="263651" y="46862"/>
                </a:lnTo>
                <a:close/>
              </a:path>
              <a:path w="330835" h="300354">
                <a:moveTo>
                  <a:pt x="303275" y="244982"/>
                </a:moveTo>
                <a:lnTo>
                  <a:pt x="303275" y="224027"/>
                </a:lnTo>
                <a:lnTo>
                  <a:pt x="293556" y="215984"/>
                </a:lnTo>
                <a:lnTo>
                  <a:pt x="254981" y="264202"/>
                </a:lnTo>
                <a:lnTo>
                  <a:pt x="263651" y="271271"/>
                </a:lnTo>
                <a:lnTo>
                  <a:pt x="263651" y="292861"/>
                </a:lnTo>
                <a:lnTo>
                  <a:pt x="303275" y="244982"/>
                </a:lnTo>
                <a:close/>
              </a:path>
              <a:path w="330835" h="300354">
                <a:moveTo>
                  <a:pt x="303275" y="224027"/>
                </a:moveTo>
                <a:lnTo>
                  <a:pt x="301751" y="205739"/>
                </a:lnTo>
                <a:lnTo>
                  <a:pt x="293556" y="215984"/>
                </a:lnTo>
                <a:lnTo>
                  <a:pt x="303275" y="224027"/>
                </a:lnTo>
                <a:close/>
              </a:path>
              <a:path w="330835" h="300354">
                <a:moveTo>
                  <a:pt x="303275" y="77723"/>
                </a:moveTo>
                <a:lnTo>
                  <a:pt x="294290" y="85160"/>
                </a:lnTo>
                <a:lnTo>
                  <a:pt x="301751" y="94487"/>
                </a:lnTo>
                <a:lnTo>
                  <a:pt x="303275" y="7772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847145" y="5187695"/>
            <a:ext cx="294640" cy="264160"/>
          </a:xfrm>
          <a:custGeom>
            <a:avLst/>
            <a:gdLst/>
            <a:ahLst/>
            <a:cxnLst/>
            <a:rect l="l" t="t" r="r" b="b"/>
            <a:pathLst>
              <a:path w="294639" h="264160">
                <a:moveTo>
                  <a:pt x="294131" y="68579"/>
                </a:moveTo>
                <a:lnTo>
                  <a:pt x="237743" y="0"/>
                </a:lnTo>
                <a:lnTo>
                  <a:pt x="147827" y="74675"/>
                </a:lnTo>
                <a:lnTo>
                  <a:pt x="56387" y="0"/>
                </a:lnTo>
                <a:lnTo>
                  <a:pt x="0" y="68579"/>
                </a:lnTo>
                <a:lnTo>
                  <a:pt x="77723" y="131063"/>
                </a:lnTo>
                <a:lnTo>
                  <a:pt x="77723" y="246227"/>
                </a:lnTo>
                <a:lnTo>
                  <a:pt x="147827" y="188975"/>
                </a:lnTo>
                <a:lnTo>
                  <a:pt x="216407" y="245932"/>
                </a:lnTo>
                <a:lnTo>
                  <a:pt x="216407" y="131063"/>
                </a:lnTo>
                <a:lnTo>
                  <a:pt x="294131" y="68579"/>
                </a:lnTo>
                <a:close/>
              </a:path>
              <a:path w="294639" h="264160">
                <a:moveTo>
                  <a:pt x="77723" y="246227"/>
                </a:moveTo>
                <a:lnTo>
                  <a:pt x="77723" y="131063"/>
                </a:lnTo>
                <a:lnTo>
                  <a:pt x="0" y="195071"/>
                </a:lnTo>
                <a:lnTo>
                  <a:pt x="56387" y="263651"/>
                </a:lnTo>
                <a:lnTo>
                  <a:pt x="77723" y="246227"/>
                </a:lnTo>
                <a:close/>
              </a:path>
              <a:path w="294639" h="264160">
                <a:moveTo>
                  <a:pt x="294131" y="195071"/>
                </a:moveTo>
                <a:lnTo>
                  <a:pt x="216407" y="131063"/>
                </a:lnTo>
                <a:lnTo>
                  <a:pt x="216407" y="245932"/>
                </a:lnTo>
                <a:lnTo>
                  <a:pt x="237743" y="263651"/>
                </a:lnTo>
                <a:lnTo>
                  <a:pt x="294131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828858" y="5169408"/>
            <a:ext cx="330835" cy="299085"/>
          </a:xfrm>
          <a:custGeom>
            <a:avLst/>
            <a:gdLst/>
            <a:ahLst/>
            <a:cxnLst/>
            <a:rect l="l" t="t" r="r" b="b"/>
            <a:pathLst>
              <a:path w="330835" h="299085">
                <a:moveTo>
                  <a:pt x="165353" y="75437"/>
                </a:moveTo>
                <a:lnTo>
                  <a:pt x="73151" y="0"/>
                </a:lnTo>
                <a:lnTo>
                  <a:pt x="0" y="88391"/>
                </a:lnTo>
                <a:lnTo>
                  <a:pt x="25907" y="109386"/>
                </a:lnTo>
                <a:lnTo>
                  <a:pt x="25907" y="76199"/>
                </a:lnTo>
                <a:lnTo>
                  <a:pt x="36616" y="84912"/>
                </a:lnTo>
                <a:lnTo>
                  <a:pt x="67055" y="46862"/>
                </a:lnTo>
                <a:lnTo>
                  <a:pt x="67055" y="27431"/>
                </a:lnTo>
                <a:lnTo>
                  <a:pt x="83819" y="25907"/>
                </a:lnTo>
                <a:lnTo>
                  <a:pt x="83819" y="41359"/>
                </a:lnTo>
                <a:lnTo>
                  <a:pt x="156971" y="102131"/>
                </a:lnTo>
                <a:lnTo>
                  <a:pt x="156971" y="82295"/>
                </a:lnTo>
                <a:lnTo>
                  <a:pt x="165353" y="75437"/>
                </a:lnTo>
                <a:close/>
              </a:path>
              <a:path w="330835" h="299085">
                <a:moveTo>
                  <a:pt x="88391" y="171669"/>
                </a:moveTo>
                <a:lnTo>
                  <a:pt x="88391" y="160019"/>
                </a:lnTo>
                <a:lnTo>
                  <a:pt x="76167" y="150113"/>
                </a:lnTo>
                <a:lnTo>
                  <a:pt x="0" y="211835"/>
                </a:lnTo>
                <a:lnTo>
                  <a:pt x="25907" y="242601"/>
                </a:lnTo>
                <a:lnTo>
                  <a:pt x="25907" y="222503"/>
                </a:lnTo>
                <a:lnTo>
                  <a:pt x="28955" y="205739"/>
                </a:lnTo>
                <a:lnTo>
                  <a:pt x="35972" y="214315"/>
                </a:lnTo>
                <a:lnTo>
                  <a:pt x="88391" y="171669"/>
                </a:lnTo>
                <a:close/>
              </a:path>
              <a:path w="330835" h="299085">
                <a:moveTo>
                  <a:pt x="36616" y="84912"/>
                </a:moveTo>
                <a:lnTo>
                  <a:pt x="25907" y="76199"/>
                </a:lnTo>
                <a:lnTo>
                  <a:pt x="28955" y="94487"/>
                </a:lnTo>
                <a:lnTo>
                  <a:pt x="36616" y="84912"/>
                </a:lnTo>
                <a:close/>
              </a:path>
              <a:path w="330835" h="299085">
                <a:moveTo>
                  <a:pt x="115823" y="149351"/>
                </a:moveTo>
                <a:lnTo>
                  <a:pt x="36616" y="84912"/>
                </a:lnTo>
                <a:lnTo>
                  <a:pt x="28955" y="94487"/>
                </a:lnTo>
                <a:lnTo>
                  <a:pt x="25907" y="76199"/>
                </a:lnTo>
                <a:lnTo>
                  <a:pt x="25907" y="109386"/>
                </a:lnTo>
                <a:lnTo>
                  <a:pt x="76167" y="150113"/>
                </a:lnTo>
                <a:lnTo>
                  <a:pt x="88391" y="140207"/>
                </a:lnTo>
                <a:lnTo>
                  <a:pt x="88391" y="171669"/>
                </a:lnTo>
                <a:lnTo>
                  <a:pt x="115823" y="149351"/>
                </a:lnTo>
                <a:close/>
              </a:path>
              <a:path w="330835" h="299085">
                <a:moveTo>
                  <a:pt x="35972" y="214315"/>
                </a:moveTo>
                <a:lnTo>
                  <a:pt x="28955" y="205739"/>
                </a:lnTo>
                <a:lnTo>
                  <a:pt x="25907" y="222503"/>
                </a:lnTo>
                <a:lnTo>
                  <a:pt x="35972" y="214315"/>
                </a:lnTo>
                <a:close/>
              </a:path>
              <a:path w="330835" h="299085">
                <a:moveTo>
                  <a:pt x="76363" y="263682"/>
                </a:moveTo>
                <a:lnTo>
                  <a:pt x="35972" y="214315"/>
                </a:lnTo>
                <a:lnTo>
                  <a:pt x="25907" y="222503"/>
                </a:lnTo>
                <a:lnTo>
                  <a:pt x="25907" y="242601"/>
                </a:lnTo>
                <a:lnTo>
                  <a:pt x="67055" y="291464"/>
                </a:lnTo>
                <a:lnTo>
                  <a:pt x="67055" y="271271"/>
                </a:lnTo>
                <a:lnTo>
                  <a:pt x="76363" y="263682"/>
                </a:lnTo>
                <a:close/>
              </a:path>
              <a:path w="330835" h="299085">
                <a:moveTo>
                  <a:pt x="83819" y="25907"/>
                </a:moveTo>
                <a:lnTo>
                  <a:pt x="67055" y="27431"/>
                </a:lnTo>
                <a:lnTo>
                  <a:pt x="76394" y="35190"/>
                </a:lnTo>
                <a:lnTo>
                  <a:pt x="83819" y="25907"/>
                </a:lnTo>
                <a:close/>
              </a:path>
              <a:path w="330835" h="299085">
                <a:moveTo>
                  <a:pt x="76394" y="35190"/>
                </a:moveTo>
                <a:lnTo>
                  <a:pt x="67055" y="27431"/>
                </a:lnTo>
                <a:lnTo>
                  <a:pt x="67055" y="46862"/>
                </a:lnTo>
                <a:lnTo>
                  <a:pt x="76394" y="35190"/>
                </a:lnTo>
                <a:close/>
              </a:path>
              <a:path w="330835" h="299085">
                <a:moveTo>
                  <a:pt x="83819" y="272795"/>
                </a:moveTo>
                <a:lnTo>
                  <a:pt x="76363" y="263682"/>
                </a:lnTo>
                <a:lnTo>
                  <a:pt x="67055" y="271271"/>
                </a:lnTo>
                <a:lnTo>
                  <a:pt x="83819" y="272795"/>
                </a:lnTo>
                <a:close/>
              </a:path>
              <a:path w="330835" h="299085">
                <a:moveTo>
                  <a:pt x="83819" y="289975"/>
                </a:moveTo>
                <a:lnTo>
                  <a:pt x="83819" y="272795"/>
                </a:lnTo>
                <a:lnTo>
                  <a:pt x="67055" y="271271"/>
                </a:lnTo>
                <a:lnTo>
                  <a:pt x="67055" y="291464"/>
                </a:lnTo>
                <a:lnTo>
                  <a:pt x="73151" y="298703"/>
                </a:lnTo>
                <a:lnTo>
                  <a:pt x="83819" y="289975"/>
                </a:lnTo>
                <a:close/>
              </a:path>
              <a:path w="330835" h="299085">
                <a:moveTo>
                  <a:pt x="88391" y="160019"/>
                </a:moveTo>
                <a:lnTo>
                  <a:pt x="88391" y="140207"/>
                </a:lnTo>
                <a:lnTo>
                  <a:pt x="76167" y="150113"/>
                </a:lnTo>
                <a:lnTo>
                  <a:pt x="88391" y="160019"/>
                </a:lnTo>
                <a:close/>
              </a:path>
              <a:path w="330835" h="299085">
                <a:moveTo>
                  <a:pt x="254402" y="263611"/>
                </a:moveTo>
                <a:lnTo>
                  <a:pt x="166115" y="190499"/>
                </a:lnTo>
                <a:lnTo>
                  <a:pt x="76363" y="263682"/>
                </a:lnTo>
                <a:lnTo>
                  <a:pt x="83819" y="272795"/>
                </a:lnTo>
                <a:lnTo>
                  <a:pt x="83819" y="289975"/>
                </a:lnTo>
                <a:lnTo>
                  <a:pt x="156971" y="230123"/>
                </a:lnTo>
                <a:lnTo>
                  <a:pt x="156971" y="216407"/>
                </a:lnTo>
                <a:lnTo>
                  <a:pt x="173735" y="216407"/>
                </a:lnTo>
                <a:lnTo>
                  <a:pt x="173735" y="230123"/>
                </a:lnTo>
                <a:lnTo>
                  <a:pt x="246887" y="289975"/>
                </a:lnTo>
                <a:lnTo>
                  <a:pt x="246887" y="272795"/>
                </a:lnTo>
                <a:lnTo>
                  <a:pt x="254402" y="263611"/>
                </a:lnTo>
                <a:close/>
              </a:path>
              <a:path w="330835" h="299085">
                <a:moveTo>
                  <a:pt x="83819" y="41359"/>
                </a:moveTo>
                <a:lnTo>
                  <a:pt x="83819" y="25907"/>
                </a:lnTo>
                <a:lnTo>
                  <a:pt x="76394" y="35190"/>
                </a:lnTo>
                <a:lnTo>
                  <a:pt x="83819" y="41359"/>
                </a:lnTo>
                <a:close/>
              </a:path>
              <a:path w="330835" h="299085">
                <a:moveTo>
                  <a:pt x="173735" y="82295"/>
                </a:moveTo>
                <a:lnTo>
                  <a:pt x="165353" y="75437"/>
                </a:lnTo>
                <a:lnTo>
                  <a:pt x="156971" y="82295"/>
                </a:lnTo>
                <a:lnTo>
                  <a:pt x="173735" y="82295"/>
                </a:lnTo>
                <a:close/>
              </a:path>
              <a:path w="330835" h="299085">
                <a:moveTo>
                  <a:pt x="173735" y="103298"/>
                </a:moveTo>
                <a:lnTo>
                  <a:pt x="173735" y="82295"/>
                </a:lnTo>
                <a:lnTo>
                  <a:pt x="156971" y="82295"/>
                </a:lnTo>
                <a:lnTo>
                  <a:pt x="156971" y="102131"/>
                </a:lnTo>
                <a:lnTo>
                  <a:pt x="166115" y="109727"/>
                </a:lnTo>
                <a:lnTo>
                  <a:pt x="173735" y="103298"/>
                </a:lnTo>
                <a:close/>
              </a:path>
              <a:path w="330835" h="299085">
                <a:moveTo>
                  <a:pt x="173735" y="216407"/>
                </a:moveTo>
                <a:lnTo>
                  <a:pt x="156971" y="216407"/>
                </a:lnTo>
                <a:lnTo>
                  <a:pt x="165353" y="223265"/>
                </a:lnTo>
                <a:lnTo>
                  <a:pt x="173735" y="216407"/>
                </a:lnTo>
                <a:close/>
              </a:path>
              <a:path w="330835" h="299085">
                <a:moveTo>
                  <a:pt x="165353" y="223265"/>
                </a:moveTo>
                <a:lnTo>
                  <a:pt x="156971" y="216407"/>
                </a:lnTo>
                <a:lnTo>
                  <a:pt x="156971" y="230123"/>
                </a:lnTo>
                <a:lnTo>
                  <a:pt x="165353" y="223265"/>
                </a:lnTo>
                <a:close/>
              </a:path>
              <a:path w="330835" h="299085">
                <a:moveTo>
                  <a:pt x="330707" y="88391"/>
                </a:moveTo>
                <a:lnTo>
                  <a:pt x="257555" y="0"/>
                </a:lnTo>
                <a:lnTo>
                  <a:pt x="165353" y="75437"/>
                </a:lnTo>
                <a:lnTo>
                  <a:pt x="173735" y="82295"/>
                </a:lnTo>
                <a:lnTo>
                  <a:pt x="173735" y="103298"/>
                </a:lnTo>
                <a:lnTo>
                  <a:pt x="246887" y="41576"/>
                </a:lnTo>
                <a:lnTo>
                  <a:pt x="246887" y="25907"/>
                </a:lnTo>
                <a:lnTo>
                  <a:pt x="263651" y="27431"/>
                </a:lnTo>
                <a:lnTo>
                  <a:pt x="263651" y="46862"/>
                </a:lnTo>
                <a:lnTo>
                  <a:pt x="294091" y="84912"/>
                </a:lnTo>
                <a:lnTo>
                  <a:pt x="304799" y="76199"/>
                </a:lnTo>
                <a:lnTo>
                  <a:pt x="304799" y="109386"/>
                </a:lnTo>
                <a:lnTo>
                  <a:pt x="330707" y="88391"/>
                </a:lnTo>
                <a:close/>
              </a:path>
              <a:path w="330835" h="299085">
                <a:moveTo>
                  <a:pt x="173735" y="230123"/>
                </a:moveTo>
                <a:lnTo>
                  <a:pt x="173735" y="216407"/>
                </a:lnTo>
                <a:lnTo>
                  <a:pt x="165353" y="223265"/>
                </a:lnTo>
                <a:lnTo>
                  <a:pt x="173735" y="230123"/>
                </a:lnTo>
                <a:close/>
              </a:path>
              <a:path w="330835" h="299085">
                <a:moveTo>
                  <a:pt x="304799" y="109386"/>
                </a:moveTo>
                <a:lnTo>
                  <a:pt x="304799" y="76199"/>
                </a:lnTo>
                <a:lnTo>
                  <a:pt x="301751" y="94487"/>
                </a:lnTo>
                <a:lnTo>
                  <a:pt x="294091" y="84912"/>
                </a:lnTo>
                <a:lnTo>
                  <a:pt x="214883" y="149351"/>
                </a:lnTo>
                <a:lnTo>
                  <a:pt x="242315" y="171669"/>
                </a:lnTo>
                <a:lnTo>
                  <a:pt x="242315" y="140207"/>
                </a:lnTo>
                <a:lnTo>
                  <a:pt x="254540" y="150113"/>
                </a:lnTo>
                <a:lnTo>
                  <a:pt x="304799" y="109386"/>
                </a:lnTo>
                <a:close/>
              </a:path>
              <a:path w="330835" h="299085">
                <a:moveTo>
                  <a:pt x="254540" y="150113"/>
                </a:moveTo>
                <a:lnTo>
                  <a:pt x="242315" y="140207"/>
                </a:lnTo>
                <a:lnTo>
                  <a:pt x="242315" y="160019"/>
                </a:lnTo>
                <a:lnTo>
                  <a:pt x="254540" y="150113"/>
                </a:lnTo>
                <a:close/>
              </a:path>
              <a:path w="330835" h="299085">
                <a:moveTo>
                  <a:pt x="330707" y="211835"/>
                </a:moveTo>
                <a:lnTo>
                  <a:pt x="254540" y="150113"/>
                </a:lnTo>
                <a:lnTo>
                  <a:pt x="242315" y="160019"/>
                </a:lnTo>
                <a:lnTo>
                  <a:pt x="242315" y="171669"/>
                </a:lnTo>
                <a:lnTo>
                  <a:pt x="294735" y="214315"/>
                </a:lnTo>
                <a:lnTo>
                  <a:pt x="301751" y="205739"/>
                </a:lnTo>
                <a:lnTo>
                  <a:pt x="304799" y="222503"/>
                </a:lnTo>
                <a:lnTo>
                  <a:pt x="304799" y="242601"/>
                </a:lnTo>
                <a:lnTo>
                  <a:pt x="330707" y="211835"/>
                </a:lnTo>
                <a:close/>
              </a:path>
              <a:path w="330835" h="299085">
                <a:moveTo>
                  <a:pt x="263651" y="27431"/>
                </a:moveTo>
                <a:lnTo>
                  <a:pt x="246887" y="25907"/>
                </a:lnTo>
                <a:lnTo>
                  <a:pt x="254371" y="35262"/>
                </a:lnTo>
                <a:lnTo>
                  <a:pt x="263651" y="27431"/>
                </a:lnTo>
                <a:close/>
              </a:path>
              <a:path w="330835" h="299085">
                <a:moveTo>
                  <a:pt x="254371" y="35262"/>
                </a:moveTo>
                <a:lnTo>
                  <a:pt x="246887" y="25907"/>
                </a:lnTo>
                <a:lnTo>
                  <a:pt x="246887" y="41576"/>
                </a:lnTo>
                <a:lnTo>
                  <a:pt x="254371" y="35262"/>
                </a:lnTo>
                <a:close/>
              </a:path>
              <a:path w="330835" h="299085">
                <a:moveTo>
                  <a:pt x="263651" y="271271"/>
                </a:moveTo>
                <a:lnTo>
                  <a:pt x="254402" y="263611"/>
                </a:lnTo>
                <a:lnTo>
                  <a:pt x="246887" y="272795"/>
                </a:lnTo>
                <a:lnTo>
                  <a:pt x="263651" y="271271"/>
                </a:lnTo>
                <a:close/>
              </a:path>
              <a:path w="330835" h="299085">
                <a:moveTo>
                  <a:pt x="263651" y="291464"/>
                </a:moveTo>
                <a:lnTo>
                  <a:pt x="263651" y="271271"/>
                </a:lnTo>
                <a:lnTo>
                  <a:pt x="246887" y="272795"/>
                </a:lnTo>
                <a:lnTo>
                  <a:pt x="246887" y="289975"/>
                </a:lnTo>
                <a:lnTo>
                  <a:pt x="257555" y="298703"/>
                </a:lnTo>
                <a:lnTo>
                  <a:pt x="263651" y="291464"/>
                </a:lnTo>
                <a:close/>
              </a:path>
              <a:path w="330835" h="299085">
                <a:moveTo>
                  <a:pt x="263651" y="46862"/>
                </a:moveTo>
                <a:lnTo>
                  <a:pt x="263651" y="27431"/>
                </a:lnTo>
                <a:lnTo>
                  <a:pt x="254371" y="35262"/>
                </a:lnTo>
                <a:lnTo>
                  <a:pt x="263651" y="46862"/>
                </a:lnTo>
                <a:close/>
              </a:path>
              <a:path w="330835" h="299085">
                <a:moveTo>
                  <a:pt x="304799" y="242601"/>
                </a:moveTo>
                <a:lnTo>
                  <a:pt x="304799" y="222503"/>
                </a:lnTo>
                <a:lnTo>
                  <a:pt x="294735" y="214315"/>
                </a:lnTo>
                <a:lnTo>
                  <a:pt x="254402" y="263611"/>
                </a:lnTo>
                <a:lnTo>
                  <a:pt x="263651" y="271271"/>
                </a:lnTo>
                <a:lnTo>
                  <a:pt x="263651" y="291464"/>
                </a:lnTo>
                <a:lnTo>
                  <a:pt x="304799" y="242601"/>
                </a:lnTo>
                <a:close/>
              </a:path>
              <a:path w="330835" h="299085">
                <a:moveTo>
                  <a:pt x="304799" y="76199"/>
                </a:moveTo>
                <a:lnTo>
                  <a:pt x="294091" y="84912"/>
                </a:lnTo>
                <a:lnTo>
                  <a:pt x="301751" y="94487"/>
                </a:lnTo>
                <a:lnTo>
                  <a:pt x="304799" y="76199"/>
                </a:lnTo>
                <a:close/>
              </a:path>
              <a:path w="330835" h="299085">
                <a:moveTo>
                  <a:pt x="304799" y="222503"/>
                </a:moveTo>
                <a:lnTo>
                  <a:pt x="301751" y="205739"/>
                </a:lnTo>
                <a:lnTo>
                  <a:pt x="294735" y="214315"/>
                </a:lnTo>
                <a:lnTo>
                  <a:pt x="304799" y="22250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950777" y="5510783"/>
            <a:ext cx="294640" cy="264160"/>
          </a:xfrm>
          <a:custGeom>
            <a:avLst/>
            <a:gdLst/>
            <a:ahLst/>
            <a:cxnLst/>
            <a:rect l="l" t="t" r="r" b="b"/>
            <a:pathLst>
              <a:path w="294639" h="264160">
                <a:moveTo>
                  <a:pt x="294131" y="68579"/>
                </a:moveTo>
                <a:lnTo>
                  <a:pt x="237743" y="0"/>
                </a:lnTo>
                <a:lnTo>
                  <a:pt x="146303" y="74675"/>
                </a:lnTo>
                <a:lnTo>
                  <a:pt x="56387" y="0"/>
                </a:lnTo>
                <a:lnTo>
                  <a:pt x="0" y="68579"/>
                </a:lnTo>
                <a:lnTo>
                  <a:pt x="77723" y="132587"/>
                </a:lnTo>
                <a:lnTo>
                  <a:pt x="77723" y="245932"/>
                </a:lnTo>
                <a:lnTo>
                  <a:pt x="146303" y="188975"/>
                </a:lnTo>
                <a:lnTo>
                  <a:pt x="216407" y="246227"/>
                </a:lnTo>
                <a:lnTo>
                  <a:pt x="216407" y="132587"/>
                </a:lnTo>
                <a:lnTo>
                  <a:pt x="294131" y="68579"/>
                </a:lnTo>
                <a:close/>
              </a:path>
              <a:path w="294639" h="264160">
                <a:moveTo>
                  <a:pt x="77723" y="245932"/>
                </a:moveTo>
                <a:lnTo>
                  <a:pt x="77723" y="132587"/>
                </a:lnTo>
                <a:lnTo>
                  <a:pt x="0" y="195071"/>
                </a:lnTo>
                <a:lnTo>
                  <a:pt x="56387" y="263651"/>
                </a:lnTo>
                <a:lnTo>
                  <a:pt x="77723" y="245932"/>
                </a:lnTo>
                <a:close/>
              </a:path>
              <a:path w="294639" h="264160">
                <a:moveTo>
                  <a:pt x="294131" y="195071"/>
                </a:moveTo>
                <a:lnTo>
                  <a:pt x="216407" y="132587"/>
                </a:lnTo>
                <a:lnTo>
                  <a:pt x="216407" y="246227"/>
                </a:lnTo>
                <a:lnTo>
                  <a:pt x="237743" y="263651"/>
                </a:lnTo>
                <a:lnTo>
                  <a:pt x="294131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932490" y="5492496"/>
            <a:ext cx="329565" cy="300355"/>
          </a:xfrm>
          <a:custGeom>
            <a:avLst/>
            <a:gdLst/>
            <a:ahLst/>
            <a:cxnLst/>
            <a:rect l="l" t="t" r="r" b="b"/>
            <a:pathLst>
              <a:path w="329564" h="300354">
                <a:moveTo>
                  <a:pt x="165353" y="76834"/>
                </a:moveTo>
                <a:lnTo>
                  <a:pt x="73151" y="0"/>
                </a:lnTo>
                <a:lnTo>
                  <a:pt x="0" y="88391"/>
                </a:lnTo>
                <a:lnTo>
                  <a:pt x="25907" y="109386"/>
                </a:lnTo>
                <a:lnTo>
                  <a:pt x="25907" y="77723"/>
                </a:lnTo>
                <a:lnTo>
                  <a:pt x="35878" y="85835"/>
                </a:lnTo>
                <a:lnTo>
                  <a:pt x="67055" y="46862"/>
                </a:lnTo>
                <a:lnTo>
                  <a:pt x="67055" y="28955"/>
                </a:lnTo>
                <a:lnTo>
                  <a:pt x="83819" y="25907"/>
                </a:lnTo>
                <a:lnTo>
                  <a:pt x="83819" y="42838"/>
                </a:lnTo>
                <a:lnTo>
                  <a:pt x="156971" y="103417"/>
                </a:lnTo>
                <a:lnTo>
                  <a:pt x="156971" y="83819"/>
                </a:lnTo>
                <a:lnTo>
                  <a:pt x="165353" y="76834"/>
                </a:lnTo>
                <a:close/>
              </a:path>
              <a:path w="329564" h="300354">
                <a:moveTo>
                  <a:pt x="88391" y="173193"/>
                </a:moveTo>
                <a:lnTo>
                  <a:pt x="88391" y="160019"/>
                </a:lnTo>
                <a:lnTo>
                  <a:pt x="76167" y="150113"/>
                </a:lnTo>
                <a:lnTo>
                  <a:pt x="0" y="211835"/>
                </a:lnTo>
                <a:lnTo>
                  <a:pt x="25907" y="243141"/>
                </a:lnTo>
                <a:lnTo>
                  <a:pt x="25907" y="224027"/>
                </a:lnTo>
                <a:lnTo>
                  <a:pt x="28955" y="205739"/>
                </a:lnTo>
                <a:lnTo>
                  <a:pt x="36616" y="215315"/>
                </a:lnTo>
                <a:lnTo>
                  <a:pt x="88391" y="173193"/>
                </a:lnTo>
                <a:close/>
              </a:path>
              <a:path w="329564" h="300354">
                <a:moveTo>
                  <a:pt x="35878" y="85835"/>
                </a:moveTo>
                <a:lnTo>
                  <a:pt x="25907" y="77723"/>
                </a:lnTo>
                <a:lnTo>
                  <a:pt x="28955" y="94487"/>
                </a:lnTo>
                <a:lnTo>
                  <a:pt x="35878" y="85835"/>
                </a:lnTo>
                <a:close/>
              </a:path>
              <a:path w="329564" h="300354">
                <a:moveTo>
                  <a:pt x="115823" y="150875"/>
                </a:moveTo>
                <a:lnTo>
                  <a:pt x="35878" y="85835"/>
                </a:lnTo>
                <a:lnTo>
                  <a:pt x="28955" y="94487"/>
                </a:lnTo>
                <a:lnTo>
                  <a:pt x="25907" y="77723"/>
                </a:lnTo>
                <a:lnTo>
                  <a:pt x="25907" y="109386"/>
                </a:lnTo>
                <a:lnTo>
                  <a:pt x="76167" y="150113"/>
                </a:lnTo>
                <a:lnTo>
                  <a:pt x="88391" y="140207"/>
                </a:lnTo>
                <a:lnTo>
                  <a:pt x="88391" y="173193"/>
                </a:lnTo>
                <a:lnTo>
                  <a:pt x="115823" y="150875"/>
                </a:lnTo>
                <a:close/>
              </a:path>
              <a:path w="329564" h="300354">
                <a:moveTo>
                  <a:pt x="36616" y="215315"/>
                </a:moveTo>
                <a:lnTo>
                  <a:pt x="28955" y="205739"/>
                </a:lnTo>
                <a:lnTo>
                  <a:pt x="25907" y="224027"/>
                </a:lnTo>
                <a:lnTo>
                  <a:pt x="36616" y="215315"/>
                </a:lnTo>
                <a:close/>
              </a:path>
              <a:path w="329564" h="300354">
                <a:moveTo>
                  <a:pt x="75672" y="264136"/>
                </a:moveTo>
                <a:lnTo>
                  <a:pt x="36616" y="215315"/>
                </a:lnTo>
                <a:lnTo>
                  <a:pt x="25907" y="224027"/>
                </a:lnTo>
                <a:lnTo>
                  <a:pt x="25907" y="243141"/>
                </a:lnTo>
                <a:lnTo>
                  <a:pt x="67055" y="292861"/>
                </a:lnTo>
                <a:lnTo>
                  <a:pt x="67055" y="271271"/>
                </a:lnTo>
                <a:lnTo>
                  <a:pt x="75672" y="264136"/>
                </a:lnTo>
                <a:close/>
              </a:path>
              <a:path w="329564" h="300354">
                <a:moveTo>
                  <a:pt x="83819" y="25907"/>
                </a:moveTo>
                <a:lnTo>
                  <a:pt x="67055" y="28955"/>
                </a:lnTo>
                <a:lnTo>
                  <a:pt x="75672" y="36091"/>
                </a:lnTo>
                <a:lnTo>
                  <a:pt x="83819" y="25907"/>
                </a:lnTo>
                <a:close/>
              </a:path>
              <a:path w="329564" h="300354">
                <a:moveTo>
                  <a:pt x="75672" y="36091"/>
                </a:moveTo>
                <a:lnTo>
                  <a:pt x="67055" y="28955"/>
                </a:lnTo>
                <a:lnTo>
                  <a:pt x="67055" y="46862"/>
                </a:lnTo>
                <a:lnTo>
                  <a:pt x="75672" y="36091"/>
                </a:lnTo>
                <a:close/>
              </a:path>
              <a:path w="329564" h="300354">
                <a:moveTo>
                  <a:pt x="83819" y="274319"/>
                </a:moveTo>
                <a:lnTo>
                  <a:pt x="75672" y="264136"/>
                </a:lnTo>
                <a:lnTo>
                  <a:pt x="67055" y="271271"/>
                </a:lnTo>
                <a:lnTo>
                  <a:pt x="83819" y="274319"/>
                </a:lnTo>
                <a:close/>
              </a:path>
              <a:path w="329564" h="300354">
                <a:moveTo>
                  <a:pt x="83819" y="291337"/>
                </a:moveTo>
                <a:lnTo>
                  <a:pt x="83819" y="274319"/>
                </a:lnTo>
                <a:lnTo>
                  <a:pt x="67055" y="271271"/>
                </a:lnTo>
                <a:lnTo>
                  <a:pt x="67055" y="292861"/>
                </a:lnTo>
                <a:lnTo>
                  <a:pt x="73151" y="300227"/>
                </a:lnTo>
                <a:lnTo>
                  <a:pt x="83819" y="291337"/>
                </a:lnTo>
                <a:close/>
              </a:path>
              <a:path w="329564" h="300354">
                <a:moveTo>
                  <a:pt x="83819" y="42838"/>
                </a:moveTo>
                <a:lnTo>
                  <a:pt x="83819" y="25907"/>
                </a:lnTo>
                <a:lnTo>
                  <a:pt x="75672" y="36091"/>
                </a:lnTo>
                <a:lnTo>
                  <a:pt x="83819" y="42838"/>
                </a:lnTo>
                <a:close/>
              </a:path>
              <a:path w="329564" h="300354">
                <a:moveTo>
                  <a:pt x="254981" y="264202"/>
                </a:moveTo>
                <a:lnTo>
                  <a:pt x="164591" y="190499"/>
                </a:lnTo>
                <a:lnTo>
                  <a:pt x="75672" y="264136"/>
                </a:lnTo>
                <a:lnTo>
                  <a:pt x="83819" y="274319"/>
                </a:lnTo>
                <a:lnTo>
                  <a:pt x="83819" y="291337"/>
                </a:lnTo>
                <a:lnTo>
                  <a:pt x="156971" y="230377"/>
                </a:lnTo>
                <a:lnTo>
                  <a:pt x="156971" y="216407"/>
                </a:lnTo>
                <a:lnTo>
                  <a:pt x="173735" y="216407"/>
                </a:lnTo>
                <a:lnTo>
                  <a:pt x="173735" y="230377"/>
                </a:lnTo>
                <a:lnTo>
                  <a:pt x="246887" y="291337"/>
                </a:lnTo>
                <a:lnTo>
                  <a:pt x="246887" y="274319"/>
                </a:lnTo>
                <a:lnTo>
                  <a:pt x="254981" y="264202"/>
                </a:lnTo>
                <a:close/>
              </a:path>
              <a:path w="329564" h="300354">
                <a:moveTo>
                  <a:pt x="88391" y="160019"/>
                </a:moveTo>
                <a:lnTo>
                  <a:pt x="88391" y="140207"/>
                </a:lnTo>
                <a:lnTo>
                  <a:pt x="76167" y="150113"/>
                </a:lnTo>
                <a:lnTo>
                  <a:pt x="88391" y="160019"/>
                </a:lnTo>
                <a:close/>
              </a:path>
              <a:path w="329564" h="300354">
                <a:moveTo>
                  <a:pt x="173735" y="83819"/>
                </a:moveTo>
                <a:lnTo>
                  <a:pt x="165353" y="76834"/>
                </a:lnTo>
                <a:lnTo>
                  <a:pt x="156971" y="83819"/>
                </a:lnTo>
                <a:lnTo>
                  <a:pt x="173735" y="83819"/>
                </a:lnTo>
                <a:close/>
              </a:path>
              <a:path w="329564" h="300354">
                <a:moveTo>
                  <a:pt x="173735" y="102272"/>
                </a:moveTo>
                <a:lnTo>
                  <a:pt x="173735" y="83819"/>
                </a:lnTo>
                <a:lnTo>
                  <a:pt x="156971" y="83819"/>
                </a:lnTo>
                <a:lnTo>
                  <a:pt x="156971" y="103417"/>
                </a:lnTo>
                <a:lnTo>
                  <a:pt x="164591" y="109727"/>
                </a:lnTo>
                <a:lnTo>
                  <a:pt x="173735" y="102272"/>
                </a:lnTo>
                <a:close/>
              </a:path>
              <a:path w="329564" h="300354">
                <a:moveTo>
                  <a:pt x="173735" y="216407"/>
                </a:moveTo>
                <a:lnTo>
                  <a:pt x="156971" y="216407"/>
                </a:lnTo>
                <a:lnTo>
                  <a:pt x="165353" y="223392"/>
                </a:lnTo>
                <a:lnTo>
                  <a:pt x="173735" y="216407"/>
                </a:lnTo>
                <a:close/>
              </a:path>
              <a:path w="329564" h="300354">
                <a:moveTo>
                  <a:pt x="165353" y="223392"/>
                </a:moveTo>
                <a:lnTo>
                  <a:pt x="156971" y="216407"/>
                </a:lnTo>
                <a:lnTo>
                  <a:pt x="156971" y="230377"/>
                </a:lnTo>
                <a:lnTo>
                  <a:pt x="165353" y="223392"/>
                </a:lnTo>
                <a:close/>
              </a:path>
              <a:path w="329564" h="300354">
                <a:moveTo>
                  <a:pt x="329183" y="88391"/>
                </a:moveTo>
                <a:lnTo>
                  <a:pt x="257555" y="0"/>
                </a:lnTo>
                <a:lnTo>
                  <a:pt x="165353" y="76834"/>
                </a:lnTo>
                <a:lnTo>
                  <a:pt x="173735" y="83819"/>
                </a:lnTo>
                <a:lnTo>
                  <a:pt x="173735" y="102272"/>
                </a:lnTo>
                <a:lnTo>
                  <a:pt x="246887" y="42625"/>
                </a:lnTo>
                <a:lnTo>
                  <a:pt x="246887" y="25907"/>
                </a:lnTo>
                <a:lnTo>
                  <a:pt x="263651" y="28955"/>
                </a:lnTo>
                <a:lnTo>
                  <a:pt x="263651" y="46862"/>
                </a:lnTo>
                <a:lnTo>
                  <a:pt x="294290" y="85160"/>
                </a:lnTo>
                <a:lnTo>
                  <a:pt x="303275" y="77723"/>
                </a:lnTo>
                <a:lnTo>
                  <a:pt x="303275" y="109754"/>
                </a:lnTo>
                <a:lnTo>
                  <a:pt x="329183" y="88391"/>
                </a:lnTo>
                <a:close/>
              </a:path>
              <a:path w="329564" h="300354">
                <a:moveTo>
                  <a:pt x="173735" y="230377"/>
                </a:moveTo>
                <a:lnTo>
                  <a:pt x="173735" y="216407"/>
                </a:lnTo>
                <a:lnTo>
                  <a:pt x="165353" y="223392"/>
                </a:lnTo>
                <a:lnTo>
                  <a:pt x="173735" y="230377"/>
                </a:lnTo>
                <a:close/>
              </a:path>
              <a:path w="329564" h="300354">
                <a:moveTo>
                  <a:pt x="303275" y="109754"/>
                </a:moveTo>
                <a:lnTo>
                  <a:pt x="303275" y="77723"/>
                </a:lnTo>
                <a:lnTo>
                  <a:pt x="301751" y="94487"/>
                </a:lnTo>
                <a:lnTo>
                  <a:pt x="294290" y="85160"/>
                </a:lnTo>
                <a:lnTo>
                  <a:pt x="214883" y="150875"/>
                </a:lnTo>
                <a:lnTo>
                  <a:pt x="242315" y="173578"/>
                </a:lnTo>
                <a:lnTo>
                  <a:pt x="242315" y="140207"/>
                </a:lnTo>
                <a:lnTo>
                  <a:pt x="254329" y="150113"/>
                </a:lnTo>
                <a:lnTo>
                  <a:pt x="303275" y="109754"/>
                </a:lnTo>
                <a:close/>
              </a:path>
              <a:path w="329564" h="300354">
                <a:moveTo>
                  <a:pt x="254329" y="150113"/>
                </a:moveTo>
                <a:lnTo>
                  <a:pt x="242315" y="140207"/>
                </a:lnTo>
                <a:lnTo>
                  <a:pt x="242315" y="160019"/>
                </a:lnTo>
                <a:lnTo>
                  <a:pt x="254329" y="150113"/>
                </a:lnTo>
                <a:close/>
              </a:path>
              <a:path w="329564" h="300354">
                <a:moveTo>
                  <a:pt x="329183" y="211835"/>
                </a:moveTo>
                <a:lnTo>
                  <a:pt x="254329" y="150113"/>
                </a:lnTo>
                <a:lnTo>
                  <a:pt x="242315" y="160019"/>
                </a:lnTo>
                <a:lnTo>
                  <a:pt x="242315" y="173578"/>
                </a:lnTo>
                <a:lnTo>
                  <a:pt x="293556" y="215984"/>
                </a:lnTo>
                <a:lnTo>
                  <a:pt x="301751" y="205739"/>
                </a:lnTo>
                <a:lnTo>
                  <a:pt x="303275" y="224027"/>
                </a:lnTo>
                <a:lnTo>
                  <a:pt x="303275" y="243807"/>
                </a:lnTo>
                <a:lnTo>
                  <a:pt x="329183" y="211835"/>
                </a:lnTo>
                <a:close/>
              </a:path>
              <a:path w="329564" h="300354">
                <a:moveTo>
                  <a:pt x="263651" y="28955"/>
                </a:moveTo>
                <a:lnTo>
                  <a:pt x="246887" y="25907"/>
                </a:lnTo>
                <a:lnTo>
                  <a:pt x="254981" y="36025"/>
                </a:lnTo>
                <a:lnTo>
                  <a:pt x="263651" y="28955"/>
                </a:lnTo>
                <a:close/>
              </a:path>
              <a:path w="329564" h="300354">
                <a:moveTo>
                  <a:pt x="254981" y="36025"/>
                </a:moveTo>
                <a:lnTo>
                  <a:pt x="246887" y="25907"/>
                </a:lnTo>
                <a:lnTo>
                  <a:pt x="246887" y="42625"/>
                </a:lnTo>
                <a:lnTo>
                  <a:pt x="254981" y="36025"/>
                </a:lnTo>
                <a:close/>
              </a:path>
              <a:path w="329564" h="300354">
                <a:moveTo>
                  <a:pt x="263651" y="271271"/>
                </a:moveTo>
                <a:lnTo>
                  <a:pt x="254981" y="264202"/>
                </a:lnTo>
                <a:lnTo>
                  <a:pt x="246887" y="274319"/>
                </a:lnTo>
                <a:lnTo>
                  <a:pt x="263651" y="271271"/>
                </a:lnTo>
                <a:close/>
              </a:path>
              <a:path w="329564" h="300354">
                <a:moveTo>
                  <a:pt x="263651" y="292705"/>
                </a:moveTo>
                <a:lnTo>
                  <a:pt x="263651" y="271271"/>
                </a:lnTo>
                <a:lnTo>
                  <a:pt x="246887" y="274319"/>
                </a:lnTo>
                <a:lnTo>
                  <a:pt x="246887" y="291337"/>
                </a:lnTo>
                <a:lnTo>
                  <a:pt x="257555" y="300227"/>
                </a:lnTo>
                <a:lnTo>
                  <a:pt x="263651" y="292705"/>
                </a:lnTo>
                <a:close/>
              </a:path>
              <a:path w="329564" h="300354">
                <a:moveTo>
                  <a:pt x="263651" y="46862"/>
                </a:moveTo>
                <a:lnTo>
                  <a:pt x="263651" y="28955"/>
                </a:lnTo>
                <a:lnTo>
                  <a:pt x="254981" y="36025"/>
                </a:lnTo>
                <a:lnTo>
                  <a:pt x="263651" y="46862"/>
                </a:lnTo>
                <a:close/>
              </a:path>
              <a:path w="329564" h="300354">
                <a:moveTo>
                  <a:pt x="303275" y="243807"/>
                </a:moveTo>
                <a:lnTo>
                  <a:pt x="303275" y="224027"/>
                </a:lnTo>
                <a:lnTo>
                  <a:pt x="293556" y="215984"/>
                </a:lnTo>
                <a:lnTo>
                  <a:pt x="254981" y="264202"/>
                </a:lnTo>
                <a:lnTo>
                  <a:pt x="263651" y="271271"/>
                </a:lnTo>
                <a:lnTo>
                  <a:pt x="263651" y="292705"/>
                </a:lnTo>
                <a:lnTo>
                  <a:pt x="303275" y="243807"/>
                </a:lnTo>
                <a:close/>
              </a:path>
              <a:path w="329564" h="300354">
                <a:moveTo>
                  <a:pt x="303275" y="224027"/>
                </a:moveTo>
                <a:lnTo>
                  <a:pt x="301751" y="205739"/>
                </a:lnTo>
                <a:lnTo>
                  <a:pt x="293556" y="215984"/>
                </a:lnTo>
                <a:lnTo>
                  <a:pt x="303275" y="224027"/>
                </a:lnTo>
                <a:close/>
              </a:path>
              <a:path w="329564" h="300354">
                <a:moveTo>
                  <a:pt x="303275" y="77723"/>
                </a:moveTo>
                <a:lnTo>
                  <a:pt x="294290" y="85160"/>
                </a:lnTo>
                <a:lnTo>
                  <a:pt x="301751" y="94487"/>
                </a:lnTo>
                <a:lnTo>
                  <a:pt x="303275" y="7772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560377" y="5205983"/>
            <a:ext cx="294640" cy="264160"/>
          </a:xfrm>
          <a:custGeom>
            <a:avLst/>
            <a:gdLst/>
            <a:ahLst/>
            <a:cxnLst/>
            <a:rect l="l" t="t" r="r" b="b"/>
            <a:pathLst>
              <a:path w="294639" h="264160">
                <a:moveTo>
                  <a:pt x="294131" y="68579"/>
                </a:moveTo>
                <a:lnTo>
                  <a:pt x="237743" y="0"/>
                </a:lnTo>
                <a:lnTo>
                  <a:pt x="146303" y="74675"/>
                </a:lnTo>
                <a:lnTo>
                  <a:pt x="56387" y="0"/>
                </a:lnTo>
                <a:lnTo>
                  <a:pt x="0" y="68579"/>
                </a:lnTo>
                <a:lnTo>
                  <a:pt x="77723" y="132587"/>
                </a:lnTo>
                <a:lnTo>
                  <a:pt x="77723" y="245932"/>
                </a:lnTo>
                <a:lnTo>
                  <a:pt x="146303" y="188975"/>
                </a:lnTo>
                <a:lnTo>
                  <a:pt x="216407" y="246227"/>
                </a:lnTo>
                <a:lnTo>
                  <a:pt x="216407" y="132587"/>
                </a:lnTo>
                <a:lnTo>
                  <a:pt x="294131" y="68579"/>
                </a:lnTo>
                <a:close/>
              </a:path>
              <a:path w="294639" h="264160">
                <a:moveTo>
                  <a:pt x="77723" y="245932"/>
                </a:moveTo>
                <a:lnTo>
                  <a:pt x="77723" y="132587"/>
                </a:lnTo>
                <a:lnTo>
                  <a:pt x="0" y="195071"/>
                </a:lnTo>
                <a:lnTo>
                  <a:pt x="56387" y="263651"/>
                </a:lnTo>
                <a:lnTo>
                  <a:pt x="77723" y="245932"/>
                </a:lnTo>
                <a:close/>
              </a:path>
              <a:path w="294639" h="264160">
                <a:moveTo>
                  <a:pt x="294131" y="195071"/>
                </a:moveTo>
                <a:lnTo>
                  <a:pt x="216407" y="132587"/>
                </a:lnTo>
                <a:lnTo>
                  <a:pt x="216407" y="246227"/>
                </a:lnTo>
                <a:lnTo>
                  <a:pt x="237743" y="263651"/>
                </a:lnTo>
                <a:lnTo>
                  <a:pt x="294131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542090" y="5187696"/>
            <a:ext cx="329565" cy="300355"/>
          </a:xfrm>
          <a:custGeom>
            <a:avLst/>
            <a:gdLst/>
            <a:ahLst/>
            <a:cxnLst/>
            <a:rect l="l" t="t" r="r" b="b"/>
            <a:pathLst>
              <a:path w="329564" h="300354">
                <a:moveTo>
                  <a:pt x="165353" y="76834"/>
                </a:moveTo>
                <a:lnTo>
                  <a:pt x="73151" y="0"/>
                </a:lnTo>
                <a:lnTo>
                  <a:pt x="0" y="88391"/>
                </a:lnTo>
                <a:lnTo>
                  <a:pt x="25907" y="109386"/>
                </a:lnTo>
                <a:lnTo>
                  <a:pt x="25907" y="77723"/>
                </a:lnTo>
                <a:lnTo>
                  <a:pt x="35878" y="85835"/>
                </a:lnTo>
                <a:lnTo>
                  <a:pt x="67055" y="46862"/>
                </a:lnTo>
                <a:lnTo>
                  <a:pt x="67055" y="28955"/>
                </a:lnTo>
                <a:lnTo>
                  <a:pt x="83819" y="25907"/>
                </a:lnTo>
                <a:lnTo>
                  <a:pt x="83819" y="42838"/>
                </a:lnTo>
                <a:lnTo>
                  <a:pt x="156971" y="103417"/>
                </a:lnTo>
                <a:lnTo>
                  <a:pt x="156971" y="83819"/>
                </a:lnTo>
                <a:lnTo>
                  <a:pt x="165353" y="76834"/>
                </a:lnTo>
                <a:close/>
              </a:path>
              <a:path w="329564" h="300354">
                <a:moveTo>
                  <a:pt x="88391" y="173193"/>
                </a:moveTo>
                <a:lnTo>
                  <a:pt x="88391" y="160019"/>
                </a:lnTo>
                <a:lnTo>
                  <a:pt x="76167" y="150113"/>
                </a:lnTo>
                <a:lnTo>
                  <a:pt x="0" y="211835"/>
                </a:lnTo>
                <a:lnTo>
                  <a:pt x="25907" y="243141"/>
                </a:lnTo>
                <a:lnTo>
                  <a:pt x="25907" y="224027"/>
                </a:lnTo>
                <a:lnTo>
                  <a:pt x="28955" y="205739"/>
                </a:lnTo>
                <a:lnTo>
                  <a:pt x="36616" y="215315"/>
                </a:lnTo>
                <a:lnTo>
                  <a:pt x="88391" y="173193"/>
                </a:lnTo>
                <a:close/>
              </a:path>
              <a:path w="329564" h="300354">
                <a:moveTo>
                  <a:pt x="35878" y="85835"/>
                </a:moveTo>
                <a:lnTo>
                  <a:pt x="25907" y="77723"/>
                </a:lnTo>
                <a:lnTo>
                  <a:pt x="28955" y="94487"/>
                </a:lnTo>
                <a:lnTo>
                  <a:pt x="35878" y="85835"/>
                </a:lnTo>
                <a:close/>
              </a:path>
              <a:path w="329564" h="300354">
                <a:moveTo>
                  <a:pt x="115823" y="150875"/>
                </a:moveTo>
                <a:lnTo>
                  <a:pt x="35878" y="85835"/>
                </a:lnTo>
                <a:lnTo>
                  <a:pt x="28955" y="94487"/>
                </a:lnTo>
                <a:lnTo>
                  <a:pt x="25907" y="77723"/>
                </a:lnTo>
                <a:lnTo>
                  <a:pt x="25907" y="109386"/>
                </a:lnTo>
                <a:lnTo>
                  <a:pt x="76167" y="150113"/>
                </a:lnTo>
                <a:lnTo>
                  <a:pt x="88391" y="140207"/>
                </a:lnTo>
                <a:lnTo>
                  <a:pt x="88391" y="173193"/>
                </a:lnTo>
                <a:lnTo>
                  <a:pt x="115823" y="150875"/>
                </a:lnTo>
                <a:close/>
              </a:path>
              <a:path w="329564" h="300354">
                <a:moveTo>
                  <a:pt x="36616" y="215315"/>
                </a:moveTo>
                <a:lnTo>
                  <a:pt x="28955" y="205739"/>
                </a:lnTo>
                <a:lnTo>
                  <a:pt x="25907" y="224027"/>
                </a:lnTo>
                <a:lnTo>
                  <a:pt x="36616" y="215315"/>
                </a:lnTo>
                <a:close/>
              </a:path>
              <a:path w="329564" h="300354">
                <a:moveTo>
                  <a:pt x="75672" y="264136"/>
                </a:moveTo>
                <a:lnTo>
                  <a:pt x="36616" y="215315"/>
                </a:lnTo>
                <a:lnTo>
                  <a:pt x="25907" y="224027"/>
                </a:lnTo>
                <a:lnTo>
                  <a:pt x="25907" y="243141"/>
                </a:lnTo>
                <a:lnTo>
                  <a:pt x="67055" y="292861"/>
                </a:lnTo>
                <a:lnTo>
                  <a:pt x="67055" y="271271"/>
                </a:lnTo>
                <a:lnTo>
                  <a:pt x="75672" y="264136"/>
                </a:lnTo>
                <a:close/>
              </a:path>
              <a:path w="329564" h="300354">
                <a:moveTo>
                  <a:pt x="83819" y="25907"/>
                </a:moveTo>
                <a:lnTo>
                  <a:pt x="67055" y="28955"/>
                </a:lnTo>
                <a:lnTo>
                  <a:pt x="75672" y="36091"/>
                </a:lnTo>
                <a:lnTo>
                  <a:pt x="83819" y="25907"/>
                </a:lnTo>
                <a:close/>
              </a:path>
              <a:path w="329564" h="300354">
                <a:moveTo>
                  <a:pt x="75672" y="36091"/>
                </a:moveTo>
                <a:lnTo>
                  <a:pt x="67055" y="28955"/>
                </a:lnTo>
                <a:lnTo>
                  <a:pt x="67055" y="46862"/>
                </a:lnTo>
                <a:lnTo>
                  <a:pt x="75672" y="36091"/>
                </a:lnTo>
                <a:close/>
              </a:path>
              <a:path w="329564" h="300354">
                <a:moveTo>
                  <a:pt x="83819" y="274319"/>
                </a:moveTo>
                <a:lnTo>
                  <a:pt x="75672" y="264136"/>
                </a:lnTo>
                <a:lnTo>
                  <a:pt x="67055" y="271271"/>
                </a:lnTo>
                <a:lnTo>
                  <a:pt x="83819" y="274319"/>
                </a:lnTo>
                <a:close/>
              </a:path>
              <a:path w="329564" h="300354">
                <a:moveTo>
                  <a:pt x="83819" y="291337"/>
                </a:moveTo>
                <a:lnTo>
                  <a:pt x="83819" y="274319"/>
                </a:lnTo>
                <a:lnTo>
                  <a:pt x="67055" y="271271"/>
                </a:lnTo>
                <a:lnTo>
                  <a:pt x="67055" y="292861"/>
                </a:lnTo>
                <a:lnTo>
                  <a:pt x="73151" y="300227"/>
                </a:lnTo>
                <a:lnTo>
                  <a:pt x="83819" y="291337"/>
                </a:lnTo>
                <a:close/>
              </a:path>
              <a:path w="329564" h="300354">
                <a:moveTo>
                  <a:pt x="83819" y="42838"/>
                </a:moveTo>
                <a:lnTo>
                  <a:pt x="83819" y="25907"/>
                </a:lnTo>
                <a:lnTo>
                  <a:pt x="75672" y="36091"/>
                </a:lnTo>
                <a:lnTo>
                  <a:pt x="83819" y="42838"/>
                </a:lnTo>
                <a:close/>
              </a:path>
              <a:path w="329564" h="300354">
                <a:moveTo>
                  <a:pt x="254981" y="264202"/>
                </a:moveTo>
                <a:lnTo>
                  <a:pt x="164591" y="190499"/>
                </a:lnTo>
                <a:lnTo>
                  <a:pt x="75672" y="264136"/>
                </a:lnTo>
                <a:lnTo>
                  <a:pt x="83819" y="274319"/>
                </a:lnTo>
                <a:lnTo>
                  <a:pt x="83819" y="291337"/>
                </a:lnTo>
                <a:lnTo>
                  <a:pt x="156971" y="230377"/>
                </a:lnTo>
                <a:lnTo>
                  <a:pt x="156971" y="216407"/>
                </a:lnTo>
                <a:lnTo>
                  <a:pt x="173735" y="216407"/>
                </a:lnTo>
                <a:lnTo>
                  <a:pt x="173735" y="230377"/>
                </a:lnTo>
                <a:lnTo>
                  <a:pt x="246887" y="291337"/>
                </a:lnTo>
                <a:lnTo>
                  <a:pt x="246887" y="274319"/>
                </a:lnTo>
                <a:lnTo>
                  <a:pt x="254981" y="264202"/>
                </a:lnTo>
                <a:close/>
              </a:path>
              <a:path w="329564" h="300354">
                <a:moveTo>
                  <a:pt x="88391" y="160019"/>
                </a:moveTo>
                <a:lnTo>
                  <a:pt x="88391" y="140207"/>
                </a:lnTo>
                <a:lnTo>
                  <a:pt x="76167" y="150113"/>
                </a:lnTo>
                <a:lnTo>
                  <a:pt x="88391" y="160019"/>
                </a:lnTo>
                <a:close/>
              </a:path>
              <a:path w="329564" h="300354">
                <a:moveTo>
                  <a:pt x="173735" y="83819"/>
                </a:moveTo>
                <a:lnTo>
                  <a:pt x="165353" y="76834"/>
                </a:lnTo>
                <a:lnTo>
                  <a:pt x="156971" y="83819"/>
                </a:lnTo>
                <a:lnTo>
                  <a:pt x="173735" y="83819"/>
                </a:lnTo>
                <a:close/>
              </a:path>
              <a:path w="329564" h="300354">
                <a:moveTo>
                  <a:pt x="173735" y="102272"/>
                </a:moveTo>
                <a:lnTo>
                  <a:pt x="173735" y="83819"/>
                </a:lnTo>
                <a:lnTo>
                  <a:pt x="156971" y="83819"/>
                </a:lnTo>
                <a:lnTo>
                  <a:pt x="156971" y="103417"/>
                </a:lnTo>
                <a:lnTo>
                  <a:pt x="164591" y="109727"/>
                </a:lnTo>
                <a:lnTo>
                  <a:pt x="173735" y="102272"/>
                </a:lnTo>
                <a:close/>
              </a:path>
              <a:path w="329564" h="300354">
                <a:moveTo>
                  <a:pt x="173735" y="216407"/>
                </a:moveTo>
                <a:lnTo>
                  <a:pt x="156971" y="216407"/>
                </a:lnTo>
                <a:lnTo>
                  <a:pt x="165353" y="223392"/>
                </a:lnTo>
                <a:lnTo>
                  <a:pt x="173735" y="216407"/>
                </a:lnTo>
                <a:close/>
              </a:path>
              <a:path w="329564" h="300354">
                <a:moveTo>
                  <a:pt x="165353" y="223392"/>
                </a:moveTo>
                <a:lnTo>
                  <a:pt x="156971" y="216407"/>
                </a:lnTo>
                <a:lnTo>
                  <a:pt x="156971" y="230377"/>
                </a:lnTo>
                <a:lnTo>
                  <a:pt x="165353" y="223392"/>
                </a:lnTo>
                <a:close/>
              </a:path>
              <a:path w="329564" h="300354">
                <a:moveTo>
                  <a:pt x="329183" y="88391"/>
                </a:moveTo>
                <a:lnTo>
                  <a:pt x="257555" y="0"/>
                </a:lnTo>
                <a:lnTo>
                  <a:pt x="165353" y="76834"/>
                </a:lnTo>
                <a:lnTo>
                  <a:pt x="173735" y="83819"/>
                </a:lnTo>
                <a:lnTo>
                  <a:pt x="173735" y="102272"/>
                </a:lnTo>
                <a:lnTo>
                  <a:pt x="246887" y="42625"/>
                </a:lnTo>
                <a:lnTo>
                  <a:pt x="246887" y="25907"/>
                </a:lnTo>
                <a:lnTo>
                  <a:pt x="263651" y="28955"/>
                </a:lnTo>
                <a:lnTo>
                  <a:pt x="263651" y="46862"/>
                </a:lnTo>
                <a:lnTo>
                  <a:pt x="294290" y="85160"/>
                </a:lnTo>
                <a:lnTo>
                  <a:pt x="303275" y="77723"/>
                </a:lnTo>
                <a:lnTo>
                  <a:pt x="303275" y="109754"/>
                </a:lnTo>
                <a:lnTo>
                  <a:pt x="329183" y="88391"/>
                </a:lnTo>
                <a:close/>
              </a:path>
              <a:path w="329564" h="300354">
                <a:moveTo>
                  <a:pt x="173735" y="230377"/>
                </a:moveTo>
                <a:lnTo>
                  <a:pt x="173735" y="216407"/>
                </a:lnTo>
                <a:lnTo>
                  <a:pt x="165353" y="223392"/>
                </a:lnTo>
                <a:lnTo>
                  <a:pt x="173735" y="230377"/>
                </a:lnTo>
                <a:close/>
              </a:path>
              <a:path w="329564" h="300354">
                <a:moveTo>
                  <a:pt x="303275" y="109754"/>
                </a:moveTo>
                <a:lnTo>
                  <a:pt x="303275" y="77723"/>
                </a:lnTo>
                <a:lnTo>
                  <a:pt x="301751" y="94487"/>
                </a:lnTo>
                <a:lnTo>
                  <a:pt x="294290" y="85160"/>
                </a:lnTo>
                <a:lnTo>
                  <a:pt x="214883" y="150875"/>
                </a:lnTo>
                <a:lnTo>
                  <a:pt x="242315" y="173578"/>
                </a:lnTo>
                <a:lnTo>
                  <a:pt x="242315" y="140207"/>
                </a:lnTo>
                <a:lnTo>
                  <a:pt x="254329" y="150113"/>
                </a:lnTo>
                <a:lnTo>
                  <a:pt x="303275" y="109754"/>
                </a:lnTo>
                <a:close/>
              </a:path>
              <a:path w="329564" h="300354">
                <a:moveTo>
                  <a:pt x="254329" y="150113"/>
                </a:moveTo>
                <a:lnTo>
                  <a:pt x="242315" y="140207"/>
                </a:lnTo>
                <a:lnTo>
                  <a:pt x="242315" y="160019"/>
                </a:lnTo>
                <a:lnTo>
                  <a:pt x="254329" y="150113"/>
                </a:lnTo>
                <a:close/>
              </a:path>
              <a:path w="329564" h="300354">
                <a:moveTo>
                  <a:pt x="329183" y="211835"/>
                </a:moveTo>
                <a:lnTo>
                  <a:pt x="254329" y="150113"/>
                </a:lnTo>
                <a:lnTo>
                  <a:pt x="242315" y="160019"/>
                </a:lnTo>
                <a:lnTo>
                  <a:pt x="242315" y="173578"/>
                </a:lnTo>
                <a:lnTo>
                  <a:pt x="293556" y="215984"/>
                </a:lnTo>
                <a:lnTo>
                  <a:pt x="301751" y="205739"/>
                </a:lnTo>
                <a:lnTo>
                  <a:pt x="303275" y="224027"/>
                </a:lnTo>
                <a:lnTo>
                  <a:pt x="303275" y="243807"/>
                </a:lnTo>
                <a:lnTo>
                  <a:pt x="329183" y="211835"/>
                </a:lnTo>
                <a:close/>
              </a:path>
              <a:path w="329564" h="300354">
                <a:moveTo>
                  <a:pt x="263651" y="28955"/>
                </a:moveTo>
                <a:lnTo>
                  <a:pt x="246887" y="25907"/>
                </a:lnTo>
                <a:lnTo>
                  <a:pt x="254981" y="36025"/>
                </a:lnTo>
                <a:lnTo>
                  <a:pt x="263651" y="28955"/>
                </a:lnTo>
                <a:close/>
              </a:path>
              <a:path w="329564" h="300354">
                <a:moveTo>
                  <a:pt x="254981" y="36025"/>
                </a:moveTo>
                <a:lnTo>
                  <a:pt x="246887" y="25907"/>
                </a:lnTo>
                <a:lnTo>
                  <a:pt x="246887" y="42625"/>
                </a:lnTo>
                <a:lnTo>
                  <a:pt x="254981" y="36025"/>
                </a:lnTo>
                <a:close/>
              </a:path>
              <a:path w="329564" h="300354">
                <a:moveTo>
                  <a:pt x="263651" y="271271"/>
                </a:moveTo>
                <a:lnTo>
                  <a:pt x="254981" y="264202"/>
                </a:lnTo>
                <a:lnTo>
                  <a:pt x="246887" y="274319"/>
                </a:lnTo>
                <a:lnTo>
                  <a:pt x="263651" y="271271"/>
                </a:lnTo>
                <a:close/>
              </a:path>
              <a:path w="329564" h="300354">
                <a:moveTo>
                  <a:pt x="263651" y="292705"/>
                </a:moveTo>
                <a:lnTo>
                  <a:pt x="263651" y="271271"/>
                </a:lnTo>
                <a:lnTo>
                  <a:pt x="246887" y="274319"/>
                </a:lnTo>
                <a:lnTo>
                  <a:pt x="246887" y="291337"/>
                </a:lnTo>
                <a:lnTo>
                  <a:pt x="257555" y="300227"/>
                </a:lnTo>
                <a:lnTo>
                  <a:pt x="263651" y="292705"/>
                </a:lnTo>
                <a:close/>
              </a:path>
              <a:path w="329564" h="300354">
                <a:moveTo>
                  <a:pt x="263651" y="46862"/>
                </a:moveTo>
                <a:lnTo>
                  <a:pt x="263651" y="28955"/>
                </a:lnTo>
                <a:lnTo>
                  <a:pt x="254981" y="36025"/>
                </a:lnTo>
                <a:lnTo>
                  <a:pt x="263651" y="46862"/>
                </a:lnTo>
                <a:close/>
              </a:path>
              <a:path w="329564" h="300354">
                <a:moveTo>
                  <a:pt x="303275" y="243807"/>
                </a:moveTo>
                <a:lnTo>
                  <a:pt x="303275" y="224027"/>
                </a:lnTo>
                <a:lnTo>
                  <a:pt x="293556" y="215984"/>
                </a:lnTo>
                <a:lnTo>
                  <a:pt x="254981" y="264202"/>
                </a:lnTo>
                <a:lnTo>
                  <a:pt x="263651" y="271271"/>
                </a:lnTo>
                <a:lnTo>
                  <a:pt x="263651" y="292705"/>
                </a:lnTo>
                <a:lnTo>
                  <a:pt x="303275" y="243807"/>
                </a:lnTo>
                <a:close/>
              </a:path>
              <a:path w="329564" h="300354">
                <a:moveTo>
                  <a:pt x="303275" y="224027"/>
                </a:moveTo>
                <a:lnTo>
                  <a:pt x="301751" y="205739"/>
                </a:lnTo>
                <a:lnTo>
                  <a:pt x="293556" y="215984"/>
                </a:lnTo>
                <a:lnTo>
                  <a:pt x="303275" y="224027"/>
                </a:lnTo>
                <a:close/>
              </a:path>
              <a:path w="329564" h="300354">
                <a:moveTo>
                  <a:pt x="303275" y="77723"/>
                </a:moveTo>
                <a:lnTo>
                  <a:pt x="294290" y="85160"/>
                </a:lnTo>
                <a:lnTo>
                  <a:pt x="301751" y="94487"/>
                </a:lnTo>
                <a:lnTo>
                  <a:pt x="303275" y="7772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712777" y="5878067"/>
            <a:ext cx="294640" cy="264160"/>
          </a:xfrm>
          <a:custGeom>
            <a:avLst/>
            <a:gdLst/>
            <a:ahLst/>
            <a:cxnLst/>
            <a:rect l="l" t="t" r="r" b="b"/>
            <a:pathLst>
              <a:path w="294640" h="264160">
                <a:moveTo>
                  <a:pt x="294131" y="68579"/>
                </a:moveTo>
                <a:lnTo>
                  <a:pt x="237743" y="0"/>
                </a:lnTo>
                <a:lnTo>
                  <a:pt x="146303" y="74675"/>
                </a:lnTo>
                <a:lnTo>
                  <a:pt x="56387" y="0"/>
                </a:lnTo>
                <a:lnTo>
                  <a:pt x="0" y="68579"/>
                </a:lnTo>
                <a:lnTo>
                  <a:pt x="77723" y="132587"/>
                </a:lnTo>
                <a:lnTo>
                  <a:pt x="77723" y="245932"/>
                </a:lnTo>
                <a:lnTo>
                  <a:pt x="146303" y="188975"/>
                </a:lnTo>
                <a:lnTo>
                  <a:pt x="216407" y="246227"/>
                </a:lnTo>
                <a:lnTo>
                  <a:pt x="216407" y="132587"/>
                </a:lnTo>
                <a:lnTo>
                  <a:pt x="294131" y="68579"/>
                </a:lnTo>
                <a:close/>
              </a:path>
              <a:path w="294640" h="264160">
                <a:moveTo>
                  <a:pt x="77723" y="245932"/>
                </a:moveTo>
                <a:lnTo>
                  <a:pt x="77723" y="132587"/>
                </a:lnTo>
                <a:lnTo>
                  <a:pt x="0" y="195071"/>
                </a:lnTo>
                <a:lnTo>
                  <a:pt x="56387" y="263651"/>
                </a:lnTo>
                <a:lnTo>
                  <a:pt x="77723" y="245932"/>
                </a:lnTo>
                <a:close/>
              </a:path>
              <a:path w="294640" h="264160">
                <a:moveTo>
                  <a:pt x="294131" y="195071"/>
                </a:moveTo>
                <a:lnTo>
                  <a:pt x="216407" y="132587"/>
                </a:lnTo>
                <a:lnTo>
                  <a:pt x="216407" y="246227"/>
                </a:lnTo>
                <a:lnTo>
                  <a:pt x="237743" y="263651"/>
                </a:lnTo>
                <a:lnTo>
                  <a:pt x="294131" y="195071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694490" y="5861304"/>
            <a:ext cx="329565" cy="299085"/>
          </a:xfrm>
          <a:custGeom>
            <a:avLst/>
            <a:gdLst/>
            <a:ahLst/>
            <a:cxnLst/>
            <a:rect l="l" t="t" r="r" b="b"/>
            <a:pathLst>
              <a:path w="329565" h="299085">
                <a:moveTo>
                  <a:pt x="165353" y="75437"/>
                </a:moveTo>
                <a:lnTo>
                  <a:pt x="73151" y="0"/>
                </a:lnTo>
                <a:lnTo>
                  <a:pt x="0" y="86867"/>
                </a:lnTo>
                <a:lnTo>
                  <a:pt x="25907" y="107862"/>
                </a:lnTo>
                <a:lnTo>
                  <a:pt x="25907" y="76199"/>
                </a:lnTo>
                <a:lnTo>
                  <a:pt x="35972" y="84388"/>
                </a:lnTo>
                <a:lnTo>
                  <a:pt x="67055" y="46397"/>
                </a:lnTo>
                <a:lnTo>
                  <a:pt x="67055" y="27431"/>
                </a:lnTo>
                <a:lnTo>
                  <a:pt x="83819" y="25907"/>
                </a:lnTo>
                <a:lnTo>
                  <a:pt x="83819" y="41314"/>
                </a:lnTo>
                <a:lnTo>
                  <a:pt x="156971" y="101893"/>
                </a:lnTo>
                <a:lnTo>
                  <a:pt x="156971" y="82295"/>
                </a:lnTo>
                <a:lnTo>
                  <a:pt x="165353" y="75437"/>
                </a:lnTo>
                <a:close/>
              </a:path>
              <a:path w="329565" h="299085">
                <a:moveTo>
                  <a:pt x="88391" y="171669"/>
                </a:moveTo>
                <a:lnTo>
                  <a:pt x="88391" y="158495"/>
                </a:lnTo>
                <a:lnTo>
                  <a:pt x="76167" y="148589"/>
                </a:lnTo>
                <a:lnTo>
                  <a:pt x="0" y="210311"/>
                </a:lnTo>
                <a:lnTo>
                  <a:pt x="25907" y="241617"/>
                </a:lnTo>
                <a:lnTo>
                  <a:pt x="25907" y="222503"/>
                </a:lnTo>
                <a:lnTo>
                  <a:pt x="28955" y="204215"/>
                </a:lnTo>
                <a:lnTo>
                  <a:pt x="36616" y="213791"/>
                </a:lnTo>
                <a:lnTo>
                  <a:pt x="88391" y="171669"/>
                </a:lnTo>
                <a:close/>
              </a:path>
              <a:path w="329565" h="299085">
                <a:moveTo>
                  <a:pt x="35972" y="84388"/>
                </a:moveTo>
                <a:lnTo>
                  <a:pt x="25907" y="76199"/>
                </a:lnTo>
                <a:lnTo>
                  <a:pt x="28955" y="92963"/>
                </a:lnTo>
                <a:lnTo>
                  <a:pt x="35972" y="84388"/>
                </a:lnTo>
                <a:close/>
              </a:path>
              <a:path w="329565" h="299085">
                <a:moveTo>
                  <a:pt x="115823" y="149351"/>
                </a:moveTo>
                <a:lnTo>
                  <a:pt x="35972" y="84388"/>
                </a:lnTo>
                <a:lnTo>
                  <a:pt x="28955" y="92963"/>
                </a:lnTo>
                <a:lnTo>
                  <a:pt x="25907" y="76199"/>
                </a:lnTo>
                <a:lnTo>
                  <a:pt x="25907" y="107862"/>
                </a:lnTo>
                <a:lnTo>
                  <a:pt x="76167" y="148589"/>
                </a:lnTo>
                <a:lnTo>
                  <a:pt x="88391" y="138683"/>
                </a:lnTo>
                <a:lnTo>
                  <a:pt x="88391" y="171669"/>
                </a:lnTo>
                <a:lnTo>
                  <a:pt x="115823" y="149351"/>
                </a:lnTo>
                <a:close/>
              </a:path>
              <a:path w="329565" h="299085">
                <a:moveTo>
                  <a:pt x="36616" y="213791"/>
                </a:moveTo>
                <a:lnTo>
                  <a:pt x="28955" y="204215"/>
                </a:lnTo>
                <a:lnTo>
                  <a:pt x="25907" y="222503"/>
                </a:lnTo>
                <a:lnTo>
                  <a:pt x="36616" y="213791"/>
                </a:lnTo>
                <a:close/>
              </a:path>
              <a:path w="329565" h="299085">
                <a:moveTo>
                  <a:pt x="76336" y="263441"/>
                </a:moveTo>
                <a:lnTo>
                  <a:pt x="36616" y="213791"/>
                </a:lnTo>
                <a:lnTo>
                  <a:pt x="25907" y="222503"/>
                </a:lnTo>
                <a:lnTo>
                  <a:pt x="25907" y="241617"/>
                </a:lnTo>
                <a:lnTo>
                  <a:pt x="67055" y="291337"/>
                </a:lnTo>
                <a:lnTo>
                  <a:pt x="67055" y="271271"/>
                </a:lnTo>
                <a:lnTo>
                  <a:pt x="76336" y="263441"/>
                </a:lnTo>
                <a:close/>
              </a:path>
              <a:path w="329565" h="299085">
                <a:moveTo>
                  <a:pt x="83819" y="25907"/>
                </a:moveTo>
                <a:lnTo>
                  <a:pt x="67055" y="27431"/>
                </a:lnTo>
                <a:lnTo>
                  <a:pt x="76305" y="35092"/>
                </a:lnTo>
                <a:lnTo>
                  <a:pt x="83819" y="25907"/>
                </a:lnTo>
                <a:close/>
              </a:path>
              <a:path w="329565" h="299085">
                <a:moveTo>
                  <a:pt x="76305" y="35092"/>
                </a:moveTo>
                <a:lnTo>
                  <a:pt x="67055" y="27431"/>
                </a:lnTo>
                <a:lnTo>
                  <a:pt x="67055" y="46397"/>
                </a:lnTo>
                <a:lnTo>
                  <a:pt x="76305" y="35092"/>
                </a:lnTo>
                <a:close/>
              </a:path>
              <a:path w="329565" h="299085">
                <a:moveTo>
                  <a:pt x="83819" y="272795"/>
                </a:moveTo>
                <a:lnTo>
                  <a:pt x="76336" y="263441"/>
                </a:lnTo>
                <a:lnTo>
                  <a:pt x="67055" y="271271"/>
                </a:lnTo>
                <a:lnTo>
                  <a:pt x="83819" y="272795"/>
                </a:lnTo>
                <a:close/>
              </a:path>
              <a:path w="329565" h="299085">
                <a:moveTo>
                  <a:pt x="83819" y="289975"/>
                </a:moveTo>
                <a:lnTo>
                  <a:pt x="83819" y="272795"/>
                </a:lnTo>
                <a:lnTo>
                  <a:pt x="67055" y="271271"/>
                </a:lnTo>
                <a:lnTo>
                  <a:pt x="67055" y="291337"/>
                </a:lnTo>
                <a:lnTo>
                  <a:pt x="73151" y="298703"/>
                </a:lnTo>
                <a:lnTo>
                  <a:pt x="83819" y="289975"/>
                </a:lnTo>
                <a:close/>
              </a:path>
              <a:path w="329565" h="299085">
                <a:moveTo>
                  <a:pt x="88391" y="158495"/>
                </a:moveTo>
                <a:lnTo>
                  <a:pt x="88391" y="138683"/>
                </a:lnTo>
                <a:lnTo>
                  <a:pt x="76167" y="148589"/>
                </a:lnTo>
                <a:lnTo>
                  <a:pt x="88391" y="158495"/>
                </a:lnTo>
                <a:close/>
              </a:path>
              <a:path w="329565" h="299085">
                <a:moveTo>
                  <a:pt x="83819" y="41314"/>
                </a:moveTo>
                <a:lnTo>
                  <a:pt x="83819" y="25907"/>
                </a:lnTo>
                <a:lnTo>
                  <a:pt x="76305" y="35092"/>
                </a:lnTo>
                <a:lnTo>
                  <a:pt x="83819" y="41314"/>
                </a:lnTo>
                <a:close/>
              </a:path>
              <a:path w="329565" h="299085">
                <a:moveTo>
                  <a:pt x="254313" y="263513"/>
                </a:moveTo>
                <a:lnTo>
                  <a:pt x="164591" y="188975"/>
                </a:lnTo>
                <a:lnTo>
                  <a:pt x="76336" y="263441"/>
                </a:lnTo>
                <a:lnTo>
                  <a:pt x="83819" y="272795"/>
                </a:lnTo>
                <a:lnTo>
                  <a:pt x="83819" y="289975"/>
                </a:lnTo>
                <a:lnTo>
                  <a:pt x="156971" y="230123"/>
                </a:lnTo>
                <a:lnTo>
                  <a:pt x="156971" y="216407"/>
                </a:lnTo>
                <a:lnTo>
                  <a:pt x="173735" y="216407"/>
                </a:lnTo>
                <a:lnTo>
                  <a:pt x="173735" y="230123"/>
                </a:lnTo>
                <a:lnTo>
                  <a:pt x="246887" y="289975"/>
                </a:lnTo>
                <a:lnTo>
                  <a:pt x="246887" y="272795"/>
                </a:lnTo>
                <a:lnTo>
                  <a:pt x="254313" y="263513"/>
                </a:lnTo>
                <a:close/>
              </a:path>
              <a:path w="329565" h="299085">
                <a:moveTo>
                  <a:pt x="173735" y="82295"/>
                </a:moveTo>
                <a:lnTo>
                  <a:pt x="165353" y="75437"/>
                </a:lnTo>
                <a:lnTo>
                  <a:pt x="156971" y="82295"/>
                </a:lnTo>
                <a:lnTo>
                  <a:pt x="173735" y="82295"/>
                </a:lnTo>
                <a:close/>
              </a:path>
              <a:path w="329565" h="299085">
                <a:moveTo>
                  <a:pt x="173735" y="100748"/>
                </a:moveTo>
                <a:lnTo>
                  <a:pt x="173735" y="82295"/>
                </a:lnTo>
                <a:lnTo>
                  <a:pt x="156971" y="82295"/>
                </a:lnTo>
                <a:lnTo>
                  <a:pt x="156971" y="101893"/>
                </a:lnTo>
                <a:lnTo>
                  <a:pt x="164591" y="108203"/>
                </a:lnTo>
                <a:lnTo>
                  <a:pt x="173735" y="100748"/>
                </a:lnTo>
                <a:close/>
              </a:path>
              <a:path w="329565" h="299085">
                <a:moveTo>
                  <a:pt x="173735" y="216407"/>
                </a:moveTo>
                <a:lnTo>
                  <a:pt x="156971" y="216407"/>
                </a:lnTo>
                <a:lnTo>
                  <a:pt x="165353" y="223265"/>
                </a:lnTo>
                <a:lnTo>
                  <a:pt x="173735" y="216407"/>
                </a:lnTo>
                <a:close/>
              </a:path>
              <a:path w="329565" h="299085">
                <a:moveTo>
                  <a:pt x="165353" y="223265"/>
                </a:moveTo>
                <a:lnTo>
                  <a:pt x="156971" y="216407"/>
                </a:lnTo>
                <a:lnTo>
                  <a:pt x="156971" y="230123"/>
                </a:lnTo>
                <a:lnTo>
                  <a:pt x="165353" y="223265"/>
                </a:lnTo>
                <a:close/>
              </a:path>
              <a:path w="329565" h="299085">
                <a:moveTo>
                  <a:pt x="329183" y="86867"/>
                </a:moveTo>
                <a:lnTo>
                  <a:pt x="257555" y="0"/>
                </a:lnTo>
                <a:lnTo>
                  <a:pt x="165353" y="75437"/>
                </a:lnTo>
                <a:lnTo>
                  <a:pt x="173735" y="82295"/>
                </a:lnTo>
                <a:lnTo>
                  <a:pt x="173735" y="100748"/>
                </a:lnTo>
                <a:lnTo>
                  <a:pt x="246887" y="41101"/>
                </a:lnTo>
                <a:lnTo>
                  <a:pt x="246887" y="25907"/>
                </a:lnTo>
                <a:lnTo>
                  <a:pt x="263651" y="27431"/>
                </a:lnTo>
                <a:lnTo>
                  <a:pt x="263651" y="46397"/>
                </a:lnTo>
                <a:lnTo>
                  <a:pt x="294188" y="83720"/>
                </a:lnTo>
                <a:lnTo>
                  <a:pt x="303275" y="76199"/>
                </a:lnTo>
                <a:lnTo>
                  <a:pt x="303275" y="108230"/>
                </a:lnTo>
                <a:lnTo>
                  <a:pt x="329183" y="86867"/>
                </a:lnTo>
                <a:close/>
              </a:path>
              <a:path w="329565" h="299085">
                <a:moveTo>
                  <a:pt x="173735" y="230123"/>
                </a:moveTo>
                <a:lnTo>
                  <a:pt x="173735" y="216407"/>
                </a:lnTo>
                <a:lnTo>
                  <a:pt x="165353" y="223265"/>
                </a:lnTo>
                <a:lnTo>
                  <a:pt x="173735" y="230123"/>
                </a:lnTo>
                <a:close/>
              </a:path>
              <a:path w="329565" h="299085">
                <a:moveTo>
                  <a:pt x="303275" y="108230"/>
                </a:moveTo>
                <a:lnTo>
                  <a:pt x="303275" y="76199"/>
                </a:lnTo>
                <a:lnTo>
                  <a:pt x="301751" y="92963"/>
                </a:lnTo>
                <a:lnTo>
                  <a:pt x="294188" y="83720"/>
                </a:lnTo>
                <a:lnTo>
                  <a:pt x="214883" y="149351"/>
                </a:lnTo>
                <a:lnTo>
                  <a:pt x="242315" y="172054"/>
                </a:lnTo>
                <a:lnTo>
                  <a:pt x="242315" y="138683"/>
                </a:lnTo>
                <a:lnTo>
                  <a:pt x="254313" y="148576"/>
                </a:lnTo>
                <a:lnTo>
                  <a:pt x="303275" y="108230"/>
                </a:lnTo>
                <a:close/>
              </a:path>
              <a:path w="329565" h="299085">
                <a:moveTo>
                  <a:pt x="254329" y="148589"/>
                </a:moveTo>
                <a:lnTo>
                  <a:pt x="242315" y="138683"/>
                </a:lnTo>
                <a:lnTo>
                  <a:pt x="242315" y="158495"/>
                </a:lnTo>
                <a:lnTo>
                  <a:pt x="254329" y="148589"/>
                </a:lnTo>
                <a:close/>
              </a:path>
              <a:path w="329565" h="299085">
                <a:moveTo>
                  <a:pt x="329183" y="210311"/>
                </a:moveTo>
                <a:lnTo>
                  <a:pt x="254344" y="148602"/>
                </a:lnTo>
                <a:lnTo>
                  <a:pt x="242315" y="158495"/>
                </a:lnTo>
                <a:lnTo>
                  <a:pt x="242315" y="172054"/>
                </a:lnTo>
                <a:lnTo>
                  <a:pt x="293556" y="214460"/>
                </a:lnTo>
                <a:lnTo>
                  <a:pt x="301751" y="204215"/>
                </a:lnTo>
                <a:lnTo>
                  <a:pt x="303275" y="222503"/>
                </a:lnTo>
                <a:lnTo>
                  <a:pt x="303275" y="242283"/>
                </a:lnTo>
                <a:lnTo>
                  <a:pt x="329183" y="210311"/>
                </a:lnTo>
                <a:close/>
              </a:path>
              <a:path w="329565" h="299085">
                <a:moveTo>
                  <a:pt x="263651" y="27431"/>
                </a:moveTo>
                <a:lnTo>
                  <a:pt x="246887" y="25907"/>
                </a:lnTo>
                <a:lnTo>
                  <a:pt x="254344" y="35021"/>
                </a:lnTo>
                <a:lnTo>
                  <a:pt x="263651" y="27431"/>
                </a:lnTo>
                <a:close/>
              </a:path>
              <a:path w="329565" h="299085">
                <a:moveTo>
                  <a:pt x="254344" y="35021"/>
                </a:moveTo>
                <a:lnTo>
                  <a:pt x="246887" y="25907"/>
                </a:lnTo>
                <a:lnTo>
                  <a:pt x="246887" y="41101"/>
                </a:lnTo>
                <a:lnTo>
                  <a:pt x="254344" y="35021"/>
                </a:lnTo>
                <a:close/>
              </a:path>
              <a:path w="329565" h="299085">
                <a:moveTo>
                  <a:pt x="263651" y="271271"/>
                </a:moveTo>
                <a:lnTo>
                  <a:pt x="254313" y="263513"/>
                </a:lnTo>
                <a:lnTo>
                  <a:pt x="246887" y="272795"/>
                </a:lnTo>
                <a:lnTo>
                  <a:pt x="263651" y="271271"/>
                </a:lnTo>
                <a:close/>
              </a:path>
              <a:path w="329565" h="299085">
                <a:moveTo>
                  <a:pt x="263651" y="291181"/>
                </a:moveTo>
                <a:lnTo>
                  <a:pt x="263651" y="271271"/>
                </a:lnTo>
                <a:lnTo>
                  <a:pt x="246887" y="272795"/>
                </a:lnTo>
                <a:lnTo>
                  <a:pt x="246887" y="289975"/>
                </a:lnTo>
                <a:lnTo>
                  <a:pt x="257555" y="298703"/>
                </a:lnTo>
                <a:lnTo>
                  <a:pt x="263651" y="291181"/>
                </a:lnTo>
                <a:close/>
              </a:path>
              <a:path w="329565" h="299085">
                <a:moveTo>
                  <a:pt x="303275" y="242283"/>
                </a:moveTo>
                <a:lnTo>
                  <a:pt x="303275" y="222503"/>
                </a:lnTo>
                <a:lnTo>
                  <a:pt x="293556" y="214460"/>
                </a:lnTo>
                <a:lnTo>
                  <a:pt x="254313" y="263513"/>
                </a:lnTo>
                <a:lnTo>
                  <a:pt x="263651" y="271271"/>
                </a:lnTo>
                <a:lnTo>
                  <a:pt x="263651" y="291181"/>
                </a:lnTo>
                <a:lnTo>
                  <a:pt x="303275" y="242283"/>
                </a:lnTo>
                <a:close/>
              </a:path>
              <a:path w="329565" h="299085">
                <a:moveTo>
                  <a:pt x="263651" y="46397"/>
                </a:moveTo>
                <a:lnTo>
                  <a:pt x="263651" y="27431"/>
                </a:lnTo>
                <a:lnTo>
                  <a:pt x="254344" y="35021"/>
                </a:lnTo>
                <a:lnTo>
                  <a:pt x="263651" y="46397"/>
                </a:lnTo>
                <a:close/>
              </a:path>
              <a:path w="329565" h="299085">
                <a:moveTo>
                  <a:pt x="303275" y="222503"/>
                </a:moveTo>
                <a:lnTo>
                  <a:pt x="301751" y="204215"/>
                </a:lnTo>
                <a:lnTo>
                  <a:pt x="293556" y="214460"/>
                </a:lnTo>
                <a:lnTo>
                  <a:pt x="303275" y="222503"/>
                </a:lnTo>
                <a:close/>
              </a:path>
              <a:path w="329565" h="299085">
                <a:moveTo>
                  <a:pt x="303275" y="76199"/>
                </a:moveTo>
                <a:lnTo>
                  <a:pt x="294188" y="83720"/>
                </a:lnTo>
                <a:lnTo>
                  <a:pt x="301751" y="92963"/>
                </a:lnTo>
                <a:lnTo>
                  <a:pt x="303275" y="76199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227891" y="6204203"/>
            <a:ext cx="711835" cy="407034"/>
          </a:xfrm>
          <a:custGeom>
            <a:avLst/>
            <a:gdLst/>
            <a:ahLst/>
            <a:cxnLst/>
            <a:rect l="l" t="t" r="r" b="b"/>
            <a:pathLst>
              <a:path w="711834" h="407034">
                <a:moveTo>
                  <a:pt x="47243" y="140207"/>
                </a:moveTo>
                <a:lnTo>
                  <a:pt x="27431" y="124967"/>
                </a:lnTo>
                <a:lnTo>
                  <a:pt x="22859" y="131063"/>
                </a:lnTo>
                <a:lnTo>
                  <a:pt x="16763" y="140207"/>
                </a:lnTo>
                <a:lnTo>
                  <a:pt x="7619" y="161543"/>
                </a:lnTo>
                <a:lnTo>
                  <a:pt x="1523" y="182879"/>
                </a:lnTo>
                <a:lnTo>
                  <a:pt x="0" y="193547"/>
                </a:lnTo>
                <a:lnTo>
                  <a:pt x="0" y="202691"/>
                </a:lnTo>
                <a:lnTo>
                  <a:pt x="25907" y="204215"/>
                </a:lnTo>
                <a:lnTo>
                  <a:pt x="25907" y="193547"/>
                </a:lnTo>
                <a:lnTo>
                  <a:pt x="27431" y="185927"/>
                </a:lnTo>
                <a:lnTo>
                  <a:pt x="28955" y="176783"/>
                </a:lnTo>
                <a:lnTo>
                  <a:pt x="32003" y="169163"/>
                </a:lnTo>
                <a:lnTo>
                  <a:pt x="35051" y="160019"/>
                </a:lnTo>
                <a:lnTo>
                  <a:pt x="44195" y="144779"/>
                </a:lnTo>
                <a:lnTo>
                  <a:pt x="47243" y="140207"/>
                </a:lnTo>
                <a:close/>
              </a:path>
              <a:path w="711834" h="407034">
                <a:moveTo>
                  <a:pt x="120395" y="79247"/>
                </a:moveTo>
                <a:lnTo>
                  <a:pt x="109727" y="56387"/>
                </a:lnTo>
                <a:lnTo>
                  <a:pt x="94487" y="64007"/>
                </a:lnTo>
                <a:lnTo>
                  <a:pt x="62483" y="86867"/>
                </a:lnTo>
                <a:lnTo>
                  <a:pt x="44195" y="105155"/>
                </a:lnTo>
                <a:lnTo>
                  <a:pt x="62483" y="121919"/>
                </a:lnTo>
                <a:lnTo>
                  <a:pt x="64007" y="121919"/>
                </a:lnTo>
                <a:lnTo>
                  <a:pt x="79247" y="106679"/>
                </a:lnTo>
                <a:lnTo>
                  <a:pt x="88391" y="99059"/>
                </a:lnTo>
                <a:lnTo>
                  <a:pt x="99059" y="92963"/>
                </a:lnTo>
                <a:lnTo>
                  <a:pt x="108203" y="85343"/>
                </a:lnTo>
                <a:lnTo>
                  <a:pt x="120395" y="79247"/>
                </a:lnTo>
                <a:close/>
              </a:path>
              <a:path w="711834" h="407034">
                <a:moveTo>
                  <a:pt x="211835" y="44195"/>
                </a:moveTo>
                <a:lnTo>
                  <a:pt x="205739" y="19811"/>
                </a:lnTo>
                <a:lnTo>
                  <a:pt x="188975" y="24383"/>
                </a:lnTo>
                <a:lnTo>
                  <a:pt x="158495" y="33527"/>
                </a:lnTo>
                <a:lnTo>
                  <a:pt x="132587" y="45719"/>
                </a:lnTo>
                <a:lnTo>
                  <a:pt x="131063" y="45719"/>
                </a:lnTo>
                <a:lnTo>
                  <a:pt x="143255" y="68579"/>
                </a:lnTo>
                <a:lnTo>
                  <a:pt x="143255" y="67055"/>
                </a:lnTo>
                <a:lnTo>
                  <a:pt x="169163" y="57911"/>
                </a:lnTo>
                <a:lnTo>
                  <a:pt x="196595" y="47243"/>
                </a:lnTo>
                <a:lnTo>
                  <a:pt x="211835" y="44195"/>
                </a:lnTo>
                <a:close/>
              </a:path>
              <a:path w="711834" h="407034">
                <a:moveTo>
                  <a:pt x="310895" y="27431"/>
                </a:moveTo>
                <a:lnTo>
                  <a:pt x="307847" y="1523"/>
                </a:lnTo>
                <a:lnTo>
                  <a:pt x="284987" y="4571"/>
                </a:lnTo>
                <a:lnTo>
                  <a:pt x="251459" y="9143"/>
                </a:lnTo>
                <a:lnTo>
                  <a:pt x="231647" y="13715"/>
                </a:lnTo>
                <a:lnTo>
                  <a:pt x="236219" y="38099"/>
                </a:lnTo>
                <a:lnTo>
                  <a:pt x="256031" y="33527"/>
                </a:lnTo>
                <a:lnTo>
                  <a:pt x="288035" y="28955"/>
                </a:lnTo>
                <a:lnTo>
                  <a:pt x="310895" y="27431"/>
                </a:lnTo>
                <a:close/>
              </a:path>
              <a:path w="711834" h="407034">
                <a:moveTo>
                  <a:pt x="355853" y="12953"/>
                </a:moveTo>
                <a:lnTo>
                  <a:pt x="355091" y="0"/>
                </a:lnTo>
                <a:lnTo>
                  <a:pt x="333755" y="1523"/>
                </a:lnTo>
                <a:lnTo>
                  <a:pt x="335279" y="25907"/>
                </a:lnTo>
                <a:lnTo>
                  <a:pt x="355091" y="25907"/>
                </a:lnTo>
                <a:lnTo>
                  <a:pt x="355853" y="12953"/>
                </a:lnTo>
                <a:close/>
              </a:path>
              <a:path w="711834" h="407034">
                <a:moveTo>
                  <a:pt x="356615" y="25907"/>
                </a:moveTo>
                <a:lnTo>
                  <a:pt x="355853" y="12953"/>
                </a:lnTo>
                <a:lnTo>
                  <a:pt x="355091" y="25907"/>
                </a:lnTo>
                <a:lnTo>
                  <a:pt x="356615" y="25907"/>
                </a:lnTo>
                <a:close/>
              </a:path>
              <a:path w="711834" h="407034">
                <a:moveTo>
                  <a:pt x="411479" y="3047"/>
                </a:moveTo>
                <a:lnTo>
                  <a:pt x="391667" y="1523"/>
                </a:lnTo>
                <a:lnTo>
                  <a:pt x="356615" y="0"/>
                </a:lnTo>
                <a:lnTo>
                  <a:pt x="355853" y="12953"/>
                </a:lnTo>
                <a:lnTo>
                  <a:pt x="356615" y="25907"/>
                </a:lnTo>
                <a:lnTo>
                  <a:pt x="390143" y="25907"/>
                </a:lnTo>
                <a:lnTo>
                  <a:pt x="409955" y="28955"/>
                </a:lnTo>
                <a:lnTo>
                  <a:pt x="411479" y="3047"/>
                </a:lnTo>
                <a:close/>
              </a:path>
              <a:path w="711834" h="407034">
                <a:moveTo>
                  <a:pt x="513587" y="21335"/>
                </a:moveTo>
                <a:lnTo>
                  <a:pt x="492251" y="15239"/>
                </a:lnTo>
                <a:lnTo>
                  <a:pt x="460247" y="9143"/>
                </a:lnTo>
                <a:lnTo>
                  <a:pt x="437387" y="6095"/>
                </a:lnTo>
                <a:lnTo>
                  <a:pt x="434339" y="30479"/>
                </a:lnTo>
                <a:lnTo>
                  <a:pt x="455675" y="33527"/>
                </a:lnTo>
                <a:lnTo>
                  <a:pt x="486155" y="39623"/>
                </a:lnTo>
                <a:lnTo>
                  <a:pt x="507491" y="45719"/>
                </a:lnTo>
                <a:lnTo>
                  <a:pt x="513587" y="21335"/>
                </a:lnTo>
                <a:close/>
              </a:path>
              <a:path w="711834" h="407034">
                <a:moveTo>
                  <a:pt x="611123" y="60959"/>
                </a:moveTo>
                <a:lnTo>
                  <a:pt x="603503" y="57911"/>
                </a:lnTo>
                <a:lnTo>
                  <a:pt x="579119" y="44195"/>
                </a:lnTo>
                <a:lnTo>
                  <a:pt x="551687" y="33527"/>
                </a:lnTo>
                <a:lnTo>
                  <a:pt x="539495" y="28955"/>
                </a:lnTo>
                <a:lnTo>
                  <a:pt x="530351" y="53339"/>
                </a:lnTo>
                <a:lnTo>
                  <a:pt x="544067" y="57911"/>
                </a:lnTo>
                <a:lnTo>
                  <a:pt x="568451" y="68579"/>
                </a:lnTo>
                <a:lnTo>
                  <a:pt x="592835" y="80771"/>
                </a:lnTo>
                <a:lnTo>
                  <a:pt x="597407" y="83819"/>
                </a:lnTo>
                <a:lnTo>
                  <a:pt x="611123" y="60959"/>
                </a:lnTo>
                <a:close/>
              </a:path>
              <a:path w="711834" h="407034">
                <a:moveTo>
                  <a:pt x="690371" y="132587"/>
                </a:moveTo>
                <a:lnTo>
                  <a:pt x="688847" y="131063"/>
                </a:lnTo>
                <a:lnTo>
                  <a:pt x="665987" y="103631"/>
                </a:lnTo>
                <a:lnTo>
                  <a:pt x="656843" y="94487"/>
                </a:lnTo>
                <a:lnTo>
                  <a:pt x="638555" y="79247"/>
                </a:lnTo>
                <a:lnTo>
                  <a:pt x="632459" y="76199"/>
                </a:lnTo>
                <a:lnTo>
                  <a:pt x="618743" y="96011"/>
                </a:lnTo>
                <a:lnTo>
                  <a:pt x="623315" y="100583"/>
                </a:lnTo>
                <a:lnTo>
                  <a:pt x="632459" y="106679"/>
                </a:lnTo>
                <a:lnTo>
                  <a:pt x="640079" y="114299"/>
                </a:lnTo>
                <a:lnTo>
                  <a:pt x="649223" y="121919"/>
                </a:lnTo>
                <a:lnTo>
                  <a:pt x="667511" y="144779"/>
                </a:lnTo>
                <a:lnTo>
                  <a:pt x="667511" y="146303"/>
                </a:lnTo>
                <a:lnTo>
                  <a:pt x="690371" y="132587"/>
                </a:lnTo>
                <a:close/>
              </a:path>
              <a:path w="711834" h="407034">
                <a:moveTo>
                  <a:pt x="711707" y="202691"/>
                </a:moveTo>
                <a:lnTo>
                  <a:pt x="707135" y="170687"/>
                </a:lnTo>
                <a:lnTo>
                  <a:pt x="704087" y="160019"/>
                </a:lnTo>
                <a:lnTo>
                  <a:pt x="702563" y="156971"/>
                </a:lnTo>
                <a:lnTo>
                  <a:pt x="678179" y="167639"/>
                </a:lnTo>
                <a:lnTo>
                  <a:pt x="679703" y="169163"/>
                </a:lnTo>
                <a:lnTo>
                  <a:pt x="682751" y="178307"/>
                </a:lnTo>
                <a:lnTo>
                  <a:pt x="684275" y="187451"/>
                </a:lnTo>
                <a:lnTo>
                  <a:pt x="685799" y="195071"/>
                </a:lnTo>
                <a:lnTo>
                  <a:pt x="685799" y="202691"/>
                </a:lnTo>
                <a:lnTo>
                  <a:pt x="698753" y="203453"/>
                </a:lnTo>
                <a:lnTo>
                  <a:pt x="711707" y="202691"/>
                </a:lnTo>
                <a:close/>
              </a:path>
              <a:path w="711834" h="407034">
                <a:moveTo>
                  <a:pt x="711707" y="204215"/>
                </a:moveTo>
                <a:lnTo>
                  <a:pt x="698753" y="203453"/>
                </a:lnTo>
                <a:lnTo>
                  <a:pt x="685799" y="204215"/>
                </a:lnTo>
                <a:lnTo>
                  <a:pt x="685799" y="213359"/>
                </a:lnTo>
                <a:lnTo>
                  <a:pt x="684275" y="220979"/>
                </a:lnTo>
                <a:lnTo>
                  <a:pt x="682751" y="230123"/>
                </a:lnTo>
                <a:lnTo>
                  <a:pt x="681227" y="233171"/>
                </a:lnTo>
                <a:lnTo>
                  <a:pt x="705611" y="240791"/>
                </a:lnTo>
                <a:lnTo>
                  <a:pt x="707135" y="234695"/>
                </a:lnTo>
                <a:lnTo>
                  <a:pt x="710183" y="224027"/>
                </a:lnTo>
                <a:lnTo>
                  <a:pt x="710183" y="213359"/>
                </a:lnTo>
                <a:lnTo>
                  <a:pt x="711707" y="204215"/>
                </a:lnTo>
                <a:close/>
              </a:path>
              <a:path w="711834" h="407034">
                <a:moveTo>
                  <a:pt x="698753" y="203453"/>
                </a:moveTo>
                <a:lnTo>
                  <a:pt x="685799" y="202691"/>
                </a:lnTo>
                <a:lnTo>
                  <a:pt x="685799" y="204215"/>
                </a:lnTo>
                <a:lnTo>
                  <a:pt x="698753" y="203453"/>
                </a:lnTo>
                <a:close/>
              </a:path>
              <a:path w="711834" h="407034">
                <a:moveTo>
                  <a:pt x="693419" y="266699"/>
                </a:moveTo>
                <a:lnTo>
                  <a:pt x="672083" y="252983"/>
                </a:lnTo>
                <a:lnTo>
                  <a:pt x="667511" y="262127"/>
                </a:lnTo>
                <a:lnTo>
                  <a:pt x="655319" y="277367"/>
                </a:lnTo>
                <a:lnTo>
                  <a:pt x="632459" y="300227"/>
                </a:lnTo>
                <a:lnTo>
                  <a:pt x="624839" y="306323"/>
                </a:lnTo>
                <a:lnTo>
                  <a:pt x="640079" y="326135"/>
                </a:lnTo>
                <a:lnTo>
                  <a:pt x="647699" y="320039"/>
                </a:lnTo>
                <a:lnTo>
                  <a:pt x="658367" y="310895"/>
                </a:lnTo>
                <a:lnTo>
                  <a:pt x="667511" y="303275"/>
                </a:lnTo>
                <a:lnTo>
                  <a:pt x="682751" y="284987"/>
                </a:lnTo>
                <a:lnTo>
                  <a:pt x="688847" y="275843"/>
                </a:lnTo>
                <a:lnTo>
                  <a:pt x="693419" y="266699"/>
                </a:lnTo>
                <a:close/>
              </a:path>
              <a:path w="711834" h="407034">
                <a:moveTo>
                  <a:pt x="618743" y="341375"/>
                </a:moveTo>
                <a:lnTo>
                  <a:pt x="605027" y="320039"/>
                </a:lnTo>
                <a:lnTo>
                  <a:pt x="603503" y="321563"/>
                </a:lnTo>
                <a:lnTo>
                  <a:pt x="591311" y="327659"/>
                </a:lnTo>
                <a:lnTo>
                  <a:pt x="568451" y="338327"/>
                </a:lnTo>
                <a:lnTo>
                  <a:pt x="542543" y="348995"/>
                </a:lnTo>
                <a:lnTo>
                  <a:pt x="537971" y="350519"/>
                </a:lnTo>
                <a:lnTo>
                  <a:pt x="547115" y="374903"/>
                </a:lnTo>
                <a:lnTo>
                  <a:pt x="551687" y="373379"/>
                </a:lnTo>
                <a:lnTo>
                  <a:pt x="579119" y="361187"/>
                </a:lnTo>
                <a:lnTo>
                  <a:pt x="605027" y="348995"/>
                </a:lnTo>
                <a:lnTo>
                  <a:pt x="617219" y="342899"/>
                </a:lnTo>
                <a:lnTo>
                  <a:pt x="618743" y="341375"/>
                </a:lnTo>
                <a:close/>
              </a:path>
              <a:path w="711834" h="407034">
                <a:moveTo>
                  <a:pt x="521207" y="384047"/>
                </a:moveTo>
                <a:lnTo>
                  <a:pt x="515111" y="358139"/>
                </a:lnTo>
                <a:lnTo>
                  <a:pt x="486155" y="367283"/>
                </a:lnTo>
                <a:lnTo>
                  <a:pt x="455675" y="373379"/>
                </a:lnTo>
                <a:lnTo>
                  <a:pt x="441959" y="374903"/>
                </a:lnTo>
                <a:lnTo>
                  <a:pt x="446531" y="399287"/>
                </a:lnTo>
                <a:lnTo>
                  <a:pt x="460247" y="397763"/>
                </a:lnTo>
                <a:lnTo>
                  <a:pt x="492251" y="391667"/>
                </a:lnTo>
                <a:lnTo>
                  <a:pt x="521207" y="384047"/>
                </a:lnTo>
                <a:close/>
              </a:path>
              <a:path w="711834" h="407034">
                <a:moveTo>
                  <a:pt x="355853" y="393953"/>
                </a:moveTo>
                <a:lnTo>
                  <a:pt x="355091" y="380999"/>
                </a:lnTo>
                <a:lnTo>
                  <a:pt x="342899" y="380999"/>
                </a:lnTo>
                <a:lnTo>
                  <a:pt x="342899" y="406907"/>
                </a:lnTo>
                <a:lnTo>
                  <a:pt x="355091" y="406907"/>
                </a:lnTo>
                <a:lnTo>
                  <a:pt x="355853" y="393953"/>
                </a:lnTo>
                <a:close/>
              </a:path>
              <a:path w="711834" h="407034">
                <a:moveTo>
                  <a:pt x="420623" y="403859"/>
                </a:moveTo>
                <a:lnTo>
                  <a:pt x="417575" y="377951"/>
                </a:lnTo>
                <a:lnTo>
                  <a:pt x="390143" y="379475"/>
                </a:lnTo>
                <a:lnTo>
                  <a:pt x="355091" y="380999"/>
                </a:lnTo>
                <a:lnTo>
                  <a:pt x="356615" y="380999"/>
                </a:lnTo>
                <a:lnTo>
                  <a:pt x="356615" y="406907"/>
                </a:lnTo>
                <a:lnTo>
                  <a:pt x="391667" y="405383"/>
                </a:lnTo>
                <a:lnTo>
                  <a:pt x="420623" y="403859"/>
                </a:lnTo>
                <a:close/>
              </a:path>
              <a:path w="711834" h="407034">
                <a:moveTo>
                  <a:pt x="356615" y="380999"/>
                </a:moveTo>
                <a:lnTo>
                  <a:pt x="355091" y="380999"/>
                </a:lnTo>
                <a:lnTo>
                  <a:pt x="355853" y="393953"/>
                </a:lnTo>
                <a:lnTo>
                  <a:pt x="356615" y="380999"/>
                </a:lnTo>
                <a:close/>
              </a:path>
              <a:path w="711834" h="407034">
                <a:moveTo>
                  <a:pt x="356615" y="406907"/>
                </a:moveTo>
                <a:lnTo>
                  <a:pt x="356615" y="380999"/>
                </a:lnTo>
                <a:lnTo>
                  <a:pt x="355853" y="393953"/>
                </a:lnTo>
                <a:lnTo>
                  <a:pt x="356615" y="406907"/>
                </a:lnTo>
                <a:close/>
              </a:path>
              <a:path w="711834" h="407034">
                <a:moveTo>
                  <a:pt x="318515" y="379475"/>
                </a:moveTo>
                <a:lnTo>
                  <a:pt x="288035" y="377951"/>
                </a:lnTo>
                <a:lnTo>
                  <a:pt x="256031" y="373379"/>
                </a:lnTo>
                <a:lnTo>
                  <a:pt x="243839" y="370331"/>
                </a:lnTo>
                <a:lnTo>
                  <a:pt x="239267" y="394715"/>
                </a:lnTo>
                <a:lnTo>
                  <a:pt x="251459" y="397763"/>
                </a:lnTo>
                <a:lnTo>
                  <a:pt x="284987" y="402335"/>
                </a:lnTo>
                <a:lnTo>
                  <a:pt x="316991" y="405383"/>
                </a:lnTo>
                <a:lnTo>
                  <a:pt x="318515" y="379475"/>
                </a:lnTo>
                <a:close/>
              </a:path>
              <a:path w="711834" h="407034">
                <a:moveTo>
                  <a:pt x="220979" y="365759"/>
                </a:moveTo>
                <a:lnTo>
                  <a:pt x="195071" y="358139"/>
                </a:lnTo>
                <a:lnTo>
                  <a:pt x="167639" y="348995"/>
                </a:lnTo>
                <a:lnTo>
                  <a:pt x="149351" y="341375"/>
                </a:lnTo>
                <a:lnTo>
                  <a:pt x="140207" y="365759"/>
                </a:lnTo>
                <a:lnTo>
                  <a:pt x="160019" y="373379"/>
                </a:lnTo>
                <a:lnTo>
                  <a:pt x="188975" y="382523"/>
                </a:lnTo>
                <a:lnTo>
                  <a:pt x="213359" y="390143"/>
                </a:lnTo>
                <a:lnTo>
                  <a:pt x="220979" y="365759"/>
                </a:lnTo>
                <a:close/>
              </a:path>
              <a:path w="711834" h="407034">
                <a:moveTo>
                  <a:pt x="51815" y="272795"/>
                </a:moveTo>
                <a:lnTo>
                  <a:pt x="50291" y="269747"/>
                </a:lnTo>
                <a:lnTo>
                  <a:pt x="44195" y="262127"/>
                </a:lnTo>
                <a:lnTo>
                  <a:pt x="39623" y="252983"/>
                </a:lnTo>
                <a:lnTo>
                  <a:pt x="35051" y="245363"/>
                </a:lnTo>
                <a:lnTo>
                  <a:pt x="32003" y="236219"/>
                </a:lnTo>
                <a:lnTo>
                  <a:pt x="28955" y="228599"/>
                </a:lnTo>
                <a:lnTo>
                  <a:pt x="27431" y="219455"/>
                </a:lnTo>
                <a:lnTo>
                  <a:pt x="25907" y="211835"/>
                </a:lnTo>
                <a:lnTo>
                  <a:pt x="25907" y="210311"/>
                </a:lnTo>
                <a:lnTo>
                  <a:pt x="0" y="211835"/>
                </a:lnTo>
                <a:lnTo>
                  <a:pt x="1523" y="214883"/>
                </a:lnTo>
                <a:lnTo>
                  <a:pt x="4571" y="236219"/>
                </a:lnTo>
                <a:lnTo>
                  <a:pt x="22859" y="275843"/>
                </a:lnTo>
                <a:lnTo>
                  <a:pt x="30479" y="284987"/>
                </a:lnTo>
                <a:lnTo>
                  <a:pt x="32003" y="289559"/>
                </a:lnTo>
                <a:lnTo>
                  <a:pt x="51815" y="272795"/>
                </a:lnTo>
                <a:close/>
              </a:path>
              <a:path w="711834" h="407034">
                <a:moveTo>
                  <a:pt x="128015" y="330707"/>
                </a:moveTo>
                <a:lnTo>
                  <a:pt x="118871" y="326135"/>
                </a:lnTo>
                <a:lnTo>
                  <a:pt x="97535" y="313943"/>
                </a:lnTo>
                <a:lnTo>
                  <a:pt x="88391" y="306323"/>
                </a:lnTo>
                <a:lnTo>
                  <a:pt x="79247" y="300227"/>
                </a:lnTo>
                <a:lnTo>
                  <a:pt x="70103" y="292607"/>
                </a:lnTo>
                <a:lnTo>
                  <a:pt x="68579" y="289559"/>
                </a:lnTo>
                <a:lnTo>
                  <a:pt x="50291" y="307847"/>
                </a:lnTo>
                <a:lnTo>
                  <a:pt x="83819" y="335279"/>
                </a:lnTo>
                <a:lnTo>
                  <a:pt x="108203" y="348995"/>
                </a:lnTo>
                <a:lnTo>
                  <a:pt x="115823" y="353567"/>
                </a:lnTo>
                <a:lnTo>
                  <a:pt x="128015" y="33070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583238" y="3777996"/>
            <a:ext cx="292735" cy="128270"/>
          </a:xfrm>
          <a:custGeom>
            <a:avLst/>
            <a:gdLst/>
            <a:ahLst/>
            <a:cxnLst/>
            <a:rect l="l" t="t" r="r" b="b"/>
            <a:pathLst>
              <a:path w="292734" h="128270">
                <a:moveTo>
                  <a:pt x="292607" y="59435"/>
                </a:moveTo>
                <a:lnTo>
                  <a:pt x="220125" y="0"/>
                </a:lnTo>
                <a:lnTo>
                  <a:pt x="72482" y="0"/>
                </a:lnTo>
                <a:lnTo>
                  <a:pt x="0" y="59435"/>
                </a:lnTo>
                <a:lnTo>
                  <a:pt x="54863" y="128015"/>
                </a:lnTo>
                <a:lnTo>
                  <a:pt x="146303" y="53339"/>
                </a:lnTo>
                <a:lnTo>
                  <a:pt x="236219" y="128015"/>
                </a:lnTo>
                <a:lnTo>
                  <a:pt x="292607" y="59435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564950" y="3777997"/>
            <a:ext cx="329565" cy="146685"/>
          </a:xfrm>
          <a:custGeom>
            <a:avLst/>
            <a:gdLst/>
            <a:ahLst/>
            <a:cxnLst/>
            <a:rect l="l" t="t" r="r" b="b"/>
            <a:pathLst>
              <a:path w="329565" h="146685">
                <a:moveTo>
                  <a:pt x="86867" y="19653"/>
                </a:moveTo>
                <a:lnTo>
                  <a:pt x="86867" y="6095"/>
                </a:lnTo>
                <a:lnTo>
                  <a:pt x="79475" y="0"/>
                </a:lnTo>
                <a:lnTo>
                  <a:pt x="70233" y="0"/>
                </a:lnTo>
                <a:lnTo>
                  <a:pt x="0" y="57911"/>
                </a:lnTo>
                <a:lnTo>
                  <a:pt x="25907" y="89883"/>
                </a:lnTo>
                <a:lnTo>
                  <a:pt x="25907" y="70103"/>
                </a:lnTo>
                <a:lnTo>
                  <a:pt x="27431" y="51815"/>
                </a:lnTo>
                <a:lnTo>
                  <a:pt x="35762" y="61947"/>
                </a:lnTo>
                <a:lnTo>
                  <a:pt x="86867" y="19653"/>
                </a:lnTo>
                <a:close/>
              </a:path>
              <a:path w="329565" h="146685">
                <a:moveTo>
                  <a:pt x="74979" y="109644"/>
                </a:moveTo>
                <a:lnTo>
                  <a:pt x="35762" y="61947"/>
                </a:lnTo>
                <a:lnTo>
                  <a:pt x="25907" y="70103"/>
                </a:lnTo>
                <a:lnTo>
                  <a:pt x="25907" y="89883"/>
                </a:lnTo>
                <a:lnTo>
                  <a:pt x="65531" y="138780"/>
                </a:lnTo>
                <a:lnTo>
                  <a:pt x="65531" y="117347"/>
                </a:lnTo>
                <a:lnTo>
                  <a:pt x="74979" y="109644"/>
                </a:lnTo>
                <a:close/>
              </a:path>
              <a:path w="329565" h="146685">
                <a:moveTo>
                  <a:pt x="293352" y="62030"/>
                </a:moveTo>
                <a:lnTo>
                  <a:pt x="217106" y="0"/>
                </a:lnTo>
                <a:lnTo>
                  <a:pt x="110616" y="0"/>
                </a:lnTo>
                <a:lnTo>
                  <a:pt x="35762" y="61947"/>
                </a:lnTo>
                <a:lnTo>
                  <a:pt x="74979" y="109644"/>
                </a:lnTo>
                <a:lnTo>
                  <a:pt x="164591" y="36575"/>
                </a:lnTo>
                <a:lnTo>
                  <a:pt x="254204" y="109644"/>
                </a:lnTo>
                <a:lnTo>
                  <a:pt x="293352" y="62030"/>
                </a:lnTo>
                <a:close/>
              </a:path>
              <a:path w="329565" h="146685">
                <a:moveTo>
                  <a:pt x="83819" y="136143"/>
                </a:moveTo>
                <a:lnTo>
                  <a:pt x="83819" y="120395"/>
                </a:lnTo>
                <a:lnTo>
                  <a:pt x="65531" y="117347"/>
                </a:lnTo>
                <a:lnTo>
                  <a:pt x="65531" y="138780"/>
                </a:lnTo>
                <a:lnTo>
                  <a:pt x="71627" y="146303"/>
                </a:lnTo>
                <a:lnTo>
                  <a:pt x="83819" y="136143"/>
                </a:lnTo>
                <a:close/>
              </a:path>
              <a:path w="329565" h="146685">
                <a:moveTo>
                  <a:pt x="254204" y="109644"/>
                </a:moveTo>
                <a:lnTo>
                  <a:pt x="164591" y="36575"/>
                </a:lnTo>
                <a:lnTo>
                  <a:pt x="74979" y="109644"/>
                </a:lnTo>
                <a:lnTo>
                  <a:pt x="83819" y="120395"/>
                </a:lnTo>
                <a:lnTo>
                  <a:pt x="83819" y="136143"/>
                </a:lnTo>
                <a:lnTo>
                  <a:pt x="156971" y="75183"/>
                </a:lnTo>
                <a:lnTo>
                  <a:pt x="156971" y="62483"/>
                </a:lnTo>
                <a:lnTo>
                  <a:pt x="172211" y="62483"/>
                </a:lnTo>
                <a:lnTo>
                  <a:pt x="172211" y="75183"/>
                </a:lnTo>
                <a:lnTo>
                  <a:pt x="245363" y="136143"/>
                </a:lnTo>
                <a:lnTo>
                  <a:pt x="245363" y="120395"/>
                </a:lnTo>
                <a:lnTo>
                  <a:pt x="254204" y="109644"/>
                </a:lnTo>
                <a:close/>
              </a:path>
              <a:path w="329565" h="146685">
                <a:moveTo>
                  <a:pt x="110616" y="0"/>
                </a:moveTo>
                <a:lnTo>
                  <a:pt x="79475" y="0"/>
                </a:lnTo>
                <a:lnTo>
                  <a:pt x="86867" y="6095"/>
                </a:lnTo>
                <a:lnTo>
                  <a:pt x="86867" y="19653"/>
                </a:lnTo>
                <a:lnTo>
                  <a:pt x="110616" y="0"/>
                </a:lnTo>
                <a:close/>
              </a:path>
              <a:path w="329565" h="146685">
                <a:moveTo>
                  <a:pt x="172211" y="62483"/>
                </a:moveTo>
                <a:lnTo>
                  <a:pt x="156971" y="62483"/>
                </a:lnTo>
                <a:lnTo>
                  <a:pt x="164591" y="68833"/>
                </a:lnTo>
                <a:lnTo>
                  <a:pt x="172211" y="62483"/>
                </a:lnTo>
                <a:close/>
              </a:path>
              <a:path w="329565" h="146685">
                <a:moveTo>
                  <a:pt x="164591" y="68833"/>
                </a:moveTo>
                <a:lnTo>
                  <a:pt x="156971" y="62483"/>
                </a:lnTo>
                <a:lnTo>
                  <a:pt x="156971" y="75183"/>
                </a:lnTo>
                <a:lnTo>
                  <a:pt x="164591" y="68833"/>
                </a:lnTo>
                <a:close/>
              </a:path>
              <a:path w="329565" h="146685">
                <a:moveTo>
                  <a:pt x="172211" y="75183"/>
                </a:moveTo>
                <a:lnTo>
                  <a:pt x="172211" y="62483"/>
                </a:lnTo>
                <a:lnTo>
                  <a:pt x="164591" y="68833"/>
                </a:lnTo>
                <a:lnTo>
                  <a:pt x="172211" y="75183"/>
                </a:lnTo>
                <a:close/>
              </a:path>
              <a:path w="329565" h="146685">
                <a:moveTo>
                  <a:pt x="329183" y="57911"/>
                </a:moveTo>
                <a:lnTo>
                  <a:pt x="258950" y="0"/>
                </a:lnTo>
                <a:lnTo>
                  <a:pt x="249708" y="0"/>
                </a:lnTo>
                <a:lnTo>
                  <a:pt x="242315" y="6095"/>
                </a:lnTo>
                <a:lnTo>
                  <a:pt x="242315" y="0"/>
                </a:lnTo>
                <a:lnTo>
                  <a:pt x="217106" y="0"/>
                </a:lnTo>
                <a:lnTo>
                  <a:pt x="293352" y="62030"/>
                </a:lnTo>
                <a:lnTo>
                  <a:pt x="301751" y="51815"/>
                </a:lnTo>
                <a:lnTo>
                  <a:pt x="303275" y="70103"/>
                </a:lnTo>
                <a:lnTo>
                  <a:pt x="303275" y="89883"/>
                </a:lnTo>
                <a:lnTo>
                  <a:pt x="329183" y="57911"/>
                </a:lnTo>
                <a:close/>
              </a:path>
              <a:path w="329565" h="146685">
                <a:moveTo>
                  <a:pt x="263651" y="138780"/>
                </a:moveTo>
                <a:lnTo>
                  <a:pt x="263651" y="117347"/>
                </a:lnTo>
                <a:lnTo>
                  <a:pt x="245363" y="120395"/>
                </a:lnTo>
                <a:lnTo>
                  <a:pt x="245363" y="136143"/>
                </a:lnTo>
                <a:lnTo>
                  <a:pt x="257555" y="146303"/>
                </a:lnTo>
                <a:lnTo>
                  <a:pt x="263651" y="138780"/>
                </a:lnTo>
                <a:close/>
              </a:path>
              <a:path w="329565" h="146685">
                <a:moveTo>
                  <a:pt x="303275" y="89883"/>
                </a:moveTo>
                <a:lnTo>
                  <a:pt x="303275" y="70103"/>
                </a:lnTo>
                <a:lnTo>
                  <a:pt x="293352" y="62030"/>
                </a:lnTo>
                <a:lnTo>
                  <a:pt x="254204" y="109644"/>
                </a:lnTo>
                <a:lnTo>
                  <a:pt x="263651" y="117347"/>
                </a:lnTo>
                <a:lnTo>
                  <a:pt x="263651" y="138780"/>
                </a:lnTo>
                <a:lnTo>
                  <a:pt x="303275" y="8988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2603824" y="5422390"/>
            <a:ext cx="1623060" cy="564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/>
            <a:r>
              <a:rPr spc="-5" dirty="0">
                <a:latin typeface="Tahoma"/>
                <a:cs typeface="Tahoma"/>
              </a:rPr>
              <a:t>Start: </a:t>
            </a:r>
            <a:r>
              <a:rPr spc="-15" dirty="0">
                <a:latin typeface="Tahoma"/>
                <a:cs typeface="Tahoma"/>
              </a:rPr>
              <a:t>Arad  </a:t>
            </a:r>
            <a:r>
              <a:rPr spc="-5" dirty="0">
                <a:latin typeface="Tahoma"/>
                <a:cs typeface="Tahoma"/>
              </a:rPr>
              <a:t>Goal:</a:t>
            </a:r>
            <a:r>
              <a:rPr spc="-55" dirty="0">
                <a:latin typeface="Tahoma"/>
                <a:cs typeface="Tahoma"/>
              </a:rPr>
              <a:t> </a:t>
            </a:r>
            <a:r>
              <a:rPr spc="-5" dirty="0">
                <a:latin typeface="Tahoma"/>
                <a:cs typeface="Tahoma"/>
              </a:rPr>
              <a:t>Bucharest</a:t>
            </a:r>
            <a:endParaRPr>
              <a:latin typeface="Tahoma"/>
              <a:cs typeface="Tahom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940109" y="3777996"/>
            <a:ext cx="294640" cy="128270"/>
          </a:xfrm>
          <a:custGeom>
            <a:avLst/>
            <a:gdLst/>
            <a:ahLst/>
            <a:cxnLst/>
            <a:rect l="l" t="t" r="r" b="b"/>
            <a:pathLst>
              <a:path w="294639" h="128270">
                <a:moveTo>
                  <a:pt x="294131" y="59435"/>
                </a:moveTo>
                <a:lnTo>
                  <a:pt x="220199" y="0"/>
                </a:lnTo>
                <a:lnTo>
                  <a:pt x="73932" y="0"/>
                </a:lnTo>
                <a:lnTo>
                  <a:pt x="0" y="59435"/>
                </a:lnTo>
                <a:lnTo>
                  <a:pt x="56387" y="128015"/>
                </a:lnTo>
                <a:lnTo>
                  <a:pt x="146303" y="53339"/>
                </a:lnTo>
                <a:lnTo>
                  <a:pt x="237743" y="128015"/>
                </a:lnTo>
                <a:lnTo>
                  <a:pt x="294131" y="59435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921822" y="3777997"/>
            <a:ext cx="329565" cy="146685"/>
          </a:xfrm>
          <a:custGeom>
            <a:avLst/>
            <a:gdLst/>
            <a:ahLst/>
            <a:cxnLst/>
            <a:rect l="l" t="t" r="r" b="b"/>
            <a:pathLst>
              <a:path w="329564" h="146685">
                <a:moveTo>
                  <a:pt x="88391" y="19269"/>
                </a:moveTo>
                <a:lnTo>
                  <a:pt x="88391" y="6095"/>
                </a:lnTo>
                <a:lnTo>
                  <a:pt x="80869" y="0"/>
                </a:lnTo>
                <a:lnTo>
                  <a:pt x="71465" y="0"/>
                </a:lnTo>
                <a:lnTo>
                  <a:pt x="0" y="57911"/>
                </a:lnTo>
                <a:lnTo>
                  <a:pt x="25907" y="89217"/>
                </a:lnTo>
                <a:lnTo>
                  <a:pt x="25907" y="70103"/>
                </a:lnTo>
                <a:lnTo>
                  <a:pt x="28955" y="51815"/>
                </a:lnTo>
                <a:lnTo>
                  <a:pt x="36616" y="61391"/>
                </a:lnTo>
                <a:lnTo>
                  <a:pt x="88391" y="19269"/>
                </a:lnTo>
                <a:close/>
              </a:path>
              <a:path w="329564" h="146685">
                <a:moveTo>
                  <a:pt x="75672" y="110211"/>
                </a:moveTo>
                <a:lnTo>
                  <a:pt x="36616" y="61391"/>
                </a:lnTo>
                <a:lnTo>
                  <a:pt x="25907" y="70103"/>
                </a:lnTo>
                <a:lnTo>
                  <a:pt x="25907" y="89217"/>
                </a:lnTo>
                <a:lnTo>
                  <a:pt x="67055" y="138937"/>
                </a:lnTo>
                <a:lnTo>
                  <a:pt x="67055" y="117347"/>
                </a:lnTo>
                <a:lnTo>
                  <a:pt x="75672" y="110211"/>
                </a:lnTo>
                <a:close/>
              </a:path>
              <a:path w="329564" h="146685">
                <a:moveTo>
                  <a:pt x="293556" y="62059"/>
                </a:moveTo>
                <a:lnTo>
                  <a:pt x="218567" y="0"/>
                </a:lnTo>
                <a:lnTo>
                  <a:pt x="112077" y="0"/>
                </a:lnTo>
                <a:lnTo>
                  <a:pt x="36616" y="61391"/>
                </a:lnTo>
                <a:lnTo>
                  <a:pt x="75672" y="110211"/>
                </a:lnTo>
                <a:lnTo>
                  <a:pt x="164591" y="36575"/>
                </a:lnTo>
                <a:lnTo>
                  <a:pt x="254981" y="110278"/>
                </a:lnTo>
                <a:lnTo>
                  <a:pt x="293556" y="62059"/>
                </a:lnTo>
                <a:close/>
              </a:path>
              <a:path w="329564" h="146685">
                <a:moveTo>
                  <a:pt x="83819" y="137413"/>
                </a:moveTo>
                <a:lnTo>
                  <a:pt x="83819" y="120395"/>
                </a:lnTo>
                <a:lnTo>
                  <a:pt x="67055" y="117347"/>
                </a:lnTo>
                <a:lnTo>
                  <a:pt x="67055" y="138937"/>
                </a:lnTo>
                <a:lnTo>
                  <a:pt x="73151" y="146303"/>
                </a:lnTo>
                <a:lnTo>
                  <a:pt x="83819" y="137413"/>
                </a:lnTo>
                <a:close/>
              </a:path>
              <a:path w="329564" h="146685">
                <a:moveTo>
                  <a:pt x="254981" y="110278"/>
                </a:moveTo>
                <a:lnTo>
                  <a:pt x="164591" y="36575"/>
                </a:lnTo>
                <a:lnTo>
                  <a:pt x="75672" y="110211"/>
                </a:lnTo>
                <a:lnTo>
                  <a:pt x="83819" y="120395"/>
                </a:lnTo>
                <a:lnTo>
                  <a:pt x="83819" y="137413"/>
                </a:lnTo>
                <a:lnTo>
                  <a:pt x="156971" y="76453"/>
                </a:lnTo>
                <a:lnTo>
                  <a:pt x="156971" y="62483"/>
                </a:lnTo>
                <a:lnTo>
                  <a:pt x="173735" y="62483"/>
                </a:lnTo>
                <a:lnTo>
                  <a:pt x="173735" y="76453"/>
                </a:lnTo>
                <a:lnTo>
                  <a:pt x="246887" y="137413"/>
                </a:lnTo>
                <a:lnTo>
                  <a:pt x="246887" y="120395"/>
                </a:lnTo>
                <a:lnTo>
                  <a:pt x="254981" y="110278"/>
                </a:lnTo>
                <a:close/>
              </a:path>
              <a:path w="329564" h="146685">
                <a:moveTo>
                  <a:pt x="112077" y="0"/>
                </a:moveTo>
                <a:lnTo>
                  <a:pt x="80869" y="0"/>
                </a:lnTo>
                <a:lnTo>
                  <a:pt x="88391" y="6095"/>
                </a:lnTo>
                <a:lnTo>
                  <a:pt x="88391" y="19269"/>
                </a:lnTo>
                <a:lnTo>
                  <a:pt x="112077" y="0"/>
                </a:lnTo>
                <a:close/>
              </a:path>
              <a:path w="329564" h="146685">
                <a:moveTo>
                  <a:pt x="173735" y="62483"/>
                </a:moveTo>
                <a:lnTo>
                  <a:pt x="156971" y="62483"/>
                </a:lnTo>
                <a:lnTo>
                  <a:pt x="165353" y="69468"/>
                </a:lnTo>
                <a:lnTo>
                  <a:pt x="173735" y="62483"/>
                </a:lnTo>
                <a:close/>
              </a:path>
              <a:path w="329564" h="146685">
                <a:moveTo>
                  <a:pt x="165353" y="69468"/>
                </a:moveTo>
                <a:lnTo>
                  <a:pt x="156971" y="62483"/>
                </a:lnTo>
                <a:lnTo>
                  <a:pt x="156971" y="76453"/>
                </a:lnTo>
                <a:lnTo>
                  <a:pt x="165353" y="69468"/>
                </a:lnTo>
                <a:close/>
              </a:path>
              <a:path w="329564" h="146685">
                <a:moveTo>
                  <a:pt x="173735" y="76453"/>
                </a:moveTo>
                <a:lnTo>
                  <a:pt x="173735" y="62483"/>
                </a:lnTo>
                <a:lnTo>
                  <a:pt x="165353" y="69468"/>
                </a:lnTo>
                <a:lnTo>
                  <a:pt x="173735" y="76453"/>
                </a:lnTo>
                <a:close/>
              </a:path>
              <a:path w="329564" h="146685">
                <a:moveTo>
                  <a:pt x="329183" y="57911"/>
                </a:moveTo>
                <a:lnTo>
                  <a:pt x="258950" y="0"/>
                </a:lnTo>
                <a:lnTo>
                  <a:pt x="249708" y="0"/>
                </a:lnTo>
                <a:lnTo>
                  <a:pt x="242315" y="6095"/>
                </a:lnTo>
                <a:lnTo>
                  <a:pt x="242315" y="0"/>
                </a:lnTo>
                <a:lnTo>
                  <a:pt x="218567" y="0"/>
                </a:lnTo>
                <a:lnTo>
                  <a:pt x="293556" y="62059"/>
                </a:lnTo>
                <a:lnTo>
                  <a:pt x="301751" y="51815"/>
                </a:lnTo>
                <a:lnTo>
                  <a:pt x="303275" y="70103"/>
                </a:lnTo>
                <a:lnTo>
                  <a:pt x="303275" y="89883"/>
                </a:lnTo>
                <a:lnTo>
                  <a:pt x="329183" y="57911"/>
                </a:lnTo>
                <a:close/>
              </a:path>
              <a:path w="329564" h="146685">
                <a:moveTo>
                  <a:pt x="263651" y="138780"/>
                </a:moveTo>
                <a:lnTo>
                  <a:pt x="263651" y="117347"/>
                </a:lnTo>
                <a:lnTo>
                  <a:pt x="246887" y="120395"/>
                </a:lnTo>
                <a:lnTo>
                  <a:pt x="246887" y="137413"/>
                </a:lnTo>
                <a:lnTo>
                  <a:pt x="257555" y="146303"/>
                </a:lnTo>
                <a:lnTo>
                  <a:pt x="263651" y="138780"/>
                </a:lnTo>
                <a:close/>
              </a:path>
              <a:path w="329564" h="146685">
                <a:moveTo>
                  <a:pt x="303275" y="89883"/>
                </a:moveTo>
                <a:lnTo>
                  <a:pt x="303275" y="70103"/>
                </a:lnTo>
                <a:lnTo>
                  <a:pt x="293556" y="62059"/>
                </a:lnTo>
                <a:lnTo>
                  <a:pt x="254981" y="110278"/>
                </a:lnTo>
                <a:lnTo>
                  <a:pt x="263651" y="117347"/>
                </a:lnTo>
                <a:lnTo>
                  <a:pt x="263651" y="138780"/>
                </a:lnTo>
                <a:lnTo>
                  <a:pt x="303275" y="89883"/>
                </a:lnTo>
                <a:close/>
              </a:path>
            </a:pathLst>
          </a:custGeom>
          <a:solidFill>
            <a:srgbClr val="375D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152201" y="4308348"/>
            <a:ext cx="654050" cy="321945"/>
          </a:xfrm>
          <a:custGeom>
            <a:avLst/>
            <a:gdLst/>
            <a:ahLst/>
            <a:cxnLst/>
            <a:rect l="l" t="t" r="r" b="b"/>
            <a:pathLst>
              <a:path w="654050" h="321945">
                <a:moveTo>
                  <a:pt x="54863" y="103631"/>
                </a:moveTo>
                <a:lnTo>
                  <a:pt x="38099" y="85343"/>
                </a:lnTo>
                <a:lnTo>
                  <a:pt x="35051" y="86867"/>
                </a:lnTo>
                <a:lnTo>
                  <a:pt x="27431" y="94487"/>
                </a:lnTo>
                <a:lnTo>
                  <a:pt x="4571" y="134111"/>
                </a:lnTo>
                <a:lnTo>
                  <a:pt x="0" y="152399"/>
                </a:lnTo>
                <a:lnTo>
                  <a:pt x="0" y="160019"/>
                </a:lnTo>
                <a:lnTo>
                  <a:pt x="12953" y="160781"/>
                </a:lnTo>
                <a:lnTo>
                  <a:pt x="25907" y="160019"/>
                </a:lnTo>
                <a:lnTo>
                  <a:pt x="25907" y="153923"/>
                </a:lnTo>
                <a:lnTo>
                  <a:pt x="28955" y="141731"/>
                </a:lnTo>
                <a:lnTo>
                  <a:pt x="38099" y="123443"/>
                </a:lnTo>
                <a:lnTo>
                  <a:pt x="47243" y="111251"/>
                </a:lnTo>
                <a:lnTo>
                  <a:pt x="54863" y="103631"/>
                </a:lnTo>
                <a:close/>
              </a:path>
              <a:path w="654050" h="321945">
                <a:moveTo>
                  <a:pt x="54863" y="217931"/>
                </a:moveTo>
                <a:lnTo>
                  <a:pt x="51815" y="214883"/>
                </a:lnTo>
                <a:lnTo>
                  <a:pt x="47243" y="208787"/>
                </a:lnTo>
                <a:lnTo>
                  <a:pt x="41147" y="202691"/>
                </a:lnTo>
                <a:lnTo>
                  <a:pt x="38099" y="196595"/>
                </a:lnTo>
                <a:lnTo>
                  <a:pt x="33527" y="190499"/>
                </a:lnTo>
                <a:lnTo>
                  <a:pt x="30479" y="184403"/>
                </a:lnTo>
                <a:lnTo>
                  <a:pt x="25907" y="166115"/>
                </a:lnTo>
                <a:lnTo>
                  <a:pt x="25907" y="161543"/>
                </a:lnTo>
                <a:lnTo>
                  <a:pt x="12953" y="160781"/>
                </a:lnTo>
                <a:lnTo>
                  <a:pt x="0" y="161543"/>
                </a:lnTo>
                <a:lnTo>
                  <a:pt x="1523" y="170687"/>
                </a:lnTo>
                <a:lnTo>
                  <a:pt x="3047" y="178307"/>
                </a:lnTo>
                <a:lnTo>
                  <a:pt x="4571" y="187451"/>
                </a:lnTo>
                <a:lnTo>
                  <a:pt x="7619" y="196595"/>
                </a:lnTo>
                <a:lnTo>
                  <a:pt x="16763" y="211835"/>
                </a:lnTo>
                <a:lnTo>
                  <a:pt x="35051" y="234695"/>
                </a:lnTo>
                <a:lnTo>
                  <a:pt x="38099" y="236219"/>
                </a:lnTo>
                <a:lnTo>
                  <a:pt x="54863" y="217931"/>
                </a:lnTo>
                <a:close/>
              </a:path>
              <a:path w="654050" h="321945">
                <a:moveTo>
                  <a:pt x="25907" y="161543"/>
                </a:moveTo>
                <a:lnTo>
                  <a:pt x="25907" y="160019"/>
                </a:lnTo>
                <a:lnTo>
                  <a:pt x="12953" y="160781"/>
                </a:lnTo>
                <a:lnTo>
                  <a:pt x="25907" y="161543"/>
                </a:lnTo>
                <a:close/>
              </a:path>
              <a:path w="654050" h="321945">
                <a:moveTo>
                  <a:pt x="137159" y="56387"/>
                </a:moveTo>
                <a:lnTo>
                  <a:pt x="129539" y="32003"/>
                </a:lnTo>
                <a:lnTo>
                  <a:pt x="99059" y="44195"/>
                </a:lnTo>
                <a:lnTo>
                  <a:pt x="77723" y="54863"/>
                </a:lnTo>
                <a:lnTo>
                  <a:pt x="59435" y="67055"/>
                </a:lnTo>
                <a:lnTo>
                  <a:pt x="57911" y="68579"/>
                </a:lnTo>
                <a:lnTo>
                  <a:pt x="73151" y="88391"/>
                </a:lnTo>
                <a:lnTo>
                  <a:pt x="74675" y="88391"/>
                </a:lnTo>
                <a:lnTo>
                  <a:pt x="82295" y="82295"/>
                </a:lnTo>
                <a:lnTo>
                  <a:pt x="91439" y="77723"/>
                </a:lnTo>
                <a:lnTo>
                  <a:pt x="111251" y="67055"/>
                </a:lnTo>
                <a:lnTo>
                  <a:pt x="132587" y="57911"/>
                </a:lnTo>
                <a:lnTo>
                  <a:pt x="137159" y="56387"/>
                </a:lnTo>
                <a:close/>
              </a:path>
              <a:path w="654050" h="321945">
                <a:moveTo>
                  <a:pt x="234695" y="32003"/>
                </a:moveTo>
                <a:lnTo>
                  <a:pt x="230123" y="6095"/>
                </a:lnTo>
                <a:lnTo>
                  <a:pt x="201167" y="12191"/>
                </a:lnTo>
                <a:lnTo>
                  <a:pt x="173735" y="18287"/>
                </a:lnTo>
                <a:lnTo>
                  <a:pt x="153923" y="24383"/>
                </a:lnTo>
                <a:lnTo>
                  <a:pt x="161543" y="48767"/>
                </a:lnTo>
                <a:lnTo>
                  <a:pt x="181355" y="42671"/>
                </a:lnTo>
                <a:lnTo>
                  <a:pt x="207263" y="36575"/>
                </a:lnTo>
                <a:lnTo>
                  <a:pt x="234695" y="32003"/>
                </a:lnTo>
                <a:close/>
              </a:path>
              <a:path w="654050" h="321945">
                <a:moveTo>
                  <a:pt x="326897" y="12191"/>
                </a:moveTo>
                <a:lnTo>
                  <a:pt x="326135" y="0"/>
                </a:lnTo>
                <a:lnTo>
                  <a:pt x="294131" y="0"/>
                </a:lnTo>
                <a:lnTo>
                  <a:pt x="262127" y="3047"/>
                </a:lnTo>
                <a:lnTo>
                  <a:pt x="256031" y="3047"/>
                </a:lnTo>
                <a:lnTo>
                  <a:pt x="259079" y="28955"/>
                </a:lnTo>
                <a:lnTo>
                  <a:pt x="265175" y="27431"/>
                </a:lnTo>
                <a:lnTo>
                  <a:pt x="295655" y="25907"/>
                </a:lnTo>
                <a:lnTo>
                  <a:pt x="326135" y="24456"/>
                </a:lnTo>
                <a:lnTo>
                  <a:pt x="326897" y="12191"/>
                </a:lnTo>
                <a:close/>
              </a:path>
              <a:path w="654050" h="321945">
                <a:moveTo>
                  <a:pt x="327659" y="24383"/>
                </a:moveTo>
                <a:lnTo>
                  <a:pt x="326897" y="12191"/>
                </a:lnTo>
                <a:lnTo>
                  <a:pt x="326135" y="24383"/>
                </a:lnTo>
                <a:lnTo>
                  <a:pt x="326379" y="24444"/>
                </a:lnTo>
                <a:lnTo>
                  <a:pt x="327659" y="24383"/>
                </a:lnTo>
                <a:close/>
              </a:path>
              <a:path w="654050" h="321945">
                <a:moveTo>
                  <a:pt x="326379" y="24444"/>
                </a:moveTo>
                <a:lnTo>
                  <a:pt x="326135" y="24383"/>
                </a:lnTo>
                <a:lnTo>
                  <a:pt x="326379" y="24444"/>
                </a:lnTo>
                <a:close/>
              </a:path>
              <a:path w="654050" h="321945">
                <a:moveTo>
                  <a:pt x="327659" y="24764"/>
                </a:moveTo>
                <a:lnTo>
                  <a:pt x="327659" y="24383"/>
                </a:lnTo>
                <a:lnTo>
                  <a:pt x="326379" y="24444"/>
                </a:lnTo>
                <a:lnTo>
                  <a:pt x="327659" y="24764"/>
                </a:lnTo>
                <a:close/>
              </a:path>
              <a:path w="654050" h="321945">
                <a:moveTo>
                  <a:pt x="333755" y="0"/>
                </a:moveTo>
                <a:lnTo>
                  <a:pt x="327659" y="0"/>
                </a:lnTo>
                <a:lnTo>
                  <a:pt x="326897" y="12191"/>
                </a:lnTo>
                <a:lnTo>
                  <a:pt x="327659" y="24383"/>
                </a:lnTo>
                <a:lnTo>
                  <a:pt x="327659" y="24764"/>
                </a:lnTo>
                <a:lnTo>
                  <a:pt x="332231" y="25907"/>
                </a:lnTo>
                <a:lnTo>
                  <a:pt x="333755" y="0"/>
                </a:lnTo>
                <a:close/>
              </a:path>
              <a:path w="654050" h="321945">
                <a:moveTo>
                  <a:pt x="435863" y="9143"/>
                </a:moveTo>
                <a:lnTo>
                  <a:pt x="422147" y="6095"/>
                </a:lnTo>
                <a:lnTo>
                  <a:pt x="391667" y="3047"/>
                </a:lnTo>
                <a:lnTo>
                  <a:pt x="359663" y="0"/>
                </a:lnTo>
                <a:lnTo>
                  <a:pt x="358139" y="25907"/>
                </a:lnTo>
                <a:lnTo>
                  <a:pt x="388619" y="27431"/>
                </a:lnTo>
                <a:lnTo>
                  <a:pt x="419099" y="32003"/>
                </a:lnTo>
                <a:lnTo>
                  <a:pt x="432815" y="33527"/>
                </a:lnTo>
                <a:lnTo>
                  <a:pt x="435863" y="9143"/>
                </a:lnTo>
                <a:close/>
              </a:path>
              <a:path w="654050" h="321945">
                <a:moveTo>
                  <a:pt x="536447" y="36575"/>
                </a:moveTo>
                <a:lnTo>
                  <a:pt x="530351" y="33527"/>
                </a:lnTo>
                <a:lnTo>
                  <a:pt x="505967" y="25907"/>
                </a:lnTo>
                <a:lnTo>
                  <a:pt x="480059" y="18287"/>
                </a:lnTo>
                <a:lnTo>
                  <a:pt x="461771" y="13715"/>
                </a:lnTo>
                <a:lnTo>
                  <a:pt x="455675" y="38099"/>
                </a:lnTo>
                <a:lnTo>
                  <a:pt x="473963" y="42671"/>
                </a:lnTo>
                <a:lnTo>
                  <a:pt x="522731" y="57911"/>
                </a:lnTo>
                <a:lnTo>
                  <a:pt x="527303" y="60959"/>
                </a:lnTo>
                <a:lnTo>
                  <a:pt x="536447" y="36575"/>
                </a:lnTo>
                <a:close/>
              </a:path>
              <a:path w="654050" h="321945">
                <a:moveTo>
                  <a:pt x="626363" y="94487"/>
                </a:moveTo>
                <a:lnTo>
                  <a:pt x="624839" y="94487"/>
                </a:lnTo>
                <a:lnTo>
                  <a:pt x="618743" y="86867"/>
                </a:lnTo>
                <a:lnTo>
                  <a:pt x="611123" y="80771"/>
                </a:lnTo>
                <a:lnTo>
                  <a:pt x="603503" y="73151"/>
                </a:lnTo>
                <a:lnTo>
                  <a:pt x="585215" y="60959"/>
                </a:lnTo>
                <a:lnTo>
                  <a:pt x="574547" y="54863"/>
                </a:lnTo>
                <a:lnTo>
                  <a:pt x="560831" y="47243"/>
                </a:lnTo>
                <a:lnTo>
                  <a:pt x="548639" y="70103"/>
                </a:lnTo>
                <a:lnTo>
                  <a:pt x="563879" y="77723"/>
                </a:lnTo>
                <a:lnTo>
                  <a:pt x="571499" y="82295"/>
                </a:lnTo>
                <a:lnTo>
                  <a:pt x="580643" y="88391"/>
                </a:lnTo>
                <a:lnTo>
                  <a:pt x="588263" y="94487"/>
                </a:lnTo>
                <a:lnTo>
                  <a:pt x="594359" y="99059"/>
                </a:lnTo>
                <a:lnTo>
                  <a:pt x="601979" y="105155"/>
                </a:lnTo>
                <a:lnTo>
                  <a:pt x="606551" y="111251"/>
                </a:lnTo>
                <a:lnTo>
                  <a:pt x="626363" y="94487"/>
                </a:lnTo>
                <a:close/>
              </a:path>
              <a:path w="654050" h="321945">
                <a:moveTo>
                  <a:pt x="653795" y="160019"/>
                </a:moveTo>
                <a:lnTo>
                  <a:pt x="650747" y="141731"/>
                </a:lnTo>
                <a:lnTo>
                  <a:pt x="649223" y="134111"/>
                </a:lnTo>
                <a:lnTo>
                  <a:pt x="646175" y="124967"/>
                </a:lnTo>
                <a:lnTo>
                  <a:pt x="643127" y="118871"/>
                </a:lnTo>
                <a:lnTo>
                  <a:pt x="620267" y="129539"/>
                </a:lnTo>
                <a:lnTo>
                  <a:pt x="623315" y="135635"/>
                </a:lnTo>
                <a:lnTo>
                  <a:pt x="624839" y="143255"/>
                </a:lnTo>
                <a:lnTo>
                  <a:pt x="627887" y="155447"/>
                </a:lnTo>
                <a:lnTo>
                  <a:pt x="627887" y="160019"/>
                </a:lnTo>
                <a:lnTo>
                  <a:pt x="640841" y="160781"/>
                </a:lnTo>
                <a:lnTo>
                  <a:pt x="653795" y="160019"/>
                </a:lnTo>
                <a:close/>
              </a:path>
              <a:path w="654050" h="321945">
                <a:moveTo>
                  <a:pt x="653795" y="169163"/>
                </a:moveTo>
                <a:lnTo>
                  <a:pt x="653795" y="161543"/>
                </a:lnTo>
                <a:lnTo>
                  <a:pt x="640841" y="160781"/>
                </a:lnTo>
                <a:lnTo>
                  <a:pt x="627887" y="161543"/>
                </a:lnTo>
                <a:lnTo>
                  <a:pt x="627887" y="167639"/>
                </a:lnTo>
                <a:lnTo>
                  <a:pt x="624839" y="179831"/>
                </a:lnTo>
                <a:lnTo>
                  <a:pt x="621791" y="185927"/>
                </a:lnTo>
                <a:lnTo>
                  <a:pt x="620267" y="192023"/>
                </a:lnTo>
                <a:lnTo>
                  <a:pt x="643127" y="202691"/>
                </a:lnTo>
                <a:lnTo>
                  <a:pt x="646175" y="195071"/>
                </a:lnTo>
                <a:lnTo>
                  <a:pt x="649223" y="185927"/>
                </a:lnTo>
                <a:lnTo>
                  <a:pt x="652271" y="178307"/>
                </a:lnTo>
                <a:lnTo>
                  <a:pt x="653795" y="169163"/>
                </a:lnTo>
                <a:close/>
              </a:path>
              <a:path w="654050" h="321945">
                <a:moveTo>
                  <a:pt x="640841" y="160781"/>
                </a:moveTo>
                <a:lnTo>
                  <a:pt x="627887" y="160019"/>
                </a:lnTo>
                <a:lnTo>
                  <a:pt x="627887" y="161543"/>
                </a:lnTo>
                <a:lnTo>
                  <a:pt x="640841" y="160781"/>
                </a:lnTo>
                <a:close/>
              </a:path>
              <a:path w="654050" h="321945">
                <a:moveTo>
                  <a:pt x="626363" y="225551"/>
                </a:moveTo>
                <a:lnTo>
                  <a:pt x="606551" y="210311"/>
                </a:lnTo>
                <a:lnTo>
                  <a:pt x="594359" y="222503"/>
                </a:lnTo>
                <a:lnTo>
                  <a:pt x="586739" y="227075"/>
                </a:lnTo>
                <a:lnTo>
                  <a:pt x="571499" y="239267"/>
                </a:lnTo>
                <a:lnTo>
                  <a:pt x="562355" y="243839"/>
                </a:lnTo>
                <a:lnTo>
                  <a:pt x="548639" y="251459"/>
                </a:lnTo>
                <a:lnTo>
                  <a:pt x="560831" y="272795"/>
                </a:lnTo>
                <a:lnTo>
                  <a:pt x="576071" y="265175"/>
                </a:lnTo>
                <a:lnTo>
                  <a:pt x="603503" y="246887"/>
                </a:lnTo>
                <a:lnTo>
                  <a:pt x="611123" y="240791"/>
                </a:lnTo>
                <a:lnTo>
                  <a:pt x="626363" y="225551"/>
                </a:lnTo>
                <a:close/>
              </a:path>
              <a:path w="654050" h="321945">
                <a:moveTo>
                  <a:pt x="536447" y="283463"/>
                </a:moveTo>
                <a:lnTo>
                  <a:pt x="527303" y="260603"/>
                </a:lnTo>
                <a:lnTo>
                  <a:pt x="521207" y="263651"/>
                </a:lnTo>
                <a:lnTo>
                  <a:pt x="498347" y="271271"/>
                </a:lnTo>
                <a:lnTo>
                  <a:pt x="472439" y="278891"/>
                </a:lnTo>
                <a:lnTo>
                  <a:pt x="455675" y="281939"/>
                </a:lnTo>
                <a:lnTo>
                  <a:pt x="461771" y="306323"/>
                </a:lnTo>
                <a:lnTo>
                  <a:pt x="480059" y="303275"/>
                </a:lnTo>
                <a:lnTo>
                  <a:pt x="505967" y="295655"/>
                </a:lnTo>
                <a:lnTo>
                  <a:pt x="531875" y="286511"/>
                </a:lnTo>
                <a:lnTo>
                  <a:pt x="536447" y="283463"/>
                </a:lnTo>
                <a:close/>
              </a:path>
              <a:path w="654050" h="321945">
                <a:moveTo>
                  <a:pt x="435863" y="312419"/>
                </a:moveTo>
                <a:lnTo>
                  <a:pt x="432815" y="286511"/>
                </a:lnTo>
                <a:lnTo>
                  <a:pt x="417575" y="289559"/>
                </a:lnTo>
                <a:lnTo>
                  <a:pt x="388619" y="292607"/>
                </a:lnTo>
                <a:lnTo>
                  <a:pt x="358139" y="295655"/>
                </a:lnTo>
                <a:lnTo>
                  <a:pt x="358139" y="320039"/>
                </a:lnTo>
                <a:lnTo>
                  <a:pt x="359663" y="320039"/>
                </a:lnTo>
                <a:lnTo>
                  <a:pt x="391667" y="318515"/>
                </a:lnTo>
                <a:lnTo>
                  <a:pt x="422147" y="313943"/>
                </a:lnTo>
                <a:lnTo>
                  <a:pt x="435863" y="312419"/>
                </a:lnTo>
                <a:close/>
              </a:path>
              <a:path w="654050" h="321945">
                <a:moveTo>
                  <a:pt x="326897" y="308609"/>
                </a:moveTo>
                <a:lnTo>
                  <a:pt x="326135" y="295655"/>
                </a:lnTo>
                <a:lnTo>
                  <a:pt x="295655" y="295655"/>
                </a:lnTo>
                <a:lnTo>
                  <a:pt x="265175" y="292607"/>
                </a:lnTo>
                <a:lnTo>
                  <a:pt x="259079" y="292607"/>
                </a:lnTo>
                <a:lnTo>
                  <a:pt x="256031" y="316991"/>
                </a:lnTo>
                <a:lnTo>
                  <a:pt x="262127" y="318515"/>
                </a:lnTo>
                <a:lnTo>
                  <a:pt x="326135" y="321563"/>
                </a:lnTo>
                <a:lnTo>
                  <a:pt x="326897" y="308609"/>
                </a:lnTo>
                <a:close/>
              </a:path>
              <a:path w="654050" h="321945">
                <a:moveTo>
                  <a:pt x="327659" y="295655"/>
                </a:moveTo>
                <a:lnTo>
                  <a:pt x="326135" y="295655"/>
                </a:lnTo>
                <a:lnTo>
                  <a:pt x="326897" y="308609"/>
                </a:lnTo>
                <a:lnTo>
                  <a:pt x="327659" y="295655"/>
                </a:lnTo>
                <a:close/>
              </a:path>
              <a:path w="654050" h="321945">
                <a:moveTo>
                  <a:pt x="333755" y="321563"/>
                </a:moveTo>
                <a:lnTo>
                  <a:pt x="332231" y="295655"/>
                </a:lnTo>
                <a:lnTo>
                  <a:pt x="327659" y="295655"/>
                </a:lnTo>
                <a:lnTo>
                  <a:pt x="326897" y="308609"/>
                </a:lnTo>
                <a:lnTo>
                  <a:pt x="327659" y="321563"/>
                </a:lnTo>
                <a:lnTo>
                  <a:pt x="333755" y="321563"/>
                </a:lnTo>
                <a:close/>
              </a:path>
              <a:path w="654050" h="321945">
                <a:moveTo>
                  <a:pt x="234695" y="289559"/>
                </a:moveTo>
                <a:lnTo>
                  <a:pt x="207263" y="284987"/>
                </a:lnTo>
                <a:lnTo>
                  <a:pt x="179831" y="278891"/>
                </a:lnTo>
                <a:lnTo>
                  <a:pt x="161543" y="272795"/>
                </a:lnTo>
                <a:lnTo>
                  <a:pt x="153923" y="297179"/>
                </a:lnTo>
                <a:lnTo>
                  <a:pt x="173735" y="303275"/>
                </a:lnTo>
                <a:lnTo>
                  <a:pt x="202691" y="309371"/>
                </a:lnTo>
                <a:lnTo>
                  <a:pt x="230123" y="313943"/>
                </a:lnTo>
                <a:lnTo>
                  <a:pt x="234695" y="289559"/>
                </a:lnTo>
                <a:close/>
              </a:path>
              <a:path w="654050" h="321945">
                <a:moveTo>
                  <a:pt x="137159" y="265175"/>
                </a:moveTo>
                <a:lnTo>
                  <a:pt x="131063" y="262127"/>
                </a:lnTo>
                <a:lnTo>
                  <a:pt x="109727" y="252983"/>
                </a:lnTo>
                <a:lnTo>
                  <a:pt x="89915" y="243839"/>
                </a:lnTo>
                <a:lnTo>
                  <a:pt x="82295" y="237743"/>
                </a:lnTo>
                <a:lnTo>
                  <a:pt x="73151" y="233171"/>
                </a:lnTo>
                <a:lnTo>
                  <a:pt x="73151" y="231647"/>
                </a:lnTo>
                <a:lnTo>
                  <a:pt x="57911" y="252983"/>
                </a:lnTo>
                <a:lnTo>
                  <a:pt x="59435" y="254507"/>
                </a:lnTo>
                <a:lnTo>
                  <a:pt x="68579" y="260603"/>
                </a:lnTo>
                <a:lnTo>
                  <a:pt x="79247" y="265175"/>
                </a:lnTo>
                <a:lnTo>
                  <a:pt x="100583" y="277367"/>
                </a:lnTo>
                <a:lnTo>
                  <a:pt x="123443" y="286511"/>
                </a:lnTo>
                <a:lnTo>
                  <a:pt x="129539" y="289559"/>
                </a:lnTo>
                <a:lnTo>
                  <a:pt x="137159" y="2651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67983" y="1653540"/>
            <a:ext cx="6339840" cy="1882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93545" y="29210"/>
            <a:ext cx="5040630" cy="687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4400" spc="-85" dirty="0"/>
              <a:t>Tree </a:t>
            </a:r>
            <a:r>
              <a:rPr sz="4400" spc="-10" dirty="0"/>
              <a:t>Search</a:t>
            </a:r>
            <a:r>
              <a:rPr sz="4400" spc="10" dirty="0"/>
              <a:t> </a:t>
            </a:r>
            <a:r>
              <a:rPr sz="4400" spc="-5" dirty="0"/>
              <a:t>Algorithm</a:t>
            </a:r>
            <a:endParaRPr sz="4400" dirty="0"/>
          </a:p>
        </p:txBody>
      </p:sp>
      <p:sp>
        <p:nvSpPr>
          <p:cNvPr id="4" name="object 4"/>
          <p:cNvSpPr/>
          <p:nvPr/>
        </p:nvSpPr>
        <p:spPr>
          <a:xfrm>
            <a:off x="2677483" y="4006596"/>
            <a:ext cx="8001000" cy="2514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572822" y="6792465"/>
            <a:ext cx="177800" cy="167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5"/>
              </a:lnSpc>
            </a:pPr>
            <a:r>
              <a:rPr sz="1200" dirty="0">
                <a:solidFill>
                  <a:srgbClr val="898989"/>
                </a:solidFill>
                <a:latin typeface="Gill Sans MT"/>
                <a:cs typeface="Gill Sans MT"/>
              </a:rPr>
              <a:t>44</a:t>
            </a:r>
            <a:endParaRPr sz="12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67983" y="1653540"/>
            <a:ext cx="6339840" cy="1882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94884" y="823467"/>
            <a:ext cx="5040630" cy="687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4400" spc="-85" dirty="0"/>
              <a:t>Tree </a:t>
            </a:r>
            <a:r>
              <a:rPr sz="4400" spc="-10" dirty="0"/>
              <a:t>Search</a:t>
            </a:r>
            <a:r>
              <a:rPr sz="4400" spc="10" dirty="0"/>
              <a:t> </a:t>
            </a:r>
            <a:r>
              <a:rPr sz="4400" spc="-5" dirty="0"/>
              <a:t>Algorithm</a:t>
            </a:r>
            <a:endParaRPr sz="4400"/>
          </a:p>
        </p:txBody>
      </p:sp>
      <p:sp>
        <p:nvSpPr>
          <p:cNvPr id="4" name="object 4"/>
          <p:cNvSpPr/>
          <p:nvPr/>
        </p:nvSpPr>
        <p:spPr>
          <a:xfrm>
            <a:off x="9154481" y="2711195"/>
            <a:ext cx="2133600" cy="1066800"/>
          </a:xfrm>
          <a:custGeom>
            <a:avLst/>
            <a:gdLst/>
            <a:ahLst/>
            <a:cxnLst/>
            <a:rect l="l" t="t" r="r" b="b"/>
            <a:pathLst>
              <a:path w="2133600" h="1066800">
                <a:moveTo>
                  <a:pt x="2133599" y="1016507"/>
                </a:moveTo>
                <a:lnTo>
                  <a:pt x="2133599" y="204215"/>
                </a:lnTo>
                <a:lnTo>
                  <a:pt x="2128290" y="157394"/>
                </a:lnTo>
                <a:lnTo>
                  <a:pt x="2113143" y="114411"/>
                </a:lnTo>
                <a:lnTo>
                  <a:pt x="2089332" y="76493"/>
                </a:lnTo>
                <a:lnTo>
                  <a:pt x="2058030" y="44866"/>
                </a:lnTo>
                <a:lnTo>
                  <a:pt x="2020410" y="20758"/>
                </a:lnTo>
                <a:lnTo>
                  <a:pt x="1977645" y="5393"/>
                </a:lnTo>
                <a:lnTo>
                  <a:pt x="1930907" y="0"/>
                </a:lnTo>
                <a:lnTo>
                  <a:pt x="204215" y="0"/>
                </a:lnTo>
                <a:lnTo>
                  <a:pt x="157394" y="5393"/>
                </a:lnTo>
                <a:lnTo>
                  <a:pt x="114411" y="20758"/>
                </a:lnTo>
                <a:lnTo>
                  <a:pt x="76493" y="44866"/>
                </a:lnTo>
                <a:lnTo>
                  <a:pt x="44866" y="76493"/>
                </a:lnTo>
                <a:lnTo>
                  <a:pt x="20758" y="114411"/>
                </a:lnTo>
                <a:lnTo>
                  <a:pt x="5393" y="157394"/>
                </a:lnTo>
                <a:lnTo>
                  <a:pt x="0" y="204215"/>
                </a:lnTo>
                <a:lnTo>
                  <a:pt x="0" y="1016507"/>
                </a:lnTo>
                <a:lnTo>
                  <a:pt x="5393" y="1063245"/>
                </a:lnTo>
                <a:lnTo>
                  <a:pt x="6671" y="1066800"/>
                </a:lnTo>
                <a:lnTo>
                  <a:pt x="2127031" y="1066800"/>
                </a:lnTo>
                <a:lnTo>
                  <a:pt x="2128290" y="1063245"/>
                </a:lnTo>
                <a:lnTo>
                  <a:pt x="2133599" y="1016507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148386" y="2705100"/>
            <a:ext cx="2139950" cy="1073150"/>
          </a:xfrm>
          <a:custGeom>
            <a:avLst/>
            <a:gdLst/>
            <a:ahLst/>
            <a:cxnLst/>
            <a:rect l="l" t="t" r="r" b="b"/>
            <a:pathLst>
              <a:path w="2139950" h="1073150">
                <a:moveTo>
                  <a:pt x="2139698" y="1072896"/>
                </a:moveTo>
                <a:lnTo>
                  <a:pt x="2139698" y="157741"/>
                </a:lnTo>
                <a:lnTo>
                  <a:pt x="2130551" y="128015"/>
                </a:lnTo>
                <a:lnTo>
                  <a:pt x="2110739" y="92963"/>
                </a:lnTo>
                <a:lnTo>
                  <a:pt x="2071115" y="48767"/>
                </a:lnTo>
                <a:lnTo>
                  <a:pt x="2037587" y="25907"/>
                </a:lnTo>
                <a:lnTo>
                  <a:pt x="1999487" y="9143"/>
                </a:lnTo>
                <a:lnTo>
                  <a:pt x="1958339" y="1523"/>
                </a:lnTo>
                <a:lnTo>
                  <a:pt x="1937003" y="0"/>
                </a:lnTo>
                <a:lnTo>
                  <a:pt x="210311" y="0"/>
                </a:lnTo>
                <a:lnTo>
                  <a:pt x="167639" y="4571"/>
                </a:lnTo>
                <a:lnTo>
                  <a:pt x="128015" y="16763"/>
                </a:lnTo>
                <a:lnTo>
                  <a:pt x="92963" y="36575"/>
                </a:lnTo>
                <a:lnTo>
                  <a:pt x="48767" y="76199"/>
                </a:lnTo>
                <a:lnTo>
                  <a:pt x="25907" y="109727"/>
                </a:lnTo>
                <a:lnTo>
                  <a:pt x="9143" y="147827"/>
                </a:lnTo>
                <a:lnTo>
                  <a:pt x="1523" y="188975"/>
                </a:lnTo>
                <a:lnTo>
                  <a:pt x="0" y="210311"/>
                </a:lnTo>
                <a:lnTo>
                  <a:pt x="0" y="1022603"/>
                </a:lnTo>
                <a:lnTo>
                  <a:pt x="1523" y="1043939"/>
                </a:lnTo>
                <a:lnTo>
                  <a:pt x="4571" y="1065275"/>
                </a:lnTo>
                <a:lnTo>
                  <a:pt x="6330" y="1072896"/>
                </a:lnTo>
                <a:lnTo>
                  <a:pt x="13715" y="1072896"/>
                </a:lnTo>
                <a:lnTo>
                  <a:pt x="13715" y="190499"/>
                </a:lnTo>
                <a:lnTo>
                  <a:pt x="16763" y="170687"/>
                </a:lnTo>
                <a:lnTo>
                  <a:pt x="21335" y="155828"/>
                </a:lnTo>
                <a:lnTo>
                  <a:pt x="21335" y="152399"/>
                </a:lnTo>
                <a:lnTo>
                  <a:pt x="28955" y="132587"/>
                </a:lnTo>
                <a:lnTo>
                  <a:pt x="28955" y="134111"/>
                </a:lnTo>
                <a:lnTo>
                  <a:pt x="36575" y="115823"/>
                </a:lnTo>
                <a:lnTo>
                  <a:pt x="47243" y="99059"/>
                </a:lnTo>
                <a:lnTo>
                  <a:pt x="47243" y="100583"/>
                </a:lnTo>
                <a:lnTo>
                  <a:pt x="57911" y="85343"/>
                </a:lnTo>
                <a:lnTo>
                  <a:pt x="70103" y="71797"/>
                </a:lnTo>
                <a:lnTo>
                  <a:pt x="70103" y="71627"/>
                </a:lnTo>
                <a:lnTo>
                  <a:pt x="71627" y="70103"/>
                </a:lnTo>
                <a:lnTo>
                  <a:pt x="71627" y="70256"/>
                </a:lnTo>
                <a:lnTo>
                  <a:pt x="85343" y="57911"/>
                </a:lnTo>
                <a:lnTo>
                  <a:pt x="99059" y="48310"/>
                </a:lnTo>
                <a:lnTo>
                  <a:pt x="99059" y="47243"/>
                </a:lnTo>
                <a:lnTo>
                  <a:pt x="115823" y="36575"/>
                </a:lnTo>
                <a:lnTo>
                  <a:pt x="132587" y="29590"/>
                </a:lnTo>
                <a:lnTo>
                  <a:pt x="132587" y="28955"/>
                </a:lnTo>
                <a:lnTo>
                  <a:pt x="152399" y="21335"/>
                </a:lnTo>
                <a:lnTo>
                  <a:pt x="152399" y="22391"/>
                </a:lnTo>
                <a:lnTo>
                  <a:pt x="170687" y="16763"/>
                </a:lnTo>
                <a:lnTo>
                  <a:pt x="188975" y="13950"/>
                </a:lnTo>
                <a:lnTo>
                  <a:pt x="188975" y="13715"/>
                </a:lnTo>
                <a:lnTo>
                  <a:pt x="1958339" y="13715"/>
                </a:lnTo>
                <a:lnTo>
                  <a:pt x="1958339" y="13950"/>
                </a:lnTo>
                <a:lnTo>
                  <a:pt x="1976627" y="16763"/>
                </a:lnTo>
                <a:lnTo>
                  <a:pt x="1994915" y="22391"/>
                </a:lnTo>
                <a:lnTo>
                  <a:pt x="1994915" y="21335"/>
                </a:lnTo>
                <a:lnTo>
                  <a:pt x="2014727" y="28955"/>
                </a:lnTo>
                <a:lnTo>
                  <a:pt x="2014727" y="29590"/>
                </a:lnTo>
                <a:lnTo>
                  <a:pt x="2031491" y="36575"/>
                </a:lnTo>
                <a:lnTo>
                  <a:pt x="2048255" y="47243"/>
                </a:lnTo>
                <a:lnTo>
                  <a:pt x="2048255" y="48310"/>
                </a:lnTo>
                <a:lnTo>
                  <a:pt x="2061971" y="57911"/>
                </a:lnTo>
                <a:lnTo>
                  <a:pt x="2075687" y="70256"/>
                </a:lnTo>
                <a:lnTo>
                  <a:pt x="2075687" y="70103"/>
                </a:lnTo>
                <a:lnTo>
                  <a:pt x="2077211" y="71627"/>
                </a:lnTo>
                <a:lnTo>
                  <a:pt x="2077211" y="71797"/>
                </a:lnTo>
                <a:lnTo>
                  <a:pt x="2089403" y="85343"/>
                </a:lnTo>
                <a:lnTo>
                  <a:pt x="2100071" y="100583"/>
                </a:lnTo>
                <a:lnTo>
                  <a:pt x="2100071" y="99059"/>
                </a:lnTo>
                <a:lnTo>
                  <a:pt x="2110739" y="115823"/>
                </a:lnTo>
                <a:lnTo>
                  <a:pt x="2118359" y="134111"/>
                </a:lnTo>
                <a:lnTo>
                  <a:pt x="2118359" y="132587"/>
                </a:lnTo>
                <a:lnTo>
                  <a:pt x="2125979" y="152399"/>
                </a:lnTo>
                <a:lnTo>
                  <a:pt x="2125979" y="155828"/>
                </a:lnTo>
                <a:lnTo>
                  <a:pt x="2130551" y="170687"/>
                </a:lnTo>
                <a:lnTo>
                  <a:pt x="2133599" y="190499"/>
                </a:lnTo>
                <a:lnTo>
                  <a:pt x="2133599" y="1072896"/>
                </a:lnTo>
                <a:lnTo>
                  <a:pt x="2139698" y="1072896"/>
                </a:lnTo>
                <a:close/>
              </a:path>
              <a:path w="2139950" h="1073150">
                <a:moveTo>
                  <a:pt x="20046" y="1072896"/>
                </a:moveTo>
                <a:lnTo>
                  <a:pt x="16763" y="1062227"/>
                </a:lnTo>
                <a:lnTo>
                  <a:pt x="13715" y="1042415"/>
                </a:lnTo>
                <a:lnTo>
                  <a:pt x="13715" y="1072896"/>
                </a:lnTo>
                <a:lnTo>
                  <a:pt x="20046" y="1072896"/>
                </a:lnTo>
                <a:close/>
              </a:path>
              <a:path w="2139950" h="1073150">
                <a:moveTo>
                  <a:pt x="22859" y="150875"/>
                </a:moveTo>
                <a:lnTo>
                  <a:pt x="21335" y="152399"/>
                </a:lnTo>
                <a:lnTo>
                  <a:pt x="21335" y="155828"/>
                </a:lnTo>
                <a:lnTo>
                  <a:pt x="22859" y="150875"/>
                </a:lnTo>
                <a:close/>
              </a:path>
              <a:path w="2139950" h="1073150">
                <a:moveTo>
                  <a:pt x="71627" y="70103"/>
                </a:moveTo>
                <a:lnTo>
                  <a:pt x="70103" y="71627"/>
                </a:lnTo>
                <a:lnTo>
                  <a:pt x="70906" y="70906"/>
                </a:lnTo>
                <a:lnTo>
                  <a:pt x="71627" y="70103"/>
                </a:lnTo>
                <a:close/>
              </a:path>
              <a:path w="2139950" h="1073150">
                <a:moveTo>
                  <a:pt x="70906" y="70906"/>
                </a:moveTo>
                <a:lnTo>
                  <a:pt x="70103" y="71627"/>
                </a:lnTo>
                <a:lnTo>
                  <a:pt x="70103" y="71797"/>
                </a:lnTo>
                <a:lnTo>
                  <a:pt x="70906" y="70906"/>
                </a:lnTo>
                <a:close/>
              </a:path>
              <a:path w="2139950" h="1073150">
                <a:moveTo>
                  <a:pt x="71627" y="70256"/>
                </a:moveTo>
                <a:lnTo>
                  <a:pt x="71627" y="70103"/>
                </a:lnTo>
                <a:lnTo>
                  <a:pt x="70906" y="70906"/>
                </a:lnTo>
                <a:lnTo>
                  <a:pt x="71627" y="70256"/>
                </a:lnTo>
                <a:close/>
              </a:path>
              <a:path w="2139950" h="1073150">
                <a:moveTo>
                  <a:pt x="100583" y="47243"/>
                </a:moveTo>
                <a:lnTo>
                  <a:pt x="99059" y="47243"/>
                </a:lnTo>
                <a:lnTo>
                  <a:pt x="99059" y="48310"/>
                </a:lnTo>
                <a:lnTo>
                  <a:pt x="100583" y="47243"/>
                </a:lnTo>
                <a:close/>
              </a:path>
              <a:path w="2139950" h="1073150">
                <a:moveTo>
                  <a:pt x="134111" y="28955"/>
                </a:moveTo>
                <a:lnTo>
                  <a:pt x="132587" y="28955"/>
                </a:lnTo>
                <a:lnTo>
                  <a:pt x="132587" y="29590"/>
                </a:lnTo>
                <a:lnTo>
                  <a:pt x="134111" y="28955"/>
                </a:lnTo>
                <a:close/>
              </a:path>
              <a:path w="2139950" h="1073150">
                <a:moveTo>
                  <a:pt x="152399" y="22391"/>
                </a:moveTo>
                <a:lnTo>
                  <a:pt x="152399" y="21335"/>
                </a:lnTo>
                <a:lnTo>
                  <a:pt x="150875" y="22859"/>
                </a:lnTo>
                <a:lnTo>
                  <a:pt x="152399" y="22391"/>
                </a:lnTo>
                <a:close/>
              </a:path>
              <a:path w="2139950" h="1073150">
                <a:moveTo>
                  <a:pt x="190499" y="13715"/>
                </a:moveTo>
                <a:lnTo>
                  <a:pt x="188975" y="13715"/>
                </a:lnTo>
                <a:lnTo>
                  <a:pt x="188975" y="13950"/>
                </a:lnTo>
                <a:lnTo>
                  <a:pt x="190499" y="13715"/>
                </a:lnTo>
                <a:close/>
              </a:path>
              <a:path w="2139950" h="1073150">
                <a:moveTo>
                  <a:pt x="1958339" y="13950"/>
                </a:moveTo>
                <a:lnTo>
                  <a:pt x="1958339" y="13715"/>
                </a:lnTo>
                <a:lnTo>
                  <a:pt x="1956815" y="13715"/>
                </a:lnTo>
                <a:lnTo>
                  <a:pt x="1958339" y="13950"/>
                </a:lnTo>
                <a:close/>
              </a:path>
              <a:path w="2139950" h="1073150">
                <a:moveTo>
                  <a:pt x="1996439" y="22859"/>
                </a:moveTo>
                <a:lnTo>
                  <a:pt x="1994915" y="21335"/>
                </a:lnTo>
                <a:lnTo>
                  <a:pt x="1994915" y="22391"/>
                </a:lnTo>
                <a:lnTo>
                  <a:pt x="1996439" y="22859"/>
                </a:lnTo>
                <a:close/>
              </a:path>
              <a:path w="2139950" h="1073150">
                <a:moveTo>
                  <a:pt x="2014727" y="29590"/>
                </a:moveTo>
                <a:lnTo>
                  <a:pt x="2014727" y="28955"/>
                </a:lnTo>
                <a:lnTo>
                  <a:pt x="2013203" y="28955"/>
                </a:lnTo>
                <a:lnTo>
                  <a:pt x="2014727" y="29590"/>
                </a:lnTo>
                <a:close/>
              </a:path>
              <a:path w="2139950" h="1073150">
                <a:moveTo>
                  <a:pt x="2048255" y="48310"/>
                </a:moveTo>
                <a:lnTo>
                  <a:pt x="2048255" y="47243"/>
                </a:lnTo>
                <a:lnTo>
                  <a:pt x="2046731" y="47243"/>
                </a:lnTo>
                <a:lnTo>
                  <a:pt x="2048255" y="48310"/>
                </a:lnTo>
                <a:close/>
              </a:path>
              <a:path w="2139950" h="1073150">
                <a:moveTo>
                  <a:pt x="2077211" y="71627"/>
                </a:moveTo>
                <a:lnTo>
                  <a:pt x="2075687" y="70103"/>
                </a:lnTo>
                <a:lnTo>
                  <a:pt x="2076409" y="70906"/>
                </a:lnTo>
                <a:lnTo>
                  <a:pt x="2077211" y="71627"/>
                </a:lnTo>
                <a:close/>
              </a:path>
              <a:path w="2139950" h="1073150">
                <a:moveTo>
                  <a:pt x="2076409" y="70906"/>
                </a:moveTo>
                <a:lnTo>
                  <a:pt x="2075687" y="70103"/>
                </a:lnTo>
                <a:lnTo>
                  <a:pt x="2075687" y="70256"/>
                </a:lnTo>
                <a:lnTo>
                  <a:pt x="2076409" y="70906"/>
                </a:lnTo>
                <a:close/>
              </a:path>
              <a:path w="2139950" h="1073150">
                <a:moveTo>
                  <a:pt x="2077211" y="71797"/>
                </a:moveTo>
                <a:lnTo>
                  <a:pt x="2077211" y="71627"/>
                </a:lnTo>
                <a:lnTo>
                  <a:pt x="2076409" y="70906"/>
                </a:lnTo>
                <a:lnTo>
                  <a:pt x="2077211" y="71797"/>
                </a:lnTo>
                <a:close/>
              </a:path>
              <a:path w="2139950" h="1073150">
                <a:moveTo>
                  <a:pt x="2125979" y="155828"/>
                </a:moveTo>
                <a:lnTo>
                  <a:pt x="2125979" y="152399"/>
                </a:lnTo>
                <a:lnTo>
                  <a:pt x="2124455" y="150875"/>
                </a:lnTo>
                <a:lnTo>
                  <a:pt x="2125979" y="155828"/>
                </a:lnTo>
                <a:close/>
              </a:path>
              <a:path w="2139950" h="1073150">
                <a:moveTo>
                  <a:pt x="2133599" y="1072896"/>
                </a:moveTo>
                <a:lnTo>
                  <a:pt x="2133599" y="1042415"/>
                </a:lnTo>
                <a:lnTo>
                  <a:pt x="2130551" y="1062227"/>
                </a:lnTo>
                <a:lnTo>
                  <a:pt x="2127269" y="1072896"/>
                </a:lnTo>
                <a:lnTo>
                  <a:pt x="2133599" y="10728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677483" y="4006596"/>
            <a:ext cx="8001000" cy="2514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397054" y="3777996"/>
            <a:ext cx="2884805" cy="1728470"/>
          </a:xfrm>
          <a:custGeom>
            <a:avLst/>
            <a:gdLst/>
            <a:ahLst/>
            <a:cxnLst/>
            <a:rect l="l" t="t" r="r" b="b"/>
            <a:pathLst>
              <a:path w="2884804" h="1728470">
                <a:moveTo>
                  <a:pt x="1114043" y="662608"/>
                </a:moveTo>
                <a:lnTo>
                  <a:pt x="1114043" y="152399"/>
                </a:lnTo>
                <a:lnTo>
                  <a:pt x="0" y="1728215"/>
                </a:lnTo>
                <a:lnTo>
                  <a:pt x="1114043" y="662608"/>
                </a:lnTo>
                <a:close/>
              </a:path>
              <a:path w="2884804" h="1728470">
                <a:moveTo>
                  <a:pt x="2884459" y="0"/>
                </a:moveTo>
                <a:lnTo>
                  <a:pt x="764099" y="0"/>
                </a:lnTo>
                <a:lnTo>
                  <a:pt x="778186" y="39210"/>
                </a:lnTo>
                <a:lnTo>
                  <a:pt x="802294" y="76830"/>
                </a:lnTo>
                <a:lnTo>
                  <a:pt x="833921" y="108132"/>
                </a:lnTo>
                <a:lnTo>
                  <a:pt x="871839" y="131943"/>
                </a:lnTo>
                <a:lnTo>
                  <a:pt x="914822" y="147090"/>
                </a:lnTo>
                <a:lnTo>
                  <a:pt x="961643" y="152399"/>
                </a:lnTo>
                <a:lnTo>
                  <a:pt x="1114043" y="152399"/>
                </a:lnTo>
                <a:lnTo>
                  <a:pt x="1114043" y="662608"/>
                </a:lnTo>
                <a:lnTo>
                  <a:pt x="1647443" y="152399"/>
                </a:lnTo>
                <a:lnTo>
                  <a:pt x="2688335" y="152399"/>
                </a:lnTo>
                <a:lnTo>
                  <a:pt x="2735073" y="147090"/>
                </a:lnTo>
                <a:lnTo>
                  <a:pt x="2777838" y="131943"/>
                </a:lnTo>
                <a:lnTo>
                  <a:pt x="2815458" y="108132"/>
                </a:lnTo>
                <a:lnTo>
                  <a:pt x="2846760" y="76830"/>
                </a:lnTo>
                <a:lnTo>
                  <a:pt x="2870571" y="39210"/>
                </a:lnTo>
                <a:lnTo>
                  <a:pt x="2884459" y="0"/>
                </a:lnTo>
                <a:close/>
              </a:path>
            </a:pathLst>
          </a:custGeom>
          <a:solidFill>
            <a:srgbClr val="4F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363526" y="3777997"/>
            <a:ext cx="2924810" cy="1767839"/>
          </a:xfrm>
          <a:custGeom>
            <a:avLst/>
            <a:gdLst/>
            <a:ahLst/>
            <a:cxnLst/>
            <a:rect l="l" t="t" r="r" b="b"/>
            <a:pathLst>
              <a:path w="2924809" h="1767839">
                <a:moveTo>
                  <a:pt x="2743199" y="158495"/>
                </a:moveTo>
                <a:lnTo>
                  <a:pt x="2743199" y="146303"/>
                </a:lnTo>
                <a:lnTo>
                  <a:pt x="1677923" y="146303"/>
                </a:lnTo>
                <a:lnTo>
                  <a:pt x="78508" y="1676244"/>
                </a:lnTo>
                <a:lnTo>
                  <a:pt x="39623" y="1731263"/>
                </a:lnTo>
                <a:lnTo>
                  <a:pt x="29732" y="1724198"/>
                </a:lnTo>
                <a:lnTo>
                  <a:pt x="0" y="1766315"/>
                </a:lnTo>
                <a:lnTo>
                  <a:pt x="1523" y="1767839"/>
                </a:lnTo>
                <a:lnTo>
                  <a:pt x="1680971" y="161345"/>
                </a:lnTo>
                <a:lnTo>
                  <a:pt x="1680971" y="160019"/>
                </a:lnTo>
                <a:lnTo>
                  <a:pt x="1685543" y="156971"/>
                </a:lnTo>
                <a:lnTo>
                  <a:pt x="1685543" y="160019"/>
                </a:lnTo>
                <a:lnTo>
                  <a:pt x="2721863" y="160019"/>
                </a:lnTo>
                <a:lnTo>
                  <a:pt x="2743199" y="158495"/>
                </a:lnTo>
                <a:close/>
              </a:path>
              <a:path w="2924809" h="1767839">
                <a:moveTo>
                  <a:pt x="32552" y="1720203"/>
                </a:moveTo>
                <a:lnTo>
                  <a:pt x="28955" y="1723643"/>
                </a:lnTo>
                <a:lnTo>
                  <a:pt x="29732" y="1724198"/>
                </a:lnTo>
                <a:lnTo>
                  <a:pt x="32552" y="1720203"/>
                </a:lnTo>
                <a:close/>
              </a:path>
              <a:path w="2924809" h="1767839">
                <a:moveTo>
                  <a:pt x="78508" y="1676244"/>
                </a:moveTo>
                <a:lnTo>
                  <a:pt x="32552" y="1720203"/>
                </a:lnTo>
                <a:lnTo>
                  <a:pt x="29732" y="1724198"/>
                </a:lnTo>
                <a:lnTo>
                  <a:pt x="39623" y="1731263"/>
                </a:lnTo>
                <a:lnTo>
                  <a:pt x="78508" y="1676244"/>
                </a:lnTo>
                <a:close/>
              </a:path>
              <a:path w="2924809" h="1767839">
                <a:moveTo>
                  <a:pt x="1147571" y="163554"/>
                </a:moveTo>
                <a:lnTo>
                  <a:pt x="1147571" y="160019"/>
                </a:lnTo>
                <a:lnTo>
                  <a:pt x="1133945" y="160019"/>
                </a:lnTo>
                <a:lnTo>
                  <a:pt x="32552" y="1720203"/>
                </a:lnTo>
                <a:lnTo>
                  <a:pt x="78508" y="1676244"/>
                </a:lnTo>
                <a:lnTo>
                  <a:pt x="1147571" y="163554"/>
                </a:lnTo>
                <a:close/>
              </a:path>
              <a:path w="2924809" h="1767839">
                <a:moveTo>
                  <a:pt x="807719" y="9143"/>
                </a:moveTo>
                <a:lnTo>
                  <a:pt x="804906" y="0"/>
                </a:lnTo>
                <a:lnTo>
                  <a:pt x="791190" y="0"/>
                </a:lnTo>
                <a:lnTo>
                  <a:pt x="794003" y="12191"/>
                </a:lnTo>
                <a:lnTo>
                  <a:pt x="801623" y="32003"/>
                </a:lnTo>
                <a:lnTo>
                  <a:pt x="806195" y="41147"/>
                </a:lnTo>
                <a:lnTo>
                  <a:pt x="806195" y="7619"/>
                </a:lnTo>
                <a:lnTo>
                  <a:pt x="807719" y="9143"/>
                </a:lnTo>
                <a:close/>
              </a:path>
              <a:path w="2924809" h="1767839">
                <a:moveTo>
                  <a:pt x="855766" y="89113"/>
                </a:moveTo>
                <a:lnTo>
                  <a:pt x="842771" y="74675"/>
                </a:lnTo>
                <a:lnTo>
                  <a:pt x="832103" y="59435"/>
                </a:lnTo>
                <a:lnTo>
                  <a:pt x="832103" y="60959"/>
                </a:lnTo>
                <a:lnTo>
                  <a:pt x="821435" y="44195"/>
                </a:lnTo>
                <a:lnTo>
                  <a:pt x="813815" y="25907"/>
                </a:lnTo>
                <a:lnTo>
                  <a:pt x="813815" y="27431"/>
                </a:lnTo>
                <a:lnTo>
                  <a:pt x="806195" y="7619"/>
                </a:lnTo>
                <a:lnTo>
                  <a:pt x="806195" y="41147"/>
                </a:lnTo>
                <a:lnTo>
                  <a:pt x="810767" y="50291"/>
                </a:lnTo>
                <a:lnTo>
                  <a:pt x="821435" y="67055"/>
                </a:lnTo>
                <a:lnTo>
                  <a:pt x="833627" y="83819"/>
                </a:lnTo>
                <a:lnTo>
                  <a:pt x="854963" y="105155"/>
                </a:lnTo>
                <a:lnTo>
                  <a:pt x="854963" y="88391"/>
                </a:lnTo>
                <a:lnTo>
                  <a:pt x="855766" y="89113"/>
                </a:lnTo>
                <a:close/>
              </a:path>
              <a:path w="2924809" h="1767839">
                <a:moveTo>
                  <a:pt x="856487" y="89915"/>
                </a:moveTo>
                <a:lnTo>
                  <a:pt x="855766" y="89113"/>
                </a:lnTo>
                <a:lnTo>
                  <a:pt x="854963" y="88391"/>
                </a:lnTo>
                <a:lnTo>
                  <a:pt x="856487" y="89915"/>
                </a:lnTo>
                <a:close/>
              </a:path>
              <a:path w="2924809" h="1767839">
                <a:moveTo>
                  <a:pt x="856487" y="106679"/>
                </a:moveTo>
                <a:lnTo>
                  <a:pt x="856487" y="89915"/>
                </a:lnTo>
                <a:lnTo>
                  <a:pt x="854963" y="88391"/>
                </a:lnTo>
                <a:lnTo>
                  <a:pt x="854963" y="105155"/>
                </a:lnTo>
                <a:lnTo>
                  <a:pt x="856487" y="106679"/>
                </a:lnTo>
                <a:close/>
              </a:path>
              <a:path w="2924809" h="1767839">
                <a:moveTo>
                  <a:pt x="885443" y="112775"/>
                </a:moveTo>
                <a:lnTo>
                  <a:pt x="870203" y="102107"/>
                </a:lnTo>
                <a:lnTo>
                  <a:pt x="855766" y="89113"/>
                </a:lnTo>
                <a:lnTo>
                  <a:pt x="856487" y="89915"/>
                </a:lnTo>
                <a:lnTo>
                  <a:pt x="856487" y="106679"/>
                </a:lnTo>
                <a:lnTo>
                  <a:pt x="861059" y="111251"/>
                </a:lnTo>
                <a:lnTo>
                  <a:pt x="877823" y="123443"/>
                </a:lnTo>
                <a:lnTo>
                  <a:pt x="883919" y="127322"/>
                </a:lnTo>
                <a:lnTo>
                  <a:pt x="883919" y="112775"/>
                </a:lnTo>
                <a:lnTo>
                  <a:pt x="885443" y="112775"/>
                </a:lnTo>
                <a:close/>
              </a:path>
              <a:path w="2924809" h="1767839">
                <a:moveTo>
                  <a:pt x="918971" y="131063"/>
                </a:moveTo>
                <a:lnTo>
                  <a:pt x="900683" y="123443"/>
                </a:lnTo>
                <a:lnTo>
                  <a:pt x="883919" y="112775"/>
                </a:lnTo>
                <a:lnTo>
                  <a:pt x="883919" y="127322"/>
                </a:lnTo>
                <a:lnTo>
                  <a:pt x="894587" y="134111"/>
                </a:lnTo>
                <a:lnTo>
                  <a:pt x="912875" y="143255"/>
                </a:lnTo>
                <a:lnTo>
                  <a:pt x="917447" y="144662"/>
                </a:lnTo>
                <a:lnTo>
                  <a:pt x="917447" y="131063"/>
                </a:lnTo>
                <a:lnTo>
                  <a:pt x="918971" y="131063"/>
                </a:lnTo>
                <a:close/>
              </a:path>
              <a:path w="2924809" h="1767839">
                <a:moveTo>
                  <a:pt x="937259" y="150758"/>
                </a:moveTo>
                <a:lnTo>
                  <a:pt x="937259" y="138683"/>
                </a:lnTo>
                <a:lnTo>
                  <a:pt x="917447" y="131063"/>
                </a:lnTo>
                <a:lnTo>
                  <a:pt x="917447" y="144662"/>
                </a:lnTo>
                <a:lnTo>
                  <a:pt x="937259" y="150758"/>
                </a:lnTo>
                <a:close/>
              </a:path>
              <a:path w="2924809" h="1767839">
                <a:moveTo>
                  <a:pt x="975359" y="146303"/>
                </a:moveTo>
                <a:lnTo>
                  <a:pt x="955547" y="143255"/>
                </a:lnTo>
                <a:lnTo>
                  <a:pt x="935735" y="137159"/>
                </a:lnTo>
                <a:lnTo>
                  <a:pt x="937259" y="138683"/>
                </a:lnTo>
                <a:lnTo>
                  <a:pt x="937259" y="150758"/>
                </a:lnTo>
                <a:lnTo>
                  <a:pt x="952499" y="155447"/>
                </a:lnTo>
                <a:lnTo>
                  <a:pt x="973835" y="158495"/>
                </a:lnTo>
                <a:lnTo>
                  <a:pt x="973835" y="146303"/>
                </a:lnTo>
                <a:lnTo>
                  <a:pt x="975359" y="146303"/>
                </a:lnTo>
                <a:close/>
              </a:path>
              <a:path w="2924809" h="1767839">
                <a:moveTo>
                  <a:pt x="1159763" y="146303"/>
                </a:moveTo>
                <a:lnTo>
                  <a:pt x="973835" y="146303"/>
                </a:lnTo>
                <a:lnTo>
                  <a:pt x="973835" y="158495"/>
                </a:lnTo>
                <a:lnTo>
                  <a:pt x="995171" y="160019"/>
                </a:lnTo>
                <a:lnTo>
                  <a:pt x="1133945" y="160019"/>
                </a:lnTo>
                <a:lnTo>
                  <a:pt x="1141475" y="149351"/>
                </a:lnTo>
                <a:lnTo>
                  <a:pt x="1147571" y="160019"/>
                </a:lnTo>
                <a:lnTo>
                  <a:pt x="1147571" y="163554"/>
                </a:lnTo>
                <a:lnTo>
                  <a:pt x="1159763" y="146303"/>
                </a:lnTo>
                <a:close/>
              </a:path>
              <a:path w="2924809" h="1767839">
                <a:moveTo>
                  <a:pt x="1147571" y="160019"/>
                </a:moveTo>
                <a:lnTo>
                  <a:pt x="1141475" y="149351"/>
                </a:lnTo>
                <a:lnTo>
                  <a:pt x="1133945" y="160019"/>
                </a:lnTo>
                <a:lnTo>
                  <a:pt x="1147571" y="160019"/>
                </a:lnTo>
                <a:close/>
              </a:path>
              <a:path w="2924809" h="1767839">
                <a:moveTo>
                  <a:pt x="1685543" y="156971"/>
                </a:moveTo>
                <a:lnTo>
                  <a:pt x="1680971" y="160019"/>
                </a:lnTo>
                <a:lnTo>
                  <a:pt x="1682357" y="160019"/>
                </a:lnTo>
                <a:lnTo>
                  <a:pt x="1685543" y="156971"/>
                </a:lnTo>
                <a:close/>
              </a:path>
              <a:path w="2924809" h="1767839">
                <a:moveTo>
                  <a:pt x="1682357" y="160019"/>
                </a:moveTo>
                <a:lnTo>
                  <a:pt x="1680971" y="160019"/>
                </a:lnTo>
                <a:lnTo>
                  <a:pt x="1680971" y="161345"/>
                </a:lnTo>
                <a:lnTo>
                  <a:pt x="1682357" y="160019"/>
                </a:lnTo>
                <a:close/>
              </a:path>
              <a:path w="2924809" h="1767839">
                <a:moveTo>
                  <a:pt x="1685543" y="160019"/>
                </a:moveTo>
                <a:lnTo>
                  <a:pt x="1685543" y="156971"/>
                </a:lnTo>
                <a:lnTo>
                  <a:pt x="1682357" y="160019"/>
                </a:lnTo>
                <a:lnTo>
                  <a:pt x="1685543" y="160019"/>
                </a:lnTo>
                <a:close/>
              </a:path>
              <a:path w="2924809" h="1767839">
                <a:moveTo>
                  <a:pt x="2781299" y="137159"/>
                </a:moveTo>
                <a:lnTo>
                  <a:pt x="2761487" y="143255"/>
                </a:lnTo>
                <a:lnTo>
                  <a:pt x="2741675" y="146303"/>
                </a:lnTo>
                <a:lnTo>
                  <a:pt x="2743199" y="146303"/>
                </a:lnTo>
                <a:lnTo>
                  <a:pt x="2743199" y="158495"/>
                </a:lnTo>
                <a:lnTo>
                  <a:pt x="2764535" y="155447"/>
                </a:lnTo>
                <a:lnTo>
                  <a:pt x="2779775" y="150758"/>
                </a:lnTo>
                <a:lnTo>
                  <a:pt x="2779775" y="138683"/>
                </a:lnTo>
                <a:lnTo>
                  <a:pt x="2781299" y="137159"/>
                </a:lnTo>
                <a:close/>
              </a:path>
              <a:path w="2924809" h="1767839">
                <a:moveTo>
                  <a:pt x="2799587" y="144662"/>
                </a:moveTo>
                <a:lnTo>
                  <a:pt x="2799587" y="131063"/>
                </a:lnTo>
                <a:lnTo>
                  <a:pt x="2779775" y="138683"/>
                </a:lnTo>
                <a:lnTo>
                  <a:pt x="2779775" y="150758"/>
                </a:lnTo>
                <a:lnTo>
                  <a:pt x="2799587" y="144662"/>
                </a:lnTo>
                <a:close/>
              </a:path>
              <a:path w="2924809" h="1767839">
                <a:moveTo>
                  <a:pt x="2833115" y="127322"/>
                </a:moveTo>
                <a:lnTo>
                  <a:pt x="2833115" y="112775"/>
                </a:lnTo>
                <a:lnTo>
                  <a:pt x="2816351" y="123443"/>
                </a:lnTo>
                <a:lnTo>
                  <a:pt x="2798063" y="131063"/>
                </a:lnTo>
                <a:lnTo>
                  <a:pt x="2799587" y="131063"/>
                </a:lnTo>
                <a:lnTo>
                  <a:pt x="2799587" y="144662"/>
                </a:lnTo>
                <a:lnTo>
                  <a:pt x="2804159" y="143255"/>
                </a:lnTo>
                <a:lnTo>
                  <a:pt x="2822447" y="134111"/>
                </a:lnTo>
                <a:lnTo>
                  <a:pt x="2833115" y="127322"/>
                </a:lnTo>
                <a:close/>
              </a:path>
              <a:path w="2924809" h="1767839">
                <a:moveTo>
                  <a:pt x="2861269" y="89113"/>
                </a:moveTo>
                <a:lnTo>
                  <a:pt x="2846831" y="102107"/>
                </a:lnTo>
                <a:lnTo>
                  <a:pt x="2831591" y="112775"/>
                </a:lnTo>
                <a:lnTo>
                  <a:pt x="2833115" y="112775"/>
                </a:lnTo>
                <a:lnTo>
                  <a:pt x="2833115" y="127322"/>
                </a:lnTo>
                <a:lnTo>
                  <a:pt x="2839211" y="123443"/>
                </a:lnTo>
                <a:lnTo>
                  <a:pt x="2855975" y="111251"/>
                </a:lnTo>
                <a:lnTo>
                  <a:pt x="2860547" y="106679"/>
                </a:lnTo>
                <a:lnTo>
                  <a:pt x="2860547" y="89915"/>
                </a:lnTo>
                <a:lnTo>
                  <a:pt x="2861269" y="89113"/>
                </a:lnTo>
                <a:close/>
              </a:path>
              <a:path w="2924809" h="1767839">
                <a:moveTo>
                  <a:pt x="2862071" y="88391"/>
                </a:moveTo>
                <a:lnTo>
                  <a:pt x="2861269" y="89113"/>
                </a:lnTo>
                <a:lnTo>
                  <a:pt x="2860547" y="89915"/>
                </a:lnTo>
                <a:lnTo>
                  <a:pt x="2862071" y="88391"/>
                </a:lnTo>
                <a:close/>
              </a:path>
              <a:path w="2924809" h="1767839">
                <a:moveTo>
                  <a:pt x="2862071" y="105155"/>
                </a:moveTo>
                <a:lnTo>
                  <a:pt x="2862071" y="88391"/>
                </a:lnTo>
                <a:lnTo>
                  <a:pt x="2860547" y="89915"/>
                </a:lnTo>
                <a:lnTo>
                  <a:pt x="2860547" y="106679"/>
                </a:lnTo>
                <a:lnTo>
                  <a:pt x="2862071" y="105155"/>
                </a:lnTo>
                <a:close/>
              </a:path>
              <a:path w="2924809" h="1767839">
                <a:moveTo>
                  <a:pt x="2910839" y="41147"/>
                </a:moveTo>
                <a:lnTo>
                  <a:pt x="2910839" y="7619"/>
                </a:lnTo>
                <a:lnTo>
                  <a:pt x="2903219" y="27431"/>
                </a:lnTo>
                <a:lnTo>
                  <a:pt x="2903219" y="25907"/>
                </a:lnTo>
                <a:lnTo>
                  <a:pt x="2895599" y="44195"/>
                </a:lnTo>
                <a:lnTo>
                  <a:pt x="2884931" y="60959"/>
                </a:lnTo>
                <a:lnTo>
                  <a:pt x="2884931" y="59435"/>
                </a:lnTo>
                <a:lnTo>
                  <a:pt x="2874263" y="74675"/>
                </a:lnTo>
                <a:lnTo>
                  <a:pt x="2861269" y="89113"/>
                </a:lnTo>
                <a:lnTo>
                  <a:pt x="2862071" y="88391"/>
                </a:lnTo>
                <a:lnTo>
                  <a:pt x="2862071" y="105155"/>
                </a:lnTo>
                <a:lnTo>
                  <a:pt x="2883407" y="83819"/>
                </a:lnTo>
                <a:lnTo>
                  <a:pt x="2895599" y="67055"/>
                </a:lnTo>
                <a:lnTo>
                  <a:pt x="2906267" y="50291"/>
                </a:lnTo>
                <a:lnTo>
                  <a:pt x="2910839" y="41147"/>
                </a:lnTo>
                <a:close/>
              </a:path>
              <a:path w="2924809" h="1767839">
                <a:moveTo>
                  <a:pt x="2924558" y="2277"/>
                </a:moveTo>
                <a:lnTo>
                  <a:pt x="2924558" y="0"/>
                </a:lnTo>
                <a:lnTo>
                  <a:pt x="2912129" y="0"/>
                </a:lnTo>
                <a:lnTo>
                  <a:pt x="2909315" y="9143"/>
                </a:lnTo>
                <a:lnTo>
                  <a:pt x="2910839" y="7619"/>
                </a:lnTo>
                <a:lnTo>
                  <a:pt x="2910839" y="41147"/>
                </a:lnTo>
                <a:lnTo>
                  <a:pt x="2915411" y="32003"/>
                </a:lnTo>
                <a:lnTo>
                  <a:pt x="2924558" y="22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355146" y="2808731"/>
            <a:ext cx="1731010" cy="1118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ctr"/>
            <a:r>
              <a:rPr spc="-5" dirty="0">
                <a:solidFill>
                  <a:srgbClr val="FFFFFF"/>
                </a:solidFill>
                <a:latin typeface="Times New Roman"/>
                <a:cs typeface="Times New Roman"/>
              </a:rPr>
              <a:t>This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“strategy” </a:t>
            </a:r>
            <a:r>
              <a:rPr spc="-5" dirty="0">
                <a:solidFill>
                  <a:srgbClr val="FFFFFF"/>
                </a:solidFill>
                <a:latin typeface="Times New Roman"/>
                <a:cs typeface="Times New Roman"/>
              </a:rPr>
              <a:t>is 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what</a:t>
            </a:r>
            <a:r>
              <a:rPr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srgbClr val="FFFFFF"/>
                </a:solidFill>
                <a:latin typeface="Times New Roman"/>
                <a:cs typeface="Times New Roman"/>
              </a:rPr>
              <a:t>differentiates  different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search  </a:t>
            </a:r>
            <a:r>
              <a:rPr spc="-5" dirty="0">
                <a:solidFill>
                  <a:srgbClr val="FFFFFF"/>
                </a:solidFill>
                <a:latin typeface="Times New Roman"/>
                <a:cs typeface="Times New Roman"/>
              </a:rPr>
              <a:t>algorithms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572822" y="6792465"/>
            <a:ext cx="177800" cy="167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5"/>
              </a:lnSpc>
            </a:pPr>
            <a:r>
              <a:rPr sz="1200" dirty="0">
                <a:solidFill>
                  <a:srgbClr val="898989"/>
                </a:solidFill>
                <a:latin typeface="Gill Sans MT"/>
                <a:cs typeface="Gill Sans MT"/>
              </a:rPr>
              <a:t>45</a:t>
            </a:r>
            <a:endParaRPr sz="12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87716" y="3090926"/>
            <a:ext cx="1856739" cy="687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4400" dirty="0"/>
              <a:t>The</a:t>
            </a:r>
            <a:r>
              <a:rPr sz="4400" spc="-105" dirty="0"/>
              <a:t> </a:t>
            </a:r>
            <a:r>
              <a:rPr sz="4400" dirty="0"/>
              <a:t>End</a:t>
            </a:r>
          </a:p>
        </p:txBody>
      </p:sp>
      <p:sp>
        <p:nvSpPr>
          <p:cNvPr id="3" name="object 3"/>
          <p:cNvSpPr/>
          <p:nvPr/>
        </p:nvSpPr>
        <p:spPr>
          <a:xfrm>
            <a:off x="2144085" y="3777996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0" y="0"/>
                </a:moveTo>
                <a:lnTo>
                  <a:pt x="0" y="3428999"/>
                </a:lnTo>
                <a:lnTo>
                  <a:pt x="9143999" y="3428999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572822" y="6792465"/>
            <a:ext cx="177800" cy="167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5"/>
              </a:lnSpc>
            </a:pPr>
            <a:r>
              <a:rPr sz="1200" dirty="0">
                <a:solidFill>
                  <a:srgbClr val="898989"/>
                </a:solidFill>
                <a:latin typeface="Gill Sans MT"/>
                <a:cs typeface="Gill Sans MT"/>
              </a:rPr>
              <a:t>48</a:t>
            </a:r>
            <a:endParaRPr sz="12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4823951FA9BF42B980A03718EB0B18" ma:contentTypeVersion="3" ma:contentTypeDescription="Create a new document." ma:contentTypeScope="" ma:versionID="83cb9b3dcaf276b9eb74d806d95a1dd8">
  <xsd:schema xmlns:xsd="http://www.w3.org/2001/XMLSchema" xmlns:xs="http://www.w3.org/2001/XMLSchema" xmlns:p="http://schemas.microsoft.com/office/2006/metadata/properties" xmlns:ns2="6bf15077-4e46-4e3a-99a0-3fd5e4d406d3" targetNamespace="http://schemas.microsoft.com/office/2006/metadata/properties" ma:root="true" ma:fieldsID="5722cf350847c68a0f09e51844e13762" ns2:_="">
    <xsd:import namespace="6bf15077-4e46-4e3a-99a0-3fd5e4d406d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f15077-4e46-4e3a-99a0-3fd5e4d406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EC33CF4-CDEC-4047-8A93-2977EE3614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f15077-4e46-4e3a-99a0-3fd5e4d406d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2DF69A5-B37F-47E6-9339-AF80347F85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91DCBEB-9A3A-4D31-BF58-3552220C3465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1648</TotalTime>
  <Words>2039</Words>
  <Application>Microsoft Office PowerPoint</Application>
  <PresentationFormat>Custom</PresentationFormat>
  <Paragraphs>266</Paragraphs>
  <Slides>50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1" baseType="lpstr">
      <vt:lpstr>Office Theme</vt:lpstr>
      <vt:lpstr>PowerPoint Presentation</vt:lpstr>
      <vt:lpstr>Chapter’s Outline</vt:lpstr>
      <vt:lpstr>Types of agents</vt:lpstr>
      <vt:lpstr>Problem</vt:lpstr>
      <vt:lpstr>PowerPoint Presentation</vt:lpstr>
      <vt:lpstr>Intuition</vt:lpstr>
      <vt:lpstr>Search</vt:lpstr>
      <vt:lpstr>Search problem components</vt:lpstr>
      <vt:lpstr>Example: Romania</vt:lpstr>
      <vt:lpstr>State space</vt:lpstr>
      <vt:lpstr>State space</vt:lpstr>
      <vt:lpstr>Abstraction</vt:lpstr>
      <vt:lpstr>State-Space Problem Formulation</vt:lpstr>
      <vt:lpstr>Example: Traveling Salesperson Problem</vt:lpstr>
      <vt:lpstr>Example: Vacuum world</vt:lpstr>
      <vt:lpstr>Vacuum world state space graph</vt:lpstr>
      <vt:lpstr>Example: The 8-puzzle</vt:lpstr>
      <vt:lpstr>State-Space problem formulation</vt:lpstr>
      <vt:lpstr>Example: Robot motion planning</vt:lpstr>
      <vt:lpstr>How to represent State Space</vt:lpstr>
      <vt:lpstr>Search problem solution </vt:lpstr>
      <vt:lpstr>Representing Search</vt:lpstr>
      <vt:lpstr>Search tree</vt:lpstr>
      <vt:lpstr>State Space Graphs vs. Search Trees</vt:lpstr>
      <vt:lpstr>States versus Nodes</vt:lpstr>
      <vt:lpstr>PowerPoint Presentation</vt:lpstr>
      <vt:lpstr>Search: Basic idea</vt:lpstr>
      <vt:lpstr>Search Tree for the 8 puzzle problem</vt:lpstr>
      <vt:lpstr>Romania Search Tree</vt:lpstr>
      <vt:lpstr>PowerPoint Presentation</vt:lpstr>
      <vt:lpstr>PowerPoint Presentation</vt:lpstr>
      <vt:lpstr>PowerPoint Presentation</vt:lpstr>
      <vt:lpstr>Tree search example</vt:lpstr>
      <vt:lpstr>Tree search example</vt:lpstr>
      <vt:lpstr>Tree search example</vt:lpstr>
      <vt:lpstr>Tree search example</vt:lpstr>
      <vt:lpstr>Tree search example</vt:lpstr>
      <vt:lpstr>Tree search example</vt:lpstr>
      <vt:lpstr>Tree search example</vt:lpstr>
      <vt:lpstr>Handling repeated states</vt:lpstr>
      <vt:lpstr>Search without repeated states</vt:lpstr>
      <vt:lpstr>Search without repeated states</vt:lpstr>
      <vt:lpstr>Search without repeated states</vt:lpstr>
      <vt:lpstr>Search without repeated states</vt:lpstr>
      <vt:lpstr>Search without repeated states</vt:lpstr>
      <vt:lpstr>Search without repeated states</vt:lpstr>
      <vt:lpstr>Search without repeated states</vt:lpstr>
      <vt:lpstr>Tree Search Algorithm</vt:lpstr>
      <vt:lpstr>Tree Search Algorithm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Lecture set 03.pptx</dc:title>
  <dc:creator>hafeez</dc:creator>
  <cp:lastModifiedBy>Dr. Khurram Jadoon khan Asstt. Professor FCS</cp:lastModifiedBy>
  <cp:revision>5</cp:revision>
  <dcterms:created xsi:type="dcterms:W3CDTF">2024-02-12T17:47:10Z</dcterms:created>
  <dcterms:modified xsi:type="dcterms:W3CDTF">2025-09-29T18:56:56Z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2016-02-11T00:00:00Z</vt:filetime>
  </property>
  <property fmtid="{D5CDD505-2E9C-101B-9397-08002B2CF9AE}" pid="3" name="Creator">
    <vt:lpwstr>Bullzip PDF Printer (10.10.0.2307)</vt:lpwstr>
  </property>
  <property fmtid="{D5CDD505-2E9C-101B-9397-08002B2CF9AE}" pid="4" name="LastSaved">
    <vt:filetime>2024-02-12T00:00:00Z</vt:filetime>
  </property>
  <property fmtid="{D5CDD505-2E9C-101B-9397-08002B2CF9AE}" pid="5" name="ContentTypeId">
    <vt:lpwstr>0x0101006E4823951FA9BF42B980A03718EB0B18</vt:lpwstr>
  </property>
</Properties>
</file>