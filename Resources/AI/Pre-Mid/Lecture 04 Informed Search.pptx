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8" r:id="rId35"/>
    <p:sldId id="289" r:id="rId36"/>
    <p:sldId id="290" r:id="rId37"/>
    <p:sldId id="291" r:id="rId38"/>
    <p:sldId id="292" r:id="rId39"/>
    <p:sldId id="293" r:id="rId4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CFE93F-ECCC-D87E-435C-CEB1D9F5A536}" v="28" dt="2025-10-12T20:08:34.882"/>
    <p1510:client id="{A03F0DAB-461E-D8A7-446E-4BF0D4A9378A}" v="4" dt="2025-10-14T12:18:30.19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2023210" userId="S::u2023210@giki.edu.pk::994b1661-bbf9-425f-aa92-4c26c57f2bb8" providerId="AD" clId="Web-{4AE8DE6D-F16B-C8BF-E4B2-885ACC2FC427}"/>
    <pc:docChg chg="modSld">
      <pc:chgData name="u2023210" userId="S::u2023210@giki.edu.pk::994b1661-bbf9-425f-aa92-4c26c57f2bb8" providerId="AD" clId="Web-{4AE8DE6D-F16B-C8BF-E4B2-885ACC2FC427}" dt="2025-10-11T17:00:42.897" v="1"/>
      <pc:docMkLst>
        <pc:docMk/>
      </pc:docMkLst>
      <pc:sldChg chg="mod modShow">
        <pc:chgData name="u2023210" userId="S::u2023210@giki.edu.pk::994b1661-bbf9-425f-aa92-4c26c57f2bb8" providerId="AD" clId="Web-{4AE8DE6D-F16B-C8BF-E4B2-885ACC2FC427}" dt="2025-10-11T17:00:42.897" v="1"/>
        <pc:sldMkLst>
          <pc:docMk/>
          <pc:sldMk cId="0" sldId="277"/>
        </pc:sldMkLst>
      </pc:sldChg>
    </pc:docChg>
  </pc:docChgLst>
  <pc:docChgLst>
    <pc:chgData name="u2023171" userId="S::u2023171@giki.edu.pk::0fe57f17-9ba5-41c4-b45e-8016dac6fade" providerId="AD" clId="Web-{A03F0DAB-461E-D8A7-446E-4BF0D4A9378A}"/>
    <pc:docChg chg="modSld">
      <pc:chgData name="u2023171" userId="S::u2023171@giki.edu.pk::0fe57f17-9ba5-41c4-b45e-8016dac6fade" providerId="AD" clId="Web-{A03F0DAB-461E-D8A7-446E-4BF0D4A9378A}" dt="2025-10-14T12:18:30.191" v="3" actId="1076"/>
      <pc:docMkLst>
        <pc:docMk/>
      </pc:docMkLst>
      <pc:sldChg chg="modSp">
        <pc:chgData name="u2023171" userId="S::u2023171@giki.edu.pk::0fe57f17-9ba5-41c4-b45e-8016dac6fade" providerId="AD" clId="Web-{A03F0DAB-461E-D8A7-446E-4BF0D4A9378A}" dt="2025-10-14T12:15:22.690" v="1" actId="1076"/>
        <pc:sldMkLst>
          <pc:docMk/>
          <pc:sldMk cId="0" sldId="280"/>
        </pc:sldMkLst>
        <pc:spChg chg="mod">
          <ac:chgData name="u2023171" userId="S::u2023171@giki.edu.pk::0fe57f17-9ba5-41c4-b45e-8016dac6fade" providerId="AD" clId="Web-{A03F0DAB-461E-D8A7-446E-4BF0D4A9378A}" dt="2025-10-14T12:15:22.690" v="1" actId="1076"/>
          <ac:spMkLst>
            <pc:docMk/>
            <pc:sldMk cId="0" sldId="280"/>
            <ac:spMk id="13" creationId="{00000000-0000-0000-0000-000000000000}"/>
          </ac:spMkLst>
        </pc:spChg>
      </pc:sldChg>
      <pc:sldChg chg="modSp">
        <pc:chgData name="u2023171" userId="S::u2023171@giki.edu.pk::0fe57f17-9ba5-41c4-b45e-8016dac6fade" providerId="AD" clId="Web-{A03F0DAB-461E-D8A7-446E-4BF0D4A9378A}" dt="2025-10-14T12:18:30.191" v="3" actId="1076"/>
        <pc:sldMkLst>
          <pc:docMk/>
          <pc:sldMk cId="0" sldId="281"/>
        </pc:sldMkLst>
        <pc:spChg chg="mod">
          <ac:chgData name="u2023171" userId="S::u2023171@giki.edu.pk::0fe57f17-9ba5-41c4-b45e-8016dac6fade" providerId="AD" clId="Web-{A03F0DAB-461E-D8A7-446E-4BF0D4A9378A}" dt="2025-10-14T12:18:30.191" v="3" actId="1076"/>
          <ac:spMkLst>
            <pc:docMk/>
            <pc:sldMk cId="0" sldId="281"/>
            <ac:spMk id="16" creationId="{00000000-0000-0000-0000-000000000000}"/>
          </ac:spMkLst>
        </pc:spChg>
      </pc:sldChg>
    </pc:docChg>
  </pc:docChgLst>
  <pc:docChgLst>
    <pc:chgData name="u2023171" userId="S::u2023171@giki.edu.pk::0fe57f17-9ba5-41c4-b45e-8016dac6fade" providerId="AD" clId="Web-{1CCFE93F-ECCC-D87E-435C-CEB1D9F5A536}"/>
    <pc:docChg chg="modSld">
      <pc:chgData name="u2023171" userId="S::u2023171@giki.edu.pk::0fe57f17-9ba5-41c4-b45e-8016dac6fade" providerId="AD" clId="Web-{1CCFE93F-ECCC-D87E-435C-CEB1D9F5A536}" dt="2025-10-12T20:08:34.882" v="27"/>
      <pc:docMkLst>
        <pc:docMk/>
      </pc:docMkLst>
      <pc:sldChg chg="addSp delSp">
        <pc:chgData name="u2023171" userId="S::u2023171@giki.edu.pk::0fe57f17-9ba5-41c4-b45e-8016dac6fade" providerId="AD" clId="Web-{1CCFE93F-ECCC-D87E-435C-CEB1D9F5A536}" dt="2025-10-12T20:08:34.882" v="27"/>
        <pc:sldMkLst>
          <pc:docMk/>
          <pc:sldMk cId="0" sldId="256"/>
        </pc:sldMkLst>
      </pc:sldChg>
    </pc:docChg>
  </pc:docChgLst>
  <pc:docChgLst>
    <pc:chgData name="u2023143" userId="S::u2023143@giki.edu.pk::55260a25-5612-4f1d-b0f0-4983bc597b0e" providerId="AD" clId="Web-{D0C88470-789F-F413-43A3-E402F1C69CFF}"/>
    <pc:docChg chg="modSld">
      <pc:chgData name="u2023143" userId="S::u2023143@giki.edu.pk::55260a25-5612-4f1d-b0f0-4983bc597b0e" providerId="AD" clId="Web-{D0C88470-789F-F413-43A3-E402F1C69CFF}" dt="2025-10-05T06:12:17.753" v="0" actId="1076"/>
      <pc:docMkLst>
        <pc:docMk/>
      </pc:docMkLst>
      <pc:sldChg chg="modSp">
        <pc:chgData name="u2023143" userId="S::u2023143@giki.edu.pk::55260a25-5612-4f1d-b0f0-4983bc597b0e" providerId="AD" clId="Web-{D0C88470-789F-F413-43A3-E402F1C69CFF}" dt="2025-10-05T06:12:17.753" v="0" actId="1076"/>
        <pc:sldMkLst>
          <pc:docMk/>
          <pc:sldMk cId="0" sldId="259"/>
        </pc:sldMkLst>
        <pc:picChg chg="mod">
          <ac:chgData name="u2023143" userId="S::u2023143@giki.edu.pk::55260a25-5612-4f1d-b0f0-4983bc597b0e" providerId="AD" clId="Web-{D0C88470-789F-F413-43A3-E402F1C69CFF}" dt="2025-10-05T06:12:17.753" v="0" actId="1076"/>
          <ac:picMkLst>
            <pc:docMk/>
            <pc:sldMk cId="0" sldId="259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53079" y="1692655"/>
            <a:ext cx="1945004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9266" y="2216569"/>
            <a:ext cx="5190617" cy="525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09439" y="3238614"/>
            <a:ext cx="31026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5">
                <a:solidFill>
                  <a:srgbClr val="3F54FF"/>
                </a:solidFill>
                <a:latin typeface="Palatino Linotype"/>
                <a:cs typeface="Palatino Linotype"/>
              </a:rPr>
              <a:t>Informed</a:t>
            </a:r>
            <a:r>
              <a:rPr sz="3600" spc="-45">
                <a:solidFill>
                  <a:srgbClr val="3F54FF"/>
                </a:solidFill>
                <a:latin typeface="Palatino Linotype"/>
                <a:cs typeface="Palatino Linotype"/>
              </a:rPr>
              <a:t> </a:t>
            </a:r>
            <a:r>
              <a:rPr sz="3600" spc="-155">
                <a:solidFill>
                  <a:srgbClr val="3F54FF"/>
                </a:solidFill>
                <a:latin typeface="Palatino Linotype"/>
                <a:cs typeface="Palatino Linotype"/>
              </a:rPr>
              <a:t>Search</a:t>
            </a:r>
            <a:endParaRPr sz="36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76989" y="348805"/>
            <a:ext cx="1428496" cy="49021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5457" y="1671391"/>
            <a:ext cx="3448685" cy="244983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75"/>
              </a:spcBef>
              <a:buFont typeface="Wingdings"/>
              <a:buChar char=""/>
              <a:tabLst>
                <a:tab pos="354965" algn="l"/>
              </a:tabLst>
            </a:pPr>
            <a:r>
              <a:rPr sz="3600">
                <a:solidFill>
                  <a:srgbClr val="333399"/>
                </a:solidFill>
                <a:latin typeface="Calibri"/>
                <a:cs typeface="Calibri"/>
              </a:rPr>
              <a:t>Informed</a:t>
            </a:r>
            <a:r>
              <a:rPr sz="3600" spc="-6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600" spc="-10">
                <a:solidFill>
                  <a:srgbClr val="333399"/>
                </a:solidFill>
                <a:latin typeface="Calibri"/>
                <a:cs typeface="Calibri"/>
              </a:rPr>
              <a:t>Search</a:t>
            </a:r>
            <a:endParaRPr sz="36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810"/>
              </a:spcBef>
              <a:buFont typeface="Wingdings"/>
              <a:buChar char=""/>
              <a:tabLst>
                <a:tab pos="755015" algn="l"/>
              </a:tabLst>
            </a:pPr>
            <a:r>
              <a:rPr sz="3200" spc="-10">
                <a:latin typeface="Calibri"/>
                <a:cs typeface="Calibri"/>
              </a:rPr>
              <a:t>Heuristics</a:t>
            </a:r>
            <a:endParaRPr sz="32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740"/>
              </a:spcBef>
              <a:buFont typeface="Wingdings"/>
              <a:buChar char=""/>
              <a:tabLst>
                <a:tab pos="755015" algn="l"/>
              </a:tabLst>
            </a:pPr>
            <a:r>
              <a:rPr sz="3200">
                <a:latin typeface="Calibri"/>
                <a:cs typeface="Calibri"/>
              </a:rPr>
              <a:t>Greedy</a:t>
            </a:r>
            <a:r>
              <a:rPr sz="3200" spc="-30">
                <a:latin typeface="Calibri"/>
                <a:cs typeface="Calibri"/>
              </a:rPr>
              <a:t> </a:t>
            </a:r>
            <a:r>
              <a:rPr sz="3200" spc="-10">
                <a:latin typeface="Calibri"/>
                <a:cs typeface="Calibri"/>
              </a:rPr>
              <a:t>Search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820"/>
              </a:spcBef>
              <a:buFont typeface="Wingdings"/>
              <a:buChar char=""/>
              <a:tabLst>
                <a:tab pos="755650" algn="l"/>
              </a:tabLst>
            </a:pPr>
            <a:r>
              <a:rPr sz="3200">
                <a:latin typeface="Calibri"/>
                <a:cs typeface="Calibri"/>
              </a:rPr>
              <a:t>A* </a:t>
            </a:r>
            <a:r>
              <a:rPr sz="3200" spc="-10">
                <a:latin typeface="Calibri"/>
                <a:cs typeface="Calibri"/>
              </a:rPr>
              <a:t>Search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24322" y="1479829"/>
            <a:ext cx="5778500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4463415" algn="l"/>
              </a:tabLst>
            </a:pPr>
            <a:r>
              <a:rPr sz="2800">
                <a:solidFill>
                  <a:srgbClr val="3F54FF"/>
                </a:solidFill>
                <a:latin typeface="Calibri"/>
                <a:cs typeface="Calibri"/>
              </a:rPr>
              <a:t>Strategies</a:t>
            </a:r>
            <a:r>
              <a:rPr sz="2800" spc="-45">
                <a:solidFill>
                  <a:srgbClr val="3F54FF"/>
                </a:solidFill>
                <a:latin typeface="Calibri"/>
                <a:cs typeface="Calibri"/>
              </a:rPr>
              <a:t> </a:t>
            </a:r>
            <a:r>
              <a:rPr sz="2800">
                <a:solidFill>
                  <a:srgbClr val="3F54FF"/>
                </a:solidFill>
                <a:latin typeface="Calibri"/>
                <a:cs typeface="Calibri"/>
              </a:rPr>
              <a:t>that</a:t>
            </a:r>
            <a:r>
              <a:rPr sz="2800" spc="-40">
                <a:solidFill>
                  <a:srgbClr val="3F54FF"/>
                </a:solidFill>
                <a:latin typeface="Calibri"/>
                <a:cs typeface="Calibri"/>
              </a:rPr>
              <a:t> </a:t>
            </a:r>
            <a:r>
              <a:rPr sz="2800">
                <a:solidFill>
                  <a:srgbClr val="3F54FF"/>
                </a:solidFill>
                <a:latin typeface="Calibri"/>
                <a:cs typeface="Calibri"/>
              </a:rPr>
              <a:t>know</a:t>
            </a:r>
            <a:r>
              <a:rPr sz="2800" spc="-35">
                <a:solidFill>
                  <a:srgbClr val="3F54FF"/>
                </a:solidFill>
                <a:latin typeface="Calibri"/>
                <a:cs typeface="Calibri"/>
              </a:rPr>
              <a:t> </a:t>
            </a:r>
            <a:r>
              <a:rPr sz="2800" spc="-10">
                <a:solidFill>
                  <a:srgbClr val="3F54FF"/>
                </a:solidFill>
                <a:latin typeface="Calibri"/>
                <a:cs typeface="Calibri"/>
              </a:rPr>
              <a:t>whether</a:t>
            </a:r>
            <a:r>
              <a:rPr sz="2800">
                <a:solidFill>
                  <a:srgbClr val="3F54FF"/>
                </a:solidFill>
                <a:latin typeface="Calibri"/>
                <a:cs typeface="Calibri"/>
              </a:rPr>
              <a:t>	one </a:t>
            </a:r>
            <a:r>
              <a:rPr sz="2800" spc="-20">
                <a:solidFill>
                  <a:srgbClr val="3F54FF"/>
                </a:solidFill>
                <a:latin typeface="Calibri"/>
                <a:cs typeface="Calibri"/>
              </a:rPr>
              <a:t>non- </a:t>
            </a:r>
            <a:r>
              <a:rPr sz="2800">
                <a:solidFill>
                  <a:srgbClr val="3F54FF"/>
                </a:solidFill>
                <a:latin typeface="Calibri"/>
                <a:cs typeface="Calibri"/>
              </a:rPr>
              <a:t>goal</a:t>
            </a:r>
            <a:r>
              <a:rPr sz="2800" spc="-20">
                <a:solidFill>
                  <a:srgbClr val="3F54FF"/>
                </a:solidFill>
                <a:latin typeface="Calibri"/>
                <a:cs typeface="Calibri"/>
              </a:rPr>
              <a:t> </a:t>
            </a:r>
            <a:r>
              <a:rPr sz="2800">
                <a:solidFill>
                  <a:srgbClr val="3F54FF"/>
                </a:solidFill>
                <a:latin typeface="Calibri"/>
                <a:cs typeface="Calibri"/>
              </a:rPr>
              <a:t>state</a:t>
            </a:r>
            <a:r>
              <a:rPr sz="2800" spc="-15">
                <a:solidFill>
                  <a:srgbClr val="3F54FF"/>
                </a:solidFill>
                <a:latin typeface="Calibri"/>
                <a:cs typeface="Calibri"/>
              </a:rPr>
              <a:t> </a:t>
            </a:r>
            <a:r>
              <a:rPr sz="2800">
                <a:solidFill>
                  <a:srgbClr val="3F54FF"/>
                </a:solidFill>
                <a:latin typeface="Calibri"/>
                <a:cs typeface="Calibri"/>
              </a:rPr>
              <a:t>is</a:t>
            </a:r>
            <a:r>
              <a:rPr sz="2800" spc="-15">
                <a:solidFill>
                  <a:srgbClr val="3F54FF"/>
                </a:solidFill>
                <a:latin typeface="Calibri"/>
                <a:cs typeface="Calibri"/>
              </a:rPr>
              <a:t> </a:t>
            </a:r>
            <a:r>
              <a:rPr sz="2800">
                <a:solidFill>
                  <a:srgbClr val="3F54FF"/>
                </a:solidFill>
                <a:latin typeface="Calibri"/>
                <a:cs typeface="Calibri"/>
              </a:rPr>
              <a:t>“more</a:t>
            </a:r>
            <a:r>
              <a:rPr sz="2800" spc="-15">
                <a:solidFill>
                  <a:srgbClr val="3F54FF"/>
                </a:solidFill>
                <a:latin typeface="Calibri"/>
                <a:cs typeface="Calibri"/>
              </a:rPr>
              <a:t> </a:t>
            </a:r>
            <a:r>
              <a:rPr sz="2800">
                <a:solidFill>
                  <a:srgbClr val="3F54FF"/>
                </a:solidFill>
                <a:latin typeface="Calibri"/>
                <a:cs typeface="Calibri"/>
              </a:rPr>
              <a:t>promising”</a:t>
            </a:r>
            <a:r>
              <a:rPr sz="2800" spc="-15">
                <a:solidFill>
                  <a:srgbClr val="3F54FF"/>
                </a:solidFill>
                <a:latin typeface="Calibri"/>
                <a:cs typeface="Calibri"/>
              </a:rPr>
              <a:t> </a:t>
            </a:r>
            <a:r>
              <a:rPr sz="2800" spc="-20">
                <a:solidFill>
                  <a:srgbClr val="3F54FF"/>
                </a:solidFill>
                <a:latin typeface="Calibri"/>
                <a:cs typeface="Calibri"/>
              </a:rPr>
              <a:t>than </a:t>
            </a:r>
            <a:r>
              <a:rPr sz="2800">
                <a:solidFill>
                  <a:srgbClr val="3F54FF"/>
                </a:solidFill>
                <a:latin typeface="Calibri"/>
                <a:cs typeface="Calibri"/>
              </a:rPr>
              <a:t>another</a:t>
            </a:r>
            <a:r>
              <a:rPr sz="2800" spc="-35">
                <a:solidFill>
                  <a:srgbClr val="3F54FF"/>
                </a:solidFill>
                <a:latin typeface="Calibri"/>
                <a:cs typeface="Calibri"/>
              </a:rPr>
              <a:t> </a:t>
            </a:r>
            <a:r>
              <a:rPr sz="2800">
                <a:solidFill>
                  <a:srgbClr val="3F54FF"/>
                </a:solidFill>
                <a:latin typeface="Calibri"/>
                <a:cs typeface="Calibri"/>
              </a:rPr>
              <a:t>are</a:t>
            </a:r>
            <a:r>
              <a:rPr sz="2800" spc="-30">
                <a:solidFill>
                  <a:srgbClr val="3F54FF"/>
                </a:solidFill>
                <a:latin typeface="Calibri"/>
                <a:cs typeface="Calibri"/>
              </a:rPr>
              <a:t> </a:t>
            </a:r>
            <a:r>
              <a:rPr sz="2800">
                <a:solidFill>
                  <a:srgbClr val="3F54FF"/>
                </a:solidFill>
                <a:latin typeface="Calibri"/>
                <a:cs typeface="Calibri"/>
              </a:rPr>
              <a:t>called</a:t>
            </a:r>
            <a:r>
              <a:rPr sz="2800" spc="-40">
                <a:solidFill>
                  <a:srgbClr val="3F54FF"/>
                </a:solidFill>
                <a:latin typeface="Calibri"/>
                <a:cs typeface="Calibri"/>
              </a:rPr>
              <a:t> </a:t>
            </a:r>
            <a:r>
              <a:rPr sz="2800">
                <a:solidFill>
                  <a:srgbClr val="3F54FF"/>
                </a:solidFill>
                <a:latin typeface="Calibri"/>
                <a:cs typeface="Calibri"/>
              </a:rPr>
              <a:t>informed</a:t>
            </a:r>
            <a:r>
              <a:rPr sz="2800" spc="-35">
                <a:solidFill>
                  <a:srgbClr val="3F54FF"/>
                </a:solidFill>
                <a:latin typeface="Calibri"/>
                <a:cs typeface="Calibri"/>
              </a:rPr>
              <a:t> </a:t>
            </a:r>
            <a:r>
              <a:rPr sz="2800">
                <a:solidFill>
                  <a:srgbClr val="3F54FF"/>
                </a:solidFill>
                <a:latin typeface="Calibri"/>
                <a:cs typeface="Calibri"/>
              </a:rPr>
              <a:t>search</a:t>
            </a:r>
            <a:r>
              <a:rPr sz="2800" spc="-35">
                <a:solidFill>
                  <a:srgbClr val="3F54FF"/>
                </a:solidFill>
                <a:latin typeface="Calibri"/>
                <a:cs typeface="Calibri"/>
              </a:rPr>
              <a:t> </a:t>
            </a:r>
            <a:r>
              <a:rPr sz="2800" spc="-25">
                <a:solidFill>
                  <a:srgbClr val="3F54FF"/>
                </a:solidFill>
                <a:latin typeface="Calibri"/>
                <a:cs typeface="Calibri"/>
              </a:rPr>
              <a:t>or </a:t>
            </a:r>
            <a:r>
              <a:rPr sz="2800">
                <a:solidFill>
                  <a:srgbClr val="3F54FF"/>
                </a:solidFill>
                <a:latin typeface="Calibri"/>
                <a:cs typeface="Calibri"/>
              </a:rPr>
              <a:t>heuristic</a:t>
            </a:r>
            <a:r>
              <a:rPr sz="2800" spc="-50">
                <a:solidFill>
                  <a:srgbClr val="3F54FF"/>
                </a:solidFill>
                <a:latin typeface="Calibri"/>
                <a:cs typeface="Calibri"/>
              </a:rPr>
              <a:t> </a:t>
            </a:r>
            <a:r>
              <a:rPr sz="2800">
                <a:solidFill>
                  <a:srgbClr val="3F54FF"/>
                </a:solidFill>
                <a:latin typeface="Calibri"/>
                <a:cs typeface="Calibri"/>
              </a:rPr>
              <a:t>search</a:t>
            </a:r>
            <a:r>
              <a:rPr sz="2800" spc="-55">
                <a:solidFill>
                  <a:srgbClr val="3F54FF"/>
                </a:solidFill>
                <a:latin typeface="Calibri"/>
                <a:cs typeface="Calibri"/>
              </a:rPr>
              <a:t> </a:t>
            </a:r>
            <a:r>
              <a:rPr sz="2800" spc="-10">
                <a:solidFill>
                  <a:srgbClr val="3F54FF"/>
                </a:solidFill>
                <a:latin typeface="Calibri"/>
                <a:cs typeface="Calibri"/>
              </a:rPr>
              <a:t>strategies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5153" y="365482"/>
            <a:ext cx="7041397" cy="3029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3265" y="1046125"/>
            <a:ext cx="7555519" cy="10656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0687" y="2431732"/>
            <a:ext cx="4419601" cy="393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55384" y="2414590"/>
            <a:ext cx="4334300" cy="24457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8964" y="3269507"/>
            <a:ext cx="6432554" cy="1886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834" y="813159"/>
            <a:ext cx="10325103" cy="5549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313" y="311446"/>
            <a:ext cx="10453487" cy="57845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87" y="383613"/>
            <a:ext cx="11274265" cy="61925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4134" y="347916"/>
            <a:ext cx="3942460" cy="39789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79907" y="796734"/>
            <a:ext cx="10179685" cy="26714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33375" indent="-320675">
              <a:lnSpc>
                <a:spcPct val="100000"/>
              </a:lnSpc>
              <a:spcBef>
                <a:spcPts val="405"/>
              </a:spcBef>
              <a:buFont typeface="Wingdings"/>
              <a:buChar char=""/>
              <a:tabLst>
                <a:tab pos="333375" algn="l"/>
              </a:tabLst>
            </a:pPr>
            <a:r>
              <a:rPr sz="260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600" spc="1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333399"/>
                </a:solidFill>
                <a:latin typeface="Calibri"/>
                <a:cs typeface="Calibri"/>
              </a:rPr>
              <a:t>heuristic</a:t>
            </a:r>
            <a:r>
              <a:rPr sz="2600" spc="28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25">
                <a:solidFill>
                  <a:srgbClr val="333399"/>
                </a:solidFill>
                <a:latin typeface="Calibri"/>
                <a:cs typeface="Calibri"/>
              </a:rPr>
              <a:t>is:</a:t>
            </a:r>
            <a:endParaRPr sz="2600">
              <a:latin typeface="Calibri"/>
              <a:cs typeface="Calibri"/>
            </a:endParaRPr>
          </a:p>
          <a:p>
            <a:pPr marL="780415" lvl="1" indent="-320675">
              <a:lnSpc>
                <a:spcPct val="100000"/>
              </a:lnSpc>
              <a:spcBef>
                <a:spcPts val="309"/>
              </a:spcBef>
              <a:buClr>
                <a:srgbClr val="333399"/>
              </a:buClr>
              <a:buSzPct val="73076"/>
              <a:buFont typeface="Wingdings"/>
              <a:buChar char=""/>
              <a:tabLst>
                <a:tab pos="780415" algn="l"/>
              </a:tabLst>
            </a:pPr>
            <a:r>
              <a:rPr sz="2600">
                <a:latin typeface="Calibri"/>
                <a:cs typeface="Calibri"/>
              </a:rPr>
              <a:t>A</a:t>
            </a:r>
            <a:r>
              <a:rPr sz="2600" spc="-8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function</a:t>
            </a:r>
            <a:r>
              <a:rPr sz="2600" spc="2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that</a:t>
            </a:r>
            <a:r>
              <a:rPr sz="2600" spc="-15">
                <a:latin typeface="Calibri"/>
                <a:cs typeface="Calibri"/>
              </a:rPr>
              <a:t> </a:t>
            </a:r>
            <a:r>
              <a:rPr sz="2600" b="1" i="1">
                <a:solidFill>
                  <a:srgbClr val="FF0000"/>
                </a:solidFill>
                <a:latin typeface="Calibri"/>
                <a:cs typeface="Calibri"/>
              </a:rPr>
              <a:t>estimates</a:t>
            </a:r>
            <a:r>
              <a:rPr sz="2600" b="1" i="1" spc="-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how</a:t>
            </a:r>
            <a:r>
              <a:rPr sz="2600" spc="-5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close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</a:t>
            </a:r>
            <a:r>
              <a:rPr sz="2600" spc="-2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state</a:t>
            </a:r>
            <a:r>
              <a:rPr sz="2600" spc="-14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is to</a:t>
            </a:r>
            <a:r>
              <a:rPr sz="2600" spc="-5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</a:t>
            </a:r>
            <a:r>
              <a:rPr sz="2600" spc="-30">
                <a:latin typeface="Calibri"/>
                <a:cs typeface="Calibri"/>
              </a:rPr>
              <a:t> </a:t>
            </a:r>
            <a:r>
              <a:rPr sz="2600" spc="-20">
                <a:latin typeface="Calibri"/>
                <a:cs typeface="Calibri"/>
              </a:rPr>
              <a:t>goal</a:t>
            </a:r>
            <a:endParaRPr sz="2600">
              <a:latin typeface="Calibri"/>
              <a:cs typeface="Calibri"/>
            </a:endParaRPr>
          </a:p>
          <a:p>
            <a:pPr marL="780415" lvl="1" indent="-320675">
              <a:lnSpc>
                <a:spcPct val="100000"/>
              </a:lnSpc>
              <a:spcBef>
                <a:spcPts val="495"/>
              </a:spcBef>
              <a:buClr>
                <a:srgbClr val="333399"/>
              </a:buClr>
              <a:buSzPct val="73076"/>
              <a:buFont typeface="Wingdings"/>
              <a:buChar char=""/>
              <a:tabLst>
                <a:tab pos="780415" algn="l"/>
              </a:tabLst>
            </a:pPr>
            <a:r>
              <a:rPr sz="2600">
                <a:latin typeface="Calibri"/>
                <a:cs typeface="Calibri"/>
              </a:rPr>
              <a:t>Designed</a:t>
            </a:r>
            <a:r>
              <a:rPr sz="2600" spc="-13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for</a:t>
            </a:r>
            <a:r>
              <a:rPr sz="2600" spc="-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</a:t>
            </a:r>
            <a:r>
              <a:rPr sz="2600" spc="-12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particular</a:t>
            </a:r>
            <a:r>
              <a:rPr sz="2600" spc="-1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search </a:t>
            </a:r>
            <a:r>
              <a:rPr sz="2600" spc="-10">
                <a:latin typeface="Calibri"/>
                <a:cs typeface="Calibri"/>
              </a:rPr>
              <a:t>problem</a:t>
            </a:r>
            <a:endParaRPr sz="2600">
              <a:latin typeface="Calibri"/>
              <a:cs typeface="Calibri"/>
            </a:endParaRPr>
          </a:p>
          <a:p>
            <a:pPr marL="780415" marR="5080" indent="592455">
              <a:lnSpc>
                <a:spcPct val="100000"/>
              </a:lnSpc>
            </a:pPr>
            <a:r>
              <a:rPr sz="2600">
                <a:solidFill>
                  <a:srgbClr val="FF0000"/>
                </a:solidFill>
                <a:latin typeface="Calibri"/>
                <a:cs typeface="Calibri"/>
              </a:rPr>
              <a:t>h(n)</a:t>
            </a:r>
            <a:r>
              <a:rPr sz="26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6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FF0000"/>
                </a:solidFill>
                <a:latin typeface="Calibri"/>
                <a:cs typeface="Calibri"/>
              </a:rPr>
              <a:t>estimated</a:t>
            </a:r>
            <a:r>
              <a:rPr sz="26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FF0000"/>
                </a:solidFill>
                <a:latin typeface="Calibri"/>
                <a:cs typeface="Calibri"/>
              </a:rPr>
              <a:t>cost</a:t>
            </a:r>
            <a:r>
              <a:rPr sz="26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6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6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FF0000"/>
                </a:solidFill>
                <a:latin typeface="Calibri"/>
                <a:cs typeface="Calibri"/>
              </a:rPr>
              <a:t>cheapest</a:t>
            </a:r>
            <a:r>
              <a:rPr sz="26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FF0000"/>
                </a:solidFill>
                <a:latin typeface="Calibri"/>
                <a:cs typeface="Calibri"/>
              </a:rPr>
              <a:t>path</a:t>
            </a:r>
            <a:r>
              <a:rPr sz="26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26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6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z="26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FF0000"/>
                </a:solidFill>
                <a:latin typeface="Calibri"/>
                <a:cs typeface="Calibri"/>
              </a:rPr>
              <a:t>at</a:t>
            </a:r>
            <a:r>
              <a:rPr sz="26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20">
                <a:solidFill>
                  <a:srgbClr val="FF0000"/>
                </a:solidFill>
                <a:latin typeface="Calibri"/>
                <a:cs typeface="Calibri"/>
              </a:rPr>
              <a:t>node </a:t>
            </a:r>
            <a:r>
              <a:rPr sz="260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6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6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6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FF0000"/>
                </a:solidFill>
                <a:latin typeface="Calibri"/>
                <a:cs typeface="Calibri"/>
              </a:rPr>
              <a:t>goal</a:t>
            </a:r>
            <a:r>
              <a:rPr sz="26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>
                <a:solidFill>
                  <a:srgbClr val="FF0000"/>
                </a:solidFill>
                <a:latin typeface="Calibri"/>
                <a:cs typeface="Calibri"/>
              </a:rPr>
              <a:t>state.</a:t>
            </a:r>
            <a:endParaRPr sz="2600">
              <a:latin typeface="Calibri"/>
              <a:cs typeface="Calibri"/>
            </a:endParaRPr>
          </a:p>
          <a:p>
            <a:pPr marL="333375" indent="-320675">
              <a:lnSpc>
                <a:spcPct val="100000"/>
              </a:lnSpc>
              <a:spcBef>
                <a:spcPts val="1000"/>
              </a:spcBef>
              <a:buFont typeface="Wingdings"/>
              <a:buChar char=""/>
              <a:tabLst>
                <a:tab pos="333375" algn="l"/>
              </a:tabLst>
            </a:pPr>
            <a:r>
              <a:rPr sz="2600">
                <a:solidFill>
                  <a:srgbClr val="333399"/>
                </a:solidFill>
                <a:latin typeface="Calibri"/>
                <a:cs typeface="Calibri"/>
              </a:rPr>
              <a:t>Examples:</a:t>
            </a:r>
            <a:r>
              <a:rPr sz="2600" spc="-9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10">
                <a:solidFill>
                  <a:srgbClr val="333399"/>
                </a:solidFill>
                <a:latin typeface="Calibri"/>
                <a:cs typeface="Calibri"/>
              </a:rPr>
              <a:t>Manhattan</a:t>
            </a:r>
            <a:r>
              <a:rPr sz="2600" spc="-3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333399"/>
                </a:solidFill>
                <a:latin typeface="Calibri"/>
                <a:cs typeface="Calibri"/>
              </a:rPr>
              <a:t>distance,</a:t>
            </a:r>
            <a:r>
              <a:rPr sz="2600" spc="-11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333399"/>
                </a:solidFill>
                <a:latin typeface="Calibri"/>
                <a:cs typeface="Calibri"/>
              </a:rPr>
              <a:t>Euclidean</a:t>
            </a:r>
            <a:r>
              <a:rPr sz="2600" spc="-3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333399"/>
                </a:solidFill>
                <a:latin typeface="Calibri"/>
                <a:cs typeface="Calibri"/>
              </a:rPr>
              <a:t>distance</a:t>
            </a:r>
            <a:r>
              <a:rPr sz="2600" spc="-11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333399"/>
                </a:solidFill>
                <a:latin typeface="Calibri"/>
                <a:cs typeface="Calibri"/>
              </a:rPr>
              <a:t>for</a:t>
            </a:r>
            <a:r>
              <a:rPr sz="2600" spc="-5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10">
                <a:solidFill>
                  <a:srgbClr val="333399"/>
                </a:solidFill>
                <a:latin typeface="Calibri"/>
                <a:cs typeface="Calibri"/>
              </a:rPr>
              <a:t>pathing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65663" y="3927938"/>
            <a:ext cx="6619875" cy="2930525"/>
            <a:chOff x="965663" y="3927938"/>
            <a:chExt cx="6619875" cy="29305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5663" y="3927938"/>
              <a:ext cx="6619875" cy="29300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41691" y="4902542"/>
              <a:ext cx="3129915" cy="1532255"/>
            </a:xfrm>
            <a:custGeom>
              <a:avLst/>
              <a:gdLst/>
              <a:ahLst/>
              <a:cxnLst/>
              <a:rect l="l" t="t" r="r" b="b"/>
              <a:pathLst>
                <a:path w="3129915" h="1532254">
                  <a:moveTo>
                    <a:pt x="3129496" y="51054"/>
                  </a:moveTo>
                  <a:lnTo>
                    <a:pt x="3103588" y="0"/>
                  </a:lnTo>
                  <a:lnTo>
                    <a:pt x="3064154" y="19951"/>
                  </a:lnTo>
                  <a:lnTo>
                    <a:pt x="62318" y="6477"/>
                  </a:lnTo>
                  <a:lnTo>
                    <a:pt x="54635" y="6477"/>
                  </a:lnTo>
                  <a:lnTo>
                    <a:pt x="47256" y="9525"/>
                  </a:lnTo>
                  <a:lnTo>
                    <a:pt x="36449" y="20447"/>
                  </a:lnTo>
                  <a:lnTo>
                    <a:pt x="33489" y="27813"/>
                  </a:lnTo>
                  <a:lnTo>
                    <a:pt x="57111" y="1357528"/>
                  </a:lnTo>
                  <a:lnTo>
                    <a:pt x="57150" y="1359560"/>
                  </a:lnTo>
                  <a:lnTo>
                    <a:pt x="0" y="1360576"/>
                  </a:lnTo>
                  <a:lnTo>
                    <a:pt x="88760" y="1530477"/>
                  </a:lnTo>
                  <a:lnTo>
                    <a:pt x="156794" y="1388135"/>
                  </a:lnTo>
                  <a:lnTo>
                    <a:pt x="171424" y="1357528"/>
                  </a:lnTo>
                  <a:lnTo>
                    <a:pt x="114287" y="1358544"/>
                  </a:lnTo>
                  <a:lnTo>
                    <a:pt x="91274" y="63766"/>
                  </a:lnTo>
                  <a:lnTo>
                    <a:pt x="90779" y="35560"/>
                  </a:lnTo>
                  <a:lnTo>
                    <a:pt x="91274" y="63627"/>
                  </a:lnTo>
                  <a:lnTo>
                    <a:pt x="91274" y="63766"/>
                  </a:lnTo>
                  <a:lnTo>
                    <a:pt x="2952178" y="76593"/>
                  </a:lnTo>
                  <a:lnTo>
                    <a:pt x="278472" y="1429181"/>
                  </a:lnTo>
                  <a:lnTo>
                    <a:pt x="252679" y="1378178"/>
                  </a:lnTo>
                  <a:lnTo>
                    <a:pt x="138391" y="1532064"/>
                  </a:lnTo>
                  <a:lnTo>
                    <a:pt x="330073" y="1531162"/>
                  </a:lnTo>
                  <a:lnTo>
                    <a:pt x="310794" y="1493075"/>
                  </a:lnTo>
                  <a:lnTo>
                    <a:pt x="304266" y="1480185"/>
                  </a:lnTo>
                  <a:lnTo>
                    <a:pt x="3077883" y="77165"/>
                  </a:lnTo>
                  <a:lnTo>
                    <a:pt x="3091015" y="77216"/>
                  </a:lnTo>
                  <a:lnTo>
                    <a:pt x="3091027" y="70510"/>
                  </a:lnTo>
                  <a:lnTo>
                    <a:pt x="3129496" y="51054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99768" y="4539767"/>
            <a:ext cx="1884045" cy="1504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6740">
              <a:lnSpc>
                <a:spcPct val="100000"/>
              </a:lnSpc>
              <a:spcBef>
                <a:spcPts val="100"/>
              </a:spcBef>
            </a:pPr>
            <a:r>
              <a:rPr sz="1800" b="1" spc="-25">
                <a:solidFill>
                  <a:srgbClr val="C00000"/>
                </a:solidFill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6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0">
                <a:solidFill>
                  <a:srgbClr val="C00000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  <a:p>
            <a:pPr marL="1439545">
              <a:lnSpc>
                <a:spcPct val="100000"/>
              </a:lnSpc>
              <a:spcBef>
                <a:spcPts val="1025"/>
              </a:spcBef>
            </a:pPr>
            <a:r>
              <a:rPr sz="1800" b="1" spc="-20">
                <a:solidFill>
                  <a:srgbClr val="C00000"/>
                </a:solidFill>
                <a:latin typeface="Arial"/>
                <a:cs typeface="Arial"/>
              </a:rPr>
              <a:t>11.2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8297" y="347916"/>
            <a:ext cx="6411341" cy="49110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5234" y="5867857"/>
            <a:ext cx="996823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784215" algn="l"/>
              </a:tabLst>
            </a:pPr>
            <a:r>
              <a:rPr sz="2800">
                <a:solidFill>
                  <a:srgbClr val="3F54FF"/>
                </a:solidFill>
                <a:latin typeface="Arial"/>
                <a:cs typeface="Arial"/>
              </a:rPr>
              <a:t>Lookup</a:t>
            </a:r>
            <a:r>
              <a:rPr sz="2800" spc="-130">
                <a:solidFill>
                  <a:srgbClr val="3F54FF"/>
                </a:solidFill>
                <a:latin typeface="Arial"/>
                <a:cs typeface="Arial"/>
              </a:rPr>
              <a:t> </a:t>
            </a:r>
            <a:r>
              <a:rPr sz="2800">
                <a:solidFill>
                  <a:srgbClr val="3F54FF"/>
                </a:solidFill>
                <a:latin typeface="Arial"/>
                <a:cs typeface="Arial"/>
              </a:rPr>
              <a:t>table</a:t>
            </a:r>
            <a:r>
              <a:rPr sz="2800" spc="-130">
                <a:solidFill>
                  <a:srgbClr val="3F54FF"/>
                </a:solidFill>
                <a:latin typeface="Arial"/>
                <a:cs typeface="Arial"/>
              </a:rPr>
              <a:t> </a:t>
            </a:r>
            <a:r>
              <a:rPr sz="2800">
                <a:solidFill>
                  <a:srgbClr val="3F54FF"/>
                </a:solidFill>
                <a:latin typeface="Arial"/>
                <a:cs typeface="Arial"/>
              </a:rPr>
              <a:t>containing</a:t>
            </a:r>
            <a:r>
              <a:rPr sz="2800" spc="-125">
                <a:solidFill>
                  <a:srgbClr val="3F54FF"/>
                </a:solidFill>
                <a:latin typeface="Arial"/>
                <a:cs typeface="Arial"/>
              </a:rPr>
              <a:t> </a:t>
            </a:r>
            <a:r>
              <a:rPr sz="2800">
                <a:solidFill>
                  <a:srgbClr val="3F54FF"/>
                </a:solidFill>
                <a:latin typeface="Arial"/>
                <a:cs typeface="Arial"/>
              </a:rPr>
              <a:t>distance</a:t>
            </a:r>
            <a:r>
              <a:rPr sz="2800" spc="-130">
                <a:solidFill>
                  <a:srgbClr val="3F54FF"/>
                </a:solidFill>
                <a:latin typeface="Arial"/>
                <a:cs typeface="Arial"/>
              </a:rPr>
              <a:t> </a:t>
            </a:r>
            <a:r>
              <a:rPr sz="2800" spc="-25">
                <a:solidFill>
                  <a:srgbClr val="3F54FF"/>
                </a:solidFill>
                <a:latin typeface="Arial"/>
                <a:cs typeface="Arial"/>
              </a:rPr>
              <a:t>of</a:t>
            </a:r>
            <a:r>
              <a:rPr sz="2800">
                <a:solidFill>
                  <a:srgbClr val="3F54FF"/>
                </a:solidFill>
                <a:latin typeface="Arial"/>
                <a:cs typeface="Arial"/>
              </a:rPr>
              <a:t>	bucharest</a:t>
            </a:r>
            <a:r>
              <a:rPr sz="2800" spc="-60">
                <a:solidFill>
                  <a:srgbClr val="3F54FF"/>
                </a:solidFill>
                <a:latin typeface="Arial"/>
                <a:cs typeface="Arial"/>
              </a:rPr>
              <a:t> </a:t>
            </a:r>
            <a:r>
              <a:rPr sz="2800">
                <a:solidFill>
                  <a:srgbClr val="3F54FF"/>
                </a:solidFill>
                <a:latin typeface="Arial"/>
                <a:cs typeface="Arial"/>
              </a:rPr>
              <a:t>to</a:t>
            </a:r>
            <a:r>
              <a:rPr sz="2800" spc="-60">
                <a:solidFill>
                  <a:srgbClr val="3F54FF"/>
                </a:solidFill>
                <a:latin typeface="Arial"/>
                <a:cs typeface="Arial"/>
              </a:rPr>
              <a:t> </a:t>
            </a:r>
            <a:r>
              <a:rPr sz="2800">
                <a:solidFill>
                  <a:srgbClr val="3F54FF"/>
                </a:solidFill>
                <a:latin typeface="Arial"/>
                <a:cs typeface="Arial"/>
              </a:rPr>
              <a:t>all</a:t>
            </a:r>
            <a:r>
              <a:rPr sz="2800" spc="-55">
                <a:solidFill>
                  <a:srgbClr val="3F54FF"/>
                </a:solidFill>
                <a:latin typeface="Arial"/>
                <a:cs typeface="Arial"/>
              </a:rPr>
              <a:t> </a:t>
            </a:r>
            <a:r>
              <a:rPr sz="2800">
                <a:solidFill>
                  <a:srgbClr val="3F54FF"/>
                </a:solidFill>
                <a:latin typeface="Arial"/>
                <a:cs typeface="Arial"/>
              </a:rPr>
              <a:t>cities</a:t>
            </a:r>
            <a:r>
              <a:rPr sz="2800" spc="-60">
                <a:solidFill>
                  <a:srgbClr val="3F54FF"/>
                </a:solidFill>
                <a:latin typeface="Arial"/>
                <a:cs typeface="Arial"/>
              </a:rPr>
              <a:t> </a:t>
            </a:r>
            <a:r>
              <a:rPr sz="2800">
                <a:solidFill>
                  <a:srgbClr val="3F54FF"/>
                </a:solidFill>
                <a:latin typeface="Arial"/>
                <a:cs typeface="Arial"/>
              </a:rPr>
              <a:t>so</a:t>
            </a:r>
            <a:r>
              <a:rPr sz="2800" spc="-55">
                <a:solidFill>
                  <a:srgbClr val="3F54FF"/>
                </a:solidFill>
                <a:latin typeface="Arial"/>
                <a:cs typeface="Arial"/>
              </a:rPr>
              <a:t> </a:t>
            </a:r>
            <a:r>
              <a:rPr sz="2800" spc="-25">
                <a:solidFill>
                  <a:srgbClr val="3F54FF"/>
                </a:solidFill>
                <a:latin typeface="Arial"/>
                <a:cs typeface="Arial"/>
              </a:rPr>
              <a:t>in </a:t>
            </a:r>
            <a:r>
              <a:rPr sz="2800">
                <a:solidFill>
                  <a:srgbClr val="3F54FF"/>
                </a:solidFill>
                <a:latin typeface="Arial"/>
                <a:cs typeface="Arial"/>
              </a:rPr>
              <a:t>this</a:t>
            </a:r>
            <a:r>
              <a:rPr sz="2800" spc="-75">
                <a:solidFill>
                  <a:srgbClr val="3F54FF"/>
                </a:solidFill>
                <a:latin typeface="Arial"/>
                <a:cs typeface="Arial"/>
              </a:rPr>
              <a:t> </a:t>
            </a:r>
            <a:r>
              <a:rPr sz="2800">
                <a:solidFill>
                  <a:srgbClr val="3F54FF"/>
                </a:solidFill>
                <a:latin typeface="Arial"/>
                <a:cs typeface="Arial"/>
              </a:rPr>
              <a:t>case</a:t>
            </a:r>
            <a:r>
              <a:rPr sz="2800" spc="-70">
                <a:solidFill>
                  <a:srgbClr val="3F54FF"/>
                </a:solidFill>
                <a:latin typeface="Arial"/>
                <a:cs typeface="Arial"/>
              </a:rPr>
              <a:t> </a:t>
            </a:r>
            <a:r>
              <a:rPr sz="2800">
                <a:solidFill>
                  <a:srgbClr val="3F54FF"/>
                </a:solidFill>
                <a:latin typeface="Arial"/>
                <a:cs typeface="Arial"/>
              </a:rPr>
              <a:t>Lookup</a:t>
            </a:r>
            <a:r>
              <a:rPr sz="2800" spc="-70">
                <a:solidFill>
                  <a:srgbClr val="3F54FF"/>
                </a:solidFill>
                <a:latin typeface="Arial"/>
                <a:cs typeface="Arial"/>
              </a:rPr>
              <a:t> </a:t>
            </a:r>
            <a:r>
              <a:rPr sz="2800">
                <a:solidFill>
                  <a:srgbClr val="3F54FF"/>
                </a:solidFill>
                <a:latin typeface="Arial"/>
                <a:cs typeface="Arial"/>
              </a:rPr>
              <a:t>table</a:t>
            </a:r>
            <a:r>
              <a:rPr sz="2800" spc="-70">
                <a:solidFill>
                  <a:srgbClr val="3F54FF"/>
                </a:solidFill>
                <a:latin typeface="Arial"/>
                <a:cs typeface="Arial"/>
              </a:rPr>
              <a:t> </a:t>
            </a:r>
            <a:r>
              <a:rPr sz="2800">
                <a:solidFill>
                  <a:srgbClr val="3F54FF"/>
                </a:solidFill>
                <a:latin typeface="Arial"/>
                <a:cs typeface="Arial"/>
              </a:rPr>
              <a:t>is</a:t>
            </a:r>
            <a:r>
              <a:rPr sz="2800" spc="-70">
                <a:solidFill>
                  <a:srgbClr val="3F54FF"/>
                </a:solidFill>
                <a:latin typeface="Arial"/>
                <a:cs typeface="Arial"/>
              </a:rPr>
              <a:t> </a:t>
            </a:r>
            <a:r>
              <a:rPr sz="2800">
                <a:solidFill>
                  <a:srgbClr val="3F54FF"/>
                </a:solidFill>
                <a:latin typeface="Arial"/>
                <a:cs typeface="Arial"/>
              </a:rPr>
              <a:t>the</a:t>
            </a:r>
            <a:r>
              <a:rPr sz="2800" spc="-70">
                <a:solidFill>
                  <a:srgbClr val="3F54FF"/>
                </a:solidFill>
                <a:latin typeface="Arial"/>
                <a:cs typeface="Arial"/>
              </a:rPr>
              <a:t> </a:t>
            </a:r>
            <a:r>
              <a:rPr sz="2800">
                <a:solidFill>
                  <a:srgbClr val="3F54FF"/>
                </a:solidFill>
                <a:latin typeface="Arial"/>
                <a:cs typeface="Arial"/>
              </a:rPr>
              <a:t>Heuristic</a:t>
            </a:r>
            <a:r>
              <a:rPr sz="2800" spc="-70">
                <a:solidFill>
                  <a:srgbClr val="3F54FF"/>
                </a:solidFill>
                <a:latin typeface="Arial"/>
                <a:cs typeface="Arial"/>
              </a:rPr>
              <a:t> </a:t>
            </a:r>
            <a:r>
              <a:rPr sz="2800" spc="-10">
                <a:solidFill>
                  <a:srgbClr val="3F54FF"/>
                </a:solidFill>
                <a:latin typeface="Arial"/>
                <a:cs typeface="Arial"/>
              </a:rPr>
              <a:t>function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3700" y="897784"/>
            <a:ext cx="9781692" cy="50609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809" y="636372"/>
            <a:ext cx="10159921" cy="50669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2472" y="347916"/>
            <a:ext cx="4146296" cy="4911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17297" y="347916"/>
            <a:ext cx="3880866" cy="49174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505200" y="3810000"/>
            <a:ext cx="1066800" cy="1905"/>
          </a:xfrm>
          <a:custGeom>
            <a:avLst/>
            <a:gdLst/>
            <a:ahLst/>
            <a:cxnLst/>
            <a:rect l="l" t="t" r="r" b="b"/>
            <a:pathLst>
              <a:path w="1066800" h="1904">
                <a:moveTo>
                  <a:pt x="0" y="0"/>
                </a:moveTo>
                <a:lnTo>
                  <a:pt x="1066800" y="1651"/>
                </a:lnTo>
              </a:path>
            </a:pathLst>
          </a:custGeom>
          <a:ln w="762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52800" y="3657600"/>
            <a:ext cx="1371600" cy="1905"/>
          </a:xfrm>
          <a:custGeom>
            <a:avLst/>
            <a:gdLst/>
            <a:ahLst/>
            <a:cxnLst/>
            <a:rect l="l" t="t" r="r" b="b"/>
            <a:pathLst>
              <a:path w="1371600" h="1904">
                <a:moveTo>
                  <a:pt x="0" y="0"/>
                </a:moveTo>
                <a:lnTo>
                  <a:pt x="1371600" y="1651"/>
                </a:lnTo>
              </a:path>
            </a:pathLst>
          </a:custGeom>
          <a:ln w="762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71800" y="3962400"/>
            <a:ext cx="2209800" cy="1905"/>
          </a:xfrm>
          <a:custGeom>
            <a:avLst/>
            <a:gdLst/>
            <a:ahLst/>
            <a:cxnLst/>
            <a:rect l="l" t="t" r="r" b="b"/>
            <a:pathLst>
              <a:path w="2209800" h="1904">
                <a:moveTo>
                  <a:pt x="0" y="0"/>
                </a:moveTo>
                <a:lnTo>
                  <a:pt x="2209800" y="1651"/>
                </a:lnTo>
              </a:path>
            </a:pathLst>
          </a:custGeom>
          <a:ln w="762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733550" y="2571750"/>
            <a:ext cx="3257550" cy="1243330"/>
            <a:chOff x="1733550" y="2571750"/>
            <a:chExt cx="3257550" cy="1243330"/>
          </a:xfrm>
        </p:grpSpPr>
        <p:sp>
          <p:nvSpPr>
            <p:cNvPr id="8" name="object 8"/>
            <p:cNvSpPr/>
            <p:nvPr/>
          </p:nvSpPr>
          <p:spPr>
            <a:xfrm>
              <a:off x="3200400" y="3505200"/>
              <a:ext cx="1752600" cy="1905"/>
            </a:xfrm>
            <a:custGeom>
              <a:avLst/>
              <a:gdLst/>
              <a:ahLst/>
              <a:cxnLst/>
              <a:rect l="l" t="t" r="r" b="b"/>
              <a:pathLst>
                <a:path w="1752600" h="1904">
                  <a:moveTo>
                    <a:pt x="0" y="0"/>
                  </a:moveTo>
                  <a:lnTo>
                    <a:pt x="1752600" y="1651"/>
                  </a:lnTo>
                </a:path>
              </a:pathLst>
            </a:custGeom>
            <a:ln w="76200">
              <a:solidFill>
                <a:srgbClr val="99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1250" y="3467036"/>
              <a:ext cx="1109662" cy="34766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43226" y="3510025"/>
              <a:ext cx="990600" cy="2286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443226" y="3510025"/>
              <a:ext cx="990600" cy="228600"/>
            </a:xfrm>
            <a:custGeom>
              <a:avLst/>
              <a:gdLst/>
              <a:ahLst/>
              <a:cxnLst/>
              <a:rect l="l" t="t" r="r" b="b"/>
              <a:pathLst>
                <a:path w="990600" h="228600">
                  <a:moveTo>
                    <a:pt x="0" y="114300"/>
                  </a:moveTo>
                  <a:lnTo>
                    <a:pt x="495300" y="228600"/>
                  </a:lnTo>
                  <a:lnTo>
                    <a:pt x="990600" y="22860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52600" y="2590800"/>
              <a:ext cx="685800" cy="971550"/>
            </a:xfrm>
            <a:custGeom>
              <a:avLst/>
              <a:gdLst/>
              <a:ahLst/>
              <a:cxnLst/>
              <a:rect l="l" t="t" r="r" b="b"/>
              <a:pathLst>
                <a:path w="685800" h="971550">
                  <a:moveTo>
                    <a:pt x="685800" y="9715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7772400" y="2514600"/>
            <a:ext cx="1066800" cy="1905"/>
          </a:xfrm>
          <a:custGeom>
            <a:avLst/>
            <a:gdLst/>
            <a:ahLst/>
            <a:cxnLst/>
            <a:rect l="l" t="t" r="r" b="b"/>
            <a:pathLst>
              <a:path w="1066800" h="1905">
                <a:moveTo>
                  <a:pt x="0" y="0"/>
                </a:moveTo>
                <a:lnTo>
                  <a:pt x="1066800" y="1651"/>
                </a:lnTo>
              </a:path>
            </a:pathLst>
          </a:custGeom>
          <a:ln w="762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620000" y="2209800"/>
            <a:ext cx="1371600" cy="1905"/>
          </a:xfrm>
          <a:custGeom>
            <a:avLst/>
            <a:gdLst/>
            <a:ahLst/>
            <a:cxnLst/>
            <a:rect l="l" t="t" r="r" b="b"/>
            <a:pathLst>
              <a:path w="1371600" h="1905">
                <a:moveTo>
                  <a:pt x="0" y="0"/>
                </a:moveTo>
                <a:lnTo>
                  <a:pt x="1371600" y="1651"/>
                </a:lnTo>
              </a:path>
            </a:pathLst>
          </a:custGeom>
          <a:ln w="762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39000" y="2667000"/>
            <a:ext cx="2209800" cy="1905"/>
          </a:xfrm>
          <a:custGeom>
            <a:avLst/>
            <a:gdLst/>
            <a:ahLst/>
            <a:cxnLst/>
            <a:rect l="l" t="t" r="r" b="b"/>
            <a:pathLst>
              <a:path w="2209800" h="1905">
                <a:moveTo>
                  <a:pt x="0" y="0"/>
                </a:moveTo>
                <a:lnTo>
                  <a:pt x="2209800" y="1651"/>
                </a:lnTo>
              </a:path>
            </a:pathLst>
          </a:custGeom>
          <a:ln w="762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67600" y="2362200"/>
            <a:ext cx="1752600" cy="1905"/>
          </a:xfrm>
          <a:custGeom>
            <a:avLst/>
            <a:gdLst/>
            <a:ahLst/>
            <a:cxnLst/>
            <a:rect l="l" t="t" r="r" b="b"/>
            <a:pathLst>
              <a:path w="1752600" h="1905">
                <a:moveTo>
                  <a:pt x="0" y="0"/>
                </a:moveTo>
                <a:lnTo>
                  <a:pt x="1752600" y="1651"/>
                </a:lnTo>
              </a:path>
            </a:pathLst>
          </a:custGeom>
          <a:ln w="762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72400" y="3429000"/>
            <a:ext cx="1066800" cy="1905"/>
          </a:xfrm>
          <a:custGeom>
            <a:avLst/>
            <a:gdLst/>
            <a:ahLst/>
            <a:cxnLst/>
            <a:rect l="l" t="t" r="r" b="b"/>
            <a:pathLst>
              <a:path w="1066800" h="1904">
                <a:moveTo>
                  <a:pt x="0" y="0"/>
                </a:moveTo>
                <a:lnTo>
                  <a:pt x="1066800" y="1651"/>
                </a:lnTo>
              </a:path>
            </a:pathLst>
          </a:custGeom>
          <a:ln w="762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620000" y="3581400"/>
            <a:ext cx="1371600" cy="1905"/>
          </a:xfrm>
          <a:custGeom>
            <a:avLst/>
            <a:gdLst/>
            <a:ahLst/>
            <a:cxnLst/>
            <a:rect l="l" t="t" r="r" b="b"/>
            <a:pathLst>
              <a:path w="1371600" h="1904">
                <a:moveTo>
                  <a:pt x="0" y="0"/>
                </a:moveTo>
                <a:lnTo>
                  <a:pt x="1371600" y="1651"/>
                </a:lnTo>
              </a:path>
            </a:pathLst>
          </a:custGeom>
          <a:ln w="762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239000" y="3886200"/>
            <a:ext cx="2209800" cy="1905"/>
          </a:xfrm>
          <a:custGeom>
            <a:avLst/>
            <a:gdLst/>
            <a:ahLst/>
            <a:cxnLst/>
            <a:rect l="l" t="t" r="r" b="b"/>
            <a:pathLst>
              <a:path w="2209800" h="1904">
                <a:moveTo>
                  <a:pt x="0" y="0"/>
                </a:moveTo>
                <a:lnTo>
                  <a:pt x="2209800" y="1651"/>
                </a:lnTo>
              </a:path>
            </a:pathLst>
          </a:custGeom>
          <a:ln w="762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467600" y="3733800"/>
            <a:ext cx="1752600" cy="1905"/>
          </a:xfrm>
          <a:custGeom>
            <a:avLst/>
            <a:gdLst/>
            <a:ahLst/>
            <a:cxnLst/>
            <a:rect l="l" t="t" r="r" b="b"/>
            <a:pathLst>
              <a:path w="1752600" h="1904">
                <a:moveTo>
                  <a:pt x="0" y="0"/>
                </a:moveTo>
                <a:lnTo>
                  <a:pt x="1752600" y="1651"/>
                </a:lnTo>
              </a:path>
            </a:pathLst>
          </a:custGeom>
          <a:ln w="762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72400" y="4876800"/>
            <a:ext cx="1066800" cy="1905"/>
          </a:xfrm>
          <a:custGeom>
            <a:avLst/>
            <a:gdLst/>
            <a:ahLst/>
            <a:cxnLst/>
            <a:rect l="l" t="t" r="r" b="b"/>
            <a:pathLst>
              <a:path w="1066800" h="1904">
                <a:moveTo>
                  <a:pt x="0" y="0"/>
                </a:moveTo>
                <a:lnTo>
                  <a:pt x="1066800" y="1651"/>
                </a:lnTo>
              </a:path>
            </a:pathLst>
          </a:custGeom>
          <a:ln w="762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620000" y="5029200"/>
            <a:ext cx="1371600" cy="1905"/>
          </a:xfrm>
          <a:custGeom>
            <a:avLst/>
            <a:gdLst/>
            <a:ahLst/>
            <a:cxnLst/>
            <a:rect l="l" t="t" r="r" b="b"/>
            <a:pathLst>
              <a:path w="1371600" h="1904">
                <a:moveTo>
                  <a:pt x="0" y="0"/>
                </a:moveTo>
                <a:lnTo>
                  <a:pt x="1371600" y="1651"/>
                </a:lnTo>
              </a:path>
            </a:pathLst>
          </a:custGeom>
          <a:ln w="762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39000" y="4724400"/>
            <a:ext cx="2209800" cy="1905"/>
          </a:xfrm>
          <a:custGeom>
            <a:avLst/>
            <a:gdLst/>
            <a:ahLst/>
            <a:cxnLst/>
            <a:rect l="l" t="t" r="r" b="b"/>
            <a:pathLst>
              <a:path w="2209800" h="1904">
                <a:moveTo>
                  <a:pt x="0" y="0"/>
                </a:moveTo>
                <a:lnTo>
                  <a:pt x="2209800" y="1651"/>
                </a:lnTo>
              </a:path>
            </a:pathLst>
          </a:custGeom>
          <a:ln w="762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467600" y="5181600"/>
            <a:ext cx="1752600" cy="1905"/>
          </a:xfrm>
          <a:custGeom>
            <a:avLst/>
            <a:gdLst/>
            <a:ahLst/>
            <a:cxnLst/>
            <a:rect l="l" t="t" r="r" b="b"/>
            <a:pathLst>
              <a:path w="1752600" h="1904">
                <a:moveTo>
                  <a:pt x="0" y="0"/>
                </a:moveTo>
                <a:lnTo>
                  <a:pt x="1752600" y="1651"/>
                </a:lnTo>
              </a:path>
            </a:pathLst>
          </a:custGeom>
          <a:ln w="762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880989" y="2508504"/>
            <a:ext cx="840105" cy="609600"/>
          </a:xfrm>
          <a:custGeom>
            <a:avLst/>
            <a:gdLst/>
            <a:ahLst/>
            <a:cxnLst/>
            <a:rect l="l" t="t" r="r" b="b"/>
            <a:pathLst>
              <a:path w="840104" h="609600">
                <a:moveTo>
                  <a:pt x="579374" y="0"/>
                </a:moveTo>
                <a:lnTo>
                  <a:pt x="626999" y="82423"/>
                </a:lnTo>
                <a:lnTo>
                  <a:pt x="0" y="444373"/>
                </a:lnTo>
                <a:lnTo>
                  <a:pt x="95250" y="609346"/>
                </a:lnTo>
                <a:lnTo>
                  <a:pt x="722249" y="247396"/>
                </a:lnTo>
                <a:lnTo>
                  <a:pt x="769874" y="329946"/>
                </a:lnTo>
                <a:lnTo>
                  <a:pt x="839597" y="69723"/>
                </a:lnTo>
                <a:lnTo>
                  <a:pt x="579374" y="0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867400" y="35052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723900" y="0"/>
                </a:moveTo>
                <a:lnTo>
                  <a:pt x="723900" y="95250"/>
                </a:lnTo>
                <a:lnTo>
                  <a:pt x="0" y="95250"/>
                </a:lnTo>
                <a:lnTo>
                  <a:pt x="0" y="285750"/>
                </a:lnTo>
                <a:lnTo>
                  <a:pt x="723900" y="285750"/>
                </a:lnTo>
                <a:lnTo>
                  <a:pt x="723900" y="381000"/>
                </a:lnTo>
                <a:lnTo>
                  <a:pt x="914400" y="190500"/>
                </a:lnTo>
                <a:lnTo>
                  <a:pt x="723900" y="0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838825" y="4248277"/>
            <a:ext cx="839469" cy="609600"/>
          </a:xfrm>
          <a:custGeom>
            <a:avLst/>
            <a:gdLst/>
            <a:ahLst/>
            <a:cxnLst/>
            <a:rect l="l" t="t" r="r" b="b"/>
            <a:pathLst>
              <a:path w="839470" h="609600">
                <a:moveTo>
                  <a:pt x="95250" y="0"/>
                </a:moveTo>
                <a:lnTo>
                  <a:pt x="0" y="164972"/>
                </a:lnTo>
                <a:lnTo>
                  <a:pt x="626872" y="526923"/>
                </a:lnTo>
                <a:lnTo>
                  <a:pt x="579247" y="609473"/>
                </a:lnTo>
                <a:lnTo>
                  <a:pt x="839470" y="539750"/>
                </a:lnTo>
                <a:lnTo>
                  <a:pt x="769747" y="279527"/>
                </a:lnTo>
                <a:lnTo>
                  <a:pt x="722122" y="361950"/>
                </a:lnTo>
                <a:lnTo>
                  <a:pt x="95250" y="0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663569" y="6042342"/>
            <a:ext cx="486981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>
                <a:latin typeface="Calibri"/>
                <a:cs typeface="Calibri"/>
              </a:rPr>
              <a:t>Cost:</a:t>
            </a:r>
            <a:r>
              <a:rPr sz="2750" spc="50">
                <a:latin typeface="Calibri"/>
                <a:cs typeface="Calibri"/>
              </a:rPr>
              <a:t> </a:t>
            </a:r>
            <a:r>
              <a:rPr sz="2750">
                <a:latin typeface="Calibri"/>
                <a:cs typeface="Calibri"/>
              </a:rPr>
              <a:t>Number</a:t>
            </a:r>
            <a:r>
              <a:rPr sz="2750" spc="125">
                <a:latin typeface="Calibri"/>
                <a:cs typeface="Calibri"/>
              </a:rPr>
              <a:t> </a:t>
            </a:r>
            <a:r>
              <a:rPr sz="2750">
                <a:latin typeface="Calibri"/>
                <a:cs typeface="Calibri"/>
              </a:rPr>
              <a:t>of</a:t>
            </a:r>
            <a:r>
              <a:rPr sz="2750" spc="20">
                <a:latin typeface="Calibri"/>
                <a:cs typeface="Calibri"/>
              </a:rPr>
              <a:t> </a:t>
            </a:r>
            <a:r>
              <a:rPr sz="2750">
                <a:latin typeface="Calibri"/>
                <a:cs typeface="Calibri"/>
              </a:rPr>
              <a:t>pancakes</a:t>
            </a:r>
            <a:r>
              <a:rPr sz="2750" spc="80">
                <a:latin typeface="Calibri"/>
                <a:cs typeface="Calibri"/>
              </a:rPr>
              <a:t> </a:t>
            </a:r>
            <a:r>
              <a:rPr sz="2750" spc="-10">
                <a:latin typeface="Calibri"/>
                <a:cs typeface="Calibri"/>
              </a:rPr>
              <a:t>flipped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6435" y="3762298"/>
            <a:ext cx="177038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>
                <a:latin typeface="Calibri"/>
                <a:cs typeface="Calibri"/>
              </a:rPr>
              <a:t>Flip</a:t>
            </a:r>
            <a:r>
              <a:rPr sz="2750" spc="15">
                <a:latin typeface="Calibri"/>
                <a:cs typeface="Calibri"/>
              </a:rPr>
              <a:t> </a:t>
            </a:r>
            <a:r>
              <a:rPr sz="2750" spc="-10">
                <a:latin typeface="Calibri"/>
                <a:cs typeface="Calibri"/>
              </a:rPr>
              <a:t>Position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684" y="347916"/>
            <a:ext cx="3855097" cy="49174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74247" y="347916"/>
            <a:ext cx="6675882" cy="39789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371850" y="256222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05175" y="2657475"/>
            <a:ext cx="636905" cy="0"/>
          </a:xfrm>
          <a:custGeom>
            <a:avLst/>
            <a:gdLst/>
            <a:ahLst/>
            <a:cxnLst/>
            <a:rect l="l" t="t" r="r" b="b"/>
            <a:pathLst>
              <a:path w="636904">
                <a:moveTo>
                  <a:pt x="0" y="0"/>
                </a:moveTo>
                <a:lnTo>
                  <a:pt x="636524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24200" y="2466975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5">
                <a:moveTo>
                  <a:pt x="0" y="1524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28975" y="2752725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5">
                <a:moveTo>
                  <a:pt x="0" y="1650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14700" y="3790950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1524"/>
                </a:moveTo>
                <a:lnTo>
                  <a:pt x="636524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90900" y="359092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43250" y="3695700"/>
            <a:ext cx="1025525" cy="0"/>
          </a:xfrm>
          <a:custGeom>
            <a:avLst/>
            <a:gdLst/>
            <a:ahLst/>
            <a:cxnLst/>
            <a:rect l="l" t="t" r="r" b="b"/>
            <a:pathLst>
              <a:path w="1025525">
                <a:moveTo>
                  <a:pt x="0" y="0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48025" y="3886200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524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67325" y="2333625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5">
                <a:moveTo>
                  <a:pt x="0" y="0"/>
                </a:moveTo>
                <a:lnTo>
                  <a:pt x="1025525" y="1651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14975" y="223837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38775" y="2143125"/>
            <a:ext cx="636905" cy="0"/>
          </a:xfrm>
          <a:custGeom>
            <a:avLst/>
            <a:gdLst/>
            <a:ahLst/>
            <a:cxnLst/>
            <a:rect l="l" t="t" r="r" b="b"/>
            <a:pathLst>
              <a:path w="636904">
                <a:moveTo>
                  <a:pt x="0" y="0"/>
                </a:moveTo>
                <a:lnTo>
                  <a:pt x="636651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72100" y="2038350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5">
                <a:moveTo>
                  <a:pt x="0" y="0"/>
                </a:moveTo>
                <a:lnTo>
                  <a:pt x="812800" y="1524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619375" y="4752975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0"/>
                </a:moveTo>
                <a:lnTo>
                  <a:pt x="636524" y="1524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686050" y="4943475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1524"/>
                </a:moveTo>
                <a:lnTo>
                  <a:pt x="495300" y="0"/>
                </a:lnTo>
              </a:path>
            </a:pathLst>
          </a:custGeom>
          <a:ln w="38099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38400" y="4848225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1650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543175" y="5038725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650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600575" y="4514850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0"/>
                </a:moveTo>
                <a:lnTo>
                  <a:pt x="636524" y="1651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667250" y="4705350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1650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419600" y="4610100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1524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24375" y="4419600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0"/>
                </a:moveTo>
                <a:lnTo>
                  <a:pt x="812800" y="1651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220200" y="4248150"/>
            <a:ext cx="1025525" cy="0"/>
          </a:xfrm>
          <a:custGeom>
            <a:avLst/>
            <a:gdLst/>
            <a:ahLst/>
            <a:cxnLst/>
            <a:rect l="l" t="t" r="r" b="b"/>
            <a:pathLst>
              <a:path w="1025525">
                <a:moveTo>
                  <a:pt x="0" y="0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467850" y="3962400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1650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401175" y="4057650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1524"/>
                </a:moveTo>
                <a:lnTo>
                  <a:pt x="636524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324975" y="4152900"/>
            <a:ext cx="812800" cy="0"/>
          </a:xfrm>
          <a:custGeom>
            <a:avLst/>
            <a:gdLst/>
            <a:ahLst/>
            <a:cxnLst/>
            <a:rect l="l" t="t" r="r" b="b"/>
            <a:pathLst>
              <a:path w="812800">
                <a:moveTo>
                  <a:pt x="0" y="0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19700" y="3657600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0"/>
                </a:moveTo>
                <a:lnTo>
                  <a:pt x="1025525" y="1524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467350" y="3562350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0"/>
                </a:moveTo>
                <a:lnTo>
                  <a:pt x="495300" y="1651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391150" y="3362325"/>
            <a:ext cx="635000" cy="1905"/>
          </a:xfrm>
          <a:custGeom>
            <a:avLst/>
            <a:gdLst/>
            <a:ahLst/>
            <a:cxnLst/>
            <a:rect l="l" t="t" r="r" b="b"/>
            <a:pathLst>
              <a:path w="635000" h="1904">
                <a:moveTo>
                  <a:pt x="0" y="1524"/>
                </a:moveTo>
                <a:lnTo>
                  <a:pt x="635000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324475" y="3457575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524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309998" y="2351658"/>
            <a:ext cx="575310" cy="259715"/>
          </a:xfrm>
          <a:custGeom>
            <a:avLst/>
            <a:gdLst/>
            <a:ahLst/>
            <a:cxnLst/>
            <a:rect l="l" t="t" r="r" b="b"/>
            <a:pathLst>
              <a:path w="575310" h="259714">
                <a:moveTo>
                  <a:pt x="67309" y="162687"/>
                </a:moveTo>
                <a:lnTo>
                  <a:pt x="63245" y="163068"/>
                </a:lnTo>
                <a:lnTo>
                  <a:pt x="61086" y="165862"/>
                </a:lnTo>
                <a:lnTo>
                  <a:pt x="0" y="243967"/>
                </a:lnTo>
                <a:lnTo>
                  <a:pt x="101472" y="259207"/>
                </a:lnTo>
                <a:lnTo>
                  <a:pt x="104774" y="256794"/>
                </a:lnTo>
                <a:lnTo>
                  <a:pt x="105790" y="249809"/>
                </a:lnTo>
                <a:lnTo>
                  <a:pt x="103377" y="246634"/>
                </a:lnTo>
                <a:lnTo>
                  <a:pt x="93302" y="245110"/>
                </a:lnTo>
                <a:lnTo>
                  <a:pt x="14096" y="245110"/>
                </a:lnTo>
                <a:lnTo>
                  <a:pt x="9397" y="233299"/>
                </a:lnTo>
                <a:lnTo>
                  <a:pt x="31341" y="224574"/>
                </a:lnTo>
                <a:lnTo>
                  <a:pt x="71119" y="173736"/>
                </a:lnTo>
                <a:lnTo>
                  <a:pt x="73278" y="170942"/>
                </a:lnTo>
                <a:lnTo>
                  <a:pt x="72770" y="167005"/>
                </a:lnTo>
                <a:lnTo>
                  <a:pt x="69976" y="164846"/>
                </a:lnTo>
                <a:lnTo>
                  <a:pt x="67309" y="162687"/>
                </a:lnTo>
                <a:close/>
              </a:path>
              <a:path w="575310" h="259714">
                <a:moveTo>
                  <a:pt x="31341" y="224574"/>
                </a:moveTo>
                <a:lnTo>
                  <a:pt x="9397" y="233299"/>
                </a:lnTo>
                <a:lnTo>
                  <a:pt x="14096" y="245110"/>
                </a:lnTo>
                <a:lnTo>
                  <a:pt x="18888" y="243205"/>
                </a:lnTo>
                <a:lnTo>
                  <a:pt x="16763" y="243205"/>
                </a:lnTo>
                <a:lnTo>
                  <a:pt x="12699" y="232918"/>
                </a:lnTo>
                <a:lnTo>
                  <a:pt x="24813" y="232918"/>
                </a:lnTo>
                <a:lnTo>
                  <a:pt x="31341" y="224574"/>
                </a:lnTo>
                <a:close/>
              </a:path>
              <a:path w="575310" h="259714">
                <a:moveTo>
                  <a:pt x="35925" y="236431"/>
                </a:moveTo>
                <a:lnTo>
                  <a:pt x="14096" y="245110"/>
                </a:lnTo>
                <a:lnTo>
                  <a:pt x="93302" y="245110"/>
                </a:lnTo>
                <a:lnTo>
                  <a:pt x="35925" y="236431"/>
                </a:lnTo>
                <a:close/>
              </a:path>
              <a:path w="575310" h="259714">
                <a:moveTo>
                  <a:pt x="12699" y="232918"/>
                </a:moveTo>
                <a:lnTo>
                  <a:pt x="16763" y="243205"/>
                </a:lnTo>
                <a:lnTo>
                  <a:pt x="23531" y="234556"/>
                </a:lnTo>
                <a:lnTo>
                  <a:pt x="12699" y="232918"/>
                </a:lnTo>
                <a:close/>
              </a:path>
              <a:path w="575310" h="259714">
                <a:moveTo>
                  <a:pt x="23531" y="234556"/>
                </a:moveTo>
                <a:lnTo>
                  <a:pt x="16763" y="243205"/>
                </a:lnTo>
                <a:lnTo>
                  <a:pt x="18888" y="243205"/>
                </a:lnTo>
                <a:lnTo>
                  <a:pt x="35925" y="236431"/>
                </a:lnTo>
                <a:lnTo>
                  <a:pt x="23531" y="234556"/>
                </a:lnTo>
                <a:close/>
              </a:path>
              <a:path w="575310" h="259714">
                <a:moveTo>
                  <a:pt x="538876" y="22775"/>
                </a:moveTo>
                <a:lnTo>
                  <a:pt x="31341" y="224574"/>
                </a:lnTo>
                <a:lnTo>
                  <a:pt x="23531" y="234556"/>
                </a:lnTo>
                <a:lnTo>
                  <a:pt x="35925" y="236431"/>
                </a:lnTo>
                <a:lnTo>
                  <a:pt x="543460" y="34632"/>
                </a:lnTo>
                <a:lnTo>
                  <a:pt x="551270" y="24650"/>
                </a:lnTo>
                <a:lnTo>
                  <a:pt x="538876" y="22775"/>
                </a:lnTo>
                <a:close/>
              </a:path>
              <a:path w="575310" h="259714">
                <a:moveTo>
                  <a:pt x="24813" y="232918"/>
                </a:moveTo>
                <a:lnTo>
                  <a:pt x="12699" y="232918"/>
                </a:lnTo>
                <a:lnTo>
                  <a:pt x="23531" y="234556"/>
                </a:lnTo>
                <a:lnTo>
                  <a:pt x="24813" y="232918"/>
                </a:lnTo>
                <a:close/>
              </a:path>
              <a:path w="575310" h="259714">
                <a:moveTo>
                  <a:pt x="567191" y="14097"/>
                </a:moveTo>
                <a:lnTo>
                  <a:pt x="560704" y="14097"/>
                </a:lnTo>
                <a:lnTo>
                  <a:pt x="565403" y="25908"/>
                </a:lnTo>
                <a:lnTo>
                  <a:pt x="543460" y="34632"/>
                </a:lnTo>
                <a:lnTo>
                  <a:pt x="503681" y="85471"/>
                </a:lnTo>
                <a:lnTo>
                  <a:pt x="501522" y="88265"/>
                </a:lnTo>
                <a:lnTo>
                  <a:pt x="502030" y="92202"/>
                </a:lnTo>
                <a:lnTo>
                  <a:pt x="504824" y="94361"/>
                </a:lnTo>
                <a:lnTo>
                  <a:pt x="507491" y="96520"/>
                </a:lnTo>
                <a:lnTo>
                  <a:pt x="511555" y="96139"/>
                </a:lnTo>
                <a:lnTo>
                  <a:pt x="513714" y="93345"/>
                </a:lnTo>
                <a:lnTo>
                  <a:pt x="574801" y="15240"/>
                </a:lnTo>
                <a:lnTo>
                  <a:pt x="567191" y="14097"/>
                </a:lnTo>
                <a:close/>
              </a:path>
              <a:path w="575310" h="259714">
                <a:moveTo>
                  <a:pt x="551270" y="24650"/>
                </a:moveTo>
                <a:lnTo>
                  <a:pt x="543460" y="34632"/>
                </a:lnTo>
                <a:lnTo>
                  <a:pt x="564445" y="26289"/>
                </a:lnTo>
                <a:lnTo>
                  <a:pt x="562101" y="26289"/>
                </a:lnTo>
                <a:lnTo>
                  <a:pt x="551270" y="24650"/>
                </a:lnTo>
                <a:close/>
              </a:path>
              <a:path w="575310" h="259714">
                <a:moveTo>
                  <a:pt x="558037" y="16002"/>
                </a:moveTo>
                <a:lnTo>
                  <a:pt x="551270" y="24650"/>
                </a:lnTo>
                <a:lnTo>
                  <a:pt x="562101" y="26289"/>
                </a:lnTo>
                <a:lnTo>
                  <a:pt x="558037" y="16002"/>
                </a:lnTo>
                <a:close/>
              </a:path>
              <a:path w="575310" h="259714">
                <a:moveTo>
                  <a:pt x="561462" y="16002"/>
                </a:moveTo>
                <a:lnTo>
                  <a:pt x="558037" y="16002"/>
                </a:lnTo>
                <a:lnTo>
                  <a:pt x="562101" y="26289"/>
                </a:lnTo>
                <a:lnTo>
                  <a:pt x="564445" y="26289"/>
                </a:lnTo>
                <a:lnTo>
                  <a:pt x="565403" y="25908"/>
                </a:lnTo>
                <a:lnTo>
                  <a:pt x="561462" y="16002"/>
                </a:lnTo>
                <a:close/>
              </a:path>
              <a:path w="575310" h="259714">
                <a:moveTo>
                  <a:pt x="560704" y="14097"/>
                </a:moveTo>
                <a:lnTo>
                  <a:pt x="538876" y="22775"/>
                </a:lnTo>
                <a:lnTo>
                  <a:pt x="551270" y="24650"/>
                </a:lnTo>
                <a:lnTo>
                  <a:pt x="558037" y="16002"/>
                </a:lnTo>
                <a:lnTo>
                  <a:pt x="561462" y="16002"/>
                </a:lnTo>
                <a:lnTo>
                  <a:pt x="560704" y="14097"/>
                </a:lnTo>
                <a:close/>
              </a:path>
              <a:path w="575310" h="259714">
                <a:moveTo>
                  <a:pt x="473328" y="0"/>
                </a:moveTo>
                <a:lnTo>
                  <a:pt x="470026" y="2413"/>
                </a:lnTo>
                <a:lnTo>
                  <a:pt x="469010" y="9398"/>
                </a:lnTo>
                <a:lnTo>
                  <a:pt x="471423" y="12573"/>
                </a:lnTo>
                <a:lnTo>
                  <a:pt x="538876" y="22775"/>
                </a:lnTo>
                <a:lnTo>
                  <a:pt x="560704" y="14097"/>
                </a:lnTo>
                <a:lnTo>
                  <a:pt x="567191" y="14097"/>
                </a:lnTo>
                <a:lnTo>
                  <a:pt x="4733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610609" y="2928873"/>
            <a:ext cx="103505" cy="534035"/>
          </a:xfrm>
          <a:custGeom>
            <a:avLst/>
            <a:gdLst/>
            <a:ahLst/>
            <a:cxnLst/>
            <a:rect l="l" t="t" r="r" b="b"/>
            <a:pathLst>
              <a:path w="103504" h="534035">
                <a:moveTo>
                  <a:pt x="7111" y="437387"/>
                </a:moveTo>
                <a:lnTo>
                  <a:pt x="1015" y="440943"/>
                </a:lnTo>
                <a:lnTo>
                  <a:pt x="0" y="444880"/>
                </a:lnTo>
                <a:lnTo>
                  <a:pt x="51688" y="533526"/>
                </a:lnTo>
                <a:lnTo>
                  <a:pt x="59113" y="520826"/>
                </a:lnTo>
                <a:lnTo>
                  <a:pt x="45338" y="520826"/>
                </a:lnTo>
                <a:lnTo>
                  <a:pt x="45344" y="497196"/>
                </a:lnTo>
                <a:lnTo>
                  <a:pt x="11048" y="438403"/>
                </a:lnTo>
                <a:lnTo>
                  <a:pt x="7111" y="437387"/>
                </a:lnTo>
                <a:close/>
              </a:path>
              <a:path w="103504" h="534035">
                <a:moveTo>
                  <a:pt x="45460" y="497394"/>
                </a:moveTo>
                <a:lnTo>
                  <a:pt x="45338" y="520826"/>
                </a:lnTo>
                <a:lnTo>
                  <a:pt x="58038" y="520826"/>
                </a:lnTo>
                <a:lnTo>
                  <a:pt x="58039" y="517651"/>
                </a:lnTo>
                <a:lnTo>
                  <a:pt x="46227" y="517651"/>
                </a:lnTo>
                <a:lnTo>
                  <a:pt x="51752" y="508181"/>
                </a:lnTo>
                <a:lnTo>
                  <a:pt x="45460" y="497394"/>
                </a:lnTo>
                <a:close/>
              </a:path>
              <a:path w="103504" h="534035">
                <a:moveTo>
                  <a:pt x="96392" y="437387"/>
                </a:moveTo>
                <a:lnTo>
                  <a:pt x="92455" y="438403"/>
                </a:lnTo>
                <a:lnTo>
                  <a:pt x="58044" y="497196"/>
                </a:lnTo>
                <a:lnTo>
                  <a:pt x="58038" y="520826"/>
                </a:lnTo>
                <a:lnTo>
                  <a:pt x="59113" y="520826"/>
                </a:lnTo>
                <a:lnTo>
                  <a:pt x="103504" y="444880"/>
                </a:lnTo>
                <a:lnTo>
                  <a:pt x="102488" y="440943"/>
                </a:lnTo>
                <a:lnTo>
                  <a:pt x="96392" y="437387"/>
                </a:lnTo>
                <a:close/>
              </a:path>
              <a:path w="103504" h="534035">
                <a:moveTo>
                  <a:pt x="51752" y="508181"/>
                </a:moveTo>
                <a:lnTo>
                  <a:pt x="46227" y="517651"/>
                </a:lnTo>
                <a:lnTo>
                  <a:pt x="57276" y="517651"/>
                </a:lnTo>
                <a:lnTo>
                  <a:pt x="51752" y="508181"/>
                </a:lnTo>
                <a:close/>
              </a:path>
              <a:path w="103504" h="534035">
                <a:moveTo>
                  <a:pt x="58044" y="497394"/>
                </a:moveTo>
                <a:lnTo>
                  <a:pt x="51752" y="508181"/>
                </a:lnTo>
                <a:lnTo>
                  <a:pt x="57276" y="517651"/>
                </a:lnTo>
                <a:lnTo>
                  <a:pt x="58039" y="517651"/>
                </a:lnTo>
                <a:lnTo>
                  <a:pt x="58044" y="497394"/>
                </a:lnTo>
                <a:close/>
              </a:path>
              <a:path w="103504" h="534035">
                <a:moveTo>
                  <a:pt x="51752" y="25345"/>
                </a:moveTo>
                <a:lnTo>
                  <a:pt x="45460" y="36132"/>
                </a:lnTo>
                <a:lnTo>
                  <a:pt x="45460" y="497394"/>
                </a:lnTo>
                <a:lnTo>
                  <a:pt x="51752" y="508181"/>
                </a:lnTo>
                <a:lnTo>
                  <a:pt x="58044" y="497394"/>
                </a:lnTo>
                <a:lnTo>
                  <a:pt x="58160" y="36132"/>
                </a:lnTo>
                <a:lnTo>
                  <a:pt x="51752" y="25345"/>
                </a:lnTo>
                <a:close/>
              </a:path>
              <a:path w="103504" h="534035">
                <a:moveTo>
                  <a:pt x="51815" y="0"/>
                </a:moveTo>
                <a:lnTo>
                  <a:pt x="0" y="88645"/>
                </a:lnTo>
                <a:lnTo>
                  <a:pt x="1015" y="92582"/>
                </a:lnTo>
                <a:lnTo>
                  <a:pt x="7111" y="96138"/>
                </a:lnTo>
                <a:lnTo>
                  <a:pt x="11048" y="95122"/>
                </a:lnTo>
                <a:lnTo>
                  <a:pt x="45344" y="36329"/>
                </a:lnTo>
                <a:lnTo>
                  <a:pt x="45465" y="12572"/>
                </a:lnTo>
                <a:lnTo>
                  <a:pt x="59147" y="12572"/>
                </a:lnTo>
                <a:lnTo>
                  <a:pt x="51815" y="0"/>
                </a:lnTo>
                <a:close/>
              </a:path>
              <a:path w="103504" h="534035">
                <a:moveTo>
                  <a:pt x="59147" y="12572"/>
                </a:moveTo>
                <a:lnTo>
                  <a:pt x="58165" y="12572"/>
                </a:lnTo>
                <a:lnTo>
                  <a:pt x="58160" y="36329"/>
                </a:lnTo>
                <a:lnTo>
                  <a:pt x="92455" y="95122"/>
                </a:lnTo>
                <a:lnTo>
                  <a:pt x="96392" y="96138"/>
                </a:lnTo>
                <a:lnTo>
                  <a:pt x="102488" y="92582"/>
                </a:lnTo>
                <a:lnTo>
                  <a:pt x="103504" y="88645"/>
                </a:lnTo>
                <a:lnTo>
                  <a:pt x="59147" y="12572"/>
                </a:lnTo>
                <a:close/>
              </a:path>
              <a:path w="103504" h="534035">
                <a:moveTo>
                  <a:pt x="58165" y="12572"/>
                </a:moveTo>
                <a:lnTo>
                  <a:pt x="45465" y="12572"/>
                </a:lnTo>
                <a:lnTo>
                  <a:pt x="45460" y="36132"/>
                </a:lnTo>
                <a:lnTo>
                  <a:pt x="51752" y="25345"/>
                </a:lnTo>
                <a:lnTo>
                  <a:pt x="46227" y="15874"/>
                </a:lnTo>
                <a:lnTo>
                  <a:pt x="58165" y="15874"/>
                </a:lnTo>
                <a:lnTo>
                  <a:pt x="58165" y="12572"/>
                </a:lnTo>
                <a:close/>
              </a:path>
              <a:path w="103504" h="534035">
                <a:moveTo>
                  <a:pt x="58165" y="15874"/>
                </a:moveTo>
                <a:lnTo>
                  <a:pt x="57276" y="15874"/>
                </a:lnTo>
                <a:lnTo>
                  <a:pt x="51752" y="25345"/>
                </a:lnTo>
                <a:lnTo>
                  <a:pt x="58044" y="36132"/>
                </a:lnTo>
                <a:lnTo>
                  <a:pt x="58165" y="15874"/>
                </a:lnTo>
                <a:close/>
              </a:path>
              <a:path w="103504" h="534035">
                <a:moveTo>
                  <a:pt x="57276" y="15874"/>
                </a:moveTo>
                <a:lnTo>
                  <a:pt x="46227" y="15874"/>
                </a:lnTo>
                <a:lnTo>
                  <a:pt x="51752" y="25345"/>
                </a:lnTo>
                <a:lnTo>
                  <a:pt x="57276" y="15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52698" y="4071873"/>
            <a:ext cx="610235" cy="457834"/>
          </a:xfrm>
          <a:custGeom>
            <a:avLst/>
            <a:gdLst/>
            <a:ahLst/>
            <a:cxnLst/>
            <a:rect l="l" t="t" r="r" b="b"/>
            <a:pathLst>
              <a:path w="610235" h="457835">
                <a:moveTo>
                  <a:pt x="43687" y="361188"/>
                </a:moveTo>
                <a:lnTo>
                  <a:pt x="39877" y="362712"/>
                </a:lnTo>
                <a:lnTo>
                  <a:pt x="38607" y="366014"/>
                </a:lnTo>
                <a:lnTo>
                  <a:pt x="0" y="457327"/>
                </a:lnTo>
                <a:lnTo>
                  <a:pt x="21872" y="454787"/>
                </a:lnTo>
                <a:lnTo>
                  <a:pt x="13969" y="454787"/>
                </a:lnTo>
                <a:lnTo>
                  <a:pt x="6349" y="444627"/>
                </a:lnTo>
                <a:lnTo>
                  <a:pt x="25174" y="430507"/>
                </a:lnTo>
                <a:lnTo>
                  <a:pt x="51688" y="367665"/>
                </a:lnTo>
                <a:lnTo>
                  <a:pt x="50164" y="363982"/>
                </a:lnTo>
                <a:lnTo>
                  <a:pt x="47163" y="362712"/>
                </a:lnTo>
                <a:lnTo>
                  <a:pt x="43687" y="361188"/>
                </a:lnTo>
                <a:close/>
              </a:path>
              <a:path w="610235" h="457835">
                <a:moveTo>
                  <a:pt x="25174" y="430507"/>
                </a:moveTo>
                <a:lnTo>
                  <a:pt x="6349" y="444627"/>
                </a:lnTo>
                <a:lnTo>
                  <a:pt x="13969" y="454787"/>
                </a:lnTo>
                <a:lnTo>
                  <a:pt x="17356" y="452247"/>
                </a:lnTo>
                <a:lnTo>
                  <a:pt x="16001" y="452247"/>
                </a:lnTo>
                <a:lnTo>
                  <a:pt x="9397" y="443357"/>
                </a:lnTo>
                <a:lnTo>
                  <a:pt x="20285" y="442094"/>
                </a:lnTo>
                <a:lnTo>
                  <a:pt x="25174" y="430507"/>
                </a:lnTo>
                <a:close/>
              </a:path>
              <a:path w="610235" h="457835">
                <a:moveTo>
                  <a:pt x="100456" y="432816"/>
                </a:moveTo>
                <a:lnTo>
                  <a:pt x="32831" y="440640"/>
                </a:lnTo>
                <a:lnTo>
                  <a:pt x="13969" y="454787"/>
                </a:lnTo>
                <a:lnTo>
                  <a:pt x="21872" y="454787"/>
                </a:lnTo>
                <a:lnTo>
                  <a:pt x="101980" y="445516"/>
                </a:lnTo>
                <a:lnTo>
                  <a:pt x="104520" y="442341"/>
                </a:lnTo>
                <a:lnTo>
                  <a:pt x="104012" y="438785"/>
                </a:lnTo>
                <a:lnTo>
                  <a:pt x="103631" y="435356"/>
                </a:lnTo>
                <a:lnTo>
                  <a:pt x="100456" y="432816"/>
                </a:lnTo>
                <a:close/>
              </a:path>
              <a:path w="610235" h="457835">
                <a:moveTo>
                  <a:pt x="20285" y="442094"/>
                </a:moveTo>
                <a:lnTo>
                  <a:pt x="9397" y="443357"/>
                </a:lnTo>
                <a:lnTo>
                  <a:pt x="16001" y="452247"/>
                </a:lnTo>
                <a:lnTo>
                  <a:pt x="20181" y="442341"/>
                </a:lnTo>
                <a:lnTo>
                  <a:pt x="20285" y="442094"/>
                </a:lnTo>
                <a:close/>
              </a:path>
              <a:path w="610235" h="457835">
                <a:moveTo>
                  <a:pt x="32831" y="440640"/>
                </a:moveTo>
                <a:lnTo>
                  <a:pt x="20285" y="442094"/>
                </a:lnTo>
                <a:lnTo>
                  <a:pt x="16001" y="452247"/>
                </a:lnTo>
                <a:lnTo>
                  <a:pt x="17356" y="452247"/>
                </a:lnTo>
                <a:lnTo>
                  <a:pt x="32831" y="440640"/>
                </a:lnTo>
                <a:close/>
              </a:path>
              <a:path w="610235" h="457835">
                <a:moveTo>
                  <a:pt x="589441" y="15232"/>
                </a:moveTo>
                <a:lnTo>
                  <a:pt x="576895" y="16686"/>
                </a:lnTo>
                <a:lnTo>
                  <a:pt x="25174" y="430507"/>
                </a:lnTo>
                <a:lnTo>
                  <a:pt x="20285" y="442094"/>
                </a:lnTo>
                <a:lnTo>
                  <a:pt x="32831" y="440640"/>
                </a:lnTo>
                <a:lnTo>
                  <a:pt x="584552" y="26819"/>
                </a:lnTo>
                <a:lnTo>
                  <a:pt x="589441" y="15232"/>
                </a:lnTo>
                <a:close/>
              </a:path>
              <a:path w="610235" h="457835">
                <a:moveTo>
                  <a:pt x="608653" y="2540"/>
                </a:moveTo>
                <a:lnTo>
                  <a:pt x="595757" y="2540"/>
                </a:lnTo>
                <a:lnTo>
                  <a:pt x="603376" y="12700"/>
                </a:lnTo>
                <a:lnTo>
                  <a:pt x="584552" y="26819"/>
                </a:lnTo>
                <a:lnTo>
                  <a:pt x="558038" y="89662"/>
                </a:lnTo>
                <a:lnTo>
                  <a:pt x="559561" y="93345"/>
                </a:lnTo>
                <a:lnTo>
                  <a:pt x="562863" y="94742"/>
                </a:lnTo>
                <a:lnTo>
                  <a:pt x="566038" y="96139"/>
                </a:lnTo>
                <a:lnTo>
                  <a:pt x="569531" y="94742"/>
                </a:lnTo>
                <a:lnTo>
                  <a:pt x="569800" y="94742"/>
                </a:lnTo>
                <a:lnTo>
                  <a:pt x="571118" y="91313"/>
                </a:lnTo>
                <a:lnTo>
                  <a:pt x="608653" y="2540"/>
                </a:lnTo>
                <a:close/>
              </a:path>
              <a:path w="610235" h="457835">
                <a:moveTo>
                  <a:pt x="597661" y="5080"/>
                </a:moveTo>
                <a:lnTo>
                  <a:pt x="593724" y="5080"/>
                </a:lnTo>
                <a:lnTo>
                  <a:pt x="600329" y="13970"/>
                </a:lnTo>
                <a:lnTo>
                  <a:pt x="589441" y="15232"/>
                </a:lnTo>
                <a:lnTo>
                  <a:pt x="584552" y="26819"/>
                </a:lnTo>
                <a:lnTo>
                  <a:pt x="603376" y="12700"/>
                </a:lnTo>
                <a:lnTo>
                  <a:pt x="597661" y="5080"/>
                </a:lnTo>
                <a:close/>
              </a:path>
              <a:path w="610235" h="457835">
                <a:moveTo>
                  <a:pt x="609726" y="0"/>
                </a:moveTo>
                <a:lnTo>
                  <a:pt x="507745" y="11810"/>
                </a:lnTo>
                <a:lnTo>
                  <a:pt x="505205" y="14985"/>
                </a:lnTo>
                <a:lnTo>
                  <a:pt x="505713" y="18542"/>
                </a:lnTo>
                <a:lnTo>
                  <a:pt x="506094" y="21971"/>
                </a:lnTo>
                <a:lnTo>
                  <a:pt x="509269" y="24510"/>
                </a:lnTo>
                <a:lnTo>
                  <a:pt x="576895" y="16686"/>
                </a:lnTo>
                <a:lnTo>
                  <a:pt x="595757" y="2540"/>
                </a:lnTo>
                <a:lnTo>
                  <a:pt x="608653" y="2540"/>
                </a:lnTo>
                <a:lnTo>
                  <a:pt x="609726" y="0"/>
                </a:lnTo>
                <a:close/>
              </a:path>
              <a:path w="610235" h="457835">
                <a:moveTo>
                  <a:pt x="595757" y="2540"/>
                </a:moveTo>
                <a:lnTo>
                  <a:pt x="576895" y="16686"/>
                </a:lnTo>
                <a:lnTo>
                  <a:pt x="589441" y="15232"/>
                </a:lnTo>
                <a:lnTo>
                  <a:pt x="593724" y="5080"/>
                </a:lnTo>
                <a:lnTo>
                  <a:pt x="597661" y="5080"/>
                </a:lnTo>
                <a:lnTo>
                  <a:pt x="595757" y="2540"/>
                </a:lnTo>
                <a:close/>
              </a:path>
              <a:path w="610235" h="457835">
                <a:moveTo>
                  <a:pt x="593724" y="5080"/>
                </a:moveTo>
                <a:lnTo>
                  <a:pt x="589545" y="14985"/>
                </a:lnTo>
                <a:lnTo>
                  <a:pt x="589441" y="15232"/>
                </a:lnTo>
                <a:lnTo>
                  <a:pt x="600329" y="13970"/>
                </a:lnTo>
                <a:lnTo>
                  <a:pt x="593724" y="5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081398" y="4119498"/>
            <a:ext cx="305435" cy="229235"/>
          </a:xfrm>
          <a:custGeom>
            <a:avLst/>
            <a:gdLst/>
            <a:ahLst/>
            <a:cxnLst/>
            <a:rect l="l" t="t" r="r" b="b"/>
            <a:pathLst>
              <a:path w="305435" h="229235">
                <a:moveTo>
                  <a:pt x="204470" y="204216"/>
                </a:moveTo>
                <a:lnTo>
                  <a:pt x="201295" y="206756"/>
                </a:lnTo>
                <a:lnTo>
                  <a:pt x="200914" y="210185"/>
                </a:lnTo>
                <a:lnTo>
                  <a:pt x="200441" y="213494"/>
                </a:lnTo>
                <a:lnTo>
                  <a:pt x="200406" y="213741"/>
                </a:lnTo>
                <a:lnTo>
                  <a:pt x="202946" y="216916"/>
                </a:lnTo>
                <a:lnTo>
                  <a:pt x="304927" y="228727"/>
                </a:lnTo>
                <a:lnTo>
                  <a:pt x="303853" y="226187"/>
                </a:lnTo>
                <a:lnTo>
                  <a:pt x="290957" y="226187"/>
                </a:lnTo>
                <a:lnTo>
                  <a:pt x="272097" y="212040"/>
                </a:lnTo>
                <a:lnTo>
                  <a:pt x="204470" y="204216"/>
                </a:lnTo>
                <a:close/>
              </a:path>
              <a:path w="305435" h="229235">
                <a:moveTo>
                  <a:pt x="272097" y="212040"/>
                </a:moveTo>
                <a:lnTo>
                  <a:pt x="290957" y="226187"/>
                </a:lnTo>
                <a:lnTo>
                  <a:pt x="292862" y="223647"/>
                </a:lnTo>
                <a:lnTo>
                  <a:pt x="288925" y="223647"/>
                </a:lnTo>
                <a:lnTo>
                  <a:pt x="284745" y="213741"/>
                </a:lnTo>
                <a:lnTo>
                  <a:pt x="284642" y="213494"/>
                </a:lnTo>
                <a:lnTo>
                  <a:pt x="272097" y="212040"/>
                </a:lnTo>
                <a:close/>
              </a:path>
              <a:path w="305435" h="229235">
                <a:moveTo>
                  <a:pt x="261239" y="132588"/>
                </a:moveTo>
                <a:lnTo>
                  <a:pt x="257763" y="134112"/>
                </a:lnTo>
                <a:lnTo>
                  <a:pt x="254762" y="135382"/>
                </a:lnTo>
                <a:lnTo>
                  <a:pt x="253365" y="139065"/>
                </a:lnTo>
                <a:lnTo>
                  <a:pt x="254635" y="142367"/>
                </a:lnTo>
                <a:lnTo>
                  <a:pt x="279753" y="201907"/>
                </a:lnTo>
                <a:lnTo>
                  <a:pt x="298577" y="216027"/>
                </a:lnTo>
                <a:lnTo>
                  <a:pt x="290957" y="226187"/>
                </a:lnTo>
                <a:lnTo>
                  <a:pt x="303853" y="226187"/>
                </a:lnTo>
                <a:lnTo>
                  <a:pt x="266319" y="137414"/>
                </a:lnTo>
                <a:lnTo>
                  <a:pt x="265049" y="134112"/>
                </a:lnTo>
                <a:lnTo>
                  <a:pt x="261239" y="132588"/>
                </a:lnTo>
                <a:close/>
              </a:path>
              <a:path w="305435" h="229235">
                <a:moveTo>
                  <a:pt x="284642" y="213494"/>
                </a:moveTo>
                <a:lnTo>
                  <a:pt x="288925" y="223647"/>
                </a:lnTo>
                <a:lnTo>
                  <a:pt x="295529" y="214757"/>
                </a:lnTo>
                <a:lnTo>
                  <a:pt x="284642" y="213494"/>
                </a:lnTo>
                <a:close/>
              </a:path>
              <a:path w="305435" h="229235">
                <a:moveTo>
                  <a:pt x="279753" y="201907"/>
                </a:moveTo>
                <a:lnTo>
                  <a:pt x="284642" y="213494"/>
                </a:lnTo>
                <a:lnTo>
                  <a:pt x="295529" y="214757"/>
                </a:lnTo>
                <a:lnTo>
                  <a:pt x="288925" y="223647"/>
                </a:lnTo>
                <a:lnTo>
                  <a:pt x="292862" y="223647"/>
                </a:lnTo>
                <a:lnTo>
                  <a:pt x="298577" y="216027"/>
                </a:lnTo>
                <a:lnTo>
                  <a:pt x="279753" y="201907"/>
                </a:lnTo>
                <a:close/>
              </a:path>
              <a:path w="305435" h="229235">
                <a:moveTo>
                  <a:pt x="20285" y="15232"/>
                </a:moveTo>
                <a:lnTo>
                  <a:pt x="25174" y="26820"/>
                </a:lnTo>
                <a:lnTo>
                  <a:pt x="272097" y="212040"/>
                </a:lnTo>
                <a:lnTo>
                  <a:pt x="284642" y="213494"/>
                </a:lnTo>
                <a:lnTo>
                  <a:pt x="279753" y="201907"/>
                </a:lnTo>
                <a:lnTo>
                  <a:pt x="32829" y="16686"/>
                </a:lnTo>
                <a:lnTo>
                  <a:pt x="20285" y="15232"/>
                </a:lnTo>
                <a:close/>
              </a:path>
              <a:path w="305435" h="229235">
                <a:moveTo>
                  <a:pt x="0" y="0"/>
                </a:moveTo>
                <a:lnTo>
                  <a:pt x="38608" y="91313"/>
                </a:lnTo>
                <a:lnTo>
                  <a:pt x="39926" y="94742"/>
                </a:lnTo>
                <a:lnTo>
                  <a:pt x="40195" y="94742"/>
                </a:lnTo>
                <a:lnTo>
                  <a:pt x="43688" y="96139"/>
                </a:lnTo>
                <a:lnTo>
                  <a:pt x="46863" y="94742"/>
                </a:lnTo>
                <a:lnTo>
                  <a:pt x="50165" y="93345"/>
                </a:lnTo>
                <a:lnTo>
                  <a:pt x="51689" y="89662"/>
                </a:lnTo>
                <a:lnTo>
                  <a:pt x="25174" y="26820"/>
                </a:lnTo>
                <a:lnTo>
                  <a:pt x="6350" y="12700"/>
                </a:lnTo>
                <a:lnTo>
                  <a:pt x="13970" y="2540"/>
                </a:lnTo>
                <a:lnTo>
                  <a:pt x="21872" y="2540"/>
                </a:lnTo>
                <a:lnTo>
                  <a:pt x="0" y="0"/>
                </a:lnTo>
                <a:close/>
              </a:path>
              <a:path w="305435" h="229235">
                <a:moveTo>
                  <a:pt x="13970" y="2540"/>
                </a:moveTo>
                <a:lnTo>
                  <a:pt x="6350" y="12700"/>
                </a:lnTo>
                <a:lnTo>
                  <a:pt x="25174" y="26820"/>
                </a:lnTo>
                <a:lnTo>
                  <a:pt x="20285" y="15232"/>
                </a:lnTo>
                <a:lnTo>
                  <a:pt x="9398" y="13970"/>
                </a:lnTo>
                <a:lnTo>
                  <a:pt x="16002" y="5080"/>
                </a:lnTo>
                <a:lnTo>
                  <a:pt x="17356" y="5080"/>
                </a:lnTo>
                <a:lnTo>
                  <a:pt x="13970" y="2540"/>
                </a:lnTo>
                <a:close/>
              </a:path>
              <a:path w="305435" h="229235">
                <a:moveTo>
                  <a:pt x="21872" y="2540"/>
                </a:moveTo>
                <a:lnTo>
                  <a:pt x="13970" y="2540"/>
                </a:lnTo>
                <a:lnTo>
                  <a:pt x="32829" y="16686"/>
                </a:lnTo>
                <a:lnTo>
                  <a:pt x="100457" y="24511"/>
                </a:lnTo>
                <a:lnTo>
                  <a:pt x="103632" y="21971"/>
                </a:lnTo>
                <a:lnTo>
                  <a:pt x="104013" y="18542"/>
                </a:lnTo>
                <a:lnTo>
                  <a:pt x="104485" y="15232"/>
                </a:lnTo>
                <a:lnTo>
                  <a:pt x="104521" y="14986"/>
                </a:lnTo>
                <a:lnTo>
                  <a:pt x="101981" y="11811"/>
                </a:lnTo>
                <a:lnTo>
                  <a:pt x="21872" y="2540"/>
                </a:lnTo>
                <a:close/>
              </a:path>
              <a:path w="305435" h="229235">
                <a:moveTo>
                  <a:pt x="17356" y="5080"/>
                </a:moveTo>
                <a:lnTo>
                  <a:pt x="16002" y="5080"/>
                </a:lnTo>
                <a:lnTo>
                  <a:pt x="20181" y="14986"/>
                </a:lnTo>
                <a:lnTo>
                  <a:pt x="20285" y="15232"/>
                </a:lnTo>
                <a:lnTo>
                  <a:pt x="32829" y="16686"/>
                </a:lnTo>
                <a:lnTo>
                  <a:pt x="17356" y="5080"/>
                </a:lnTo>
                <a:close/>
              </a:path>
              <a:path w="305435" h="229235">
                <a:moveTo>
                  <a:pt x="16002" y="5080"/>
                </a:moveTo>
                <a:lnTo>
                  <a:pt x="9398" y="13970"/>
                </a:lnTo>
                <a:lnTo>
                  <a:pt x="20285" y="15232"/>
                </a:lnTo>
                <a:lnTo>
                  <a:pt x="16002" y="5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695950" y="5562600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1524"/>
                </a:moveTo>
                <a:lnTo>
                  <a:pt x="495300" y="0"/>
                </a:lnTo>
              </a:path>
            </a:pathLst>
          </a:custGeom>
          <a:ln w="38099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619750" y="5372100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1650"/>
                </a:moveTo>
                <a:lnTo>
                  <a:pt x="636524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448300" y="5276850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0"/>
                </a:moveTo>
                <a:lnTo>
                  <a:pt x="1025525" y="1524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553075" y="5467350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650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609850" y="585787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543175" y="5762625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5" h="1904">
                <a:moveTo>
                  <a:pt x="0" y="1587"/>
                </a:moveTo>
                <a:lnTo>
                  <a:pt x="636524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362200" y="5667375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0"/>
                </a:moveTo>
                <a:lnTo>
                  <a:pt x="1025525" y="1587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466975" y="5953125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587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095750" y="6134100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0"/>
                </a:moveTo>
                <a:lnTo>
                  <a:pt x="495300" y="1587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029075" y="6229350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0"/>
                </a:moveTo>
                <a:lnTo>
                  <a:pt x="636524" y="1587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848100" y="6324600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1587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962400" y="6029325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0"/>
                </a:moveTo>
                <a:lnTo>
                  <a:pt x="812800" y="1587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296150" y="3886200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0"/>
                </a:moveTo>
                <a:lnTo>
                  <a:pt x="495300" y="1651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219950" y="4076700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0"/>
                </a:moveTo>
                <a:lnTo>
                  <a:pt x="636524" y="1524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048500" y="4171950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1650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153275" y="3981450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0"/>
                </a:moveTo>
                <a:lnTo>
                  <a:pt x="812800" y="1524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305800" y="6000750"/>
            <a:ext cx="1025525" cy="0"/>
          </a:xfrm>
          <a:custGeom>
            <a:avLst/>
            <a:gdLst/>
            <a:ahLst/>
            <a:cxnLst/>
            <a:rect l="l" t="t" r="r" b="b"/>
            <a:pathLst>
              <a:path w="1025525">
                <a:moveTo>
                  <a:pt x="0" y="0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553450" y="5810250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1587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486775" y="5715000"/>
            <a:ext cx="635000" cy="1905"/>
          </a:xfrm>
          <a:custGeom>
            <a:avLst/>
            <a:gdLst/>
            <a:ahLst/>
            <a:cxnLst/>
            <a:rect l="l" t="t" r="r" b="b"/>
            <a:pathLst>
              <a:path w="635000" h="1904">
                <a:moveTo>
                  <a:pt x="0" y="1587"/>
                </a:moveTo>
                <a:lnTo>
                  <a:pt x="635000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410575" y="5905500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587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887217" y="5186298"/>
            <a:ext cx="104139" cy="305435"/>
          </a:xfrm>
          <a:custGeom>
            <a:avLst/>
            <a:gdLst/>
            <a:ahLst/>
            <a:cxnLst/>
            <a:rect l="l" t="t" r="r" b="b"/>
            <a:pathLst>
              <a:path w="104139" h="305435">
                <a:moveTo>
                  <a:pt x="7111" y="208660"/>
                </a:moveTo>
                <a:lnTo>
                  <a:pt x="4063" y="210311"/>
                </a:lnTo>
                <a:lnTo>
                  <a:pt x="1015" y="212089"/>
                </a:lnTo>
                <a:lnTo>
                  <a:pt x="0" y="216026"/>
                </a:lnTo>
                <a:lnTo>
                  <a:pt x="1777" y="219074"/>
                </a:lnTo>
                <a:lnTo>
                  <a:pt x="51307" y="304926"/>
                </a:lnTo>
                <a:lnTo>
                  <a:pt x="58717" y="292353"/>
                </a:lnTo>
                <a:lnTo>
                  <a:pt x="44957" y="292353"/>
                </a:lnTo>
                <a:lnTo>
                  <a:pt x="45074" y="268890"/>
                </a:lnTo>
                <a:lnTo>
                  <a:pt x="12699" y="212724"/>
                </a:lnTo>
                <a:lnTo>
                  <a:pt x="11048" y="209676"/>
                </a:lnTo>
                <a:lnTo>
                  <a:pt x="7111" y="208660"/>
                </a:lnTo>
                <a:close/>
              </a:path>
              <a:path w="104139" h="305435">
                <a:moveTo>
                  <a:pt x="45074" y="268890"/>
                </a:moveTo>
                <a:lnTo>
                  <a:pt x="45020" y="279753"/>
                </a:lnTo>
                <a:lnTo>
                  <a:pt x="56695" y="289051"/>
                </a:lnTo>
                <a:lnTo>
                  <a:pt x="56768" y="289178"/>
                </a:lnTo>
                <a:lnTo>
                  <a:pt x="44973" y="289051"/>
                </a:lnTo>
                <a:lnTo>
                  <a:pt x="44957" y="292353"/>
                </a:lnTo>
                <a:lnTo>
                  <a:pt x="57657" y="292353"/>
                </a:lnTo>
                <a:lnTo>
                  <a:pt x="57673" y="289178"/>
                </a:lnTo>
                <a:lnTo>
                  <a:pt x="45846" y="289051"/>
                </a:lnTo>
                <a:lnTo>
                  <a:pt x="57674" y="289051"/>
                </a:lnTo>
                <a:lnTo>
                  <a:pt x="51335" y="279753"/>
                </a:lnTo>
                <a:lnTo>
                  <a:pt x="45074" y="268890"/>
                </a:lnTo>
                <a:close/>
              </a:path>
              <a:path w="104139" h="305435">
                <a:moveTo>
                  <a:pt x="96392" y="209041"/>
                </a:moveTo>
                <a:lnTo>
                  <a:pt x="92455" y="210057"/>
                </a:lnTo>
                <a:lnTo>
                  <a:pt x="90677" y="213105"/>
                </a:lnTo>
                <a:lnTo>
                  <a:pt x="57775" y="268890"/>
                </a:lnTo>
                <a:lnTo>
                  <a:pt x="57657" y="292353"/>
                </a:lnTo>
                <a:lnTo>
                  <a:pt x="58717" y="292353"/>
                </a:lnTo>
                <a:lnTo>
                  <a:pt x="101599" y="219582"/>
                </a:lnTo>
                <a:lnTo>
                  <a:pt x="103377" y="216534"/>
                </a:lnTo>
                <a:lnTo>
                  <a:pt x="102493" y="213105"/>
                </a:lnTo>
                <a:lnTo>
                  <a:pt x="102394" y="212724"/>
                </a:lnTo>
                <a:lnTo>
                  <a:pt x="102570" y="212724"/>
                </a:lnTo>
                <a:lnTo>
                  <a:pt x="99440" y="210819"/>
                </a:lnTo>
                <a:lnTo>
                  <a:pt x="96392" y="209041"/>
                </a:lnTo>
                <a:close/>
              </a:path>
              <a:path w="104139" h="305435">
                <a:moveTo>
                  <a:pt x="51335" y="279753"/>
                </a:moveTo>
                <a:lnTo>
                  <a:pt x="45846" y="289051"/>
                </a:lnTo>
                <a:lnTo>
                  <a:pt x="56768" y="289178"/>
                </a:lnTo>
                <a:lnTo>
                  <a:pt x="51335" y="279753"/>
                </a:lnTo>
                <a:close/>
              </a:path>
              <a:path w="104139" h="305435">
                <a:moveTo>
                  <a:pt x="57775" y="268890"/>
                </a:moveTo>
                <a:lnTo>
                  <a:pt x="51335" y="279753"/>
                </a:lnTo>
                <a:lnTo>
                  <a:pt x="56695" y="289051"/>
                </a:lnTo>
                <a:lnTo>
                  <a:pt x="57674" y="289051"/>
                </a:lnTo>
                <a:lnTo>
                  <a:pt x="57775" y="268890"/>
                </a:lnTo>
                <a:close/>
              </a:path>
              <a:path w="104139" h="305435">
                <a:moveTo>
                  <a:pt x="52732" y="25268"/>
                </a:moveTo>
                <a:lnTo>
                  <a:pt x="46358" y="36036"/>
                </a:lnTo>
                <a:lnTo>
                  <a:pt x="46236" y="36241"/>
                </a:lnTo>
                <a:lnTo>
                  <a:pt x="45074" y="268890"/>
                </a:lnTo>
                <a:lnTo>
                  <a:pt x="51335" y="279753"/>
                </a:lnTo>
                <a:lnTo>
                  <a:pt x="57748" y="268890"/>
                </a:lnTo>
                <a:lnTo>
                  <a:pt x="58021" y="219582"/>
                </a:lnTo>
                <a:lnTo>
                  <a:pt x="58937" y="36241"/>
                </a:lnTo>
                <a:lnTo>
                  <a:pt x="58938" y="36036"/>
                </a:lnTo>
                <a:lnTo>
                  <a:pt x="52732" y="25268"/>
                </a:lnTo>
                <a:close/>
              </a:path>
              <a:path w="104139" h="305435">
                <a:moveTo>
                  <a:pt x="60158" y="12699"/>
                </a:moveTo>
                <a:lnTo>
                  <a:pt x="59054" y="12699"/>
                </a:lnTo>
                <a:lnTo>
                  <a:pt x="59056" y="36241"/>
                </a:lnTo>
                <a:lnTo>
                  <a:pt x="91387" y="92328"/>
                </a:lnTo>
                <a:lnTo>
                  <a:pt x="93090" y="95249"/>
                </a:lnTo>
                <a:lnTo>
                  <a:pt x="96900" y="96265"/>
                </a:lnTo>
                <a:lnTo>
                  <a:pt x="99948" y="94614"/>
                </a:lnTo>
                <a:lnTo>
                  <a:pt x="102996" y="92836"/>
                </a:lnTo>
                <a:lnTo>
                  <a:pt x="104012" y="88899"/>
                </a:lnTo>
                <a:lnTo>
                  <a:pt x="102361" y="85851"/>
                </a:lnTo>
                <a:lnTo>
                  <a:pt x="60158" y="12699"/>
                </a:lnTo>
                <a:close/>
              </a:path>
              <a:path w="104139" h="305435">
                <a:moveTo>
                  <a:pt x="52831" y="0"/>
                </a:moveTo>
                <a:lnTo>
                  <a:pt x="2412" y="85343"/>
                </a:lnTo>
                <a:lnTo>
                  <a:pt x="634" y="88391"/>
                </a:lnTo>
                <a:lnTo>
                  <a:pt x="1650" y="92328"/>
                </a:lnTo>
                <a:lnTo>
                  <a:pt x="7746" y="95884"/>
                </a:lnTo>
                <a:lnTo>
                  <a:pt x="11556" y="94868"/>
                </a:lnTo>
                <a:lnTo>
                  <a:pt x="13334" y="91820"/>
                </a:lnTo>
                <a:lnTo>
                  <a:pt x="46236" y="36241"/>
                </a:lnTo>
                <a:lnTo>
                  <a:pt x="46354" y="12699"/>
                </a:lnTo>
                <a:lnTo>
                  <a:pt x="60158" y="12699"/>
                </a:lnTo>
                <a:lnTo>
                  <a:pt x="52831" y="0"/>
                </a:lnTo>
                <a:close/>
              </a:path>
              <a:path w="104139" h="305435">
                <a:moveTo>
                  <a:pt x="59054" y="12699"/>
                </a:moveTo>
                <a:lnTo>
                  <a:pt x="46354" y="12699"/>
                </a:lnTo>
                <a:lnTo>
                  <a:pt x="46237" y="36036"/>
                </a:lnTo>
                <a:lnTo>
                  <a:pt x="52732" y="25268"/>
                </a:lnTo>
                <a:lnTo>
                  <a:pt x="47317" y="15874"/>
                </a:lnTo>
                <a:lnTo>
                  <a:pt x="59039" y="15874"/>
                </a:lnTo>
                <a:lnTo>
                  <a:pt x="59054" y="12699"/>
                </a:lnTo>
                <a:close/>
              </a:path>
              <a:path w="104139" h="305435">
                <a:moveTo>
                  <a:pt x="59039" y="15874"/>
                </a:moveTo>
                <a:lnTo>
                  <a:pt x="58292" y="15874"/>
                </a:lnTo>
                <a:lnTo>
                  <a:pt x="52732" y="25268"/>
                </a:lnTo>
                <a:lnTo>
                  <a:pt x="58938" y="36036"/>
                </a:lnTo>
                <a:lnTo>
                  <a:pt x="59039" y="15874"/>
                </a:lnTo>
                <a:close/>
              </a:path>
              <a:path w="104139" h="305435">
                <a:moveTo>
                  <a:pt x="58292" y="15874"/>
                </a:moveTo>
                <a:lnTo>
                  <a:pt x="47317" y="15874"/>
                </a:lnTo>
                <a:lnTo>
                  <a:pt x="52732" y="25268"/>
                </a:lnTo>
                <a:lnTo>
                  <a:pt x="58292" y="15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471798" y="5795949"/>
            <a:ext cx="381635" cy="229235"/>
          </a:xfrm>
          <a:custGeom>
            <a:avLst/>
            <a:gdLst/>
            <a:ahLst/>
            <a:cxnLst/>
            <a:rect l="l" t="t" r="r" b="b"/>
            <a:pathLst>
              <a:path w="381635" h="229235">
                <a:moveTo>
                  <a:pt x="278637" y="214655"/>
                </a:moveTo>
                <a:lnTo>
                  <a:pt x="275716" y="217474"/>
                </a:lnTo>
                <a:lnTo>
                  <a:pt x="275716" y="224485"/>
                </a:lnTo>
                <a:lnTo>
                  <a:pt x="278560" y="227406"/>
                </a:lnTo>
                <a:lnTo>
                  <a:pt x="281939" y="227406"/>
                </a:lnTo>
                <a:lnTo>
                  <a:pt x="381126" y="228625"/>
                </a:lnTo>
                <a:lnTo>
                  <a:pt x="380554" y="227583"/>
                </a:lnTo>
                <a:lnTo>
                  <a:pt x="367029" y="227583"/>
                </a:lnTo>
                <a:lnTo>
                  <a:pt x="346901" y="215506"/>
                </a:lnTo>
                <a:lnTo>
                  <a:pt x="278637" y="214655"/>
                </a:lnTo>
                <a:close/>
              </a:path>
              <a:path w="381635" h="229235">
                <a:moveTo>
                  <a:pt x="346901" y="215506"/>
                </a:moveTo>
                <a:lnTo>
                  <a:pt x="367029" y="227583"/>
                </a:lnTo>
                <a:lnTo>
                  <a:pt x="368450" y="225196"/>
                </a:lnTo>
                <a:lnTo>
                  <a:pt x="364743" y="225196"/>
                </a:lnTo>
                <a:lnTo>
                  <a:pt x="359572" y="215798"/>
                </a:lnTo>
                <a:lnTo>
                  <a:pt x="359498" y="215663"/>
                </a:lnTo>
                <a:lnTo>
                  <a:pt x="346901" y="215506"/>
                </a:lnTo>
                <a:close/>
              </a:path>
              <a:path w="381635" h="229235">
                <a:moveTo>
                  <a:pt x="327786" y="137566"/>
                </a:moveTo>
                <a:lnTo>
                  <a:pt x="321690" y="140944"/>
                </a:lnTo>
                <a:lnTo>
                  <a:pt x="320547" y="144805"/>
                </a:lnTo>
                <a:lnTo>
                  <a:pt x="322198" y="147878"/>
                </a:lnTo>
                <a:lnTo>
                  <a:pt x="353444" y="204662"/>
                </a:lnTo>
                <a:lnTo>
                  <a:pt x="373506" y="216700"/>
                </a:lnTo>
                <a:lnTo>
                  <a:pt x="367135" y="227406"/>
                </a:lnTo>
                <a:lnTo>
                  <a:pt x="367029" y="227583"/>
                </a:lnTo>
                <a:lnTo>
                  <a:pt x="380554" y="227583"/>
                </a:lnTo>
                <a:lnTo>
                  <a:pt x="333374" y="141770"/>
                </a:lnTo>
                <a:lnTo>
                  <a:pt x="331723" y="138696"/>
                </a:lnTo>
                <a:lnTo>
                  <a:pt x="327786" y="137566"/>
                </a:lnTo>
                <a:close/>
              </a:path>
              <a:path w="381635" h="229235">
                <a:moveTo>
                  <a:pt x="359498" y="215663"/>
                </a:moveTo>
                <a:lnTo>
                  <a:pt x="364743" y="225196"/>
                </a:lnTo>
                <a:lnTo>
                  <a:pt x="370331" y="215798"/>
                </a:lnTo>
                <a:lnTo>
                  <a:pt x="359498" y="215663"/>
                </a:lnTo>
                <a:close/>
              </a:path>
              <a:path w="381635" h="229235">
                <a:moveTo>
                  <a:pt x="353444" y="204662"/>
                </a:moveTo>
                <a:lnTo>
                  <a:pt x="359411" y="215506"/>
                </a:lnTo>
                <a:lnTo>
                  <a:pt x="359498" y="215663"/>
                </a:lnTo>
                <a:lnTo>
                  <a:pt x="370331" y="215798"/>
                </a:lnTo>
                <a:lnTo>
                  <a:pt x="364743" y="225196"/>
                </a:lnTo>
                <a:lnTo>
                  <a:pt x="368450" y="225196"/>
                </a:lnTo>
                <a:lnTo>
                  <a:pt x="373506" y="216700"/>
                </a:lnTo>
                <a:lnTo>
                  <a:pt x="353444" y="204662"/>
                </a:lnTo>
                <a:close/>
              </a:path>
              <a:path w="381635" h="229235">
                <a:moveTo>
                  <a:pt x="21627" y="12960"/>
                </a:moveTo>
                <a:lnTo>
                  <a:pt x="27682" y="23963"/>
                </a:lnTo>
                <a:lnTo>
                  <a:pt x="346901" y="215506"/>
                </a:lnTo>
                <a:lnTo>
                  <a:pt x="359498" y="215663"/>
                </a:lnTo>
                <a:lnTo>
                  <a:pt x="353444" y="204662"/>
                </a:lnTo>
                <a:lnTo>
                  <a:pt x="34219" y="13115"/>
                </a:lnTo>
                <a:lnTo>
                  <a:pt x="21627" y="12960"/>
                </a:lnTo>
                <a:close/>
              </a:path>
              <a:path w="381635" h="229235">
                <a:moveTo>
                  <a:pt x="0" y="0"/>
                </a:moveTo>
                <a:lnTo>
                  <a:pt x="47751" y="86855"/>
                </a:lnTo>
                <a:lnTo>
                  <a:pt x="49402" y="89928"/>
                </a:lnTo>
                <a:lnTo>
                  <a:pt x="53339" y="91058"/>
                </a:lnTo>
                <a:lnTo>
                  <a:pt x="59435" y="87680"/>
                </a:lnTo>
                <a:lnTo>
                  <a:pt x="60578" y="83819"/>
                </a:lnTo>
                <a:lnTo>
                  <a:pt x="58927" y="80746"/>
                </a:lnTo>
                <a:lnTo>
                  <a:pt x="27682" y="23963"/>
                </a:lnTo>
                <a:lnTo>
                  <a:pt x="7619" y="11925"/>
                </a:lnTo>
                <a:lnTo>
                  <a:pt x="14096" y="1041"/>
                </a:lnTo>
                <a:lnTo>
                  <a:pt x="84722" y="1041"/>
                </a:lnTo>
                <a:lnTo>
                  <a:pt x="0" y="0"/>
                </a:lnTo>
                <a:close/>
              </a:path>
              <a:path w="381635" h="229235">
                <a:moveTo>
                  <a:pt x="14096" y="1041"/>
                </a:moveTo>
                <a:lnTo>
                  <a:pt x="7619" y="11925"/>
                </a:lnTo>
                <a:lnTo>
                  <a:pt x="27682" y="23963"/>
                </a:lnTo>
                <a:lnTo>
                  <a:pt x="21713" y="13115"/>
                </a:lnTo>
                <a:lnTo>
                  <a:pt x="21627" y="12960"/>
                </a:lnTo>
                <a:lnTo>
                  <a:pt x="10794" y="12826"/>
                </a:lnTo>
                <a:lnTo>
                  <a:pt x="16382" y="3428"/>
                </a:lnTo>
                <a:lnTo>
                  <a:pt x="18076" y="3428"/>
                </a:lnTo>
                <a:lnTo>
                  <a:pt x="14096" y="1041"/>
                </a:lnTo>
                <a:close/>
              </a:path>
              <a:path w="381635" h="229235">
                <a:moveTo>
                  <a:pt x="84722" y="1041"/>
                </a:moveTo>
                <a:lnTo>
                  <a:pt x="14096" y="1041"/>
                </a:lnTo>
                <a:lnTo>
                  <a:pt x="34219" y="13115"/>
                </a:lnTo>
                <a:lnTo>
                  <a:pt x="102488" y="13957"/>
                </a:lnTo>
                <a:lnTo>
                  <a:pt x="105409" y="11150"/>
                </a:lnTo>
                <a:lnTo>
                  <a:pt x="105409" y="4140"/>
                </a:lnTo>
                <a:lnTo>
                  <a:pt x="102615" y="1269"/>
                </a:lnTo>
                <a:lnTo>
                  <a:pt x="103319" y="1269"/>
                </a:lnTo>
                <a:lnTo>
                  <a:pt x="84722" y="1041"/>
                </a:lnTo>
                <a:close/>
              </a:path>
              <a:path w="381635" h="229235">
                <a:moveTo>
                  <a:pt x="18076" y="3428"/>
                </a:moveTo>
                <a:lnTo>
                  <a:pt x="16382" y="3428"/>
                </a:lnTo>
                <a:lnTo>
                  <a:pt x="21554" y="12826"/>
                </a:lnTo>
                <a:lnTo>
                  <a:pt x="21627" y="12960"/>
                </a:lnTo>
                <a:lnTo>
                  <a:pt x="34219" y="13115"/>
                </a:lnTo>
                <a:lnTo>
                  <a:pt x="18076" y="3428"/>
                </a:lnTo>
                <a:close/>
              </a:path>
              <a:path w="381635" h="229235">
                <a:moveTo>
                  <a:pt x="16382" y="3428"/>
                </a:moveTo>
                <a:lnTo>
                  <a:pt x="10794" y="12826"/>
                </a:lnTo>
                <a:lnTo>
                  <a:pt x="21627" y="12960"/>
                </a:lnTo>
                <a:lnTo>
                  <a:pt x="16382" y="34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919598" y="5827407"/>
            <a:ext cx="2972435" cy="318135"/>
          </a:xfrm>
          <a:custGeom>
            <a:avLst/>
            <a:gdLst/>
            <a:ahLst/>
            <a:cxnLst/>
            <a:rect l="l" t="t" r="r" b="b"/>
            <a:pathLst>
              <a:path w="2972434" h="318135">
                <a:moveTo>
                  <a:pt x="84455" y="215011"/>
                </a:moveTo>
                <a:lnTo>
                  <a:pt x="0" y="273354"/>
                </a:lnTo>
                <a:lnTo>
                  <a:pt x="92329" y="318109"/>
                </a:lnTo>
                <a:lnTo>
                  <a:pt x="96139" y="316788"/>
                </a:lnTo>
                <a:lnTo>
                  <a:pt x="99187" y="310476"/>
                </a:lnTo>
                <a:lnTo>
                  <a:pt x="97917" y="306679"/>
                </a:lnTo>
                <a:lnTo>
                  <a:pt x="40227" y="278726"/>
                </a:lnTo>
                <a:lnTo>
                  <a:pt x="12954" y="278726"/>
                </a:lnTo>
                <a:lnTo>
                  <a:pt x="12107" y="266674"/>
                </a:lnTo>
                <a:lnTo>
                  <a:pt x="12065" y="266065"/>
                </a:lnTo>
                <a:lnTo>
                  <a:pt x="35556" y="264257"/>
                </a:lnTo>
                <a:lnTo>
                  <a:pt x="91694" y="225450"/>
                </a:lnTo>
                <a:lnTo>
                  <a:pt x="92329" y="221500"/>
                </a:lnTo>
                <a:lnTo>
                  <a:pt x="90424" y="218617"/>
                </a:lnTo>
                <a:lnTo>
                  <a:pt x="88392" y="215734"/>
                </a:lnTo>
                <a:lnTo>
                  <a:pt x="84455" y="215011"/>
                </a:lnTo>
                <a:close/>
              </a:path>
              <a:path w="2972434" h="318135">
                <a:moveTo>
                  <a:pt x="35556" y="264257"/>
                </a:moveTo>
                <a:lnTo>
                  <a:pt x="12065" y="266065"/>
                </a:lnTo>
                <a:lnTo>
                  <a:pt x="12826" y="276916"/>
                </a:lnTo>
                <a:lnTo>
                  <a:pt x="12875" y="277609"/>
                </a:lnTo>
                <a:lnTo>
                  <a:pt x="12954" y="278726"/>
                </a:lnTo>
                <a:lnTo>
                  <a:pt x="27482" y="277609"/>
                </a:lnTo>
                <a:lnTo>
                  <a:pt x="16256" y="277609"/>
                </a:lnTo>
                <a:lnTo>
                  <a:pt x="15367" y="266674"/>
                </a:lnTo>
                <a:lnTo>
                  <a:pt x="32062" y="266674"/>
                </a:lnTo>
                <a:lnTo>
                  <a:pt x="35556" y="264257"/>
                </a:lnTo>
                <a:close/>
              </a:path>
              <a:path w="2972434" h="318135">
                <a:moveTo>
                  <a:pt x="36492" y="276916"/>
                </a:moveTo>
                <a:lnTo>
                  <a:pt x="12954" y="278726"/>
                </a:lnTo>
                <a:lnTo>
                  <a:pt x="40227" y="278726"/>
                </a:lnTo>
                <a:lnTo>
                  <a:pt x="36492" y="276916"/>
                </a:lnTo>
                <a:close/>
              </a:path>
              <a:path w="2972434" h="318135">
                <a:moveTo>
                  <a:pt x="15367" y="266674"/>
                </a:moveTo>
                <a:lnTo>
                  <a:pt x="16199" y="276916"/>
                </a:lnTo>
                <a:lnTo>
                  <a:pt x="16256" y="277609"/>
                </a:lnTo>
                <a:lnTo>
                  <a:pt x="25183" y="271433"/>
                </a:lnTo>
                <a:lnTo>
                  <a:pt x="15367" y="266674"/>
                </a:lnTo>
                <a:close/>
              </a:path>
              <a:path w="2972434" h="318135">
                <a:moveTo>
                  <a:pt x="25183" y="271433"/>
                </a:moveTo>
                <a:lnTo>
                  <a:pt x="16256" y="277609"/>
                </a:lnTo>
                <a:lnTo>
                  <a:pt x="27482" y="277609"/>
                </a:lnTo>
                <a:lnTo>
                  <a:pt x="36492" y="276916"/>
                </a:lnTo>
                <a:lnTo>
                  <a:pt x="25183" y="271433"/>
                </a:lnTo>
                <a:close/>
              </a:path>
              <a:path w="2972434" h="318135">
                <a:moveTo>
                  <a:pt x="2935417" y="41184"/>
                </a:moveTo>
                <a:lnTo>
                  <a:pt x="35556" y="264257"/>
                </a:lnTo>
                <a:lnTo>
                  <a:pt x="25183" y="271433"/>
                </a:lnTo>
                <a:lnTo>
                  <a:pt x="36492" y="276916"/>
                </a:lnTo>
                <a:lnTo>
                  <a:pt x="2936365" y="53852"/>
                </a:lnTo>
                <a:lnTo>
                  <a:pt x="2946742" y="46675"/>
                </a:lnTo>
                <a:lnTo>
                  <a:pt x="2935417" y="41184"/>
                </a:lnTo>
                <a:close/>
              </a:path>
              <a:path w="2972434" h="318135">
                <a:moveTo>
                  <a:pt x="32062" y="266674"/>
                </a:moveTo>
                <a:lnTo>
                  <a:pt x="15367" y="266674"/>
                </a:lnTo>
                <a:lnTo>
                  <a:pt x="25183" y="271433"/>
                </a:lnTo>
                <a:lnTo>
                  <a:pt x="32062" y="266674"/>
                </a:lnTo>
                <a:close/>
              </a:path>
              <a:path w="2972434" h="318135">
                <a:moveTo>
                  <a:pt x="2960848" y="39382"/>
                </a:moveTo>
                <a:lnTo>
                  <a:pt x="2958846" y="39382"/>
                </a:lnTo>
                <a:lnTo>
                  <a:pt x="2959813" y="51434"/>
                </a:lnTo>
                <a:lnTo>
                  <a:pt x="2959862" y="52044"/>
                </a:lnTo>
                <a:lnTo>
                  <a:pt x="2936365" y="53852"/>
                </a:lnTo>
                <a:lnTo>
                  <a:pt x="2880233" y="92646"/>
                </a:lnTo>
                <a:lnTo>
                  <a:pt x="2879598" y="96608"/>
                </a:lnTo>
                <a:lnTo>
                  <a:pt x="2881503" y="99491"/>
                </a:lnTo>
                <a:lnTo>
                  <a:pt x="2883535" y="102374"/>
                </a:lnTo>
                <a:lnTo>
                  <a:pt x="2887472" y="103098"/>
                </a:lnTo>
                <a:lnTo>
                  <a:pt x="2971927" y="44754"/>
                </a:lnTo>
                <a:lnTo>
                  <a:pt x="2960848" y="39382"/>
                </a:lnTo>
                <a:close/>
              </a:path>
              <a:path w="2972434" h="318135">
                <a:moveTo>
                  <a:pt x="2946742" y="46675"/>
                </a:moveTo>
                <a:lnTo>
                  <a:pt x="2936365" y="53852"/>
                </a:lnTo>
                <a:lnTo>
                  <a:pt x="2959862" y="52044"/>
                </a:lnTo>
                <a:lnTo>
                  <a:pt x="2959813" y="51434"/>
                </a:lnTo>
                <a:lnTo>
                  <a:pt x="2956560" y="51434"/>
                </a:lnTo>
                <a:lnTo>
                  <a:pt x="2946742" y="46675"/>
                </a:lnTo>
                <a:close/>
              </a:path>
              <a:path w="2972434" h="318135">
                <a:moveTo>
                  <a:pt x="2955671" y="40500"/>
                </a:moveTo>
                <a:lnTo>
                  <a:pt x="2946742" y="46675"/>
                </a:lnTo>
                <a:lnTo>
                  <a:pt x="2956560" y="51434"/>
                </a:lnTo>
                <a:lnTo>
                  <a:pt x="2955726" y="41184"/>
                </a:lnTo>
                <a:lnTo>
                  <a:pt x="2955671" y="40500"/>
                </a:lnTo>
                <a:close/>
              </a:path>
              <a:path w="2972434" h="318135">
                <a:moveTo>
                  <a:pt x="2958935" y="40500"/>
                </a:moveTo>
                <a:lnTo>
                  <a:pt x="2955671" y="40500"/>
                </a:lnTo>
                <a:lnTo>
                  <a:pt x="2956560" y="51434"/>
                </a:lnTo>
                <a:lnTo>
                  <a:pt x="2959813" y="51434"/>
                </a:lnTo>
                <a:lnTo>
                  <a:pt x="2958990" y="41184"/>
                </a:lnTo>
                <a:lnTo>
                  <a:pt x="2958935" y="40500"/>
                </a:lnTo>
                <a:close/>
              </a:path>
              <a:path w="2972434" h="318135">
                <a:moveTo>
                  <a:pt x="2958846" y="39382"/>
                </a:moveTo>
                <a:lnTo>
                  <a:pt x="2935417" y="41184"/>
                </a:lnTo>
                <a:lnTo>
                  <a:pt x="2946742" y="46675"/>
                </a:lnTo>
                <a:lnTo>
                  <a:pt x="2955671" y="40500"/>
                </a:lnTo>
                <a:lnTo>
                  <a:pt x="2958935" y="40500"/>
                </a:lnTo>
                <a:lnTo>
                  <a:pt x="2958846" y="39382"/>
                </a:lnTo>
                <a:close/>
              </a:path>
              <a:path w="2972434" h="318135">
                <a:moveTo>
                  <a:pt x="2879598" y="0"/>
                </a:moveTo>
                <a:lnTo>
                  <a:pt x="2875788" y="1320"/>
                </a:lnTo>
                <a:lnTo>
                  <a:pt x="2872740" y="7632"/>
                </a:lnTo>
                <a:lnTo>
                  <a:pt x="2874010" y="11429"/>
                </a:lnTo>
                <a:lnTo>
                  <a:pt x="2935417" y="41184"/>
                </a:lnTo>
                <a:lnTo>
                  <a:pt x="2958846" y="39382"/>
                </a:lnTo>
                <a:lnTo>
                  <a:pt x="2960848" y="39382"/>
                </a:lnTo>
                <a:lnTo>
                  <a:pt x="28795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300598" y="4881498"/>
            <a:ext cx="305435" cy="229235"/>
          </a:xfrm>
          <a:custGeom>
            <a:avLst/>
            <a:gdLst/>
            <a:ahLst/>
            <a:cxnLst/>
            <a:rect l="l" t="t" r="r" b="b"/>
            <a:pathLst>
              <a:path w="305435" h="229235">
                <a:moveTo>
                  <a:pt x="204470" y="204216"/>
                </a:moveTo>
                <a:lnTo>
                  <a:pt x="201295" y="206756"/>
                </a:lnTo>
                <a:lnTo>
                  <a:pt x="200914" y="210185"/>
                </a:lnTo>
                <a:lnTo>
                  <a:pt x="200441" y="213494"/>
                </a:lnTo>
                <a:lnTo>
                  <a:pt x="200406" y="213741"/>
                </a:lnTo>
                <a:lnTo>
                  <a:pt x="202946" y="216916"/>
                </a:lnTo>
                <a:lnTo>
                  <a:pt x="304927" y="228727"/>
                </a:lnTo>
                <a:lnTo>
                  <a:pt x="303853" y="226187"/>
                </a:lnTo>
                <a:lnTo>
                  <a:pt x="290957" y="226187"/>
                </a:lnTo>
                <a:lnTo>
                  <a:pt x="272097" y="212040"/>
                </a:lnTo>
                <a:lnTo>
                  <a:pt x="204470" y="204216"/>
                </a:lnTo>
                <a:close/>
              </a:path>
              <a:path w="305435" h="229235">
                <a:moveTo>
                  <a:pt x="272097" y="212040"/>
                </a:moveTo>
                <a:lnTo>
                  <a:pt x="290957" y="226187"/>
                </a:lnTo>
                <a:lnTo>
                  <a:pt x="292862" y="223647"/>
                </a:lnTo>
                <a:lnTo>
                  <a:pt x="288925" y="223647"/>
                </a:lnTo>
                <a:lnTo>
                  <a:pt x="284745" y="213741"/>
                </a:lnTo>
                <a:lnTo>
                  <a:pt x="284642" y="213494"/>
                </a:lnTo>
                <a:lnTo>
                  <a:pt x="272097" y="212040"/>
                </a:lnTo>
                <a:close/>
              </a:path>
              <a:path w="305435" h="229235">
                <a:moveTo>
                  <a:pt x="261239" y="132588"/>
                </a:moveTo>
                <a:lnTo>
                  <a:pt x="257763" y="134112"/>
                </a:lnTo>
                <a:lnTo>
                  <a:pt x="254762" y="135382"/>
                </a:lnTo>
                <a:lnTo>
                  <a:pt x="253365" y="139065"/>
                </a:lnTo>
                <a:lnTo>
                  <a:pt x="254635" y="142367"/>
                </a:lnTo>
                <a:lnTo>
                  <a:pt x="279753" y="201907"/>
                </a:lnTo>
                <a:lnTo>
                  <a:pt x="298577" y="216027"/>
                </a:lnTo>
                <a:lnTo>
                  <a:pt x="290957" y="226187"/>
                </a:lnTo>
                <a:lnTo>
                  <a:pt x="303853" y="226187"/>
                </a:lnTo>
                <a:lnTo>
                  <a:pt x="266319" y="137414"/>
                </a:lnTo>
                <a:lnTo>
                  <a:pt x="265049" y="134112"/>
                </a:lnTo>
                <a:lnTo>
                  <a:pt x="261239" y="132588"/>
                </a:lnTo>
                <a:close/>
              </a:path>
              <a:path w="305435" h="229235">
                <a:moveTo>
                  <a:pt x="284642" y="213494"/>
                </a:moveTo>
                <a:lnTo>
                  <a:pt x="288925" y="223647"/>
                </a:lnTo>
                <a:lnTo>
                  <a:pt x="295529" y="214757"/>
                </a:lnTo>
                <a:lnTo>
                  <a:pt x="284642" y="213494"/>
                </a:lnTo>
                <a:close/>
              </a:path>
              <a:path w="305435" h="229235">
                <a:moveTo>
                  <a:pt x="279753" y="201907"/>
                </a:moveTo>
                <a:lnTo>
                  <a:pt x="284642" y="213494"/>
                </a:lnTo>
                <a:lnTo>
                  <a:pt x="295529" y="214757"/>
                </a:lnTo>
                <a:lnTo>
                  <a:pt x="288925" y="223647"/>
                </a:lnTo>
                <a:lnTo>
                  <a:pt x="292862" y="223647"/>
                </a:lnTo>
                <a:lnTo>
                  <a:pt x="298577" y="216027"/>
                </a:lnTo>
                <a:lnTo>
                  <a:pt x="279753" y="201907"/>
                </a:lnTo>
                <a:close/>
              </a:path>
              <a:path w="305435" h="229235">
                <a:moveTo>
                  <a:pt x="20285" y="15232"/>
                </a:moveTo>
                <a:lnTo>
                  <a:pt x="25174" y="26820"/>
                </a:lnTo>
                <a:lnTo>
                  <a:pt x="272097" y="212040"/>
                </a:lnTo>
                <a:lnTo>
                  <a:pt x="284642" y="213494"/>
                </a:lnTo>
                <a:lnTo>
                  <a:pt x="279753" y="201907"/>
                </a:lnTo>
                <a:lnTo>
                  <a:pt x="32829" y="16686"/>
                </a:lnTo>
                <a:lnTo>
                  <a:pt x="20285" y="15232"/>
                </a:lnTo>
                <a:close/>
              </a:path>
              <a:path w="305435" h="229235">
                <a:moveTo>
                  <a:pt x="0" y="0"/>
                </a:moveTo>
                <a:lnTo>
                  <a:pt x="38608" y="91313"/>
                </a:lnTo>
                <a:lnTo>
                  <a:pt x="39926" y="94742"/>
                </a:lnTo>
                <a:lnTo>
                  <a:pt x="40195" y="94742"/>
                </a:lnTo>
                <a:lnTo>
                  <a:pt x="43688" y="96139"/>
                </a:lnTo>
                <a:lnTo>
                  <a:pt x="46863" y="94742"/>
                </a:lnTo>
                <a:lnTo>
                  <a:pt x="50165" y="93345"/>
                </a:lnTo>
                <a:lnTo>
                  <a:pt x="51689" y="89662"/>
                </a:lnTo>
                <a:lnTo>
                  <a:pt x="25174" y="26820"/>
                </a:lnTo>
                <a:lnTo>
                  <a:pt x="6350" y="12700"/>
                </a:lnTo>
                <a:lnTo>
                  <a:pt x="13970" y="2540"/>
                </a:lnTo>
                <a:lnTo>
                  <a:pt x="21872" y="2540"/>
                </a:lnTo>
                <a:lnTo>
                  <a:pt x="0" y="0"/>
                </a:lnTo>
                <a:close/>
              </a:path>
              <a:path w="305435" h="229235">
                <a:moveTo>
                  <a:pt x="13970" y="2540"/>
                </a:moveTo>
                <a:lnTo>
                  <a:pt x="6350" y="12700"/>
                </a:lnTo>
                <a:lnTo>
                  <a:pt x="25174" y="26820"/>
                </a:lnTo>
                <a:lnTo>
                  <a:pt x="20285" y="15232"/>
                </a:lnTo>
                <a:lnTo>
                  <a:pt x="9398" y="13970"/>
                </a:lnTo>
                <a:lnTo>
                  <a:pt x="16002" y="5080"/>
                </a:lnTo>
                <a:lnTo>
                  <a:pt x="17356" y="5080"/>
                </a:lnTo>
                <a:lnTo>
                  <a:pt x="13970" y="2540"/>
                </a:lnTo>
                <a:close/>
              </a:path>
              <a:path w="305435" h="229235">
                <a:moveTo>
                  <a:pt x="21872" y="2540"/>
                </a:moveTo>
                <a:lnTo>
                  <a:pt x="13970" y="2540"/>
                </a:lnTo>
                <a:lnTo>
                  <a:pt x="32829" y="16686"/>
                </a:lnTo>
                <a:lnTo>
                  <a:pt x="100457" y="24511"/>
                </a:lnTo>
                <a:lnTo>
                  <a:pt x="103632" y="21971"/>
                </a:lnTo>
                <a:lnTo>
                  <a:pt x="104013" y="18542"/>
                </a:lnTo>
                <a:lnTo>
                  <a:pt x="104485" y="15232"/>
                </a:lnTo>
                <a:lnTo>
                  <a:pt x="104521" y="14986"/>
                </a:lnTo>
                <a:lnTo>
                  <a:pt x="101981" y="11811"/>
                </a:lnTo>
                <a:lnTo>
                  <a:pt x="21872" y="2540"/>
                </a:lnTo>
                <a:close/>
              </a:path>
              <a:path w="305435" h="229235">
                <a:moveTo>
                  <a:pt x="17356" y="5080"/>
                </a:moveTo>
                <a:lnTo>
                  <a:pt x="16002" y="5080"/>
                </a:lnTo>
                <a:lnTo>
                  <a:pt x="20181" y="14986"/>
                </a:lnTo>
                <a:lnTo>
                  <a:pt x="20285" y="15232"/>
                </a:lnTo>
                <a:lnTo>
                  <a:pt x="32829" y="16686"/>
                </a:lnTo>
                <a:lnTo>
                  <a:pt x="17356" y="5080"/>
                </a:lnTo>
                <a:close/>
              </a:path>
              <a:path w="305435" h="229235">
                <a:moveTo>
                  <a:pt x="16002" y="5080"/>
                </a:moveTo>
                <a:lnTo>
                  <a:pt x="9398" y="13970"/>
                </a:lnTo>
                <a:lnTo>
                  <a:pt x="20285" y="15232"/>
                </a:lnTo>
                <a:lnTo>
                  <a:pt x="16002" y="5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062598" y="4348098"/>
            <a:ext cx="915035" cy="686435"/>
          </a:xfrm>
          <a:custGeom>
            <a:avLst/>
            <a:gdLst/>
            <a:ahLst/>
            <a:cxnLst/>
            <a:rect l="l" t="t" r="r" b="b"/>
            <a:pathLst>
              <a:path w="915034" h="686435">
                <a:moveTo>
                  <a:pt x="43687" y="589787"/>
                </a:moveTo>
                <a:lnTo>
                  <a:pt x="39877" y="591311"/>
                </a:lnTo>
                <a:lnTo>
                  <a:pt x="38607" y="594613"/>
                </a:lnTo>
                <a:lnTo>
                  <a:pt x="0" y="685926"/>
                </a:lnTo>
                <a:lnTo>
                  <a:pt x="21872" y="683386"/>
                </a:lnTo>
                <a:lnTo>
                  <a:pt x="13969" y="683386"/>
                </a:lnTo>
                <a:lnTo>
                  <a:pt x="6349" y="673226"/>
                </a:lnTo>
                <a:lnTo>
                  <a:pt x="25174" y="659108"/>
                </a:lnTo>
                <a:lnTo>
                  <a:pt x="51688" y="596264"/>
                </a:lnTo>
                <a:lnTo>
                  <a:pt x="50164" y="592581"/>
                </a:lnTo>
                <a:lnTo>
                  <a:pt x="47163" y="591311"/>
                </a:lnTo>
                <a:lnTo>
                  <a:pt x="43687" y="589787"/>
                </a:lnTo>
                <a:close/>
              </a:path>
              <a:path w="915034" h="686435">
                <a:moveTo>
                  <a:pt x="25174" y="659108"/>
                </a:moveTo>
                <a:lnTo>
                  <a:pt x="6349" y="673226"/>
                </a:lnTo>
                <a:lnTo>
                  <a:pt x="13969" y="683386"/>
                </a:lnTo>
                <a:lnTo>
                  <a:pt x="17356" y="680846"/>
                </a:lnTo>
                <a:lnTo>
                  <a:pt x="16001" y="680846"/>
                </a:lnTo>
                <a:lnTo>
                  <a:pt x="9397" y="671956"/>
                </a:lnTo>
                <a:lnTo>
                  <a:pt x="20285" y="670694"/>
                </a:lnTo>
                <a:lnTo>
                  <a:pt x="25174" y="659108"/>
                </a:lnTo>
                <a:close/>
              </a:path>
              <a:path w="915034" h="686435">
                <a:moveTo>
                  <a:pt x="100456" y="661415"/>
                </a:moveTo>
                <a:lnTo>
                  <a:pt x="32831" y="669240"/>
                </a:lnTo>
                <a:lnTo>
                  <a:pt x="13969" y="683386"/>
                </a:lnTo>
                <a:lnTo>
                  <a:pt x="21872" y="683386"/>
                </a:lnTo>
                <a:lnTo>
                  <a:pt x="101980" y="674115"/>
                </a:lnTo>
                <a:lnTo>
                  <a:pt x="104520" y="670940"/>
                </a:lnTo>
                <a:lnTo>
                  <a:pt x="104012" y="667384"/>
                </a:lnTo>
                <a:lnTo>
                  <a:pt x="103631" y="663955"/>
                </a:lnTo>
                <a:lnTo>
                  <a:pt x="100456" y="661415"/>
                </a:lnTo>
                <a:close/>
              </a:path>
              <a:path w="915034" h="686435">
                <a:moveTo>
                  <a:pt x="20285" y="670694"/>
                </a:moveTo>
                <a:lnTo>
                  <a:pt x="9397" y="671956"/>
                </a:lnTo>
                <a:lnTo>
                  <a:pt x="16001" y="680846"/>
                </a:lnTo>
                <a:lnTo>
                  <a:pt x="20181" y="670940"/>
                </a:lnTo>
                <a:lnTo>
                  <a:pt x="20285" y="670694"/>
                </a:lnTo>
                <a:close/>
              </a:path>
              <a:path w="915034" h="686435">
                <a:moveTo>
                  <a:pt x="32831" y="669240"/>
                </a:moveTo>
                <a:lnTo>
                  <a:pt x="20285" y="670694"/>
                </a:lnTo>
                <a:lnTo>
                  <a:pt x="16001" y="680846"/>
                </a:lnTo>
                <a:lnTo>
                  <a:pt x="17356" y="680846"/>
                </a:lnTo>
                <a:lnTo>
                  <a:pt x="32831" y="669240"/>
                </a:lnTo>
                <a:close/>
              </a:path>
              <a:path w="915034" h="686435">
                <a:moveTo>
                  <a:pt x="894242" y="15232"/>
                </a:moveTo>
                <a:lnTo>
                  <a:pt x="881695" y="16686"/>
                </a:lnTo>
                <a:lnTo>
                  <a:pt x="25174" y="659108"/>
                </a:lnTo>
                <a:lnTo>
                  <a:pt x="20285" y="670694"/>
                </a:lnTo>
                <a:lnTo>
                  <a:pt x="32831" y="669240"/>
                </a:lnTo>
                <a:lnTo>
                  <a:pt x="889354" y="26817"/>
                </a:lnTo>
                <a:lnTo>
                  <a:pt x="894242" y="15232"/>
                </a:lnTo>
                <a:close/>
              </a:path>
              <a:path w="915034" h="686435">
                <a:moveTo>
                  <a:pt x="913453" y="2539"/>
                </a:moveTo>
                <a:lnTo>
                  <a:pt x="900556" y="2539"/>
                </a:lnTo>
                <a:lnTo>
                  <a:pt x="908176" y="12699"/>
                </a:lnTo>
                <a:lnTo>
                  <a:pt x="889354" y="26817"/>
                </a:lnTo>
                <a:lnTo>
                  <a:pt x="864234" y="86359"/>
                </a:lnTo>
                <a:lnTo>
                  <a:pt x="862964" y="89661"/>
                </a:lnTo>
                <a:lnTo>
                  <a:pt x="864361" y="93344"/>
                </a:lnTo>
                <a:lnTo>
                  <a:pt x="867663" y="94741"/>
                </a:lnTo>
                <a:lnTo>
                  <a:pt x="870838" y="96138"/>
                </a:lnTo>
                <a:lnTo>
                  <a:pt x="874331" y="94741"/>
                </a:lnTo>
                <a:lnTo>
                  <a:pt x="874600" y="94741"/>
                </a:lnTo>
                <a:lnTo>
                  <a:pt x="875918" y="91312"/>
                </a:lnTo>
                <a:lnTo>
                  <a:pt x="913453" y="2539"/>
                </a:lnTo>
                <a:close/>
              </a:path>
              <a:path w="915034" h="686435">
                <a:moveTo>
                  <a:pt x="902461" y="5079"/>
                </a:moveTo>
                <a:lnTo>
                  <a:pt x="898524" y="5079"/>
                </a:lnTo>
                <a:lnTo>
                  <a:pt x="905128" y="13969"/>
                </a:lnTo>
                <a:lnTo>
                  <a:pt x="894242" y="15232"/>
                </a:lnTo>
                <a:lnTo>
                  <a:pt x="889354" y="26817"/>
                </a:lnTo>
                <a:lnTo>
                  <a:pt x="908176" y="12699"/>
                </a:lnTo>
                <a:lnTo>
                  <a:pt x="902461" y="5079"/>
                </a:lnTo>
                <a:close/>
              </a:path>
              <a:path w="915034" h="686435">
                <a:moveTo>
                  <a:pt x="914526" y="0"/>
                </a:moveTo>
                <a:lnTo>
                  <a:pt x="812545" y="11810"/>
                </a:lnTo>
                <a:lnTo>
                  <a:pt x="810005" y="14985"/>
                </a:lnTo>
                <a:lnTo>
                  <a:pt x="810513" y="18541"/>
                </a:lnTo>
                <a:lnTo>
                  <a:pt x="810894" y="21970"/>
                </a:lnTo>
                <a:lnTo>
                  <a:pt x="814069" y="24510"/>
                </a:lnTo>
                <a:lnTo>
                  <a:pt x="881695" y="16686"/>
                </a:lnTo>
                <a:lnTo>
                  <a:pt x="900556" y="2539"/>
                </a:lnTo>
                <a:lnTo>
                  <a:pt x="913453" y="2539"/>
                </a:lnTo>
                <a:lnTo>
                  <a:pt x="914526" y="0"/>
                </a:lnTo>
                <a:close/>
              </a:path>
              <a:path w="915034" h="686435">
                <a:moveTo>
                  <a:pt x="900556" y="2539"/>
                </a:moveTo>
                <a:lnTo>
                  <a:pt x="881695" y="16686"/>
                </a:lnTo>
                <a:lnTo>
                  <a:pt x="894242" y="15232"/>
                </a:lnTo>
                <a:lnTo>
                  <a:pt x="898524" y="5079"/>
                </a:lnTo>
                <a:lnTo>
                  <a:pt x="902461" y="5079"/>
                </a:lnTo>
                <a:lnTo>
                  <a:pt x="900556" y="2539"/>
                </a:lnTo>
                <a:close/>
              </a:path>
              <a:path w="915034" h="686435">
                <a:moveTo>
                  <a:pt x="898524" y="5079"/>
                </a:moveTo>
                <a:lnTo>
                  <a:pt x="894345" y="14985"/>
                </a:lnTo>
                <a:lnTo>
                  <a:pt x="894242" y="15232"/>
                </a:lnTo>
                <a:lnTo>
                  <a:pt x="905128" y="13969"/>
                </a:lnTo>
                <a:lnTo>
                  <a:pt x="898524" y="5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405498" y="3418713"/>
            <a:ext cx="762635" cy="335280"/>
          </a:xfrm>
          <a:custGeom>
            <a:avLst/>
            <a:gdLst/>
            <a:ahLst/>
            <a:cxnLst/>
            <a:rect l="l" t="t" r="r" b="b"/>
            <a:pathLst>
              <a:path w="762634" h="335279">
                <a:moveTo>
                  <a:pt x="726175" y="312315"/>
                </a:moveTo>
                <a:lnTo>
                  <a:pt x="658749" y="322325"/>
                </a:lnTo>
                <a:lnTo>
                  <a:pt x="656336" y="325627"/>
                </a:lnTo>
                <a:lnTo>
                  <a:pt x="657352" y="332612"/>
                </a:lnTo>
                <a:lnTo>
                  <a:pt x="660654" y="334898"/>
                </a:lnTo>
                <a:lnTo>
                  <a:pt x="754387" y="321055"/>
                </a:lnTo>
                <a:lnTo>
                  <a:pt x="748030" y="321055"/>
                </a:lnTo>
                <a:lnTo>
                  <a:pt x="726175" y="312315"/>
                </a:lnTo>
                <a:close/>
              </a:path>
              <a:path w="762634" h="335279">
                <a:moveTo>
                  <a:pt x="738677" y="310459"/>
                </a:moveTo>
                <a:lnTo>
                  <a:pt x="726175" y="312315"/>
                </a:lnTo>
                <a:lnTo>
                  <a:pt x="748030" y="321055"/>
                </a:lnTo>
                <a:lnTo>
                  <a:pt x="748838" y="319023"/>
                </a:lnTo>
                <a:lnTo>
                  <a:pt x="745363" y="319023"/>
                </a:lnTo>
                <a:lnTo>
                  <a:pt x="738677" y="310459"/>
                </a:lnTo>
                <a:close/>
              </a:path>
              <a:path w="762634" h="335279">
                <a:moveTo>
                  <a:pt x="695071" y="238505"/>
                </a:moveTo>
                <a:lnTo>
                  <a:pt x="692277" y="240537"/>
                </a:lnTo>
                <a:lnTo>
                  <a:pt x="689483" y="242696"/>
                </a:lnTo>
                <a:lnTo>
                  <a:pt x="688975" y="246760"/>
                </a:lnTo>
                <a:lnTo>
                  <a:pt x="691134" y="249554"/>
                </a:lnTo>
                <a:lnTo>
                  <a:pt x="730920" y="300523"/>
                </a:lnTo>
                <a:lnTo>
                  <a:pt x="752729" y="309244"/>
                </a:lnTo>
                <a:lnTo>
                  <a:pt x="748030" y="321055"/>
                </a:lnTo>
                <a:lnTo>
                  <a:pt x="754387" y="321055"/>
                </a:lnTo>
                <a:lnTo>
                  <a:pt x="762127" y="319912"/>
                </a:lnTo>
                <a:lnTo>
                  <a:pt x="701167" y="241680"/>
                </a:lnTo>
                <a:lnTo>
                  <a:pt x="699008" y="238886"/>
                </a:lnTo>
                <a:lnTo>
                  <a:pt x="695071" y="238505"/>
                </a:lnTo>
                <a:close/>
              </a:path>
              <a:path w="762634" h="335279">
                <a:moveTo>
                  <a:pt x="749427" y="308863"/>
                </a:moveTo>
                <a:lnTo>
                  <a:pt x="738677" y="310459"/>
                </a:lnTo>
                <a:lnTo>
                  <a:pt x="745363" y="319023"/>
                </a:lnTo>
                <a:lnTo>
                  <a:pt x="749427" y="308863"/>
                </a:lnTo>
                <a:close/>
              </a:path>
              <a:path w="762634" h="335279">
                <a:moveTo>
                  <a:pt x="751776" y="308863"/>
                </a:moveTo>
                <a:lnTo>
                  <a:pt x="749427" y="308863"/>
                </a:lnTo>
                <a:lnTo>
                  <a:pt x="745363" y="319023"/>
                </a:lnTo>
                <a:lnTo>
                  <a:pt x="748838" y="319023"/>
                </a:lnTo>
                <a:lnTo>
                  <a:pt x="752729" y="309244"/>
                </a:lnTo>
                <a:lnTo>
                  <a:pt x="751776" y="308863"/>
                </a:lnTo>
                <a:close/>
              </a:path>
              <a:path w="762634" h="335279">
                <a:moveTo>
                  <a:pt x="35951" y="22583"/>
                </a:moveTo>
                <a:lnTo>
                  <a:pt x="23449" y="24439"/>
                </a:lnTo>
                <a:lnTo>
                  <a:pt x="31206" y="34375"/>
                </a:lnTo>
                <a:lnTo>
                  <a:pt x="726175" y="312315"/>
                </a:lnTo>
                <a:lnTo>
                  <a:pt x="738677" y="310459"/>
                </a:lnTo>
                <a:lnTo>
                  <a:pt x="730920" y="300523"/>
                </a:lnTo>
                <a:lnTo>
                  <a:pt x="35951" y="22583"/>
                </a:lnTo>
                <a:close/>
              </a:path>
              <a:path w="762634" h="335279">
                <a:moveTo>
                  <a:pt x="730920" y="300523"/>
                </a:moveTo>
                <a:lnTo>
                  <a:pt x="738677" y="310459"/>
                </a:lnTo>
                <a:lnTo>
                  <a:pt x="749427" y="308863"/>
                </a:lnTo>
                <a:lnTo>
                  <a:pt x="751776" y="308863"/>
                </a:lnTo>
                <a:lnTo>
                  <a:pt x="730920" y="300523"/>
                </a:lnTo>
                <a:close/>
              </a:path>
              <a:path w="762634" h="335279">
                <a:moveTo>
                  <a:pt x="101473" y="0"/>
                </a:moveTo>
                <a:lnTo>
                  <a:pt x="0" y="14985"/>
                </a:lnTo>
                <a:lnTo>
                  <a:pt x="60960" y="93217"/>
                </a:lnTo>
                <a:lnTo>
                  <a:pt x="63119" y="96011"/>
                </a:lnTo>
                <a:lnTo>
                  <a:pt x="67056" y="96392"/>
                </a:lnTo>
                <a:lnTo>
                  <a:pt x="69850" y="94233"/>
                </a:lnTo>
                <a:lnTo>
                  <a:pt x="72644" y="92201"/>
                </a:lnTo>
                <a:lnTo>
                  <a:pt x="73152" y="88137"/>
                </a:lnTo>
                <a:lnTo>
                  <a:pt x="70993" y="85343"/>
                </a:lnTo>
                <a:lnTo>
                  <a:pt x="31206" y="34375"/>
                </a:lnTo>
                <a:lnTo>
                  <a:pt x="9398" y="25653"/>
                </a:lnTo>
                <a:lnTo>
                  <a:pt x="14097" y="13842"/>
                </a:lnTo>
                <a:lnTo>
                  <a:pt x="94823" y="13842"/>
                </a:lnTo>
                <a:lnTo>
                  <a:pt x="103378" y="12572"/>
                </a:lnTo>
                <a:lnTo>
                  <a:pt x="105791" y="9270"/>
                </a:lnTo>
                <a:lnTo>
                  <a:pt x="104775" y="2285"/>
                </a:lnTo>
                <a:lnTo>
                  <a:pt x="101473" y="0"/>
                </a:lnTo>
                <a:close/>
              </a:path>
              <a:path w="762634" h="335279">
                <a:moveTo>
                  <a:pt x="14097" y="13842"/>
                </a:moveTo>
                <a:lnTo>
                  <a:pt x="9398" y="25653"/>
                </a:lnTo>
                <a:lnTo>
                  <a:pt x="31206" y="34375"/>
                </a:lnTo>
                <a:lnTo>
                  <a:pt x="24695" y="26034"/>
                </a:lnTo>
                <a:lnTo>
                  <a:pt x="12700" y="26034"/>
                </a:lnTo>
                <a:lnTo>
                  <a:pt x="16764" y="15874"/>
                </a:lnTo>
                <a:lnTo>
                  <a:pt x="19177" y="15874"/>
                </a:lnTo>
                <a:lnTo>
                  <a:pt x="14097" y="13842"/>
                </a:lnTo>
                <a:close/>
              </a:path>
              <a:path w="762634" h="335279">
                <a:moveTo>
                  <a:pt x="16764" y="15874"/>
                </a:moveTo>
                <a:lnTo>
                  <a:pt x="12700" y="26034"/>
                </a:lnTo>
                <a:lnTo>
                  <a:pt x="23449" y="24439"/>
                </a:lnTo>
                <a:lnTo>
                  <a:pt x="16764" y="15874"/>
                </a:lnTo>
                <a:close/>
              </a:path>
              <a:path w="762634" h="335279">
                <a:moveTo>
                  <a:pt x="23449" y="24439"/>
                </a:moveTo>
                <a:lnTo>
                  <a:pt x="12700" y="26034"/>
                </a:lnTo>
                <a:lnTo>
                  <a:pt x="24695" y="26034"/>
                </a:lnTo>
                <a:lnTo>
                  <a:pt x="23449" y="24439"/>
                </a:lnTo>
                <a:close/>
              </a:path>
              <a:path w="762634" h="335279">
                <a:moveTo>
                  <a:pt x="19177" y="15874"/>
                </a:moveTo>
                <a:lnTo>
                  <a:pt x="16764" y="15874"/>
                </a:lnTo>
                <a:lnTo>
                  <a:pt x="23449" y="24439"/>
                </a:lnTo>
                <a:lnTo>
                  <a:pt x="35951" y="22583"/>
                </a:lnTo>
                <a:lnTo>
                  <a:pt x="19177" y="15874"/>
                </a:lnTo>
                <a:close/>
              </a:path>
              <a:path w="762634" h="335279">
                <a:moveTo>
                  <a:pt x="94823" y="13842"/>
                </a:moveTo>
                <a:lnTo>
                  <a:pt x="14097" y="13842"/>
                </a:lnTo>
                <a:lnTo>
                  <a:pt x="35951" y="22583"/>
                </a:lnTo>
                <a:lnTo>
                  <a:pt x="94823" y="138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706364" y="2595498"/>
            <a:ext cx="104775" cy="534035"/>
          </a:xfrm>
          <a:custGeom>
            <a:avLst/>
            <a:gdLst/>
            <a:ahLst/>
            <a:cxnLst/>
            <a:rect l="l" t="t" r="r" b="b"/>
            <a:pathLst>
              <a:path w="104775" h="534035">
                <a:moveTo>
                  <a:pt x="7112" y="437261"/>
                </a:moveTo>
                <a:lnTo>
                  <a:pt x="4191" y="439039"/>
                </a:lnTo>
                <a:lnTo>
                  <a:pt x="1143" y="440817"/>
                </a:lnTo>
                <a:lnTo>
                  <a:pt x="0" y="444754"/>
                </a:lnTo>
                <a:lnTo>
                  <a:pt x="51562" y="533527"/>
                </a:lnTo>
                <a:lnTo>
                  <a:pt x="58941" y="520954"/>
                </a:lnTo>
                <a:lnTo>
                  <a:pt x="45212" y="520827"/>
                </a:lnTo>
                <a:lnTo>
                  <a:pt x="45282" y="497381"/>
                </a:lnTo>
                <a:lnTo>
                  <a:pt x="11049" y="438277"/>
                </a:lnTo>
                <a:lnTo>
                  <a:pt x="7112" y="437261"/>
                </a:lnTo>
                <a:close/>
              </a:path>
              <a:path w="104775" h="534035">
                <a:moveTo>
                  <a:pt x="45282" y="497381"/>
                </a:moveTo>
                <a:lnTo>
                  <a:pt x="45212" y="520827"/>
                </a:lnTo>
                <a:lnTo>
                  <a:pt x="57912" y="520954"/>
                </a:lnTo>
                <a:lnTo>
                  <a:pt x="57921" y="517652"/>
                </a:lnTo>
                <a:lnTo>
                  <a:pt x="46101" y="517652"/>
                </a:lnTo>
                <a:lnTo>
                  <a:pt x="51593" y="508277"/>
                </a:lnTo>
                <a:lnTo>
                  <a:pt x="45282" y="497381"/>
                </a:lnTo>
                <a:close/>
              </a:path>
              <a:path w="104775" h="534035">
                <a:moveTo>
                  <a:pt x="96393" y="437515"/>
                </a:moveTo>
                <a:lnTo>
                  <a:pt x="92456" y="438531"/>
                </a:lnTo>
                <a:lnTo>
                  <a:pt x="57982" y="497381"/>
                </a:lnTo>
                <a:lnTo>
                  <a:pt x="57912" y="520954"/>
                </a:lnTo>
                <a:lnTo>
                  <a:pt x="58941" y="520954"/>
                </a:lnTo>
                <a:lnTo>
                  <a:pt x="103505" y="445008"/>
                </a:lnTo>
                <a:lnTo>
                  <a:pt x="102489" y="441070"/>
                </a:lnTo>
                <a:lnTo>
                  <a:pt x="96393" y="437515"/>
                </a:lnTo>
                <a:close/>
              </a:path>
              <a:path w="104775" h="534035">
                <a:moveTo>
                  <a:pt x="51593" y="508277"/>
                </a:moveTo>
                <a:lnTo>
                  <a:pt x="46101" y="517652"/>
                </a:lnTo>
                <a:lnTo>
                  <a:pt x="57023" y="517652"/>
                </a:lnTo>
                <a:lnTo>
                  <a:pt x="51593" y="508277"/>
                </a:lnTo>
                <a:close/>
              </a:path>
              <a:path w="104775" h="534035">
                <a:moveTo>
                  <a:pt x="57982" y="497381"/>
                </a:moveTo>
                <a:lnTo>
                  <a:pt x="51593" y="508277"/>
                </a:lnTo>
                <a:lnTo>
                  <a:pt x="57023" y="517652"/>
                </a:lnTo>
                <a:lnTo>
                  <a:pt x="57921" y="517652"/>
                </a:lnTo>
                <a:lnTo>
                  <a:pt x="57982" y="497381"/>
                </a:lnTo>
                <a:close/>
              </a:path>
              <a:path w="104775" h="534035">
                <a:moveTo>
                  <a:pt x="52990" y="25333"/>
                </a:moveTo>
                <a:lnTo>
                  <a:pt x="46665" y="36099"/>
                </a:lnTo>
                <a:lnTo>
                  <a:pt x="45282" y="497381"/>
                </a:lnTo>
                <a:lnTo>
                  <a:pt x="51593" y="508277"/>
                </a:lnTo>
                <a:lnTo>
                  <a:pt x="57977" y="497381"/>
                </a:lnTo>
                <a:lnTo>
                  <a:pt x="59365" y="36311"/>
                </a:lnTo>
                <a:lnTo>
                  <a:pt x="59365" y="36099"/>
                </a:lnTo>
                <a:lnTo>
                  <a:pt x="52990" y="25333"/>
                </a:lnTo>
                <a:close/>
              </a:path>
              <a:path w="104775" h="534035">
                <a:moveTo>
                  <a:pt x="60444" y="12699"/>
                </a:moveTo>
                <a:lnTo>
                  <a:pt x="59436" y="12700"/>
                </a:lnTo>
                <a:lnTo>
                  <a:pt x="59365" y="36311"/>
                </a:lnTo>
                <a:lnTo>
                  <a:pt x="91821" y="92202"/>
                </a:lnTo>
                <a:lnTo>
                  <a:pt x="93599" y="95123"/>
                </a:lnTo>
                <a:lnTo>
                  <a:pt x="97409" y="96266"/>
                </a:lnTo>
                <a:lnTo>
                  <a:pt x="103505" y="92710"/>
                </a:lnTo>
                <a:lnTo>
                  <a:pt x="104521" y="88773"/>
                </a:lnTo>
                <a:lnTo>
                  <a:pt x="60444" y="12699"/>
                </a:lnTo>
                <a:close/>
              </a:path>
              <a:path w="104775" h="534035">
                <a:moveTo>
                  <a:pt x="53086" y="0"/>
                </a:moveTo>
                <a:lnTo>
                  <a:pt x="1143" y="88519"/>
                </a:lnTo>
                <a:lnTo>
                  <a:pt x="2093" y="92202"/>
                </a:lnTo>
                <a:lnTo>
                  <a:pt x="2159" y="92456"/>
                </a:lnTo>
                <a:lnTo>
                  <a:pt x="5207" y="94234"/>
                </a:lnTo>
                <a:lnTo>
                  <a:pt x="8128" y="96012"/>
                </a:lnTo>
                <a:lnTo>
                  <a:pt x="11572" y="95123"/>
                </a:lnTo>
                <a:lnTo>
                  <a:pt x="11990" y="95123"/>
                </a:lnTo>
                <a:lnTo>
                  <a:pt x="46541" y="36311"/>
                </a:lnTo>
                <a:lnTo>
                  <a:pt x="46665" y="36099"/>
                </a:lnTo>
                <a:lnTo>
                  <a:pt x="46735" y="12700"/>
                </a:lnTo>
                <a:lnTo>
                  <a:pt x="60444" y="12699"/>
                </a:lnTo>
                <a:lnTo>
                  <a:pt x="53086" y="0"/>
                </a:lnTo>
                <a:close/>
              </a:path>
              <a:path w="104775" h="534035">
                <a:moveTo>
                  <a:pt x="59436" y="12700"/>
                </a:moveTo>
                <a:lnTo>
                  <a:pt x="46735" y="12700"/>
                </a:lnTo>
                <a:lnTo>
                  <a:pt x="46665" y="36099"/>
                </a:lnTo>
                <a:lnTo>
                  <a:pt x="52990" y="25333"/>
                </a:lnTo>
                <a:lnTo>
                  <a:pt x="47498" y="15875"/>
                </a:lnTo>
                <a:lnTo>
                  <a:pt x="59426" y="15875"/>
                </a:lnTo>
                <a:lnTo>
                  <a:pt x="59436" y="12700"/>
                </a:lnTo>
                <a:close/>
              </a:path>
              <a:path w="104775" h="534035">
                <a:moveTo>
                  <a:pt x="59426" y="15875"/>
                </a:moveTo>
                <a:lnTo>
                  <a:pt x="58547" y="15875"/>
                </a:lnTo>
                <a:lnTo>
                  <a:pt x="52990" y="25333"/>
                </a:lnTo>
                <a:lnTo>
                  <a:pt x="59242" y="36099"/>
                </a:lnTo>
                <a:lnTo>
                  <a:pt x="59398" y="25333"/>
                </a:lnTo>
                <a:lnTo>
                  <a:pt x="59426" y="15875"/>
                </a:lnTo>
                <a:close/>
              </a:path>
              <a:path w="104775" h="534035">
                <a:moveTo>
                  <a:pt x="58547" y="15875"/>
                </a:moveTo>
                <a:lnTo>
                  <a:pt x="47498" y="15875"/>
                </a:lnTo>
                <a:lnTo>
                  <a:pt x="52990" y="25333"/>
                </a:lnTo>
                <a:lnTo>
                  <a:pt x="58547" y="15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448550" y="5086350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0"/>
                </a:moveTo>
                <a:lnTo>
                  <a:pt x="636524" y="1651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277100" y="5181600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1524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524750" y="4981575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1524"/>
                </a:moveTo>
                <a:lnTo>
                  <a:pt x="495300" y="0"/>
                </a:lnTo>
              </a:path>
            </a:pathLst>
          </a:custGeom>
          <a:ln w="38099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381875" y="4886325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524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519798" y="2517775"/>
            <a:ext cx="2439035" cy="1374775"/>
          </a:xfrm>
          <a:custGeom>
            <a:avLst/>
            <a:gdLst/>
            <a:ahLst/>
            <a:cxnLst/>
            <a:rect l="l" t="t" r="r" b="b"/>
            <a:pathLst>
              <a:path w="2439034" h="1374775">
                <a:moveTo>
                  <a:pt x="2403868" y="1361050"/>
                </a:moveTo>
                <a:lnTo>
                  <a:pt x="2339212" y="1362075"/>
                </a:lnTo>
                <a:lnTo>
                  <a:pt x="2335656" y="1362075"/>
                </a:lnTo>
                <a:lnTo>
                  <a:pt x="2332862" y="1364996"/>
                </a:lnTo>
                <a:lnTo>
                  <a:pt x="2332990" y="1371981"/>
                </a:lnTo>
                <a:lnTo>
                  <a:pt x="2335910" y="1374775"/>
                </a:lnTo>
                <a:lnTo>
                  <a:pt x="2339340" y="1374775"/>
                </a:lnTo>
                <a:lnTo>
                  <a:pt x="2438527" y="1373251"/>
                </a:lnTo>
                <a:lnTo>
                  <a:pt x="2438154" y="1372616"/>
                </a:lnTo>
                <a:lnTo>
                  <a:pt x="2424429" y="1372616"/>
                </a:lnTo>
                <a:lnTo>
                  <a:pt x="2403868" y="1361050"/>
                </a:lnTo>
                <a:close/>
              </a:path>
              <a:path w="2439034" h="1374775">
                <a:moveTo>
                  <a:pt x="2416536" y="1360849"/>
                </a:moveTo>
                <a:lnTo>
                  <a:pt x="2403868" y="1361050"/>
                </a:lnTo>
                <a:lnTo>
                  <a:pt x="2424429" y="1372616"/>
                </a:lnTo>
                <a:lnTo>
                  <a:pt x="2425773" y="1370203"/>
                </a:lnTo>
                <a:lnTo>
                  <a:pt x="2422016" y="1370203"/>
                </a:lnTo>
                <a:lnTo>
                  <a:pt x="2416654" y="1361050"/>
                </a:lnTo>
                <a:lnTo>
                  <a:pt x="2416536" y="1360849"/>
                </a:lnTo>
                <a:close/>
              </a:path>
              <a:path w="2439034" h="1374775">
                <a:moveTo>
                  <a:pt x="2382647" y="1283716"/>
                </a:moveTo>
                <a:lnTo>
                  <a:pt x="2379725" y="1285494"/>
                </a:lnTo>
                <a:lnTo>
                  <a:pt x="2376678" y="1287272"/>
                </a:lnTo>
                <a:lnTo>
                  <a:pt x="2375661" y="1291082"/>
                </a:lnTo>
                <a:lnTo>
                  <a:pt x="2410114" y="1349887"/>
                </a:lnTo>
                <a:lnTo>
                  <a:pt x="2430653" y="1361440"/>
                </a:lnTo>
                <a:lnTo>
                  <a:pt x="2424429" y="1372616"/>
                </a:lnTo>
                <a:lnTo>
                  <a:pt x="2438154" y="1372616"/>
                </a:lnTo>
                <a:lnTo>
                  <a:pt x="2388361" y="1287653"/>
                </a:lnTo>
                <a:lnTo>
                  <a:pt x="2386584" y="1284732"/>
                </a:lnTo>
                <a:lnTo>
                  <a:pt x="2382647" y="1283716"/>
                </a:lnTo>
                <a:close/>
              </a:path>
              <a:path w="2439034" h="1374775">
                <a:moveTo>
                  <a:pt x="2427350" y="1360678"/>
                </a:moveTo>
                <a:lnTo>
                  <a:pt x="2416536" y="1360849"/>
                </a:lnTo>
                <a:lnTo>
                  <a:pt x="2422016" y="1370203"/>
                </a:lnTo>
                <a:lnTo>
                  <a:pt x="2427142" y="1361050"/>
                </a:lnTo>
                <a:lnTo>
                  <a:pt x="2427255" y="1360849"/>
                </a:lnTo>
                <a:lnTo>
                  <a:pt x="2427350" y="1360678"/>
                </a:lnTo>
                <a:close/>
              </a:path>
              <a:path w="2439034" h="1374775">
                <a:moveTo>
                  <a:pt x="2429298" y="1360678"/>
                </a:moveTo>
                <a:lnTo>
                  <a:pt x="2427350" y="1360678"/>
                </a:lnTo>
                <a:lnTo>
                  <a:pt x="2422016" y="1370203"/>
                </a:lnTo>
                <a:lnTo>
                  <a:pt x="2425773" y="1370203"/>
                </a:lnTo>
                <a:lnTo>
                  <a:pt x="2430653" y="1361440"/>
                </a:lnTo>
                <a:lnTo>
                  <a:pt x="2429298" y="1360678"/>
                </a:lnTo>
                <a:close/>
              </a:path>
              <a:path w="2439034" h="1374775">
                <a:moveTo>
                  <a:pt x="34658" y="13724"/>
                </a:moveTo>
                <a:lnTo>
                  <a:pt x="21990" y="13925"/>
                </a:lnTo>
                <a:lnTo>
                  <a:pt x="28412" y="24887"/>
                </a:lnTo>
                <a:lnTo>
                  <a:pt x="2403868" y="1361050"/>
                </a:lnTo>
                <a:lnTo>
                  <a:pt x="2416536" y="1360849"/>
                </a:lnTo>
                <a:lnTo>
                  <a:pt x="2410114" y="1349887"/>
                </a:lnTo>
                <a:lnTo>
                  <a:pt x="34658" y="13724"/>
                </a:lnTo>
                <a:close/>
              </a:path>
              <a:path w="2439034" h="1374775">
                <a:moveTo>
                  <a:pt x="2410114" y="1349887"/>
                </a:moveTo>
                <a:lnTo>
                  <a:pt x="2416436" y="1360678"/>
                </a:lnTo>
                <a:lnTo>
                  <a:pt x="2416536" y="1360849"/>
                </a:lnTo>
                <a:lnTo>
                  <a:pt x="2427350" y="1360678"/>
                </a:lnTo>
                <a:lnTo>
                  <a:pt x="2429298" y="1360678"/>
                </a:lnTo>
                <a:lnTo>
                  <a:pt x="2410114" y="1349887"/>
                </a:lnTo>
                <a:close/>
              </a:path>
              <a:path w="2439034" h="1374775">
                <a:moveTo>
                  <a:pt x="102615" y="0"/>
                </a:moveTo>
                <a:lnTo>
                  <a:pt x="99186" y="0"/>
                </a:lnTo>
                <a:lnTo>
                  <a:pt x="0" y="1524"/>
                </a:lnTo>
                <a:lnTo>
                  <a:pt x="50164" y="87122"/>
                </a:lnTo>
                <a:lnTo>
                  <a:pt x="51942" y="90043"/>
                </a:lnTo>
                <a:lnTo>
                  <a:pt x="55879" y="91059"/>
                </a:lnTo>
                <a:lnTo>
                  <a:pt x="58800" y="89281"/>
                </a:lnTo>
                <a:lnTo>
                  <a:pt x="61848" y="87503"/>
                </a:lnTo>
                <a:lnTo>
                  <a:pt x="62864" y="83693"/>
                </a:lnTo>
                <a:lnTo>
                  <a:pt x="28412" y="24887"/>
                </a:lnTo>
                <a:lnTo>
                  <a:pt x="7873" y="13335"/>
                </a:lnTo>
                <a:lnTo>
                  <a:pt x="14096" y="2159"/>
                </a:lnTo>
                <a:lnTo>
                  <a:pt x="104873" y="2159"/>
                </a:lnTo>
                <a:lnTo>
                  <a:pt x="102615" y="0"/>
                </a:lnTo>
                <a:close/>
              </a:path>
              <a:path w="2439034" h="1374775">
                <a:moveTo>
                  <a:pt x="14096" y="2159"/>
                </a:moveTo>
                <a:lnTo>
                  <a:pt x="7873" y="13335"/>
                </a:lnTo>
                <a:lnTo>
                  <a:pt x="28412" y="24887"/>
                </a:lnTo>
                <a:lnTo>
                  <a:pt x="22090" y="14097"/>
                </a:lnTo>
                <a:lnTo>
                  <a:pt x="11175" y="14097"/>
                </a:lnTo>
                <a:lnTo>
                  <a:pt x="16509" y="4572"/>
                </a:lnTo>
                <a:lnTo>
                  <a:pt x="18386" y="4572"/>
                </a:lnTo>
                <a:lnTo>
                  <a:pt x="14096" y="2159"/>
                </a:lnTo>
                <a:close/>
              </a:path>
              <a:path w="2439034" h="1374775">
                <a:moveTo>
                  <a:pt x="16509" y="4572"/>
                </a:moveTo>
                <a:lnTo>
                  <a:pt x="11384" y="13724"/>
                </a:lnTo>
                <a:lnTo>
                  <a:pt x="11271" y="13925"/>
                </a:lnTo>
                <a:lnTo>
                  <a:pt x="11175" y="14097"/>
                </a:lnTo>
                <a:lnTo>
                  <a:pt x="21990" y="13925"/>
                </a:lnTo>
                <a:lnTo>
                  <a:pt x="16509" y="4572"/>
                </a:lnTo>
                <a:close/>
              </a:path>
              <a:path w="2439034" h="1374775">
                <a:moveTo>
                  <a:pt x="21990" y="13925"/>
                </a:moveTo>
                <a:lnTo>
                  <a:pt x="11175" y="14097"/>
                </a:lnTo>
                <a:lnTo>
                  <a:pt x="22090" y="14097"/>
                </a:lnTo>
                <a:lnTo>
                  <a:pt x="21990" y="13925"/>
                </a:lnTo>
                <a:close/>
              </a:path>
              <a:path w="2439034" h="1374775">
                <a:moveTo>
                  <a:pt x="18386" y="4572"/>
                </a:moveTo>
                <a:lnTo>
                  <a:pt x="16509" y="4572"/>
                </a:lnTo>
                <a:lnTo>
                  <a:pt x="21872" y="13724"/>
                </a:lnTo>
                <a:lnTo>
                  <a:pt x="21990" y="13925"/>
                </a:lnTo>
                <a:lnTo>
                  <a:pt x="34658" y="13724"/>
                </a:lnTo>
                <a:lnTo>
                  <a:pt x="18386" y="4572"/>
                </a:lnTo>
                <a:close/>
              </a:path>
              <a:path w="2439034" h="1374775">
                <a:moveTo>
                  <a:pt x="104873" y="2159"/>
                </a:moveTo>
                <a:lnTo>
                  <a:pt x="14096" y="2159"/>
                </a:lnTo>
                <a:lnTo>
                  <a:pt x="34658" y="13724"/>
                </a:lnTo>
                <a:lnTo>
                  <a:pt x="99313" y="12700"/>
                </a:lnTo>
                <a:lnTo>
                  <a:pt x="102869" y="12700"/>
                </a:lnTo>
                <a:lnTo>
                  <a:pt x="105663" y="9779"/>
                </a:lnTo>
                <a:lnTo>
                  <a:pt x="105536" y="2794"/>
                </a:lnTo>
                <a:lnTo>
                  <a:pt x="104873" y="21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579994" y="4348098"/>
            <a:ext cx="241935" cy="457834"/>
          </a:xfrm>
          <a:custGeom>
            <a:avLst/>
            <a:gdLst/>
            <a:ahLst/>
            <a:cxnLst/>
            <a:rect l="l" t="t" r="r" b="b"/>
            <a:pathLst>
              <a:path w="241934" h="457835">
                <a:moveTo>
                  <a:pt x="156336" y="390524"/>
                </a:moveTo>
                <a:lnTo>
                  <a:pt x="152399" y="391286"/>
                </a:lnTo>
                <a:lnTo>
                  <a:pt x="150494" y="394207"/>
                </a:lnTo>
                <a:lnTo>
                  <a:pt x="148589" y="397255"/>
                </a:lnTo>
                <a:lnTo>
                  <a:pt x="149351" y="401192"/>
                </a:lnTo>
                <a:lnTo>
                  <a:pt x="235330" y="457326"/>
                </a:lnTo>
                <a:lnTo>
                  <a:pt x="235877" y="448817"/>
                </a:lnTo>
                <a:lnTo>
                  <a:pt x="224027" y="448817"/>
                </a:lnTo>
                <a:lnTo>
                  <a:pt x="213558" y="427884"/>
                </a:lnTo>
                <a:lnTo>
                  <a:pt x="156336" y="390524"/>
                </a:lnTo>
                <a:close/>
              </a:path>
              <a:path w="241934" h="457835">
                <a:moveTo>
                  <a:pt x="213558" y="427884"/>
                </a:moveTo>
                <a:lnTo>
                  <a:pt x="224027" y="448817"/>
                </a:lnTo>
                <a:lnTo>
                  <a:pt x="230450" y="445642"/>
                </a:lnTo>
                <a:lnTo>
                  <a:pt x="223265" y="445642"/>
                </a:lnTo>
                <a:lnTo>
                  <a:pt x="223977" y="434686"/>
                </a:lnTo>
                <a:lnTo>
                  <a:pt x="213558" y="427884"/>
                </a:lnTo>
                <a:close/>
              </a:path>
              <a:path w="241934" h="457835">
                <a:moveTo>
                  <a:pt x="232282" y="351408"/>
                </a:moveTo>
                <a:lnTo>
                  <a:pt x="229234" y="354075"/>
                </a:lnTo>
                <a:lnTo>
                  <a:pt x="228980" y="357631"/>
                </a:lnTo>
                <a:lnTo>
                  <a:pt x="224791" y="422156"/>
                </a:lnTo>
                <a:lnTo>
                  <a:pt x="235330" y="443229"/>
                </a:lnTo>
                <a:lnTo>
                  <a:pt x="224027" y="448817"/>
                </a:lnTo>
                <a:lnTo>
                  <a:pt x="235877" y="448817"/>
                </a:lnTo>
                <a:lnTo>
                  <a:pt x="241680" y="358393"/>
                </a:lnTo>
                <a:lnTo>
                  <a:pt x="241934" y="354837"/>
                </a:lnTo>
                <a:lnTo>
                  <a:pt x="239267" y="351916"/>
                </a:lnTo>
                <a:lnTo>
                  <a:pt x="232282" y="351408"/>
                </a:lnTo>
                <a:close/>
              </a:path>
              <a:path w="241934" h="457835">
                <a:moveTo>
                  <a:pt x="223977" y="434686"/>
                </a:moveTo>
                <a:lnTo>
                  <a:pt x="223265" y="445642"/>
                </a:lnTo>
                <a:lnTo>
                  <a:pt x="233171" y="440689"/>
                </a:lnTo>
                <a:lnTo>
                  <a:pt x="223977" y="434686"/>
                </a:lnTo>
                <a:close/>
              </a:path>
              <a:path w="241934" h="457835">
                <a:moveTo>
                  <a:pt x="224791" y="422156"/>
                </a:moveTo>
                <a:lnTo>
                  <a:pt x="223977" y="434686"/>
                </a:lnTo>
                <a:lnTo>
                  <a:pt x="233171" y="440689"/>
                </a:lnTo>
                <a:lnTo>
                  <a:pt x="223265" y="445642"/>
                </a:lnTo>
                <a:lnTo>
                  <a:pt x="230450" y="445642"/>
                </a:lnTo>
                <a:lnTo>
                  <a:pt x="235330" y="443229"/>
                </a:lnTo>
                <a:lnTo>
                  <a:pt x="224791" y="422156"/>
                </a:lnTo>
                <a:close/>
              </a:path>
              <a:path w="241934" h="457835">
                <a:moveTo>
                  <a:pt x="17957" y="22640"/>
                </a:moveTo>
                <a:lnTo>
                  <a:pt x="17143" y="35170"/>
                </a:lnTo>
                <a:lnTo>
                  <a:pt x="213558" y="427884"/>
                </a:lnTo>
                <a:lnTo>
                  <a:pt x="223977" y="434686"/>
                </a:lnTo>
                <a:lnTo>
                  <a:pt x="224791" y="422156"/>
                </a:lnTo>
                <a:lnTo>
                  <a:pt x="28376" y="29442"/>
                </a:lnTo>
                <a:lnTo>
                  <a:pt x="17957" y="22640"/>
                </a:lnTo>
                <a:close/>
              </a:path>
              <a:path w="241934" h="457835">
                <a:moveTo>
                  <a:pt x="6603" y="0"/>
                </a:moveTo>
                <a:lnTo>
                  <a:pt x="253" y="98932"/>
                </a:lnTo>
                <a:lnTo>
                  <a:pt x="0" y="102488"/>
                </a:lnTo>
                <a:lnTo>
                  <a:pt x="2666" y="105409"/>
                </a:lnTo>
                <a:lnTo>
                  <a:pt x="9651" y="105917"/>
                </a:lnTo>
                <a:lnTo>
                  <a:pt x="12699" y="103250"/>
                </a:lnTo>
                <a:lnTo>
                  <a:pt x="12953" y="99694"/>
                </a:lnTo>
                <a:lnTo>
                  <a:pt x="17143" y="35170"/>
                </a:lnTo>
                <a:lnTo>
                  <a:pt x="6603" y="14096"/>
                </a:lnTo>
                <a:lnTo>
                  <a:pt x="17906" y="8508"/>
                </a:lnTo>
                <a:lnTo>
                  <a:pt x="19636" y="8508"/>
                </a:lnTo>
                <a:lnTo>
                  <a:pt x="6603" y="0"/>
                </a:lnTo>
                <a:close/>
              </a:path>
              <a:path w="241934" h="457835">
                <a:moveTo>
                  <a:pt x="19636" y="8508"/>
                </a:moveTo>
                <a:lnTo>
                  <a:pt x="17906" y="8508"/>
                </a:lnTo>
                <a:lnTo>
                  <a:pt x="28376" y="29442"/>
                </a:lnTo>
                <a:lnTo>
                  <a:pt x="85597" y="66801"/>
                </a:lnTo>
                <a:lnTo>
                  <a:pt x="89534" y="66039"/>
                </a:lnTo>
                <a:lnTo>
                  <a:pt x="91439" y="63118"/>
                </a:lnTo>
                <a:lnTo>
                  <a:pt x="93344" y="60070"/>
                </a:lnTo>
                <a:lnTo>
                  <a:pt x="92582" y="56133"/>
                </a:lnTo>
                <a:lnTo>
                  <a:pt x="19636" y="8508"/>
                </a:lnTo>
                <a:close/>
              </a:path>
              <a:path w="241934" h="457835">
                <a:moveTo>
                  <a:pt x="17906" y="8508"/>
                </a:moveTo>
                <a:lnTo>
                  <a:pt x="6603" y="14096"/>
                </a:lnTo>
                <a:lnTo>
                  <a:pt x="17143" y="35170"/>
                </a:lnTo>
                <a:lnTo>
                  <a:pt x="17957" y="22640"/>
                </a:lnTo>
                <a:lnTo>
                  <a:pt x="8762" y="16636"/>
                </a:lnTo>
                <a:lnTo>
                  <a:pt x="18668" y="11683"/>
                </a:lnTo>
                <a:lnTo>
                  <a:pt x="19494" y="11683"/>
                </a:lnTo>
                <a:lnTo>
                  <a:pt x="17906" y="8508"/>
                </a:lnTo>
                <a:close/>
              </a:path>
              <a:path w="241934" h="457835">
                <a:moveTo>
                  <a:pt x="19494" y="11683"/>
                </a:moveTo>
                <a:lnTo>
                  <a:pt x="18668" y="11683"/>
                </a:lnTo>
                <a:lnTo>
                  <a:pt x="17957" y="22640"/>
                </a:lnTo>
                <a:lnTo>
                  <a:pt x="28376" y="29442"/>
                </a:lnTo>
                <a:lnTo>
                  <a:pt x="19494" y="11683"/>
                </a:lnTo>
                <a:close/>
              </a:path>
              <a:path w="241934" h="457835">
                <a:moveTo>
                  <a:pt x="18668" y="11683"/>
                </a:moveTo>
                <a:lnTo>
                  <a:pt x="8762" y="16636"/>
                </a:lnTo>
                <a:lnTo>
                  <a:pt x="17957" y="22640"/>
                </a:lnTo>
                <a:lnTo>
                  <a:pt x="18668" y="116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967598" y="5321427"/>
            <a:ext cx="610235" cy="263525"/>
          </a:xfrm>
          <a:custGeom>
            <a:avLst/>
            <a:gdLst/>
            <a:ahLst/>
            <a:cxnLst/>
            <a:rect l="l" t="t" r="r" b="b"/>
            <a:pathLst>
              <a:path w="610234" h="263525">
                <a:moveTo>
                  <a:pt x="573434" y="239196"/>
                </a:moveTo>
                <a:lnTo>
                  <a:pt x="506349" y="250698"/>
                </a:lnTo>
                <a:lnTo>
                  <a:pt x="504063" y="254000"/>
                </a:lnTo>
                <a:lnTo>
                  <a:pt x="504698" y="257429"/>
                </a:lnTo>
                <a:lnTo>
                  <a:pt x="505206" y="260858"/>
                </a:lnTo>
                <a:lnTo>
                  <a:pt x="508508" y="263271"/>
                </a:lnTo>
                <a:lnTo>
                  <a:pt x="600780" y="247523"/>
                </a:lnTo>
                <a:lnTo>
                  <a:pt x="595630" y="247523"/>
                </a:lnTo>
                <a:lnTo>
                  <a:pt x="573434" y="239196"/>
                </a:lnTo>
                <a:close/>
              </a:path>
              <a:path w="610234" h="263525">
                <a:moveTo>
                  <a:pt x="586063" y="237035"/>
                </a:moveTo>
                <a:lnTo>
                  <a:pt x="573434" y="239196"/>
                </a:lnTo>
                <a:lnTo>
                  <a:pt x="595630" y="247523"/>
                </a:lnTo>
                <a:lnTo>
                  <a:pt x="596386" y="245491"/>
                </a:lnTo>
                <a:lnTo>
                  <a:pt x="592963" y="245491"/>
                </a:lnTo>
                <a:lnTo>
                  <a:pt x="586063" y="237035"/>
                </a:lnTo>
                <a:close/>
              </a:path>
              <a:path w="610234" h="263525">
                <a:moveTo>
                  <a:pt x="540893" y="165989"/>
                </a:moveTo>
                <a:lnTo>
                  <a:pt x="535432" y="170434"/>
                </a:lnTo>
                <a:lnTo>
                  <a:pt x="535051" y="174498"/>
                </a:lnTo>
                <a:lnTo>
                  <a:pt x="578175" y="227369"/>
                </a:lnTo>
                <a:lnTo>
                  <a:pt x="600075" y="235585"/>
                </a:lnTo>
                <a:lnTo>
                  <a:pt x="595630" y="247523"/>
                </a:lnTo>
                <a:lnTo>
                  <a:pt x="600780" y="247523"/>
                </a:lnTo>
                <a:lnTo>
                  <a:pt x="609727" y="245999"/>
                </a:lnTo>
                <a:lnTo>
                  <a:pt x="544830" y="166370"/>
                </a:lnTo>
                <a:lnTo>
                  <a:pt x="540893" y="165989"/>
                </a:lnTo>
                <a:close/>
              </a:path>
              <a:path w="610234" h="263525">
                <a:moveTo>
                  <a:pt x="596773" y="235204"/>
                </a:moveTo>
                <a:lnTo>
                  <a:pt x="586063" y="237035"/>
                </a:lnTo>
                <a:lnTo>
                  <a:pt x="592963" y="245491"/>
                </a:lnTo>
                <a:lnTo>
                  <a:pt x="596773" y="235204"/>
                </a:lnTo>
                <a:close/>
              </a:path>
              <a:path w="610234" h="263525">
                <a:moveTo>
                  <a:pt x="599059" y="235204"/>
                </a:moveTo>
                <a:lnTo>
                  <a:pt x="596773" y="235204"/>
                </a:lnTo>
                <a:lnTo>
                  <a:pt x="592963" y="245491"/>
                </a:lnTo>
                <a:lnTo>
                  <a:pt x="596386" y="245491"/>
                </a:lnTo>
                <a:lnTo>
                  <a:pt x="600075" y="235585"/>
                </a:lnTo>
                <a:lnTo>
                  <a:pt x="599059" y="235204"/>
                </a:lnTo>
                <a:close/>
              </a:path>
              <a:path w="610234" h="263525">
                <a:moveTo>
                  <a:pt x="36292" y="24074"/>
                </a:moveTo>
                <a:lnTo>
                  <a:pt x="23663" y="26235"/>
                </a:lnTo>
                <a:lnTo>
                  <a:pt x="31551" y="35901"/>
                </a:lnTo>
                <a:lnTo>
                  <a:pt x="573434" y="239196"/>
                </a:lnTo>
                <a:lnTo>
                  <a:pt x="586063" y="237035"/>
                </a:lnTo>
                <a:lnTo>
                  <a:pt x="578175" y="227369"/>
                </a:lnTo>
                <a:lnTo>
                  <a:pt x="36292" y="24074"/>
                </a:lnTo>
                <a:close/>
              </a:path>
              <a:path w="610234" h="263525">
                <a:moveTo>
                  <a:pt x="578175" y="227369"/>
                </a:moveTo>
                <a:lnTo>
                  <a:pt x="586063" y="237035"/>
                </a:lnTo>
                <a:lnTo>
                  <a:pt x="596773" y="235204"/>
                </a:lnTo>
                <a:lnTo>
                  <a:pt x="599059" y="235204"/>
                </a:lnTo>
                <a:lnTo>
                  <a:pt x="578175" y="227369"/>
                </a:lnTo>
                <a:close/>
              </a:path>
              <a:path w="610234" h="263525">
                <a:moveTo>
                  <a:pt x="101219" y="0"/>
                </a:moveTo>
                <a:lnTo>
                  <a:pt x="0" y="17272"/>
                </a:lnTo>
                <a:lnTo>
                  <a:pt x="64897" y="96901"/>
                </a:lnTo>
                <a:lnTo>
                  <a:pt x="68834" y="97282"/>
                </a:lnTo>
                <a:lnTo>
                  <a:pt x="74295" y="92837"/>
                </a:lnTo>
                <a:lnTo>
                  <a:pt x="74676" y="88773"/>
                </a:lnTo>
                <a:lnTo>
                  <a:pt x="31551" y="35901"/>
                </a:lnTo>
                <a:lnTo>
                  <a:pt x="9652" y="27686"/>
                </a:lnTo>
                <a:lnTo>
                  <a:pt x="14097" y="15748"/>
                </a:lnTo>
                <a:lnTo>
                  <a:pt x="84972" y="15748"/>
                </a:lnTo>
                <a:lnTo>
                  <a:pt x="103378" y="12573"/>
                </a:lnTo>
                <a:lnTo>
                  <a:pt x="105664" y="9271"/>
                </a:lnTo>
                <a:lnTo>
                  <a:pt x="105029" y="5842"/>
                </a:lnTo>
                <a:lnTo>
                  <a:pt x="104521" y="2413"/>
                </a:lnTo>
                <a:lnTo>
                  <a:pt x="101219" y="0"/>
                </a:lnTo>
                <a:close/>
              </a:path>
              <a:path w="610234" h="263525">
                <a:moveTo>
                  <a:pt x="14097" y="15748"/>
                </a:moveTo>
                <a:lnTo>
                  <a:pt x="9652" y="27686"/>
                </a:lnTo>
                <a:lnTo>
                  <a:pt x="31551" y="35901"/>
                </a:lnTo>
                <a:lnTo>
                  <a:pt x="25158" y="28067"/>
                </a:lnTo>
                <a:lnTo>
                  <a:pt x="12954" y="28067"/>
                </a:lnTo>
                <a:lnTo>
                  <a:pt x="16764" y="17780"/>
                </a:lnTo>
                <a:lnTo>
                  <a:pt x="19513" y="17780"/>
                </a:lnTo>
                <a:lnTo>
                  <a:pt x="14097" y="15748"/>
                </a:lnTo>
                <a:close/>
              </a:path>
              <a:path w="610234" h="263525">
                <a:moveTo>
                  <a:pt x="16764" y="17780"/>
                </a:moveTo>
                <a:lnTo>
                  <a:pt x="12954" y="28067"/>
                </a:lnTo>
                <a:lnTo>
                  <a:pt x="23663" y="26235"/>
                </a:lnTo>
                <a:lnTo>
                  <a:pt x="16764" y="17780"/>
                </a:lnTo>
                <a:close/>
              </a:path>
              <a:path w="610234" h="263525">
                <a:moveTo>
                  <a:pt x="23663" y="26235"/>
                </a:moveTo>
                <a:lnTo>
                  <a:pt x="12954" y="28067"/>
                </a:lnTo>
                <a:lnTo>
                  <a:pt x="25158" y="28067"/>
                </a:lnTo>
                <a:lnTo>
                  <a:pt x="23663" y="26235"/>
                </a:lnTo>
                <a:close/>
              </a:path>
              <a:path w="610234" h="263525">
                <a:moveTo>
                  <a:pt x="19513" y="17780"/>
                </a:moveTo>
                <a:lnTo>
                  <a:pt x="16764" y="17780"/>
                </a:lnTo>
                <a:lnTo>
                  <a:pt x="23663" y="26235"/>
                </a:lnTo>
                <a:lnTo>
                  <a:pt x="36292" y="24074"/>
                </a:lnTo>
                <a:lnTo>
                  <a:pt x="19513" y="17780"/>
                </a:lnTo>
                <a:close/>
              </a:path>
              <a:path w="610234" h="263525">
                <a:moveTo>
                  <a:pt x="84972" y="15748"/>
                </a:moveTo>
                <a:lnTo>
                  <a:pt x="14097" y="15748"/>
                </a:lnTo>
                <a:lnTo>
                  <a:pt x="36292" y="24074"/>
                </a:lnTo>
                <a:lnTo>
                  <a:pt x="84972" y="157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881998" y="4500498"/>
            <a:ext cx="838835" cy="1067435"/>
          </a:xfrm>
          <a:custGeom>
            <a:avLst/>
            <a:gdLst/>
            <a:ahLst/>
            <a:cxnLst/>
            <a:rect l="l" t="t" r="r" b="b"/>
            <a:pathLst>
              <a:path w="838834" h="1067435">
                <a:moveTo>
                  <a:pt x="17399" y="962787"/>
                </a:moveTo>
                <a:lnTo>
                  <a:pt x="14097" y="965200"/>
                </a:lnTo>
                <a:lnTo>
                  <a:pt x="13716" y="968756"/>
                </a:lnTo>
                <a:lnTo>
                  <a:pt x="0" y="1066927"/>
                </a:lnTo>
                <a:lnTo>
                  <a:pt x="15420" y="1060831"/>
                </a:lnTo>
                <a:lnTo>
                  <a:pt x="12827" y="1060831"/>
                </a:lnTo>
                <a:lnTo>
                  <a:pt x="2794" y="1053084"/>
                </a:lnTo>
                <a:lnTo>
                  <a:pt x="17356" y="1034549"/>
                </a:lnTo>
                <a:lnTo>
                  <a:pt x="26289" y="970534"/>
                </a:lnTo>
                <a:lnTo>
                  <a:pt x="26670" y="966978"/>
                </a:lnTo>
                <a:lnTo>
                  <a:pt x="24257" y="963803"/>
                </a:lnTo>
                <a:lnTo>
                  <a:pt x="17399" y="962787"/>
                </a:lnTo>
                <a:close/>
              </a:path>
              <a:path w="838834" h="1067435">
                <a:moveTo>
                  <a:pt x="17356" y="1034549"/>
                </a:moveTo>
                <a:lnTo>
                  <a:pt x="2794" y="1053084"/>
                </a:lnTo>
                <a:lnTo>
                  <a:pt x="12827" y="1060831"/>
                </a:lnTo>
                <a:lnTo>
                  <a:pt x="15122" y="1057910"/>
                </a:lnTo>
                <a:lnTo>
                  <a:pt x="14097" y="1057910"/>
                </a:lnTo>
                <a:lnTo>
                  <a:pt x="5461" y="1051052"/>
                </a:lnTo>
                <a:lnTo>
                  <a:pt x="15613" y="1047044"/>
                </a:lnTo>
                <a:lnTo>
                  <a:pt x="17356" y="1034549"/>
                </a:lnTo>
                <a:close/>
              </a:path>
              <a:path w="838834" h="1067435">
                <a:moveTo>
                  <a:pt x="90805" y="1017270"/>
                </a:moveTo>
                <a:lnTo>
                  <a:pt x="87503" y="1018667"/>
                </a:lnTo>
                <a:lnTo>
                  <a:pt x="27278" y="1042439"/>
                </a:lnTo>
                <a:lnTo>
                  <a:pt x="12827" y="1060831"/>
                </a:lnTo>
                <a:lnTo>
                  <a:pt x="15420" y="1060831"/>
                </a:lnTo>
                <a:lnTo>
                  <a:pt x="92202" y="1030478"/>
                </a:lnTo>
                <a:lnTo>
                  <a:pt x="95504" y="1029081"/>
                </a:lnTo>
                <a:lnTo>
                  <a:pt x="97028" y="1025397"/>
                </a:lnTo>
                <a:lnTo>
                  <a:pt x="95758" y="1022222"/>
                </a:lnTo>
                <a:lnTo>
                  <a:pt x="94488" y="1018921"/>
                </a:lnTo>
                <a:lnTo>
                  <a:pt x="90805" y="1017270"/>
                </a:lnTo>
                <a:close/>
              </a:path>
              <a:path w="838834" h="1067435">
                <a:moveTo>
                  <a:pt x="15613" y="1047044"/>
                </a:moveTo>
                <a:lnTo>
                  <a:pt x="5461" y="1051052"/>
                </a:lnTo>
                <a:lnTo>
                  <a:pt x="14097" y="1057910"/>
                </a:lnTo>
                <a:lnTo>
                  <a:pt x="15613" y="1047044"/>
                </a:lnTo>
                <a:close/>
              </a:path>
              <a:path w="838834" h="1067435">
                <a:moveTo>
                  <a:pt x="27278" y="1042439"/>
                </a:moveTo>
                <a:lnTo>
                  <a:pt x="15613" y="1047044"/>
                </a:lnTo>
                <a:lnTo>
                  <a:pt x="14097" y="1057910"/>
                </a:lnTo>
                <a:lnTo>
                  <a:pt x="15122" y="1057910"/>
                </a:lnTo>
                <a:lnTo>
                  <a:pt x="27278" y="1042439"/>
                </a:lnTo>
                <a:close/>
              </a:path>
              <a:path w="838834" h="1067435">
                <a:moveTo>
                  <a:pt x="822716" y="19881"/>
                </a:moveTo>
                <a:lnTo>
                  <a:pt x="810906" y="24543"/>
                </a:lnTo>
                <a:lnTo>
                  <a:pt x="17356" y="1034549"/>
                </a:lnTo>
                <a:lnTo>
                  <a:pt x="15613" y="1047044"/>
                </a:lnTo>
                <a:lnTo>
                  <a:pt x="27278" y="1042439"/>
                </a:lnTo>
                <a:lnTo>
                  <a:pt x="820976" y="32367"/>
                </a:lnTo>
                <a:lnTo>
                  <a:pt x="822716" y="19881"/>
                </a:lnTo>
                <a:close/>
              </a:path>
              <a:path w="838834" h="1067435">
                <a:moveTo>
                  <a:pt x="837493" y="5968"/>
                </a:moveTo>
                <a:lnTo>
                  <a:pt x="825500" y="5968"/>
                </a:lnTo>
                <a:lnTo>
                  <a:pt x="835533" y="13843"/>
                </a:lnTo>
                <a:lnTo>
                  <a:pt x="820976" y="32367"/>
                </a:lnTo>
                <a:lnTo>
                  <a:pt x="812038" y="96520"/>
                </a:lnTo>
                <a:lnTo>
                  <a:pt x="811657" y="99949"/>
                </a:lnTo>
                <a:lnTo>
                  <a:pt x="814070" y="103124"/>
                </a:lnTo>
                <a:lnTo>
                  <a:pt x="820928" y="104140"/>
                </a:lnTo>
                <a:lnTo>
                  <a:pt x="824230" y="101727"/>
                </a:lnTo>
                <a:lnTo>
                  <a:pt x="824611" y="98171"/>
                </a:lnTo>
                <a:lnTo>
                  <a:pt x="837493" y="5968"/>
                </a:lnTo>
                <a:close/>
              </a:path>
              <a:path w="838834" h="1067435">
                <a:moveTo>
                  <a:pt x="838327" y="0"/>
                </a:moveTo>
                <a:lnTo>
                  <a:pt x="746125" y="36449"/>
                </a:lnTo>
                <a:lnTo>
                  <a:pt x="742823" y="37846"/>
                </a:lnTo>
                <a:lnTo>
                  <a:pt x="741299" y="41528"/>
                </a:lnTo>
                <a:lnTo>
                  <a:pt x="742569" y="44703"/>
                </a:lnTo>
                <a:lnTo>
                  <a:pt x="743839" y="48006"/>
                </a:lnTo>
                <a:lnTo>
                  <a:pt x="747522" y="49656"/>
                </a:lnTo>
                <a:lnTo>
                  <a:pt x="750824" y="48259"/>
                </a:lnTo>
                <a:lnTo>
                  <a:pt x="810906" y="24543"/>
                </a:lnTo>
                <a:lnTo>
                  <a:pt x="825500" y="5968"/>
                </a:lnTo>
                <a:lnTo>
                  <a:pt x="837493" y="5968"/>
                </a:lnTo>
                <a:lnTo>
                  <a:pt x="838327" y="0"/>
                </a:lnTo>
                <a:close/>
              </a:path>
              <a:path w="838834" h="1067435">
                <a:moveTo>
                  <a:pt x="829383" y="9017"/>
                </a:moveTo>
                <a:lnTo>
                  <a:pt x="824230" y="9017"/>
                </a:lnTo>
                <a:lnTo>
                  <a:pt x="832866" y="15875"/>
                </a:lnTo>
                <a:lnTo>
                  <a:pt x="822716" y="19881"/>
                </a:lnTo>
                <a:lnTo>
                  <a:pt x="820976" y="32367"/>
                </a:lnTo>
                <a:lnTo>
                  <a:pt x="835533" y="13843"/>
                </a:lnTo>
                <a:lnTo>
                  <a:pt x="829383" y="9017"/>
                </a:lnTo>
                <a:close/>
              </a:path>
              <a:path w="838834" h="1067435">
                <a:moveTo>
                  <a:pt x="825500" y="5968"/>
                </a:moveTo>
                <a:lnTo>
                  <a:pt x="810906" y="24543"/>
                </a:lnTo>
                <a:lnTo>
                  <a:pt x="822716" y="19881"/>
                </a:lnTo>
                <a:lnTo>
                  <a:pt x="824230" y="9017"/>
                </a:lnTo>
                <a:lnTo>
                  <a:pt x="829383" y="9017"/>
                </a:lnTo>
                <a:lnTo>
                  <a:pt x="825500" y="5968"/>
                </a:lnTo>
                <a:close/>
              </a:path>
              <a:path w="838834" h="1067435">
                <a:moveTo>
                  <a:pt x="824230" y="9017"/>
                </a:moveTo>
                <a:lnTo>
                  <a:pt x="822716" y="19881"/>
                </a:lnTo>
                <a:lnTo>
                  <a:pt x="832866" y="15875"/>
                </a:lnTo>
                <a:lnTo>
                  <a:pt x="824230" y="90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xfrm>
            <a:off x="918210" y="1244980"/>
            <a:ext cx="87769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For</a:t>
            </a:r>
            <a:r>
              <a:rPr spc="35"/>
              <a:t> </a:t>
            </a:r>
            <a:r>
              <a:t>this</a:t>
            </a:r>
            <a:r>
              <a:rPr spc="45"/>
              <a:t> </a:t>
            </a:r>
            <a:r>
              <a:t>state</a:t>
            </a:r>
            <a:r>
              <a:rPr spc="45"/>
              <a:t> </a:t>
            </a:r>
            <a:r>
              <a:t>space</a:t>
            </a:r>
            <a:r>
              <a:rPr spc="30"/>
              <a:t> </a:t>
            </a:r>
            <a:r>
              <a:rPr>
                <a:solidFill>
                  <a:srgbClr val="FF0000"/>
                </a:solidFill>
              </a:rPr>
              <a:t>what</a:t>
            </a:r>
            <a:r>
              <a:rPr spc="45"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FF0000"/>
                </a:solidFill>
              </a:rPr>
              <a:t>could</a:t>
            </a:r>
            <a:r>
              <a:rPr spc="45"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FF0000"/>
                </a:solidFill>
              </a:rPr>
              <a:t>be</a:t>
            </a:r>
            <a:r>
              <a:rPr spc="45"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FF0000"/>
                </a:solidFill>
              </a:rPr>
              <a:t>a</a:t>
            </a:r>
            <a:r>
              <a:rPr spc="45"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FF0000"/>
                </a:solidFill>
              </a:rPr>
              <a:t>good</a:t>
            </a:r>
            <a:r>
              <a:rPr spc="45"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FF0000"/>
                </a:solidFill>
              </a:rPr>
              <a:t>heuristic</a:t>
            </a:r>
            <a:r>
              <a:rPr spc="50">
                <a:solidFill>
                  <a:srgbClr val="FF0000"/>
                </a:solidFill>
              </a:rPr>
              <a:t> </a:t>
            </a:r>
            <a:r>
              <a:rPr spc="-10">
                <a:solidFill>
                  <a:srgbClr val="FF0000"/>
                </a:solidFill>
              </a:rPr>
              <a:t>Function?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684" y="474916"/>
            <a:ext cx="3855097" cy="49174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1247" y="474916"/>
            <a:ext cx="6675882" cy="39789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498850" y="268922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32175" y="2784475"/>
            <a:ext cx="636905" cy="0"/>
          </a:xfrm>
          <a:custGeom>
            <a:avLst/>
            <a:gdLst/>
            <a:ahLst/>
            <a:cxnLst/>
            <a:rect l="l" t="t" r="r" b="b"/>
            <a:pathLst>
              <a:path w="636904">
                <a:moveTo>
                  <a:pt x="0" y="0"/>
                </a:moveTo>
                <a:lnTo>
                  <a:pt x="636524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51200" y="2593975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5">
                <a:moveTo>
                  <a:pt x="0" y="1524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55975" y="2879725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5">
                <a:moveTo>
                  <a:pt x="0" y="1650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41700" y="3917950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1524"/>
                </a:moveTo>
                <a:lnTo>
                  <a:pt x="636524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17900" y="371792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70250" y="3822700"/>
            <a:ext cx="1025525" cy="0"/>
          </a:xfrm>
          <a:custGeom>
            <a:avLst/>
            <a:gdLst/>
            <a:ahLst/>
            <a:cxnLst/>
            <a:rect l="l" t="t" r="r" b="b"/>
            <a:pathLst>
              <a:path w="1025525">
                <a:moveTo>
                  <a:pt x="0" y="0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75025" y="4013200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524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94325" y="2460625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5">
                <a:moveTo>
                  <a:pt x="0" y="0"/>
                </a:moveTo>
                <a:lnTo>
                  <a:pt x="1025525" y="1651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41975" y="236537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565775" y="2270125"/>
            <a:ext cx="636905" cy="0"/>
          </a:xfrm>
          <a:custGeom>
            <a:avLst/>
            <a:gdLst/>
            <a:ahLst/>
            <a:cxnLst/>
            <a:rect l="l" t="t" r="r" b="b"/>
            <a:pathLst>
              <a:path w="636904">
                <a:moveTo>
                  <a:pt x="0" y="0"/>
                </a:moveTo>
                <a:lnTo>
                  <a:pt x="636651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99100" y="2165350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5">
                <a:moveTo>
                  <a:pt x="0" y="0"/>
                </a:moveTo>
                <a:lnTo>
                  <a:pt x="812800" y="1524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46375" y="4879975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0"/>
                </a:moveTo>
                <a:lnTo>
                  <a:pt x="636524" y="1524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813050" y="5070475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1524"/>
                </a:moveTo>
                <a:lnTo>
                  <a:pt x="495300" y="0"/>
                </a:lnTo>
              </a:path>
            </a:pathLst>
          </a:custGeom>
          <a:ln w="38099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565400" y="4975225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1650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670175" y="5165725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650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27575" y="4641850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0"/>
                </a:moveTo>
                <a:lnTo>
                  <a:pt x="636524" y="1651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94250" y="4832350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1650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46600" y="4737100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1524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651375" y="4546600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0"/>
                </a:moveTo>
                <a:lnTo>
                  <a:pt x="812800" y="1651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347200" y="4375150"/>
            <a:ext cx="1025525" cy="0"/>
          </a:xfrm>
          <a:custGeom>
            <a:avLst/>
            <a:gdLst/>
            <a:ahLst/>
            <a:cxnLst/>
            <a:rect l="l" t="t" r="r" b="b"/>
            <a:pathLst>
              <a:path w="1025525">
                <a:moveTo>
                  <a:pt x="0" y="0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594850" y="4089400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1650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528175" y="4184650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1524"/>
                </a:moveTo>
                <a:lnTo>
                  <a:pt x="636524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451975" y="4279900"/>
            <a:ext cx="812800" cy="0"/>
          </a:xfrm>
          <a:custGeom>
            <a:avLst/>
            <a:gdLst/>
            <a:ahLst/>
            <a:cxnLst/>
            <a:rect l="l" t="t" r="r" b="b"/>
            <a:pathLst>
              <a:path w="812800">
                <a:moveTo>
                  <a:pt x="0" y="0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346700" y="3784600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0"/>
                </a:moveTo>
                <a:lnTo>
                  <a:pt x="1025525" y="1524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594350" y="3689350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0"/>
                </a:moveTo>
                <a:lnTo>
                  <a:pt x="495300" y="1651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18150" y="3489325"/>
            <a:ext cx="635000" cy="1905"/>
          </a:xfrm>
          <a:custGeom>
            <a:avLst/>
            <a:gdLst/>
            <a:ahLst/>
            <a:cxnLst/>
            <a:rect l="l" t="t" r="r" b="b"/>
            <a:pathLst>
              <a:path w="635000" h="1904">
                <a:moveTo>
                  <a:pt x="0" y="1524"/>
                </a:moveTo>
                <a:lnTo>
                  <a:pt x="635000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451475" y="3584575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524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436998" y="2478658"/>
            <a:ext cx="575310" cy="259715"/>
          </a:xfrm>
          <a:custGeom>
            <a:avLst/>
            <a:gdLst/>
            <a:ahLst/>
            <a:cxnLst/>
            <a:rect l="l" t="t" r="r" b="b"/>
            <a:pathLst>
              <a:path w="575310" h="259714">
                <a:moveTo>
                  <a:pt x="67309" y="162687"/>
                </a:moveTo>
                <a:lnTo>
                  <a:pt x="63245" y="163068"/>
                </a:lnTo>
                <a:lnTo>
                  <a:pt x="61086" y="165862"/>
                </a:lnTo>
                <a:lnTo>
                  <a:pt x="0" y="243967"/>
                </a:lnTo>
                <a:lnTo>
                  <a:pt x="101472" y="259207"/>
                </a:lnTo>
                <a:lnTo>
                  <a:pt x="104774" y="256794"/>
                </a:lnTo>
                <a:lnTo>
                  <a:pt x="105790" y="249809"/>
                </a:lnTo>
                <a:lnTo>
                  <a:pt x="103377" y="246634"/>
                </a:lnTo>
                <a:lnTo>
                  <a:pt x="93302" y="245110"/>
                </a:lnTo>
                <a:lnTo>
                  <a:pt x="14096" y="245110"/>
                </a:lnTo>
                <a:lnTo>
                  <a:pt x="9397" y="233299"/>
                </a:lnTo>
                <a:lnTo>
                  <a:pt x="31341" y="224574"/>
                </a:lnTo>
                <a:lnTo>
                  <a:pt x="71119" y="173736"/>
                </a:lnTo>
                <a:lnTo>
                  <a:pt x="73278" y="170942"/>
                </a:lnTo>
                <a:lnTo>
                  <a:pt x="72770" y="167005"/>
                </a:lnTo>
                <a:lnTo>
                  <a:pt x="69976" y="164846"/>
                </a:lnTo>
                <a:lnTo>
                  <a:pt x="67309" y="162687"/>
                </a:lnTo>
                <a:close/>
              </a:path>
              <a:path w="575310" h="259714">
                <a:moveTo>
                  <a:pt x="31341" y="224574"/>
                </a:moveTo>
                <a:lnTo>
                  <a:pt x="9397" y="233299"/>
                </a:lnTo>
                <a:lnTo>
                  <a:pt x="14096" y="245110"/>
                </a:lnTo>
                <a:lnTo>
                  <a:pt x="18888" y="243205"/>
                </a:lnTo>
                <a:lnTo>
                  <a:pt x="16763" y="243205"/>
                </a:lnTo>
                <a:lnTo>
                  <a:pt x="12699" y="232918"/>
                </a:lnTo>
                <a:lnTo>
                  <a:pt x="24813" y="232918"/>
                </a:lnTo>
                <a:lnTo>
                  <a:pt x="31341" y="224574"/>
                </a:lnTo>
                <a:close/>
              </a:path>
              <a:path w="575310" h="259714">
                <a:moveTo>
                  <a:pt x="35925" y="236431"/>
                </a:moveTo>
                <a:lnTo>
                  <a:pt x="14096" y="245110"/>
                </a:lnTo>
                <a:lnTo>
                  <a:pt x="93302" y="245110"/>
                </a:lnTo>
                <a:lnTo>
                  <a:pt x="35925" y="236431"/>
                </a:lnTo>
                <a:close/>
              </a:path>
              <a:path w="575310" h="259714">
                <a:moveTo>
                  <a:pt x="12699" y="232918"/>
                </a:moveTo>
                <a:lnTo>
                  <a:pt x="16763" y="243205"/>
                </a:lnTo>
                <a:lnTo>
                  <a:pt x="23531" y="234556"/>
                </a:lnTo>
                <a:lnTo>
                  <a:pt x="12699" y="232918"/>
                </a:lnTo>
                <a:close/>
              </a:path>
              <a:path w="575310" h="259714">
                <a:moveTo>
                  <a:pt x="23531" y="234556"/>
                </a:moveTo>
                <a:lnTo>
                  <a:pt x="16763" y="243205"/>
                </a:lnTo>
                <a:lnTo>
                  <a:pt x="18888" y="243205"/>
                </a:lnTo>
                <a:lnTo>
                  <a:pt x="35925" y="236431"/>
                </a:lnTo>
                <a:lnTo>
                  <a:pt x="23531" y="234556"/>
                </a:lnTo>
                <a:close/>
              </a:path>
              <a:path w="575310" h="259714">
                <a:moveTo>
                  <a:pt x="538876" y="22775"/>
                </a:moveTo>
                <a:lnTo>
                  <a:pt x="31341" y="224574"/>
                </a:lnTo>
                <a:lnTo>
                  <a:pt x="23531" y="234556"/>
                </a:lnTo>
                <a:lnTo>
                  <a:pt x="35925" y="236431"/>
                </a:lnTo>
                <a:lnTo>
                  <a:pt x="543460" y="34632"/>
                </a:lnTo>
                <a:lnTo>
                  <a:pt x="551270" y="24650"/>
                </a:lnTo>
                <a:lnTo>
                  <a:pt x="538876" y="22775"/>
                </a:lnTo>
                <a:close/>
              </a:path>
              <a:path w="575310" h="259714">
                <a:moveTo>
                  <a:pt x="24813" y="232918"/>
                </a:moveTo>
                <a:lnTo>
                  <a:pt x="12699" y="232918"/>
                </a:lnTo>
                <a:lnTo>
                  <a:pt x="23531" y="234556"/>
                </a:lnTo>
                <a:lnTo>
                  <a:pt x="24813" y="232918"/>
                </a:lnTo>
                <a:close/>
              </a:path>
              <a:path w="575310" h="259714">
                <a:moveTo>
                  <a:pt x="567191" y="14097"/>
                </a:moveTo>
                <a:lnTo>
                  <a:pt x="560704" y="14097"/>
                </a:lnTo>
                <a:lnTo>
                  <a:pt x="565403" y="25908"/>
                </a:lnTo>
                <a:lnTo>
                  <a:pt x="543460" y="34632"/>
                </a:lnTo>
                <a:lnTo>
                  <a:pt x="503681" y="85471"/>
                </a:lnTo>
                <a:lnTo>
                  <a:pt x="501522" y="88265"/>
                </a:lnTo>
                <a:lnTo>
                  <a:pt x="502030" y="92202"/>
                </a:lnTo>
                <a:lnTo>
                  <a:pt x="504824" y="94361"/>
                </a:lnTo>
                <a:lnTo>
                  <a:pt x="507491" y="96520"/>
                </a:lnTo>
                <a:lnTo>
                  <a:pt x="511555" y="96139"/>
                </a:lnTo>
                <a:lnTo>
                  <a:pt x="513714" y="93345"/>
                </a:lnTo>
                <a:lnTo>
                  <a:pt x="574801" y="15240"/>
                </a:lnTo>
                <a:lnTo>
                  <a:pt x="567191" y="14097"/>
                </a:lnTo>
                <a:close/>
              </a:path>
              <a:path w="575310" h="259714">
                <a:moveTo>
                  <a:pt x="551270" y="24650"/>
                </a:moveTo>
                <a:lnTo>
                  <a:pt x="543460" y="34632"/>
                </a:lnTo>
                <a:lnTo>
                  <a:pt x="564445" y="26289"/>
                </a:lnTo>
                <a:lnTo>
                  <a:pt x="562101" y="26289"/>
                </a:lnTo>
                <a:lnTo>
                  <a:pt x="551270" y="24650"/>
                </a:lnTo>
                <a:close/>
              </a:path>
              <a:path w="575310" h="259714">
                <a:moveTo>
                  <a:pt x="558037" y="16002"/>
                </a:moveTo>
                <a:lnTo>
                  <a:pt x="551270" y="24650"/>
                </a:lnTo>
                <a:lnTo>
                  <a:pt x="562101" y="26289"/>
                </a:lnTo>
                <a:lnTo>
                  <a:pt x="558037" y="16002"/>
                </a:lnTo>
                <a:close/>
              </a:path>
              <a:path w="575310" h="259714">
                <a:moveTo>
                  <a:pt x="561462" y="16002"/>
                </a:moveTo>
                <a:lnTo>
                  <a:pt x="558037" y="16002"/>
                </a:lnTo>
                <a:lnTo>
                  <a:pt x="562101" y="26289"/>
                </a:lnTo>
                <a:lnTo>
                  <a:pt x="564445" y="26289"/>
                </a:lnTo>
                <a:lnTo>
                  <a:pt x="565403" y="25908"/>
                </a:lnTo>
                <a:lnTo>
                  <a:pt x="561462" y="16002"/>
                </a:lnTo>
                <a:close/>
              </a:path>
              <a:path w="575310" h="259714">
                <a:moveTo>
                  <a:pt x="560704" y="14097"/>
                </a:moveTo>
                <a:lnTo>
                  <a:pt x="538876" y="22775"/>
                </a:lnTo>
                <a:lnTo>
                  <a:pt x="551270" y="24650"/>
                </a:lnTo>
                <a:lnTo>
                  <a:pt x="558037" y="16002"/>
                </a:lnTo>
                <a:lnTo>
                  <a:pt x="561462" y="16002"/>
                </a:lnTo>
                <a:lnTo>
                  <a:pt x="560704" y="14097"/>
                </a:lnTo>
                <a:close/>
              </a:path>
              <a:path w="575310" h="259714">
                <a:moveTo>
                  <a:pt x="473328" y="0"/>
                </a:moveTo>
                <a:lnTo>
                  <a:pt x="470026" y="2413"/>
                </a:lnTo>
                <a:lnTo>
                  <a:pt x="469010" y="9398"/>
                </a:lnTo>
                <a:lnTo>
                  <a:pt x="471423" y="12573"/>
                </a:lnTo>
                <a:lnTo>
                  <a:pt x="538876" y="22775"/>
                </a:lnTo>
                <a:lnTo>
                  <a:pt x="560704" y="14097"/>
                </a:lnTo>
                <a:lnTo>
                  <a:pt x="567191" y="14097"/>
                </a:lnTo>
                <a:lnTo>
                  <a:pt x="4733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737609" y="3055873"/>
            <a:ext cx="103505" cy="534035"/>
          </a:xfrm>
          <a:custGeom>
            <a:avLst/>
            <a:gdLst/>
            <a:ahLst/>
            <a:cxnLst/>
            <a:rect l="l" t="t" r="r" b="b"/>
            <a:pathLst>
              <a:path w="103504" h="534035">
                <a:moveTo>
                  <a:pt x="7111" y="437387"/>
                </a:moveTo>
                <a:lnTo>
                  <a:pt x="1015" y="440943"/>
                </a:lnTo>
                <a:lnTo>
                  <a:pt x="0" y="444880"/>
                </a:lnTo>
                <a:lnTo>
                  <a:pt x="51688" y="533526"/>
                </a:lnTo>
                <a:lnTo>
                  <a:pt x="59113" y="520826"/>
                </a:lnTo>
                <a:lnTo>
                  <a:pt x="45338" y="520826"/>
                </a:lnTo>
                <a:lnTo>
                  <a:pt x="45344" y="497196"/>
                </a:lnTo>
                <a:lnTo>
                  <a:pt x="11048" y="438403"/>
                </a:lnTo>
                <a:lnTo>
                  <a:pt x="7111" y="437387"/>
                </a:lnTo>
                <a:close/>
              </a:path>
              <a:path w="103504" h="534035">
                <a:moveTo>
                  <a:pt x="45460" y="497394"/>
                </a:moveTo>
                <a:lnTo>
                  <a:pt x="45338" y="520826"/>
                </a:lnTo>
                <a:lnTo>
                  <a:pt x="58038" y="520826"/>
                </a:lnTo>
                <a:lnTo>
                  <a:pt x="58039" y="517651"/>
                </a:lnTo>
                <a:lnTo>
                  <a:pt x="46227" y="517651"/>
                </a:lnTo>
                <a:lnTo>
                  <a:pt x="51752" y="508181"/>
                </a:lnTo>
                <a:lnTo>
                  <a:pt x="45460" y="497394"/>
                </a:lnTo>
                <a:close/>
              </a:path>
              <a:path w="103504" h="534035">
                <a:moveTo>
                  <a:pt x="96392" y="437387"/>
                </a:moveTo>
                <a:lnTo>
                  <a:pt x="92455" y="438403"/>
                </a:lnTo>
                <a:lnTo>
                  <a:pt x="58044" y="497196"/>
                </a:lnTo>
                <a:lnTo>
                  <a:pt x="58038" y="520826"/>
                </a:lnTo>
                <a:lnTo>
                  <a:pt x="59113" y="520826"/>
                </a:lnTo>
                <a:lnTo>
                  <a:pt x="103504" y="444880"/>
                </a:lnTo>
                <a:lnTo>
                  <a:pt x="102488" y="440943"/>
                </a:lnTo>
                <a:lnTo>
                  <a:pt x="96392" y="437387"/>
                </a:lnTo>
                <a:close/>
              </a:path>
              <a:path w="103504" h="534035">
                <a:moveTo>
                  <a:pt x="51752" y="508181"/>
                </a:moveTo>
                <a:lnTo>
                  <a:pt x="46227" y="517651"/>
                </a:lnTo>
                <a:lnTo>
                  <a:pt x="57276" y="517651"/>
                </a:lnTo>
                <a:lnTo>
                  <a:pt x="51752" y="508181"/>
                </a:lnTo>
                <a:close/>
              </a:path>
              <a:path w="103504" h="534035">
                <a:moveTo>
                  <a:pt x="58044" y="497394"/>
                </a:moveTo>
                <a:lnTo>
                  <a:pt x="51752" y="508181"/>
                </a:lnTo>
                <a:lnTo>
                  <a:pt x="57276" y="517651"/>
                </a:lnTo>
                <a:lnTo>
                  <a:pt x="58039" y="517651"/>
                </a:lnTo>
                <a:lnTo>
                  <a:pt x="58044" y="497394"/>
                </a:lnTo>
                <a:close/>
              </a:path>
              <a:path w="103504" h="534035">
                <a:moveTo>
                  <a:pt x="51752" y="25345"/>
                </a:moveTo>
                <a:lnTo>
                  <a:pt x="45460" y="36132"/>
                </a:lnTo>
                <a:lnTo>
                  <a:pt x="45460" y="497394"/>
                </a:lnTo>
                <a:lnTo>
                  <a:pt x="51752" y="508181"/>
                </a:lnTo>
                <a:lnTo>
                  <a:pt x="58044" y="497394"/>
                </a:lnTo>
                <a:lnTo>
                  <a:pt x="58160" y="36132"/>
                </a:lnTo>
                <a:lnTo>
                  <a:pt x="51752" y="25345"/>
                </a:lnTo>
                <a:close/>
              </a:path>
              <a:path w="103504" h="534035">
                <a:moveTo>
                  <a:pt x="51815" y="0"/>
                </a:moveTo>
                <a:lnTo>
                  <a:pt x="0" y="88645"/>
                </a:lnTo>
                <a:lnTo>
                  <a:pt x="1015" y="92582"/>
                </a:lnTo>
                <a:lnTo>
                  <a:pt x="7111" y="96138"/>
                </a:lnTo>
                <a:lnTo>
                  <a:pt x="11048" y="95122"/>
                </a:lnTo>
                <a:lnTo>
                  <a:pt x="45344" y="36329"/>
                </a:lnTo>
                <a:lnTo>
                  <a:pt x="45465" y="12572"/>
                </a:lnTo>
                <a:lnTo>
                  <a:pt x="59147" y="12572"/>
                </a:lnTo>
                <a:lnTo>
                  <a:pt x="51815" y="0"/>
                </a:lnTo>
                <a:close/>
              </a:path>
              <a:path w="103504" h="534035">
                <a:moveTo>
                  <a:pt x="59147" y="12572"/>
                </a:moveTo>
                <a:lnTo>
                  <a:pt x="58165" y="12572"/>
                </a:lnTo>
                <a:lnTo>
                  <a:pt x="58160" y="36329"/>
                </a:lnTo>
                <a:lnTo>
                  <a:pt x="92455" y="95122"/>
                </a:lnTo>
                <a:lnTo>
                  <a:pt x="96392" y="96138"/>
                </a:lnTo>
                <a:lnTo>
                  <a:pt x="102488" y="92582"/>
                </a:lnTo>
                <a:lnTo>
                  <a:pt x="103504" y="88645"/>
                </a:lnTo>
                <a:lnTo>
                  <a:pt x="59147" y="12572"/>
                </a:lnTo>
                <a:close/>
              </a:path>
              <a:path w="103504" h="534035">
                <a:moveTo>
                  <a:pt x="58165" y="12572"/>
                </a:moveTo>
                <a:lnTo>
                  <a:pt x="45465" y="12572"/>
                </a:lnTo>
                <a:lnTo>
                  <a:pt x="45460" y="36132"/>
                </a:lnTo>
                <a:lnTo>
                  <a:pt x="51752" y="25345"/>
                </a:lnTo>
                <a:lnTo>
                  <a:pt x="46227" y="15874"/>
                </a:lnTo>
                <a:lnTo>
                  <a:pt x="58165" y="15874"/>
                </a:lnTo>
                <a:lnTo>
                  <a:pt x="58165" y="12572"/>
                </a:lnTo>
                <a:close/>
              </a:path>
              <a:path w="103504" h="534035">
                <a:moveTo>
                  <a:pt x="58165" y="15874"/>
                </a:moveTo>
                <a:lnTo>
                  <a:pt x="57276" y="15874"/>
                </a:lnTo>
                <a:lnTo>
                  <a:pt x="51752" y="25345"/>
                </a:lnTo>
                <a:lnTo>
                  <a:pt x="58044" y="36132"/>
                </a:lnTo>
                <a:lnTo>
                  <a:pt x="58165" y="15874"/>
                </a:lnTo>
                <a:close/>
              </a:path>
              <a:path w="103504" h="534035">
                <a:moveTo>
                  <a:pt x="57276" y="15874"/>
                </a:moveTo>
                <a:lnTo>
                  <a:pt x="46227" y="15874"/>
                </a:lnTo>
                <a:lnTo>
                  <a:pt x="51752" y="25345"/>
                </a:lnTo>
                <a:lnTo>
                  <a:pt x="57276" y="15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179698" y="4198873"/>
            <a:ext cx="610235" cy="457834"/>
          </a:xfrm>
          <a:custGeom>
            <a:avLst/>
            <a:gdLst/>
            <a:ahLst/>
            <a:cxnLst/>
            <a:rect l="l" t="t" r="r" b="b"/>
            <a:pathLst>
              <a:path w="610235" h="457835">
                <a:moveTo>
                  <a:pt x="43687" y="361188"/>
                </a:moveTo>
                <a:lnTo>
                  <a:pt x="39877" y="362712"/>
                </a:lnTo>
                <a:lnTo>
                  <a:pt x="38607" y="366014"/>
                </a:lnTo>
                <a:lnTo>
                  <a:pt x="0" y="457327"/>
                </a:lnTo>
                <a:lnTo>
                  <a:pt x="21872" y="454787"/>
                </a:lnTo>
                <a:lnTo>
                  <a:pt x="13969" y="454787"/>
                </a:lnTo>
                <a:lnTo>
                  <a:pt x="6349" y="444627"/>
                </a:lnTo>
                <a:lnTo>
                  <a:pt x="25174" y="430507"/>
                </a:lnTo>
                <a:lnTo>
                  <a:pt x="51688" y="367665"/>
                </a:lnTo>
                <a:lnTo>
                  <a:pt x="50164" y="363982"/>
                </a:lnTo>
                <a:lnTo>
                  <a:pt x="47163" y="362712"/>
                </a:lnTo>
                <a:lnTo>
                  <a:pt x="43687" y="361188"/>
                </a:lnTo>
                <a:close/>
              </a:path>
              <a:path w="610235" h="457835">
                <a:moveTo>
                  <a:pt x="25174" y="430507"/>
                </a:moveTo>
                <a:lnTo>
                  <a:pt x="6349" y="444627"/>
                </a:lnTo>
                <a:lnTo>
                  <a:pt x="13969" y="454787"/>
                </a:lnTo>
                <a:lnTo>
                  <a:pt x="17356" y="452247"/>
                </a:lnTo>
                <a:lnTo>
                  <a:pt x="16001" y="452247"/>
                </a:lnTo>
                <a:lnTo>
                  <a:pt x="9397" y="443357"/>
                </a:lnTo>
                <a:lnTo>
                  <a:pt x="20285" y="442094"/>
                </a:lnTo>
                <a:lnTo>
                  <a:pt x="25174" y="430507"/>
                </a:lnTo>
                <a:close/>
              </a:path>
              <a:path w="610235" h="457835">
                <a:moveTo>
                  <a:pt x="100456" y="432816"/>
                </a:moveTo>
                <a:lnTo>
                  <a:pt x="32831" y="440640"/>
                </a:lnTo>
                <a:lnTo>
                  <a:pt x="13969" y="454787"/>
                </a:lnTo>
                <a:lnTo>
                  <a:pt x="21872" y="454787"/>
                </a:lnTo>
                <a:lnTo>
                  <a:pt x="101980" y="445516"/>
                </a:lnTo>
                <a:lnTo>
                  <a:pt x="104520" y="442341"/>
                </a:lnTo>
                <a:lnTo>
                  <a:pt x="104012" y="438785"/>
                </a:lnTo>
                <a:lnTo>
                  <a:pt x="103631" y="435356"/>
                </a:lnTo>
                <a:lnTo>
                  <a:pt x="100456" y="432816"/>
                </a:lnTo>
                <a:close/>
              </a:path>
              <a:path w="610235" h="457835">
                <a:moveTo>
                  <a:pt x="20285" y="442094"/>
                </a:moveTo>
                <a:lnTo>
                  <a:pt x="9397" y="443357"/>
                </a:lnTo>
                <a:lnTo>
                  <a:pt x="16001" y="452247"/>
                </a:lnTo>
                <a:lnTo>
                  <a:pt x="20181" y="442341"/>
                </a:lnTo>
                <a:lnTo>
                  <a:pt x="20285" y="442094"/>
                </a:lnTo>
                <a:close/>
              </a:path>
              <a:path w="610235" h="457835">
                <a:moveTo>
                  <a:pt x="32831" y="440640"/>
                </a:moveTo>
                <a:lnTo>
                  <a:pt x="20285" y="442094"/>
                </a:lnTo>
                <a:lnTo>
                  <a:pt x="16001" y="452247"/>
                </a:lnTo>
                <a:lnTo>
                  <a:pt x="17356" y="452247"/>
                </a:lnTo>
                <a:lnTo>
                  <a:pt x="32831" y="440640"/>
                </a:lnTo>
                <a:close/>
              </a:path>
              <a:path w="610235" h="457835">
                <a:moveTo>
                  <a:pt x="589441" y="15232"/>
                </a:moveTo>
                <a:lnTo>
                  <a:pt x="576895" y="16686"/>
                </a:lnTo>
                <a:lnTo>
                  <a:pt x="25174" y="430507"/>
                </a:lnTo>
                <a:lnTo>
                  <a:pt x="20285" y="442094"/>
                </a:lnTo>
                <a:lnTo>
                  <a:pt x="32831" y="440640"/>
                </a:lnTo>
                <a:lnTo>
                  <a:pt x="584552" y="26819"/>
                </a:lnTo>
                <a:lnTo>
                  <a:pt x="589441" y="15232"/>
                </a:lnTo>
                <a:close/>
              </a:path>
              <a:path w="610235" h="457835">
                <a:moveTo>
                  <a:pt x="608653" y="2540"/>
                </a:moveTo>
                <a:lnTo>
                  <a:pt x="595757" y="2540"/>
                </a:lnTo>
                <a:lnTo>
                  <a:pt x="603376" y="12700"/>
                </a:lnTo>
                <a:lnTo>
                  <a:pt x="584552" y="26819"/>
                </a:lnTo>
                <a:lnTo>
                  <a:pt x="558038" y="89662"/>
                </a:lnTo>
                <a:lnTo>
                  <a:pt x="559561" y="93345"/>
                </a:lnTo>
                <a:lnTo>
                  <a:pt x="562863" y="94742"/>
                </a:lnTo>
                <a:lnTo>
                  <a:pt x="566038" y="96139"/>
                </a:lnTo>
                <a:lnTo>
                  <a:pt x="569531" y="94742"/>
                </a:lnTo>
                <a:lnTo>
                  <a:pt x="569800" y="94742"/>
                </a:lnTo>
                <a:lnTo>
                  <a:pt x="571118" y="91313"/>
                </a:lnTo>
                <a:lnTo>
                  <a:pt x="608653" y="2540"/>
                </a:lnTo>
                <a:close/>
              </a:path>
              <a:path w="610235" h="457835">
                <a:moveTo>
                  <a:pt x="597661" y="5080"/>
                </a:moveTo>
                <a:lnTo>
                  <a:pt x="593724" y="5080"/>
                </a:lnTo>
                <a:lnTo>
                  <a:pt x="600329" y="13970"/>
                </a:lnTo>
                <a:lnTo>
                  <a:pt x="589441" y="15232"/>
                </a:lnTo>
                <a:lnTo>
                  <a:pt x="584552" y="26819"/>
                </a:lnTo>
                <a:lnTo>
                  <a:pt x="603376" y="12700"/>
                </a:lnTo>
                <a:lnTo>
                  <a:pt x="597661" y="5080"/>
                </a:lnTo>
                <a:close/>
              </a:path>
              <a:path w="610235" h="457835">
                <a:moveTo>
                  <a:pt x="609726" y="0"/>
                </a:moveTo>
                <a:lnTo>
                  <a:pt x="507745" y="11810"/>
                </a:lnTo>
                <a:lnTo>
                  <a:pt x="505205" y="14985"/>
                </a:lnTo>
                <a:lnTo>
                  <a:pt x="505713" y="18542"/>
                </a:lnTo>
                <a:lnTo>
                  <a:pt x="506094" y="21971"/>
                </a:lnTo>
                <a:lnTo>
                  <a:pt x="509269" y="24510"/>
                </a:lnTo>
                <a:lnTo>
                  <a:pt x="576895" y="16686"/>
                </a:lnTo>
                <a:lnTo>
                  <a:pt x="595757" y="2540"/>
                </a:lnTo>
                <a:lnTo>
                  <a:pt x="608653" y="2540"/>
                </a:lnTo>
                <a:lnTo>
                  <a:pt x="609726" y="0"/>
                </a:lnTo>
                <a:close/>
              </a:path>
              <a:path w="610235" h="457835">
                <a:moveTo>
                  <a:pt x="595757" y="2540"/>
                </a:moveTo>
                <a:lnTo>
                  <a:pt x="576895" y="16686"/>
                </a:lnTo>
                <a:lnTo>
                  <a:pt x="589441" y="15232"/>
                </a:lnTo>
                <a:lnTo>
                  <a:pt x="593724" y="5080"/>
                </a:lnTo>
                <a:lnTo>
                  <a:pt x="597661" y="5080"/>
                </a:lnTo>
                <a:lnTo>
                  <a:pt x="595757" y="2540"/>
                </a:lnTo>
                <a:close/>
              </a:path>
              <a:path w="610235" h="457835">
                <a:moveTo>
                  <a:pt x="593724" y="5080"/>
                </a:moveTo>
                <a:lnTo>
                  <a:pt x="589545" y="14985"/>
                </a:lnTo>
                <a:lnTo>
                  <a:pt x="589441" y="15232"/>
                </a:lnTo>
                <a:lnTo>
                  <a:pt x="600329" y="13970"/>
                </a:lnTo>
                <a:lnTo>
                  <a:pt x="593724" y="5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08398" y="4246498"/>
            <a:ext cx="305435" cy="229235"/>
          </a:xfrm>
          <a:custGeom>
            <a:avLst/>
            <a:gdLst/>
            <a:ahLst/>
            <a:cxnLst/>
            <a:rect l="l" t="t" r="r" b="b"/>
            <a:pathLst>
              <a:path w="305435" h="229235">
                <a:moveTo>
                  <a:pt x="204470" y="204216"/>
                </a:moveTo>
                <a:lnTo>
                  <a:pt x="201295" y="206756"/>
                </a:lnTo>
                <a:lnTo>
                  <a:pt x="200914" y="210185"/>
                </a:lnTo>
                <a:lnTo>
                  <a:pt x="200441" y="213494"/>
                </a:lnTo>
                <a:lnTo>
                  <a:pt x="200406" y="213741"/>
                </a:lnTo>
                <a:lnTo>
                  <a:pt x="202946" y="216916"/>
                </a:lnTo>
                <a:lnTo>
                  <a:pt x="304927" y="228727"/>
                </a:lnTo>
                <a:lnTo>
                  <a:pt x="303853" y="226187"/>
                </a:lnTo>
                <a:lnTo>
                  <a:pt x="290957" y="226187"/>
                </a:lnTo>
                <a:lnTo>
                  <a:pt x="272097" y="212040"/>
                </a:lnTo>
                <a:lnTo>
                  <a:pt x="204470" y="204216"/>
                </a:lnTo>
                <a:close/>
              </a:path>
              <a:path w="305435" h="229235">
                <a:moveTo>
                  <a:pt x="272097" y="212040"/>
                </a:moveTo>
                <a:lnTo>
                  <a:pt x="290957" y="226187"/>
                </a:lnTo>
                <a:lnTo>
                  <a:pt x="292862" y="223647"/>
                </a:lnTo>
                <a:lnTo>
                  <a:pt x="288925" y="223647"/>
                </a:lnTo>
                <a:lnTo>
                  <a:pt x="284745" y="213741"/>
                </a:lnTo>
                <a:lnTo>
                  <a:pt x="284642" y="213494"/>
                </a:lnTo>
                <a:lnTo>
                  <a:pt x="272097" y="212040"/>
                </a:lnTo>
                <a:close/>
              </a:path>
              <a:path w="305435" h="229235">
                <a:moveTo>
                  <a:pt x="261239" y="132588"/>
                </a:moveTo>
                <a:lnTo>
                  <a:pt x="257763" y="134112"/>
                </a:lnTo>
                <a:lnTo>
                  <a:pt x="254762" y="135382"/>
                </a:lnTo>
                <a:lnTo>
                  <a:pt x="253365" y="139065"/>
                </a:lnTo>
                <a:lnTo>
                  <a:pt x="254635" y="142367"/>
                </a:lnTo>
                <a:lnTo>
                  <a:pt x="279753" y="201907"/>
                </a:lnTo>
                <a:lnTo>
                  <a:pt x="298577" y="216027"/>
                </a:lnTo>
                <a:lnTo>
                  <a:pt x="290957" y="226187"/>
                </a:lnTo>
                <a:lnTo>
                  <a:pt x="303853" y="226187"/>
                </a:lnTo>
                <a:lnTo>
                  <a:pt x="266319" y="137414"/>
                </a:lnTo>
                <a:lnTo>
                  <a:pt x="265049" y="134112"/>
                </a:lnTo>
                <a:lnTo>
                  <a:pt x="261239" y="132588"/>
                </a:lnTo>
                <a:close/>
              </a:path>
              <a:path w="305435" h="229235">
                <a:moveTo>
                  <a:pt x="284642" y="213494"/>
                </a:moveTo>
                <a:lnTo>
                  <a:pt x="288925" y="223647"/>
                </a:lnTo>
                <a:lnTo>
                  <a:pt x="295529" y="214757"/>
                </a:lnTo>
                <a:lnTo>
                  <a:pt x="284642" y="213494"/>
                </a:lnTo>
                <a:close/>
              </a:path>
              <a:path w="305435" h="229235">
                <a:moveTo>
                  <a:pt x="279753" y="201907"/>
                </a:moveTo>
                <a:lnTo>
                  <a:pt x="284642" y="213494"/>
                </a:lnTo>
                <a:lnTo>
                  <a:pt x="295529" y="214757"/>
                </a:lnTo>
                <a:lnTo>
                  <a:pt x="288925" y="223647"/>
                </a:lnTo>
                <a:lnTo>
                  <a:pt x="292862" y="223647"/>
                </a:lnTo>
                <a:lnTo>
                  <a:pt x="298577" y="216027"/>
                </a:lnTo>
                <a:lnTo>
                  <a:pt x="279753" y="201907"/>
                </a:lnTo>
                <a:close/>
              </a:path>
              <a:path w="305435" h="229235">
                <a:moveTo>
                  <a:pt x="20285" y="15232"/>
                </a:moveTo>
                <a:lnTo>
                  <a:pt x="25174" y="26820"/>
                </a:lnTo>
                <a:lnTo>
                  <a:pt x="272097" y="212040"/>
                </a:lnTo>
                <a:lnTo>
                  <a:pt x="284642" y="213494"/>
                </a:lnTo>
                <a:lnTo>
                  <a:pt x="279753" y="201907"/>
                </a:lnTo>
                <a:lnTo>
                  <a:pt x="32829" y="16686"/>
                </a:lnTo>
                <a:lnTo>
                  <a:pt x="20285" y="15232"/>
                </a:lnTo>
                <a:close/>
              </a:path>
              <a:path w="305435" h="229235">
                <a:moveTo>
                  <a:pt x="0" y="0"/>
                </a:moveTo>
                <a:lnTo>
                  <a:pt x="38608" y="91313"/>
                </a:lnTo>
                <a:lnTo>
                  <a:pt x="39926" y="94742"/>
                </a:lnTo>
                <a:lnTo>
                  <a:pt x="40195" y="94742"/>
                </a:lnTo>
                <a:lnTo>
                  <a:pt x="43688" y="96139"/>
                </a:lnTo>
                <a:lnTo>
                  <a:pt x="46863" y="94742"/>
                </a:lnTo>
                <a:lnTo>
                  <a:pt x="50165" y="93345"/>
                </a:lnTo>
                <a:lnTo>
                  <a:pt x="51689" y="89662"/>
                </a:lnTo>
                <a:lnTo>
                  <a:pt x="25174" y="26820"/>
                </a:lnTo>
                <a:lnTo>
                  <a:pt x="6350" y="12700"/>
                </a:lnTo>
                <a:lnTo>
                  <a:pt x="13970" y="2540"/>
                </a:lnTo>
                <a:lnTo>
                  <a:pt x="21872" y="2540"/>
                </a:lnTo>
                <a:lnTo>
                  <a:pt x="0" y="0"/>
                </a:lnTo>
                <a:close/>
              </a:path>
              <a:path w="305435" h="229235">
                <a:moveTo>
                  <a:pt x="13970" y="2540"/>
                </a:moveTo>
                <a:lnTo>
                  <a:pt x="6350" y="12700"/>
                </a:lnTo>
                <a:lnTo>
                  <a:pt x="25174" y="26820"/>
                </a:lnTo>
                <a:lnTo>
                  <a:pt x="20285" y="15232"/>
                </a:lnTo>
                <a:lnTo>
                  <a:pt x="9398" y="13970"/>
                </a:lnTo>
                <a:lnTo>
                  <a:pt x="16002" y="5080"/>
                </a:lnTo>
                <a:lnTo>
                  <a:pt x="17356" y="5080"/>
                </a:lnTo>
                <a:lnTo>
                  <a:pt x="13970" y="2540"/>
                </a:lnTo>
                <a:close/>
              </a:path>
              <a:path w="305435" h="229235">
                <a:moveTo>
                  <a:pt x="21872" y="2540"/>
                </a:moveTo>
                <a:lnTo>
                  <a:pt x="13970" y="2540"/>
                </a:lnTo>
                <a:lnTo>
                  <a:pt x="32829" y="16686"/>
                </a:lnTo>
                <a:lnTo>
                  <a:pt x="100457" y="24511"/>
                </a:lnTo>
                <a:lnTo>
                  <a:pt x="103632" y="21971"/>
                </a:lnTo>
                <a:lnTo>
                  <a:pt x="104013" y="18542"/>
                </a:lnTo>
                <a:lnTo>
                  <a:pt x="104485" y="15232"/>
                </a:lnTo>
                <a:lnTo>
                  <a:pt x="104521" y="14986"/>
                </a:lnTo>
                <a:lnTo>
                  <a:pt x="101981" y="11811"/>
                </a:lnTo>
                <a:lnTo>
                  <a:pt x="21872" y="2540"/>
                </a:lnTo>
                <a:close/>
              </a:path>
              <a:path w="305435" h="229235">
                <a:moveTo>
                  <a:pt x="17356" y="5080"/>
                </a:moveTo>
                <a:lnTo>
                  <a:pt x="16002" y="5080"/>
                </a:lnTo>
                <a:lnTo>
                  <a:pt x="20181" y="14986"/>
                </a:lnTo>
                <a:lnTo>
                  <a:pt x="20285" y="15232"/>
                </a:lnTo>
                <a:lnTo>
                  <a:pt x="32829" y="16686"/>
                </a:lnTo>
                <a:lnTo>
                  <a:pt x="17356" y="5080"/>
                </a:lnTo>
                <a:close/>
              </a:path>
              <a:path w="305435" h="229235">
                <a:moveTo>
                  <a:pt x="16002" y="5080"/>
                </a:moveTo>
                <a:lnTo>
                  <a:pt x="9398" y="13970"/>
                </a:lnTo>
                <a:lnTo>
                  <a:pt x="20285" y="15232"/>
                </a:lnTo>
                <a:lnTo>
                  <a:pt x="16002" y="5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822950" y="5689600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1524"/>
                </a:moveTo>
                <a:lnTo>
                  <a:pt x="495300" y="0"/>
                </a:lnTo>
              </a:path>
            </a:pathLst>
          </a:custGeom>
          <a:ln w="38099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746750" y="5499100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1650"/>
                </a:moveTo>
                <a:lnTo>
                  <a:pt x="636524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75300" y="5403850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0"/>
                </a:moveTo>
                <a:lnTo>
                  <a:pt x="1025525" y="1524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80075" y="5594350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650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736850" y="598487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670175" y="5889625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1587"/>
                </a:moveTo>
                <a:lnTo>
                  <a:pt x="636524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489200" y="5794375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0"/>
                </a:moveTo>
                <a:lnTo>
                  <a:pt x="1025525" y="1587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593975" y="6080125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587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222750" y="6261100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0"/>
                </a:moveTo>
                <a:lnTo>
                  <a:pt x="495300" y="1587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156075" y="6356350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0"/>
                </a:moveTo>
                <a:lnTo>
                  <a:pt x="636524" y="1587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975100" y="6451600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1587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089400" y="6156325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0"/>
                </a:moveTo>
                <a:lnTo>
                  <a:pt x="812800" y="1587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423150" y="4013200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0"/>
                </a:moveTo>
                <a:lnTo>
                  <a:pt x="495300" y="1651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346950" y="4203700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0"/>
                </a:moveTo>
                <a:lnTo>
                  <a:pt x="636524" y="1524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175500" y="4298950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1650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280275" y="4108450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0"/>
                </a:moveTo>
                <a:lnTo>
                  <a:pt x="812800" y="1524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432800" y="6127750"/>
            <a:ext cx="1025525" cy="0"/>
          </a:xfrm>
          <a:custGeom>
            <a:avLst/>
            <a:gdLst/>
            <a:ahLst/>
            <a:cxnLst/>
            <a:rect l="l" t="t" r="r" b="b"/>
            <a:pathLst>
              <a:path w="1025525">
                <a:moveTo>
                  <a:pt x="0" y="0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680450" y="5937250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1587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613775" y="5842000"/>
            <a:ext cx="635000" cy="1905"/>
          </a:xfrm>
          <a:custGeom>
            <a:avLst/>
            <a:gdLst/>
            <a:ahLst/>
            <a:cxnLst/>
            <a:rect l="l" t="t" r="r" b="b"/>
            <a:pathLst>
              <a:path w="635000" h="1904">
                <a:moveTo>
                  <a:pt x="0" y="1587"/>
                </a:moveTo>
                <a:lnTo>
                  <a:pt x="635000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537575" y="6032500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587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014217" y="5313298"/>
            <a:ext cx="104139" cy="305435"/>
          </a:xfrm>
          <a:custGeom>
            <a:avLst/>
            <a:gdLst/>
            <a:ahLst/>
            <a:cxnLst/>
            <a:rect l="l" t="t" r="r" b="b"/>
            <a:pathLst>
              <a:path w="104139" h="305435">
                <a:moveTo>
                  <a:pt x="7111" y="208660"/>
                </a:moveTo>
                <a:lnTo>
                  <a:pt x="4063" y="210311"/>
                </a:lnTo>
                <a:lnTo>
                  <a:pt x="1015" y="212089"/>
                </a:lnTo>
                <a:lnTo>
                  <a:pt x="0" y="216026"/>
                </a:lnTo>
                <a:lnTo>
                  <a:pt x="1777" y="219074"/>
                </a:lnTo>
                <a:lnTo>
                  <a:pt x="51307" y="304926"/>
                </a:lnTo>
                <a:lnTo>
                  <a:pt x="58717" y="292353"/>
                </a:lnTo>
                <a:lnTo>
                  <a:pt x="44957" y="292353"/>
                </a:lnTo>
                <a:lnTo>
                  <a:pt x="45074" y="268890"/>
                </a:lnTo>
                <a:lnTo>
                  <a:pt x="12699" y="212724"/>
                </a:lnTo>
                <a:lnTo>
                  <a:pt x="11048" y="209676"/>
                </a:lnTo>
                <a:lnTo>
                  <a:pt x="7111" y="208660"/>
                </a:lnTo>
                <a:close/>
              </a:path>
              <a:path w="104139" h="305435">
                <a:moveTo>
                  <a:pt x="45074" y="268890"/>
                </a:moveTo>
                <a:lnTo>
                  <a:pt x="45020" y="279753"/>
                </a:lnTo>
                <a:lnTo>
                  <a:pt x="56695" y="289051"/>
                </a:lnTo>
                <a:lnTo>
                  <a:pt x="56768" y="289178"/>
                </a:lnTo>
                <a:lnTo>
                  <a:pt x="44973" y="289051"/>
                </a:lnTo>
                <a:lnTo>
                  <a:pt x="44957" y="292353"/>
                </a:lnTo>
                <a:lnTo>
                  <a:pt x="57657" y="292353"/>
                </a:lnTo>
                <a:lnTo>
                  <a:pt x="57673" y="289178"/>
                </a:lnTo>
                <a:lnTo>
                  <a:pt x="45846" y="289051"/>
                </a:lnTo>
                <a:lnTo>
                  <a:pt x="57674" y="289051"/>
                </a:lnTo>
                <a:lnTo>
                  <a:pt x="51335" y="279753"/>
                </a:lnTo>
                <a:lnTo>
                  <a:pt x="45074" y="268890"/>
                </a:lnTo>
                <a:close/>
              </a:path>
              <a:path w="104139" h="305435">
                <a:moveTo>
                  <a:pt x="96392" y="209041"/>
                </a:moveTo>
                <a:lnTo>
                  <a:pt x="92455" y="210057"/>
                </a:lnTo>
                <a:lnTo>
                  <a:pt x="90677" y="213105"/>
                </a:lnTo>
                <a:lnTo>
                  <a:pt x="57775" y="268890"/>
                </a:lnTo>
                <a:lnTo>
                  <a:pt x="57657" y="292353"/>
                </a:lnTo>
                <a:lnTo>
                  <a:pt x="58717" y="292353"/>
                </a:lnTo>
                <a:lnTo>
                  <a:pt x="101599" y="219582"/>
                </a:lnTo>
                <a:lnTo>
                  <a:pt x="103377" y="216534"/>
                </a:lnTo>
                <a:lnTo>
                  <a:pt x="102493" y="213105"/>
                </a:lnTo>
                <a:lnTo>
                  <a:pt x="102394" y="212724"/>
                </a:lnTo>
                <a:lnTo>
                  <a:pt x="102570" y="212724"/>
                </a:lnTo>
                <a:lnTo>
                  <a:pt x="99440" y="210819"/>
                </a:lnTo>
                <a:lnTo>
                  <a:pt x="96392" y="209041"/>
                </a:lnTo>
                <a:close/>
              </a:path>
              <a:path w="104139" h="305435">
                <a:moveTo>
                  <a:pt x="51335" y="279753"/>
                </a:moveTo>
                <a:lnTo>
                  <a:pt x="45846" y="289051"/>
                </a:lnTo>
                <a:lnTo>
                  <a:pt x="56768" y="289178"/>
                </a:lnTo>
                <a:lnTo>
                  <a:pt x="51335" y="279753"/>
                </a:lnTo>
                <a:close/>
              </a:path>
              <a:path w="104139" h="305435">
                <a:moveTo>
                  <a:pt x="57775" y="268890"/>
                </a:moveTo>
                <a:lnTo>
                  <a:pt x="51335" y="279753"/>
                </a:lnTo>
                <a:lnTo>
                  <a:pt x="56695" y="289051"/>
                </a:lnTo>
                <a:lnTo>
                  <a:pt x="57674" y="289051"/>
                </a:lnTo>
                <a:lnTo>
                  <a:pt x="57775" y="268890"/>
                </a:lnTo>
                <a:close/>
              </a:path>
              <a:path w="104139" h="305435">
                <a:moveTo>
                  <a:pt x="52732" y="25268"/>
                </a:moveTo>
                <a:lnTo>
                  <a:pt x="46358" y="36036"/>
                </a:lnTo>
                <a:lnTo>
                  <a:pt x="46236" y="36241"/>
                </a:lnTo>
                <a:lnTo>
                  <a:pt x="45074" y="268890"/>
                </a:lnTo>
                <a:lnTo>
                  <a:pt x="51335" y="279753"/>
                </a:lnTo>
                <a:lnTo>
                  <a:pt x="57748" y="268890"/>
                </a:lnTo>
                <a:lnTo>
                  <a:pt x="58021" y="219582"/>
                </a:lnTo>
                <a:lnTo>
                  <a:pt x="58937" y="36241"/>
                </a:lnTo>
                <a:lnTo>
                  <a:pt x="58938" y="36036"/>
                </a:lnTo>
                <a:lnTo>
                  <a:pt x="52732" y="25268"/>
                </a:lnTo>
                <a:close/>
              </a:path>
              <a:path w="104139" h="305435">
                <a:moveTo>
                  <a:pt x="60158" y="12699"/>
                </a:moveTo>
                <a:lnTo>
                  <a:pt x="59054" y="12699"/>
                </a:lnTo>
                <a:lnTo>
                  <a:pt x="59056" y="36241"/>
                </a:lnTo>
                <a:lnTo>
                  <a:pt x="91387" y="92328"/>
                </a:lnTo>
                <a:lnTo>
                  <a:pt x="93090" y="95249"/>
                </a:lnTo>
                <a:lnTo>
                  <a:pt x="96900" y="96265"/>
                </a:lnTo>
                <a:lnTo>
                  <a:pt x="99948" y="94614"/>
                </a:lnTo>
                <a:lnTo>
                  <a:pt x="102996" y="92836"/>
                </a:lnTo>
                <a:lnTo>
                  <a:pt x="104012" y="88899"/>
                </a:lnTo>
                <a:lnTo>
                  <a:pt x="102361" y="85851"/>
                </a:lnTo>
                <a:lnTo>
                  <a:pt x="60158" y="12699"/>
                </a:lnTo>
                <a:close/>
              </a:path>
              <a:path w="104139" h="305435">
                <a:moveTo>
                  <a:pt x="52831" y="0"/>
                </a:moveTo>
                <a:lnTo>
                  <a:pt x="2412" y="85343"/>
                </a:lnTo>
                <a:lnTo>
                  <a:pt x="634" y="88391"/>
                </a:lnTo>
                <a:lnTo>
                  <a:pt x="1650" y="92328"/>
                </a:lnTo>
                <a:lnTo>
                  <a:pt x="7746" y="95884"/>
                </a:lnTo>
                <a:lnTo>
                  <a:pt x="11556" y="94868"/>
                </a:lnTo>
                <a:lnTo>
                  <a:pt x="13334" y="91820"/>
                </a:lnTo>
                <a:lnTo>
                  <a:pt x="46236" y="36241"/>
                </a:lnTo>
                <a:lnTo>
                  <a:pt x="46354" y="12699"/>
                </a:lnTo>
                <a:lnTo>
                  <a:pt x="60158" y="12699"/>
                </a:lnTo>
                <a:lnTo>
                  <a:pt x="52831" y="0"/>
                </a:lnTo>
                <a:close/>
              </a:path>
              <a:path w="104139" h="305435">
                <a:moveTo>
                  <a:pt x="59054" y="12699"/>
                </a:moveTo>
                <a:lnTo>
                  <a:pt x="46354" y="12699"/>
                </a:lnTo>
                <a:lnTo>
                  <a:pt x="46237" y="36036"/>
                </a:lnTo>
                <a:lnTo>
                  <a:pt x="52732" y="25268"/>
                </a:lnTo>
                <a:lnTo>
                  <a:pt x="47317" y="15874"/>
                </a:lnTo>
                <a:lnTo>
                  <a:pt x="59039" y="15874"/>
                </a:lnTo>
                <a:lnTo>
                  <a:pt x="59054" y="12699"/>
                </a:lnTo>
                <a:close/>
              </a:path>
              <a:path w="104139" h="305435">
                <a:moveTo>
                  <a:pt x="59039" y="15874"/>
                </a:moveTo>
                <a:lnTo>
                  <a:pt x="58292" y="15874"/>
                </a:lnTo>
                <a:lnTo>
                  <a:pt x="52732" y="25268"/>
                </a:lnTo>
                <a:lnTo>
                  <a:pt x="58938" y="36036"/>
                </a:lnTo>
                <a:lnTo>
                  <a:pt x="59039" y="15874"/>
                </a:lnTo>
                <a:close/>
              </a:path>
              <a:path w="104139" h="305435">
                <a:moveTo>
                  <a:pt x="58292" y="15874"/>
                </a:moveTo>
                <a:lnTo>
                  <a:pt x="47317" y="15874"/>
                </a:lnTo>
                <a:lnTo>
                  <a:pt x="52732" y="25268"/>
                </a:lnTo>
                <a:lnTo>
                  <a:pt x="58292" y="15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598798" y="5922949"/>
            <a:ext cx="381635" cy="229235"/>
          </a:xfrm>
          <a:custGeom>
            <a:avLst/>
            <a:gdLst/>
            <a:ahLst/>
            <a:cxnLst/>
            <a:rect l="l" t="t" r="r" b="b"/>
            <a:pathLst>
              <a:path w="381635" h="229235">
                <a:moveTo>
                  <a:pt x="278637" y="214655"/>
                </a:moveTo>
                <a:lnTo>
                  <a:pt x="275716" y="217474"/>
                </a:lnTo>
                <a:lnTo>
                  <a:pt x="275716" y="224485"/>
                </a:lnTo>
                <a:lnTo>
                  <a:pt x="278560" y="227406"/>
                </a:lnTo>
                <a:lnTo>
                  <a:pt x="281939" y="227406"/>
                </a:lnTo>
                <a:lnTo>
                  <a:pt x="381126" y="228625"/>
                </a:lnTo>
                <a:lnTo>
                  <a:pt x="380554" y="227583"/>
                </a:lnTo>
                <a:lnTo>
                  <a:pt x="367029" y="227583"/>
                </a:lnTo>
                <a:lnTo>
                  <a:pt x="346901" y="215506"/>
                </a:lnTo>
                <a:lnTo>
                  <a:pt x="278637" y="214655"/>
                </a:lnTo>
                <a:close/>
              </a:path>
              <a:path w="381635" h="229235">
                <a:moveTo>
                  <a:pt x="346901" y="215506"/>
                </a:moveTo>
                <a:lnTo>
                  <a:pt x="367029" y="227583"/>
                </a:lnTo>
                <a:lnTo>
                  <a:pt x="368450" y="225196"/>
                </a:lnTo>
                <a:lnTo>
                  <a:pt x="364743" y="225196"/>
                </a:lnTo>
                <a:lnTo>
                  <a:pt x="359572" y="215798"/>
                </a:lnTo>
                <a:lnTo>
                  <a:pt x="359498" y="215663"/>
                </a:lnTo>
                <a:lnTo>
                  <a:pt x="346901" y="215506"/>
                </a:lnTo>
                <a:close/>
              </a:path>
              <a:path w="381635" h="229235">
                <a:moveTo>
                  <a:pt x="327786" y="137566"/>
                </a:moveTo>
                <a:lnTo>
                  <a:pt x="321690" y="140944"/>
                </a:lnTo>
                <a:lnTo>
                  <a:pt x="320547" y="144805"/>
                </a:lnTo>
                <a:lnTo>
                  <a:pt x="322198" y="147878"/>
                </a:lnTo>
                <a:lnTo>
                  <a:pt x="353444" y="204662"/>
                </a:lnTo>
                <a:lnTo>
                  <a:pt x="373506" y="216700"/>
                </a:lnTo>
                <a:lnTo>
                  <a:pt x="367135" y="227406"/>
                </a:lnTo>
                <a:lnTo>
                  <a:pt x="367029" y="227583"/>
                </a:lnTo>
                <a:lnTo>
                  <a:pt x="380554" y="227583"/>
                </a:lnTo>
                <a:lnTo>
                  <a:pt x="333374" y="141770"/>
                </a:lnTo>
                <a:lnTo>
                  <a:pt x="331723" y="138696"/>
                </a:lnTo>
                <a:lnTo>
                  <a:pt x="327786" y="137566"/>
                </a:lnTo>
                <a:close/>
              </a:path>
              <a:path w="381635" h="229235">
                <a:moveTo>
                  <a:pt x="359498" y="215663"/>
                </a:moveTo>
                <a:lnTo>
                  <a:pt x="364743" y="225196"/>
                </a:lnTo>
                <a:lnTo>
                  <a:pt x="370331" y="215798"/>
                </a:lnTo>
                <a:lnTo>
                  <a:pt x="359498" y="215663"/>
                </a:lnTo>
                <a:close/>
              </a:path>
              <a:path w="381635" h="229235">
                <a:moveTo>
                  <a:pt x="353444" y="204662"/>
                </a:moveTo>
                <a:lnTo>
                  <a:pt x="359411" y="215506"/>
                </a:lnTo>
                <a:lnTo>
                  <a:pt x="359498" y="215663"/>
                </a:lnTo>
                <a:lnTo>
                  <a:pt x="370331" y="215798"/>
                </a:lnTo>
                <a:lnTo>
                  <a:pt x="364743" y="225196"/>
                </a:lnTo>
                <a:lnTo>
                  <a:pt x="368450" y="225196"/>
                </a:lnTo>
                <a:lnTo>
                  <a:pt x="373506" y="216700"/>
                </a:lnTo>
                <a:lnTo>
                  <a:pt x="353444" y="204662"/>
                </a:lnTo>
                <a:close/>
              </a:path>
              <a:path w="381635" h="229235">
                <a:moveTo>
                  <a:pt x="21627" y="12960"/>
                </a:moveTo>
                <a:lnTo>
                  <a:pt x="27682" y="23963"/>
                </a:lnTo>
                <a:lnTo>
                  <a:pt x="346901" y="215506"/>
                </a:lnTo>
                <a:lnTo>
                  <a:pt x="359498" y="215663"/>
                </a:lnTo>
                <a:lnTo>
                  <a:pt x="353444" y="204662"/>
                </a:lnTo>
                <a:lnTo>
                  <a:pt x="34219" y="13115"/>
                </a:lnTo>
                <a:lnTo>
                  <a:pt x="21627" y="12960"/>
                </a:lnTo>
                <a:close/>
              </a:path>
              <a:path w="381635" h="229235">
                <a:moveTo>
                  <a:pt x="0" y="0"/>
                </a:moveTo>
                <a:lnTo>
                  <a:pt x="47751" y="86855"/>
                </a:lnTo>
                <a:lnTo>
                  <a:pt x="49402" y="89928"/>
                </a:lnTo>
                <a:lnTo>
                  <a:pt x="53339" y="91058"/>
                </a:lnTo>
                <a:lnTo>
                  <a:pt x="59435" y="87680"/>
                </a:lnTo>
                <a:lnTo>
                  <a:pt x="60578" y="83819"/>
                </a:lnTo>
                <a:lnTo>
                  <a:pt x="58927" y="80746"/>
                </a:lnTo>
                <a:lnTo>
                  <a:pt x="27682" y="23963"/>
                </a:lnTo>
                <a:lnTo>
                  <a:pt x="7619" y="11925"/>
                </a:lnTo>
                <a:lnTo>
                  <a:pt x="14096" y="1041"/>
                </a:lnTo>
                <a:lnTo>
                  <a:pt x="84722" y="1041"/>
                </a:lnTo>
                <a:lnTo>
                  <a:pt x="0" y="0"/>
                </a:lnTo>
                <a:close/>
              </a:path>
              <a:path w="381635" h="229235">
                <a:moveTo>
                  <a:pt x="14096" y="1041"/>
                </a:moveTo>
                <a:lnTo>
                  <a:pt x="7619" y="11925"/>
                </a:lnTo>
                <a:lnTo>
                  <a:pt x="27682" y="23963"/>
                </a:lnTo>
                <a:lnTo>
                  <a:pt x="21713" y="13115"/>
                </a:lnTo>
                <a:lnTo>
                  <a:pt x="21627" y="12960"/>
                </a:lnTo>
                <a:lnTo>
                  <a:pt x="10794" y="12826"/>
                </a:lnTo>
                <a:lnTo>
                  <a:pt x="16382" y="3428"/>
                </a:lnTo>
                <a:lnTo>
                  <a:pt x="18076" y="3428"/>
                </a:lnTo>
                <a:lnTo>
                  <a:pt x="14096" y="1041"/>
                </a:lnTo>
                <a:close/>
              </a:path>
              <a:path w="381635" h="229235">
                <a:moveTo>
                  <a:pt x="84722" y="1041"/>
                </a:moveTo>
                <a:lnTo>
                  <a:pt x="14096" y="1041"/>
                </a:lnTo>
                <a:lnTo>
                  <a:pt x="34219" y="13115"/>
                </a:lnTo>
                <a:lnTo>
                  <a:pt x="102488" y="13957"/>
                </a:lnTo>
                <a:lnTo>
                  <a:pt x="105409" y="11150"/>
                </a:lnTo>
                <a:lnTo>
                  <a:pt x="105409" y="4140"/>
                </a:lnTo>
                <a:lnTo>
                  <a:pt x="102615" y="1269"/>
                </a:lnTo>
                <a:lnTo>
                  <a:pt x="103319" y="1269"/>
                </a:lnTo>
                <a:lnTo>
                  <a:pt x="84722" y="1041"/>
                </a:lnTo>
                <a:close/>
              </a:path>
              <a:path w="381635" h="229235">
                <a:moveTo>
                  <a:pt x="18076" y="3428"/>
                </a:moveTo>
                <a:lnTo>
                  <a:pt x="16382" y="3428"/>
                </a:lnTo>
                <a:lnTo>
                  <a:pt x="21554" y="12826"/>
                </a:lnTo>
                <a:lnTo>
                  <a:pt x="21627" y="12960"/>
                </a:lnTo>
                <a:lnTo>
                  <a:pt x="34219" y="13115"/>
                </a:lnTo>
                <a:lnTo>
                  <a:pt x="18076" y="3428"/>
                </a:lnTo>
                <a:close/>
              </a:path>
              <a:path w="381635" h="229235">
                <a:moveTo>
                  <a:pt x="16382" y="3428"/>
                </a:moveTo>
                <a:lnTo>
                  <a:pt x="10794" y="12826"/>
                </a:lnTo>
                <a:lnTo>
                  <a:pt x="21627" y="12960"/>
                </a:lnTo>
                <a:lnTo>
                  <a:pt x="16382" y="34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046598" y="5954407"/>
            <a:ext cx="2972435" cy="318135"/>
          </a:xfrm>
          <a:custGeom>
            <a:avLst/>
            <a:gdLst/>
            <a:ahLst/>
            <a:cxnLst/>
            <a:rect l="l" t="t" r="r" b="b"/>
            <a:pathLst>
              <a:path w="2972434" h="318135">
                <a:moveTo>
                  <a:pt x="84455" y="215011"/>
                </a:moveTo>
                <a:lnTo>
                  <a:pt x="0" y="273354"/>
                </a:lnTo>
                <a:lnTo>
                  <a:pt x="92329" y="318109"/>
                </a:lnTo>
                <a:lnTo>
                  <a:pt x="96139" y="316788"/>
                </a:lnTo>
                <a:lnTo>
                  <a:pt x="99187" y="310476"/>
                </a:lnTo>
                <a:lnTo>
                  <a:pt x="97917" y="306679"/>
                </a:lnTo>
                <a:lnTo>
                  <a:pt x="40227" y="278726"/>
                </a:lnTo>
                <a:lnTo>
                  <a:pt x="12954" y="278726"/>
                </a:lnTo>
                <a:lnTo>
                  <a:pt x="12107" y="266674"/>
                </a:lnTo>
                <a:lnTo>
                  <a:pt x="12065" y="266065"/>
                </a:lnTo>
                <a:lnTo>
                  <a:pt x="35556" y="264257"/>
                </a:lnTo>
                <a:lnTo>
                  <a:pt x="91694" y="225450"/>
                </a:lnTo>
                <a:lnTo>
                  <a:pt x="92329" y="221500"/>
                </a:lnTo>
                <a:lnTo>
                  <a:pt x="90424" y="218617"/>
                </a:lnTo>
                <a:lnTo>
                  <a:pt x="88392" y="215734"/>
                </a:lnTo>
                <a:lnTo>
                  <a:pt x="84455" y="215011"/>
                </a:lnTo>
                <a:close/>
              </a:path>
              <a:path w="2972434" h="318135">
                <a:moveTo>
                  <a:pt x="35556" y="264257"/>
                </a:moveTo>
                <a:lnTo>
                  <a:pt x="12065" y="266065"/>
                </a:lnTo>
                <a:lnTo>
                  <a:pt x="12826" y="276916"/>
                </a:lnTo>
                <a:lnTo>
                  <a:pt x="12875" y="277609"/>
                </a:lnTo>
                <a:lnTo>
                  <a:pt x="12954" y="278726"/>
                </a:lnTo>
                <a:lnTo>
                  <a:pt x="27482" y="277609"/>
                </a:lnTo>
                <a:lnTo>
                  <a:pt x="16256" y="277609"/>
                </a:lnTo>
                <a:lnTo>
                  <a:pt x="15367" y="266674"/>
                </a:lnTo>
                <a:lnTo>
                  <a:pt x="32062" y="266674"/>
                </a:lnTo>
                <a:lnTo>
                  <a:pt x="35556" y="264257"/>
                </a:lnTo>
                <a:close/>
              </a:path>
              <a:path w="2972434" h="318135">
                <a:moveTo>
                  <a:pt x="36492" y="276916"/>
                </a:moveTo>
                <a:lnTo>
                  <a:pt x="12954" y="278726"/>
                </a:lnTo>
                <a:lnTo>
                  <a:pt x="40227" y="278726"/>
                </a:lnTo>
                <a:lnTo>
                  <a:pt x="36492" y="276916"/>
                </a:lnTo>
                <a:close/>
              </a:path>
              <a:path w="2972434" h="318135">
                <a:moveTo>
                  <a:pt x="15367" y="266674"/>
                </a:moveTo>
                <a:lnTo>
                  <a:pt x="16199" y="276916"/>
                </a:lnTo>
                <a:lnTo>
                  <a:pt x="16256" y="277609"/>
                </a:lnTo>
                <a:lnTo>
                  <a:pt x="25183" y="271433"/>
                </a:lnTo>
                <a:lnTo>
                  <a:pt x="15367" y="266674"/>
                </a:lnTo>
                <a:close/>
              </a:path>
              <a:path w="2972434" h="318135">
                <a:moveTo>
                  <a:pt x="25183" y="271433"/>
                </a:moveTo>
                <a:lnTo>
                  <a:pt x="16256" y="277609"/>
                </a:lnTo>
                <a:lnTo>
                  <a:pt x="27482" y="277609"/>
                </a:lnTo>
                <a:lnTo>
                  <a:pt x="36492" y="276916"/>
                </a:lnTo>
                <a:lnTo>
                  <a:pt x="25183" y="271433"/>
                </a:lnTo>
                <a:close/>
              </a:path>
              <a:path w="2972434" h="318135">
                <a:moveTo>
                  <a:pt x="2935417" y="41184"/>
                </a:moveTo>
                <a:lnTo>
                  <a:pt x="35556" y="264257"/>
                </a:lnTo>
                <a:lnTo>
                  <a:pt x="25183" y="271433"/>
                </a:lnTo>
                <a:lnTo>
                  <a:pt x="36492" y="276916"/>
                </a:lnTo>
                <a:lnTo>
                  <a:pt x="2936365" y="53852"/>
                </a:lnTo>
                <a:lnTo>
                  <a:pt x="2946742" y="46675"/>
                </a:lnTo>
                <a:lnTo>
                  <a:pt x="2935417" y="41184"/>
                </a:lnTo>
                <a:close/>
              </a:path>
              <a:path w="2972434" h="318135">
                <a:moveTo>
                  <a:pt x="32062" y="266674"/>
                </a:moveTo>
                <a:lnTo>
                  <a:pt x="15367" y="266674"/>
                </a:lnTo>
                <a:lnTo>
                  <a:pt x="25183" y="271433"/>
                </a:lnTo>
                <a:lnTo>
                  <a:pt x="32062" y="266674"/>
                </a:lnTo>
                <a:close/>
              </a:path>
              <a:path w="2972434" h="318135">
                <a:moveTo>
                  <a:pt x="2960848" y="39382"/>
                </a:moveTo>
                <a:lnTo>
                  <a:pt x="2958846" y="39382"/>
                </a:lnTo>
                <a:lnTo>
                  <a:pt x="2959813" y="51434"/>
                </a:lnTo>
                <a:lnTo>
                  <a:pt x="2959862" y="52044"/>
                </a:lnTo>
                <a:lnTo>
                  <a:pt x="2936365" y="53852"/>
                </a:lnTo>
                <a:lnTo>
                  <a:pt x="2880233" y="92646"/>
                </a:lnTo>
                <a:lnTo>
                  <a:pt x="2879598" y="96608"/>
                </a:lnTo>
                <a:lnTo>
                  <a:pt x="2881503" y="99491"/>
                </a:lnTo>
                <a:lnTo>
                  <a:pt x="2883535" y="102374"/>
                </a:lnTo>
                <a:lnTo>
                  <a:pt x="2887472" y="103098"/>
                </a:lnTo>
                <a:lnTo>
                  <a:pt x="2971927" y="44754"/>
                </a:lnTo>
                <a:lnTo>
                  <a:pt x="2960848" y="39382"/>
                </a:lnTo>
                <a:close/>
              </a:path>
              <a:path w="2972434" h="318135">
                <a:moveTo>
                  <a:pt x="2946742" y="46675"/>
                </a:moveTo>
                <a:lnTo>
                  <a:pt x="2936365" y="53852"/>
                </a:lnTo>
                <a:lnTo>
                  <a:pt x="2959862" y="52044"/>
                </a:lnTo>
                <a:lnTo>
                  <a:pt x="2959813" y="51434"/>
                </a:lnTo>
                <a:lnTo>
                  <a:pt x="2956560" y="51434"/>
                </a:lnTo>
                <a:lnTo>
                  <a:pt x="2946742" y="46675"/>
                </a:lnTo>
                <a:close/>
              </a:path>
              <a:path w="2972434" h="318135">
                <a:moveTo>
                  <a:pt x="2955671" y="40500"/>
                </a:moveTo>
                <a:lnTo>
                  <a:pt x="2946742" y="46675"/>
                </a:lnTo>
                <a:lnTo>
                  <a:pt x="2956560" y="51434"/>
                </a:lnTo>
                <a:lnTo>
                  <a:pt x="2955726" y="41184"/>
                </a:lnTo>
                <a:lnTo>
                  <a:pt x="2955671" y="40500"/>
                </a:lnTo>
                <a:close/>
              </a:path>
              <a:path w="2972434" h="318135">
                <a:moveTo>
                  <a:pt x="2958935" y="40500"/>
                </a:moveTo>
                <a:lnTo>
                  <a:pt x="2955671" y="40500"/>
                </a:lnTo>
                <a:lnTo>
                  <a:pt x="2956560" y="51434"/>
                </a:lnTo>
                <a:lnTo>
                  <a:pt x="2959813" y="51434"/>
                </a:lnTo>
                <a:lnTo>
                  <a:pt x="2958990" y="41184"/>
                </a:lnTo>
                <a:lnTo>
                  <a:pt x="2958935" y="40500"/>
                </a:lnTo>
                <a:close/>
              </a:path>
              <a:path w="2972434" h="318135">
                <a:moveTo>
                  <a:pt x="2958846" y="39382"/>
                </a:moveTo>
                <a:lnTo>
                  <a:pt x="2935417" y="41184"/>
                </a:lnTo>
                <a:lnTo>
                  <a:pt x="2946742" y="46675"/>
                </a:lnTo>
                <a:lnTo>
                  <a:pt x="2955671" y="40500"/>
                </a:lnTo>
                <a:lnTo>
                  <a:pt x="2958935" y="40500"/>
                </a:lnTo>
                <a:lnTo>
                  <a:pt x="2958846" y="39382"/>
                </a:lnTo>
                <a:close/>
              </a:path>
              <a:path w="2972434" h="318135">
                <a:moveTo>
                  <a:pt x="2879598" y="0"/>
                </a:moveTo>
                <a:lnTo>
                  <a:pt x="2875788" y="1320"/>
                </a:lnTo>
                <a:lnTo>
                  <a:pt x="2872740" y="7632"/>
                </a:lnTo>
                <a:lnTo>
                  <a:pt x="2874010" y="11429"/>
                </a:lnTo>
                <a:lnTo>
                  <a:pt x="2935417" y="41184"/>
                </a:lnTo>
                <a:lnTo>
                  <a:pt x="2958846" y="39382"/>
                </a:lnTo>
                <a:lnTo>
                  <a:pt x="2960848" y="39382"/>
                </a:lnTo>
                <a:lnTo>
                  <a:pt x="28795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427598" y="5008498"/>
            <a:ext cx="305435" cy="229235"/>
          </a:xfrm>
          <a:custGeom>
            <a:avLst/>
            <a:gdLst/>
            <a:ahLst/>
            <a:cxnLst/>
            <a:rect l="l" t="t" r="r" b="b"/>
            <a:pathLst>
              <a:path w="305435" h="229235">
                <a:moveTo>
                  <a:pt x="204470" y="204216"/>
                </a:moveTo>
                <a:lnTo>
                  <a:pt x="201295" y="206756"/>
                </a:lnTo>
                <a:lnTo>
                  <a:pt x="200914" y="210185"/>
                </a:lnTo>
                <a:lnTo>
                  <a:pt x="200441" y="213494"/>
                </a:lnTo>
                <a:lnTo>
                  <a:pt x="200406" y="213741"/>
                </a:lnTo>
                <a:lnTo>
                  <a:pt x="202946" y="216916"/>
                </a:lnTo>
                <a:lnTo>
                  <a:pt x="304927" y="228727"/>
                </a:lnTo>
                <a:lnTo>
                  <a:pt x="303853" y="226187"/>
                </a:lnTo>
                <a:lnTo>
                  <a:pt x="290957" y="226187"/>
                </a:lnTo>
                <a:lnTo>
                  <a:pt x="272097" y="212040"/>
                </a:lnTo>
                <a:lnTo>
                  <a:pt x="204470" y="204216"/>
                </a:lnTo>
                <a:close/>
              </a:path>
              <a:path w="305435" h="229235">
                <a:moveTo>
                  <a:pt x="272097" y="212040"/>
                </a:moveTo>
                <a:lnTo>
                  <a:pt x="290957" y="226187"/>
                </a:lnTo>
                <a:lnTo>
                  <a:pt x="292862" y="223647"/>
                </a:lnTo>
                <a:lnTo>
                  <a:pt x="288925" y="223647"/>
                </a:lnTo>
                <a:lnTo>
                  <a:pt x="284745" y="213741"/>
                </a:lnTo>
                <a:lnTo>
                  <a:pt x="284642" y="213494"/>
                </a:lnTo>
                <a:lnTo>
                  <a:pt x="272097" y="212040"/>
                </a:lnTo>
                <a:close/>
              </a:path>
              <a:path w="305435" h="229235">
                <a:moveTo>
                  <a:pt x="261239" y="132588"/>
                </a:moveTo>
                <a:lnTo>
                  <a:pt x="257763" y="134112"/>
                </a:lnTo>
                <a:lnTo>
                  <a:pt x="254762" y="135382"/>
                </a:lnTo>
                <a:lnTo>
                  <a:pt x="253365" y="139065"/>
                </a:lnTo>
                <a:lnTo>
                  <a:pt x="254635" y="142367"/>
                </a:lnTo>
                <a:lnTo>
                  <a:pt x="279753" y="201907"/>
                </a:lnTo>
                <a:lnTo>
                  <a:pt x="298577" y="216027"/>
                </a:lnTo>
                <a:lnTo>
                  <a:pt x="290957" y="226187"/>
                </a:lnTo>
                <a:lnTo>
                  <a:pt x="303853" y="226187"/>
                </a:lnTo>
                <a:lnTo>
                  <a:pt x="266319" y="137414"/>
                </a:lnTo>
                <a:lnTo>
                  <a:pt x="265049" y="134112"/>
                </a:lnTo>
                <a:lnTo>
                  <a:pt x="261239" y="132588"/>
                </a:lnTo>
                <a:close/>
              </a:path>
              <a:path w="305435" h="229235">
                <a:moveTo>
                  <a:pt x="284642" y="213494"/>
                </a:moveTo>
                <a:lnTo>
                  <a:pt x="288925" y="223647"/>
                </a:lnTo>
                <a:lnTo>
                  <a:pt x="295529" y="214757"/>
                </a:lnTo>
                <a:lnTo>
                  <a:pt x="284642" y="213494"/>
                </a:lnTo>
                <a:close/>
              </a:path>
              <a:path w="305435" h="229235">
                <a:moveTo>
                  <a:pt x="279753" y="201907"/>
                </a:moveTo>
                <a:lnTo>
                  <a:pt x="284642" y="213494"/>
                </a:lnTo>
                <a:lnTo>
                  <a:pt x="295529" y="214757"/>
                </a:lnTo>
                <a:lnTo>
                  <a:pt x="288925" y="223647"/>
                </a:lnTo>
                <a:lnTo>
                  <a:pt x="292862" y="223647"/>
                </a:lnTo>
                <a:lnTo>
                  <a:pt x="298577" y="216027"/>
                </a:lnTo>
                <a:lnTo>
                  <a:pt x="279753" y="201907"/>
                </a:lnTo>
                <a:close/>
              </a:path>
              <a:path w="305435" h="229235">
                <a:moveTo>
                  <a:pt x="20285" y="15232"/>
                </a:moveTo>
                <a:lnTo>
                  <a:pt x="25174" y="26820"/>
                </a:lnTo>
                <a:lnTo>
                  <a:pt x="272097" y="212040"/>
                </a:lnTo>
                <a:lnTo>
                  <a:pt x="284642" y="213494"/>
                </a:lnTo>
                <a:lnTo>
                  <a:pt x="279753" y="201907"/>
                </a:lnTo>
                <a:lnTo>
                  <a:pt x="32829" y="16686"/>
                </a:lnTo>
                <a:lnTo>
                  <a:pt x="20285" y="15232"/>
                </a:lnTo>
                <a:close/>
              </a:path>
              <a:path w="305435" h="229235">
                <a:moveTo>
                  <a:pt x="0" y="0"/>
                </a:moveTo>
                <a:lnTo>
                  <a:pt x="38608" y="91313"/>
                </a:lnTo>
                <a:lnTo>
                  <a:pt x="39926" y="94742"/>
                </a:lnTo>
                <a:lnTo>
                  <a:pt x="40195" y="94742"/>
                </a:lnTo>
                <a:lnTo>
                  <a:pt x="43688" y="96139"/>
                </a:lnTo>
                <a:lnTo>
                  <a:pt x="46863" y="94742"/>
                </a:lnTo>
                <a:lnTo>
                  <a:pt x="50165" y="93345"/>
                </a:lnTo>
                <a:lnTo>
                  <a:pt x="51689" y="89662"/>
                </a:lnTo>
                <a:lnTo>
                  <a:pt x="25174" y="26820"/>
                </a:lnTo>
                <a:lnTo>
                  <a:pt x="6350" y="12700"/>
                </a:lnTo>
                <a:lnTo>
                  <a:pt x="13970" y="2540"/>
                </a:lnTo>
                <a:lnTo>
                  <a:pt x="21872" y="2540"/>
                </a:lnTo>
                <a:lnTo>
                  <a:pt x="0" y="0"/>
                </a:lnTo>
                <a:close/>
              </a:path>
              <a:path w="305435" h="229235">
                <a:moveTo>
                  <a:pt x="13970" y="2540"/>
                </a:moveTo>
                <a:lnTo>
                  <a:pt x="6350" y="12700"/>
                </a:lnTo>
                <a:lnTo>
                  <a:pt x="25174" y="26820"/>
                </a:lnTo>
                <a:lnTo>
                  <a:pt x="20285" y="15232"/>
                </a:lnTo>
                <a:lnTo>
                  <a:pt x="9398" y="13970"/>
                </a:lnTo>
                <a:lnTo>
                  <a:pt x="16002" y="5080"/>
                </a:lnTo>
                <a:lnTo>
                  <a:pt x="17356" y="5080"/>
                </a:lnTo>
                <a:lnTo>
                  <a:pt x="13970" y="2540"/>
                </a:lnTo>
                <a:close/>
              </a:path>
              <a:path w="305435" h="229235">
                <a:moveTo>
                  <a:pt x="21872" y="2540"/>
                </a:moveTo>
                <a:lnTo>
                  <a:pt x="13970" y="2540"/>
                </a:lnTo>
                <a:lnTo>
                  <a:pt x="32829" y="16686"/>
                </a:lnTo>
                <a:lnTo>
                  <a:pt x="100457" y="24511"/>
                </a:lnTo>
                <a:lnTo>
                  <a:pt x="103632" y="21971"/>
                </a:lnTo>
                <a:lnTo>
                  <a:pt x="104013" y="18542"/>
                </a:lnTo>
                <a:lnTo>
                  <a:pt x="104485" y="15232"/>
                </a:lnTo>
                <a:lnTo>
                  <a:pt x="104521" y="14986"/>
                </a:lnTo>
                <a:lnTo>
                  <a:pt x="101981" y="11811"/>
                </a:lnTo>
                <a:lnTo>
                  <a:pt x="21872" y="2540"/>
                </a:lnTo>
                <a:close/>
              </a:path>
              <a:path w="305435" h="229235">
                <a:moveTo>
                  <a:pt x="17356" y="5080"/>
                </a:moveTo>
                <a:lnTo>
                  <a:pt x="16002" y="5080"/>
                </a:lnTo>
                <a:lnTo>
                  <a:pt x="20181" y="14986"/>
                </a:lnTo>
                <a:lnTo>
                  <a:pt x="20285" y="15232"/>
                </a:lnTo>
                <a:lnTo>
                  <a:pt x="32829" y="16686"/>
                </a:lnTo>
                <a:lnTo>
                  <a:pt x="17356" y="5080"/>
                </a:lnTo>
                <a:close/>
              </a:path>
              <a:path w="305435" h="229235">
                <a:moveTo>
                  <a:pt x="16002" y="5080"/>
                </a:moveTo>
                <a:lnTo>
                  <a:pt x="9398" y="13970"/>
                </a:lnTo>
                <a:lnTo>
                  <a:pt x="20285" y="15232"/>
                </a:lnTo>
                <a:lnTo>
                  <a:pt x="16002" y="5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189598" y="4475098"/>
            <a:ext cx="915035" cy="686435"/>
          </a:xfrm>
          <a:custGeom>
            <a:avLst/>
            <a:gdLst/>
            <a:ahLst/>
            <a:cxnLst/>
            <a:rect l="l" t="t" r="r" b="b"/>
            <a:pathLst>
              <a:path w="915034" h="686435">
                <a:moveTo>
                  <a:pt x="43687" y="589787"/>
                </a:moveTo>
                <a:lnTo>
                  <a:pt x="39877" y="591311"/>
                </a:lnTo>
                <a:lnTo>
                  <a:pt x="38607" y="594613"/>
                </a:lnTo>
                <a:lnTo>
                  <a:pt x="0" y="685926"/>
                </a:lnTo>
                <a:lnTo>
                  <a:pt x="21872" y="683386"/>
                </a:lnTo>
                <a:lnTo>
                  <a:pt x="13969" y="683386"/>
                </a:lnTo>
                <a:lnTo>
                  <a:pt x="6349" y="673226"/>
                </a:lnTo>
                <a:lnTo>
                  <a:pt x="25174" y="659108"/>
                </a:lnTo>
                <a:lnTo>
                  <a:pt x="51688" y="596264"/>
                </a:lnTo>
                <a:lnTo>
                  <a:pt x="50164" y="592581"/>
                </a:lnTo>
                <a:lnTo>
                  <a:pt x="47163" y="591311"/>
                </a:lnTo>
                <a:lnTo>
                  <a:pt x="43687" y="589787"/>
                </a:lnTo>
                <a:close/>
              </a:path>
              <a:path w="915034" h="686435">
                <a:moveTo>
                  <a:pt x="25174" y="659108"/>
                </a:moveTo>
                <a:lnTo>
                  <a:pt x="6349" y="673226"/>
                </a:lnTo>
                <a:lnTo>
                  <a:pt x="13969" y="683386"/>
                </a:lnTo>
                <a:lnTo>
                  <a:pt x="17356" y="680846"/>
                </a:lnTo>
                <a:lnTo>
                  <a:pt x="16001" y="680846"/>
                </a:lnTo>
                <a:lnTo>
                  <a:pt x="9397" y="671956"/>
                </a:lnTo>
                <a:lnTo>
                  <a:pt x="20285" y="670694"/>
                </a:lnTo>
                <a:lnTo>
                  <a:pt x="25174" y="659108"/>
                </a:lnTo>
                <a:close/>
              </a:path>
              <a:path w="915034" h="686435">
                <a:moveTo>
                  <a:pt x="100456" y="661415"/>
                </a:moveTo>
                <a:lnTo>
                  <a:pt x="32831" y="669240"/>
                </a:lnTo>
                <a:lnTo>
                  <a:pt x="13969" y="683386"/>
                </a:lnTo>
                <a:lnTo>
                  <a:pt x="21872" y="683386"/>
                </a:lnTo>
                <a:lnTo>
                  <a:pt x="101980" y="674115"/>
                </a:lnTo>
                <a:lnTo>
                  <a:pt x="104520" y="670940"/>
                </a:lnTo>
                <a:lnTo>
                  <a:pt x="104012" y="667384"/>
                </a:lnTo>
                <a:lnTo>
                  <a:pt x="103631" y="663955"/>
                </a:lnTo>
                <a:lnTo>
                  <a:pt x="100456" y="661415"/>
                </a:lnTo>
                <a:close/>
              </a:path>
              <a:path w="915034" h="686435">
                <a:moveTo>
                  <a:pt x="20285" y="670694"/>
                </a:moveTo>
                <a:lnTo>
                  <a:pt x="9397" y="671956"/>
                </a:lnTo>
                <a:lnTo>
                  <a:pt x="16001" y="680846"/>
                </a:lnTo>
                <a:lnTo>
                  <a:pt x="20181" y="670940"/>
                </a:lnTo>
                <a:lnTo>
                  <a:pt x="20285" y="670694"/>
                </a:lnTo>
                <a:close/>
              </a:path>
              <a:path w="915034" h="686435">
                <a:moveTo>
                  <a:pt x="32831" y="669240"/>
                </a:moveTo>
                <a:lnTo>
                  <a:pt x="20285" y="670694"/>
                </a:lnTo>
                <a:lnTo>
                  <a:pt x="16001" y="680846"/>
                </a:lnTo>
                <a:lnTo>
                  <a:pt x="17356" y="680846"/>
                </a:lnTo>
                <a:lnTo>
                  <a:pt x="32831" y="669240"/>
                </a:lnTo>
                <a:close/>
              </a:path>
              <a:path w="915034" h="686435">
                <a:moveTo>
                  <a:pt x="894242" y="15232"/>
                </a:moveTo>
                <a:lnTo>
                  <a:pt x="881695" y="16686"/>
                </a:lnTo>
                <a:lnTo>
                  <a:pt x="25174" y="659108"/>
                </a:lnTo>
                <a:lnTo>
                  <a:pt x="20285" y="670694"/>
                </a:lnTo>
                <a:lnTo>
                  <a:pt x="32831" y="669240"/>
                </a:lnTo>
                <a:lnTo>
                  <a:pt x="889354" y="26817"/>
                </a:lnTo>
                <a:lnTo>
                  <a:pt x="894242" y="15232"/>
                </a:lnTo>
                <a:close/>
              </a:path>
              <a:path w="915034" h="686435">
                <a:moveTo>
                  <a:pt x="913453" y="2539"/>
                </a:moveTo>
                <a:lnTo>
                  <a:pt x="900556" y="2539"/>
                </a:lnTo>
                <a:lnTo>
                  <a:pt x="908176" y="12699"/>
                </a:lnTo>
                <a:lnTo>
                  <a:pt x="889354" y="26817"/>
                </a:lnTo>
                <a:lnTo>
                  <a:pt x="864234" y="86359"/>
                </a:lnTo>
                <a:lnTo>
                  <a:pt x="862964" y="89661"/>
                </a:lnTo>
                <a:lnTo>
                  <a:pt x="864361" y="93344"/>
                </a:lnTo>
                <a:lnTo>
                  <a:pt x="867663" y="94741"/>
                </a:lnTo>
                <a:lnTo>
                  <a:pt x="870838" y="96138"/>
                </a:lnTo>
                <a:lnTo>
                  <a:pt x="874331" y="94741"/>
                </a:lnTo>
                <a:lnTo>
                  <a:pt x="874600" y="94741"/>
                </a:lnTo>
                <a:lnTo>
                  <a:pt x="875918" y="91312"/>
                </a:lnTo>
                <a:lnTo>
                  <a:pt x="913453" y="2539"/>
                </a:lnTo>
                <a:close/>
              </a:path>
              <a:path w="915034" h="686435">
                <a:moveTo>
                  <a:pt x="902461" y="5079"/>
                </a:moveTo>
                <a:lnTo>
                  <a:pt x="898524" y="5079"/>
                </a:lnTo>
                <a:lnTo>
                  <a:pt x="905128" y="13969"/>
                </a:lnTo>
                <a:lnTo>
                  <a:pt x="894242" y="15232"/>
                </a:lnTo>
                <a:lnTo>
                  <a:pt x="889354" y="26817"/>
                </a:lnTo>
                <a:lnTo>
                  <a:pt x="908176" y="12699"/>
                </a:lnTo>
                <a:lnTo>
                  <a:pt x="902461" y="5079"/>
                </a:lnTo>
                <a:close/>
              </a:path>
              <a:path w="915034" h="686435">
                <a:moveTo>
                  <a:pt x="914526" y="0"/>
                </a:moveTo>
                <a:lnTo>
                  <a:pt x="812545" y="11810"/>
                </a:lnTo>
                <a:lnTo>
                  <a:pt x="810005" y="14985"/>
                </a:lnTo>
                <a:lnTo>
                  <a:pt x="810513" y="18541"/>
                </a:lnTo>
                <a:lnTo>
                  <a:pt x="810894" y="21970"/>
                </a:lnTo>
                <a:lnTo>
                  <a:pt x="814069" y="24510"/>
                </a:lnTo>
                <a:lnTo>
                  <a:pt x="881695" y="16686"/>
                </a:lnTo>
                <a:lnTo>
                  <a:pt x="900556" y="2539"/>
                </a:lnTo>
                <a:lnTo>
                  <a:pt x="913453" y="2539"/>
                </a:lnTo>
                <a:lnTo>
                  <a:pt x="914526" y="0"/>
                </a:lnTo>
                <a:close/>
              </a:path>
              <a:path w="915034" h="686435">
                <a:moveTo>
                  <a:pt x="900556" y="2539"/>
                </a:moveTo>
                <a:lnTo>
                  <a:pt x="881695" y="16686"/>
                </a:lnTo>
                <a:lnTo>
                  <a:pt x="894242" y="15232"/>
                </a:lnTo>
                <a:lnTo>
                  <a:pt x="898524" y="5079"/>
                </a:lnTo>
                <a:lnTo>
                  <a:pt x="902461" y="5079"/>
                </a:lnTo>
                <a:lnTo>
                  <a:pt x="900556" y="2539"/>
                </a:lnTo>
                <a:close/>
              </a:path>
              <a:path w="915034" h="686435">
                <a:moveTo>
                  <a:pt x="898524" y="5079"/>
                </a:moveTo>
                <a:lnTo>
                  <a:pt x="894345" y="14985"/>
                </a:lnTo>
                <a:lnTo>
                  <a:pt x="894242" y="15232"/>
                </a:lnTo>
                <a:lnTo>
                  <a:pt x="905128" y="13969"/>
                </a:lnTo>
                <a:lnTo>
                  <a:pt x="898524" y="5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532498" y="3545713"/>
            <a:ext cx="762635" cy="335280"/>
          </a:xfrm>
          <a:custGeom>
            <a:avLst/>
            <a:gdLst/>
            <a:ahLst/>
            <a:cxnLst/>
            <a:rect l="l" t="t" r="r" b="b"/>
            <a:pathLst>
              <a:path w="762634" h="335279">
                <a:moveTo>
                  <a:pt x="726175" y="312315"/>
                </a:moveTo>
                <a:lnTo>
                  <a:pt x="658749" y="322325"/>
                </a:lnTo>
                <a:lnTo>
                  <a:pt x="656336" y="325627"/>
                </a:lnTo>
                <a:lnTo>
                  <a:pt x="657352" y="332612"/>
                </a:lnTo>
                <a:lnTo>
                  <a:pt x="660654" y="334898"/>
                </a:lnTo>
                <a:lnTo>
                  <a:pt x="754387" y="321055"/>
                </a:lnTo>
                <a:lnTo>
                  <a:pt x="748030" y="321055"/>
                </a:lnTo>
                <a:lnTo>
                  <a:pt x="726175" y="312315"/>
                </a:lnTo>
                <a:close/>
              </a:path>
              <a:path w="762634" h="335279">
                <a:moveTo>
                  <a:pt x="738677" y="310459"/>
                </a:moveTo>
                <a:lnTo>
                  <a:pt x="726175" y="312315"/>
                </a:lnTo>
                <a:lnTo>
                  <a:pt x="748030" y="321055"/>
                </a:lnTo>
                <a:lnTo>
                  <a:pt x="748838" y="319023"/>
                </a:lnTo>
                <a:lnTo>
                  <a:pt x="745363" y="319023"/>
                </a:lnTo>
                <a:lnTo>
                  <a:pt x="738677" y="310459"/>
                </a:lnTo>
                <a:close/>
              </a:path>
              <a:path w="762634" h="335279">
                <a:moveTo>
                  <a:pt x="695071" y="238505"/>
                </a:moveTo>
                <a:lnTo>
                  <a:pt x="692277" y="240537"/>
                </a:lnTo>
                <a:lnTo>
                  <a:pt x="689483" y="242696"/>
                </a:lnTo>
                <a:lnTo>
                  <a:pt x="688975" y="246760"/>
                </a:lnTo>
                <a:lnTo>
                  <a:pt x="691134" y="249554"/>
                </a:lnTo>
                <a:lnTo>
                  <a:pt x="730920" y="300523"/>
                </a:lnTo>
                <a:lnTo>
                  <a:pt x="752729" y="309244"/>
                </a:lnTo>
                <a:lnTo>
                  <a:pt x="748030" y="321055"/>
                </a:lnTo>
                <a:lnTo>
                  <a:pt x="754387" y="321055"/>
                </a:lnTo>
                <a:lnTo>
                  <a:pt x="762127" y="319912"/>
                </a:lnTo>
                <a:lnTo>
                  <a:pt x="701167" y="241680"/>
                </a:lnTo>
                <a:lnTo>
                  <a:pt x="699008" y="238886"/>
                </a:lnTo>
                <a:lnTo>
                  <a:pt x="695071" y="238505"/>
                </a:lnTo>
                <a:close/>
              </a:path>
              <a:path w="762634" h="335279">
                <a:moveTo>
                  <a:pt x="749427" y="308863"/>
                </a:moveTo>
                <a:lnTo>
                  <a:pt x="738677" y="310459"/>
                </a:lnTo>
                <a:lnTo>
                  <a:pt x="745363" y="319023"/>
                </a:lnTo>
                <a:lnTo>
                  <a:pt x="749427" y="308863"/>
                </a:lnTo>
                <a:close/>
              </a:path>
              <a:path w="762634" h="335279">
                <a:moveTo>
                  <a:pt x="751776" y="308863"/>
                </a:moveTo>
                <a:lnTo>
                  <a:pt x="749427" y="308863"/>
                </a:lnTo>
                <a:lnTo>
                  <a:pt x="745363" y="319023"/>
                </a:lnTo>
                <a:lnTo>
                  <a:pt x="748838" y="319023"/>
                </a:lnTo>
                <a:lnTo>
                  <a:pt x="752729" y="309244"/>
                </a:lnTo>
                <a:lnTo>
                  <a:pt x="751776" y="308863"/>
                </a:lnTo>
                <a:close/>
              </a:path>
              <a:path w="762634" h="335279">
                <a:moveTo>
                  <a:pt x="35951" y="22583"/>
                </a:moveTo>
                <a:lnTo>
                  <a:pt x="23449" y="24439"/>
                </a:lnTo>
                <a:lnTo>
                  <a:pt x="31206" y="34375"/>
                </a:lnTo>
                <a:lnTo>
                  <a:pt x="726175" y="312315"/>
                </a:lnTo>
                <a:lnTo>
                  <a:pt x="738677" y="310459"/>
                </a:lnTo>
                <a:lnTo>
                  <a:pt x="730920" y="300523"/>
                </a:lnTo>
                <a:lnTo>
                  <a:pt x="35951" y="22583"/>
                </a:lnTo>
                <a:close/>
              </a:path>
              <a:path w="762634" h="335279">
                <a:moveTo>
                  <a:pt x="730920" y="300523"/>
                </a:moveTo>
                <a:lnTo>
                  <a:pt x="738677" y="310459"/>
                </a:lnTo>
                <a:lnTo>
                  <a:pt x="749427" y="308863"/>
                </a:lnTo>
                <a:lnTo>
                  <a:pt x="751776" y="308863"/>
                </a:lnTo>
                <a:lnTo>
                  <a:pt x="730920" y="300523"/>
                </a:lnTo>
                <a:close/>
              </a:path>
              <a:path w="762634" h="335279">
                <a:moveTo>
                  <a:pt x="101473" y="0"/>
                </a:moveTo>
                <a:lnTo>
                  <a:pt x="0" y="14985"/>
                </a:lnTo>
                <a:lnTo>
                  <a:pt x="60960" y="93217"/>
                </a:lnTo>
                <a:lnTo>
                  <a:pt x="63119" y="96011"/>
                </a:lnTo>
                <a:lnTo>
                  <a:pt x="67056" y="96392"/>
                </a:lnTo>
                <a:lnTo>
                  <a:pt x="69850" y="94233"/>
                </a:lnTo>
                <a:lnTo>
                  <a:pt x="72644" y="92201"/>
                </a:lnTo>
                <a:lnTo>
                  <a:pt x="73152" y="88137"/>
                </a:lnTo>
                <a:lnTo>
                  <a:pt x="70993" y="85343"/>
                </a:lnTo>
                <a:lnTo>
                  <a:pt x="31206" y="34375"/>
                </a:lnTo>
                <a:lnTo>
                  <a:pt x="9398" y="25653"/>
                </a:lnTo>
                <a:lnTo>
                  <a:pt x="14097" y="13842"/>
                </a:lnTo>
                <a:lnTo>
                  <a:pt x="94823" y="13842"/>
                </a:lnTo>
                <a:lnTo>
                  <a:pt x="103378" y="12572"/>
                </a:lnTo>
                <a:lnTo>
                  <a:pt x="105791" y="9270"/>
                </a:lnTo>
                <a:lnTo>
                  <a:pt x="104775" y="2285"/>
                </a:lnTo>
                <a:lnTo>
                  <a:pt x="101473" y="0"/>
                </a:lnTo>
                <a:close/>
              </a:path>
              <a:path w="762634" h="335279">
                <a:moveTo>
                  <a:pt x="14097" y="13842"/>
                </a:moveTo>
                <a:lnTo>
                  <a:pt x="9398" y="25653"/>
                </a:lnTo>
                <a:lnTo>
                  <a:pt x="31206" y="34375"/>
                </a:lnTo>
                <a:lnTo>
                  <a:pt x="24695" y="26034"/>
                </a:lnTo>
                <a:lnTo>
                  <a:pt x="12700" y="26034"/>
                </a:lnTo>
                <a:lnTo>
                  <a:pt x="16764" y="15874"/>
                </a:lnTo>
                <a:lnTo>
                  <a:pt x="19177" y="15874"/>
                </a:lnTo>
                <a:lnTo>
                  <a:pt x="14097" y="13842"/>
                </a:lnTo>
                <a:close/>
              </a:path>
              <a:path w="762634" h="335279">
                <a:moveTo>
                  <a:pt x="16764" y="15874"/>
                </a:moveTo>
                <a:lnTo>
                  <a:pt x="12700" y="26034"/>
                </a:lnTo>
                <a:lnTo>
                  <a:pt x="23449" y="24439"/>
                </a:lnTo>
                <a:lnTo>
                  <a:pt x="16764" y="15874"/>
                </a:lnTo>
                <a:close/>
              </a:path>
              <a:path w="762634" h="335279">
                <a:moveTo>
                  <a:pt x="23449" y="24439"/>
                </a:moveTo>
                <a:lnTo>
                  <a:pt x="12700" y="26034"/>
                </a:lnTo>
                <a:lnTo>
                  <a:pt x="24695" y="26034"/>
                </a:lnTo>
                <a:lnTo>
                  <a:pt x="23449" y="24439"/>
                </a:lnTo>
                <a:close/>
              </a:path>
              <a:path w="762634" h="335279">
                <a:moveTo>
                  <a:pt x="19177" y="15874"/>
                </a:moveTo>
                <a:lnTo>
                  <a:pt x="16764" y="15874"/>
                </a:lnTo>
                <a:lnTo>
                  <a:pt x="23449" y="24439"/>
                </a:lnTo>
                <a:lnTo>
                  <a:pt x="35951" y="22583"/>
                </a:lnTo>
                <a:lnTo>
                  <a:pt x="19177" y="15874"/>
                </a:lnTo>
                <a:close/>
              </a:path>
              <a:path w="762634" h="335279">
                <a:moveTo>
                  <a:pt x="94823" y="13842"/>
                </a:moveTo>
                <a:lnTo>
                  <a:pt x="14097" y="13842"/>
                </a:lnTo>
                <a:lnTo>
                  <a:pt x="35951" y="22583"/>
                </a:lnTo>
                <a:lnTo>
                  <a:pt x="94823" y="138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833364" y="2722498"/>
            <a:ext cx="104775" cy="534035"/>
          </a:xfrm>
          <a:custGeom>
            <a:avLst/>
            <a:gdLst/>
            <a:ahLst/>
            <a:cxnLst/>
            <a:rect l="l" t="t" r="r" b="b"/>
            <a:pathLst>
              <a:path w="104775" h="534035">
                <a:moveTo>
                  <a:pt x="7112" y="437261"/>
                </a:moveTo>
                <a:lnTo>
                  <a:pt x="4191" y="439039"/>
                </a:lnTo>
                <a:lnTo>
                  <a:pt x="1143" y="440817"/>
                </a:lnTo>
                <a:lnTo>
                  <a:pt x="0" y="444754"/>
                </a:lnTo>
                <a:lnTo>
                  <a:pt x="51562" y="533527"/>
                </a:lnTo>
                <a:lnTo>
                  <a:pt x="58941" y="520954"/>
                </a:lnTo>
                <a:lnTo>
                  <a:pt x="45212" y="520827"/>
                </a:lnTo>
                <a:lnTo>
                  <a:pt x="45282" y="497381"/>
                </a:lnTo>
                <a:lnTo>
                  <a:pt x="11049" y="438277"/>
                </a:lnTo>
                <a:lnTo>
                  <a:pt x="7112" y="437261"/>
                </a:lnTo>
                <a:close/>
              </a:path>
              <a:path w="104775" h="534035">
                <a:moveTo>
                  <a:pt x="45282" y="497381"/>
                </a:moveTo>
                <a:lnTo>
                  <a:pt x="45212" y="520827"/>
                </a:lnTo>
                <a:lnTo>
                  <a:pt x="57912" y="520954"/>
                </a:lnTo>
                <a:lnTo>
                  <a:pt x="57921" y="517652"/>
                </a:lnTo>
                <a:lnTo>
                  <a:pt x="46101" y="517652"/>
                </a:lnTo>
                <a:lnTo>
                  <a:pt x="51593" y="508277"/>
                </a:lnTo>
                <a:lnTo>
                  <a:pt x="45282" y="497381"/>
                </a:lnTo>
                <a:close/>
              </a:path>
              <a:path w="104775" h="534035">
                <a:moveTo>
                  <a:pt x="96393" y="437515"/>
                </a:moveTo>
                <a:lnTo>
                  <a:pt x="92456" y="438531"/>
                </a:lnTo>
                <a:lnTo>
                  <a:pt x="57982" y="497381"/>
                </a:lnTo>
                <a:lnTo>
                  <a:pt x="57912" y="520954"/>
                </a:lnTo>
                <a:lnTo>
                  <a:pt x="58941" y="520954"/>
                </a:lnTo>
                <a:lnTo>
                  <a:pt x="103505" y="445008"/>
                </a:lnTo>
                <a:lnTo>
                  <a:pt x="102489" y="441070"/>
                </a:lnTo>
                <a:lnTo>
                  <a:pt x="96393" y="437515"/>
                </a:lnTo>
                <a:close/>
              </a:path>
              <a:path w="104775" h="534035">
                <a:moveTo>
                  <a:pt x="51593" y="508277"/>
                </a:moveTo>
                <a:lnTo>
                  <a:pt x="46101" y="517652"/>
                </a:lnTo>
                <a:lnTo>
                  <a:pt x="57023" y="517652"/>
                </a:lnTo>
                <a:lnTo>
                  <a:pt x="51593" y="508277"/>
                </a:lnTo>
                <a:close/>
              </a:path>
              <a:path w="104775" h="534035">
                <a:moveTo>
                  <a:pt x="57982" y="497381"/>
                </a:moveTo>
                <a:lnTo>
                  <a:pt x="51593" y="508277"/>
                </a:lnTo>
                <a:lnTo>
                  <a:pt x="57023" y="517652"/>
                </a:lnTo>
                <a:lnTo>
                  <a:pt x="57921" y="517652"/>
                </a:lnTo>
                <a:lnTo>
                  <a:pt x="57982" y="497381"/>
                </a:lnTo>
                <a:close/>
              </a:path>
              <a:path w="104775" h="534035">
                <a:moveTo>
                  <a:pt x="52990" y="25333"/>
                </a:moveTo>
                <a:lnTo>
                  <a:pt x="46665" y="36099"/>
                </a:lnTo>
                <a:lnTo>
                  <a:pt x="45282" y="497381"/>
                </a:lnTo>
                <a:lnTo>
                  <a:pt x="51593" y="508277"/>
                </a:lnTo>
                <a:lnTo>
                  <a:pt x="57977" y="497381"/>
                </a:lnTo>
                <a:lnTo>
                  <a:pt x="59365" y="36311"/>
                </a:lnTo>
                <a:lnTo>
                  <a:pt x="59365" y="36099"/>
                </a:lnTo>
                <a:lnTo>
                  <a:pt x="52990" y="25333"/>
                </a:lnTo>
                <a:close/>
              </a:path>
              <a:path w="104775" h="534035">
                <a:moveTo>
                  <a:pt x="60444" y="12699"/>
                </a:moveTo>
                <a:lnTo>
                  <a:pt x="59436" y="12700"/>
                </a:lnTo>
                <a:lnTo>
                  <a:pt x="59365" y="36311"/>
                </a:lnTo>
                <a:lnTo>
                  <a:pt x="91821" y="92202"/>
                </a:lnTo>
                <a:lnTo>
                  <a:pt x="93599" y="95123"/>
                </a:lnTo>
                <a:lnTo>
                  <a:pt x="97409" y="96266"/>
                </a:lnTo>
                <a:lnTo>
                  <a:pt x="103505" y="92710"/>
                </a:lnTo>
                <a:lnTo>
                  <a:pt x="104521" y="88773"/>
                </a:lnTo>
                <a:lnTo>
                  <a:pt x="60444" y="12699"/>
                </a:lnTo>
                <a:close/>
              </a:path>
              <a:path w="104775" h="534035">
                <a:moveTo>
                  <a:pt x="53086" y="0"/>
                </a:moveTo>
                <a:lnTo>
                  <a:pt x="1143" y="88519"/>
                </a:lnTo>
                <a:lnTo>
                  <a:pt x="2093" y="92202"/>
                </a:lnTo>
                <a:lnTo>
                  <a:pt x="2159" y="92456"/>
                </a:lnTo>
                <a:lnTo>
                  <a:pt x="5207" y="94234"/>
                </a:lnTo>
                <a:lnTo>
                  <a:pt x="8128" y="96012"/>
                </a:lnTo>
                <a:lnTo>
                  <a:pt x="11572" y="95123"/>
                </a:lnTo>
                <a:lnTo>
                  <a:pt x="11990" y="95123"/>
                </a:lnTo>
                <a:lnTo>
                  <a:pt x="46541" y="36311"/>
                </a:lnTo>
                <a:lnTo>
                  <a:pt x="46665" y="36099"/>
                </a:lnTo>
                <a:lnTo>
                  <a:pt x="46735" y="12700"/>
                </a:lnTo>
                <a:lnTo>
                  <a:pt x="60444" y="12699"/>
                </a:lnTo>
                <a:lnTo>
                  <a:pt x="53086" y="0"/>
                </a:lnTo>
                <a:close/>
              </a:path>
              <a:path w="104775" h="534035">
                <a:moveTo>
                  <a:pt x="59436" y="12700"/>
                </a:moveTo>
                <a:lnTo>
                  <a:pt x="46735" y="12700"/>
                </a:lnTo>
                <a:lnTo>
                  <a:pt x="46665" y="36099"/>
                </a:lnTo>
                <a:lnTo>
                  <a:pt x="52990" y="25333"/>
                </a:lnTo>
                <a:lnTo>
                  <a:pt x="47498" y="15875"/>
                </a:lnTo>
                <a:lnTo>
                  <a:pt x="59426" y="15875"/>
                </a:lnTo>
                <a:lnTo>
                  <a:pt x="59436" y="12700"/>
                </a:lnTo>
                <a:close/>
              </a:path>
              <a:path w="104775" h="534035">
                <a:moveTo>
                  <a:pt x="59426" y="15875"/>
                </a:moveTo>
                <a:lnTo>
                  <a:pt x="58547" y="15875"/>
                </a:lnTo>
                <a:lnTo>
                  <a:pt x="52990" y="25333"/>
                </a:lnTo>
                <a:lnTo>
                  <a:pt x="59242" y="36099"/>
                </a:lnTo>
                <a:lnTo>
                  <a:pt x="59398" y="25333"/>
                </a:lnTo>
                <a:lnTo>
                  <a:pt x="59426" y="15875"/>
                </a:lnTo>
                <a:close/>
              </a:path>
              <a:path w="104775" h="534035">
                <a:moveTo>
                  <a:pt x="58547" y="15875"/>
                </a:moveTo>
                <a:lnTo>
                  <a:pt x="47498" y="15875"/>
                </a:lnTo>
                <a:lnTo>
                  <a:pt x="52990" y="25333"/>
                </a:lnTo>
                <a:lnTo>
                  <a:pt x="58547" y="15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575550" y="5213350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0"/>
                </a:moveTo>
                <a:lnTo>
                  <a:pt x="636524" y="1651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404100" y="5308600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1524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651750" y="5108575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1524"/>
                </a:moveTo>
                <a:lnTo>
                  <a:pt x="495300" y="0"/>
                </a:lnTo>
              </a:path>
            </a:pathLst>
          </a:custGeom>
          <a:ln w="38099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508875" y="5013325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524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646798" y="2644775"/>
            <a:ext cx="2439035" cy="1374775"/>
          </a:xfrm>
          <a:custGeom>
            <a:avLst/>
            <a:gdLst/>
            <a:ahLst/>
            <a:cxnLst/>
            <a:rect l="l" t="t" r="r" b="b"/>
            <a:pathLst>
              <a:path w="2439034" h="1374775">
                <a:moveTo>
                  <a:pt x="2403868" y="1361050"/>
                </a:moveTo>
                <a:lnTo>
                  <a:pt x="2339212" y="1362075"/>
                </a:lnTo>
                <a:lnTo>
                  <a:pt x="2335656" y="1362075"/>
                </a:lnTo>
                <a:lnTo>
                  <a:pt x="2332862" y="1364996"/>
                </a:lnTo>
                <a:lnTo>
                  <a:pt x="2332990" y="1371981"/>
                </a:lnTo>
                <a:lnTo>
                  <a:pt x="2335910" y="1374775"/>
                </a:lnTo>
                <a:lnTo>
                  <a:pt x="2339340" y="1374775"/>
                </a:lnTo>
                <a:lnTo>
                  <a:pt x="2438527" y="1373251"/>
                </a:lnTo>
                <a:lnTo>
                  <a:pt x="2438154" y="1372616"/>
                </a:lnTo>
                <a:lnTo>
                  <a:pt x="2424429" y="1372616"/>
                </a:lnTo>
                <a:lnTo>
                  <a:pt x="2403868" y="1361050"/>
                </a:lnTo>
                <a:close/>
              </a:path>
              <a:path w="2439034" h="1374775">
                <a:moveTo>
                  <a:pt x="2416536" y="1360849"/>
                </a:moveTo>
                <a:lnTo>
                  <a:pt x="2403868" y="1361050"/>
                </a:lnTo>
                <a:lnTo>
                  <a:pt x="2424429" y="1372616"/>
                </a:lnTo>
                <a:lnTo>
                  <a:pt x="2425773" y="1370203"/>
                </a:lnTo>
                <a:lnTo>
                  <a:pt x="2422016" y="1370203"/>
                </a:lnTo>
                <a:lnTo>
                  <a:pt x="2416654" y="1361050"/>
                </a:lnTo>
                <a:lnTo>
                  <a:pt x="2416536" y="1360849"/>
                </a:lnTo>
                <a:close/>
              </a:path>
              <a:path w="2439034" h="1374775">
                <a:moveTo>
                  <a:pt x="2382647" y="1283716"/>
                </a:moveTo>
                <a:lnTo>
                  <a:pt x="2379725" y="1285494"/>
                </a:lnTo>
                <a:lnTo>
                  <a:pt x="2376678" y="1287272"/>
                </a:lnTo>
                <a:lnTo>
                  <a:pt x="2375661" y="1291082"/>
                </a:lnTo>
                <a:lnTo>
                  <a:pt x="2410114" y="1349887"/>
                </a:lnTo>
                <a:lnTo>
                  <a:pt x="2430653" y="1361440"/>
                </a:lnTo>
                <a:lnTo>
                  <a:pt x="2424429" y="1372616"/>
                </a:lnTo>
                <a:lnTo>
                  <a:pt x="2438154" y="1372616"/>
                </a:lnTo>
                <a:lnTo>
                  <a:pt x="2388361" y="1287653"/>
                </a:lnTo>
                <a:lnTo>
                  <a:pt x="2386584" y="1284732"/>
                </a:lnTo>
                <a:lnTo>
                  <a:pt x="2382647" y="1283716"/>
                </a:lnTo>
                <a:close/>
              </a:path>
              <a:path w="2439034" h="1374775">
                <a:moveTo>
                  <a:pt x="2427350" y="1360678"/>
                </a:moveTo>
                <a:lnTo>
                  <a:pt x="2416536" y="1360849"/>
                </a:lnTo>
                <a:lnTo>
                  <a:pt x="2422016" y="1370203"/>
                </a:lnTo>
                <a:lnTo>
                  <a:pt x="2427142" y="1361050"/>
                </a:lnTo>
                <a:lnTo>
                  <a:pt x="2427255" y="1360849"/>
                </a:lnTo>
                <a:lnTo>
                  <a:pt x="2427350" y="1360678"/>
                </a:lnTo>
                <a:close/>
              </a:path>
              <a:path w="2439034" h="1374775">
                <a:moveTo>
                  <a:pt x="2429298" y="1360678"/>
                </a:moveTo>
                <a:lnTo>
                  <a:pt x="2427350" y="1360678"/>
                </a:lnTo>
                <a:lnTo>
                  <a:pt x="2422016" y="1370203"/>
                </a:lnTo>
                <a:lnTo>
                  <a:pt x="2425773" y="1370203"/>
                </a:lnTo>
                <a:lnTo>
                  <a:pt x="2430653" y="1361440"/>
                </a:lnTo>
                <a:lnTo>
                  <a:pt x="2429298" y="1360678"/>
                </a:lnTo>
                <a:close/>
              </a:path>
              <a:path w="2439034" h="1374775">
                <a:moveTo>
                  <a:pt x="34658" y="13724"/>
                </a:moveTo>
                <a:lnTo>
                  <a:pt x="21990" y="13925"/>
                </a:lnTo>
                <a:lnTo>
                  <a:pt x="28412" y="24887"/>
                </a:lnTo>
                <a:lnTo>
                  <a:pt x="2403868" y="1361050"/>
                </a:lnTo>
                <a:lnTo>
                  <a:pt x="2416536" y="1360849"/>
                </a:lnTo>
                <a:lnTo>
                  <a:pt x="2410114" y="1349887"/>
                </a:lnTo>
                <a:lnTo>
                  <a:pt x="34658" y="13724"/>
                </a:lnTo>
                <a:close/>
              </a:path>
              <a:path w="2439034" h="1374775">
                <a:moveTo>
                  <a:pt x="2410114" y="1349887"/>
                </a:moveTo>
                <a:lnTo>
                  <a:pt x="2416436" y="1360678"/>
                </a:lnTo>
                <a:lnTo>
                  <a:pt x="2416536" y="1360849"/>
                </a:lnTo>
                <a:lnTo>
                  <a:pt x="2427350" y="1360678"/>
                </a:lnTo>
                <a:lnTo>
                  <a:pt x="2429298" y="1360678"/>
                </a:lnTo>
                <a:lnTo>
                  <a:pt x="2410114" y="1349887"/>
                </a:lnTo>
                <a:close/>
              </a:path>
              <a:path w="2439034" h="1374775">
                <a:moveTo>
                  <a:pt x="102615" y="0"/>
                </a:moveTo>
                <a:lnTo>
                  <a:pt x="99186" y="0"/>
                </a:lnTo>
                <a:lnTo>
                  <a:pt x="0" y="1524"/>
                </a:lnTo>
                <a:lnTo>
                  <a:pt x="50164" y="87122"/>
                </a:lnTo>
                <a:lnTo>
                  <a:pt x="51942" y="90043"/>
                </a:lnTo>
                <a:lnTo>
                  <a:pt x="55879" y="91059"/>
                </a:lnTo>
                <a:lnTo>
                  <a:pt x="58800" y="89281"/>
                </a:lnTo>
                <a:lnTo>
                  <a:pt x="61848" y="87503"/>
                </a:lnTo>
                <a:lnTo>
                  <a:pt x="62864" y="83693"/>
                </a:lnTo>
                <a:lnTo>
                  <a:pt x="28412" y="24887"/>
                </a:lnTo>
                <a:lnTo>
                  <a:pt x="7873" y="13335"/>
                </a:lnTo>
                <a:lnTo>
                  <a:pt x="14096" y="2159"/>
                </a:lnTo>
                <a:lnTo>
                  <a:pt x="104873" y="2159"/>
                </a:lnTo>
                <a:lnTo>
                  <a:pt x="102615" y="0"/>
                </a:lnTo>
                <a:close/>
              </a:path>
              <a:path w="2439034" h="1374775">
                <a:moveTo>
                  <a:pt x="14096" y="2159"/>
                </a:moveTo>
                <a:lnTo>
                  <a:pt x="7873" y="13335"/>
                </a:lnTo>
                <a:lnTo>
                  <a:pt x="28412" y="24887"/>
                </a:lnTo>
                <a:lnTo>
                  <a:pt x="22090" y="14097"/>
                </a:lnTo>
                <a:lnTo>
                  <a:pt x="11175" y="14097"/>
                </a:lnTo>
                <a:lnTo>
                  <a:pt x="16509" y="4572"/>
                </a:lnTo>
                <a:lnTo>
                  <a:pt x="18386" y="4572"/>
                </a:lnTo>
                <a:lnTo>
                  <a:pt x="14096" y="2159"/>
                </a:lnTo>
                <a:close/>
              </a:path>
              <a:path w="2439034" h="1374775">
                <a:moveTo>
                  <a:pt x="16509" y="4572"/>
                </a:moveTo>
                <a:lnTo>
                  <a:pt x="11384" y="13724"/>
                </a:lnTo>
                <a:lnTo>
                  <a:pt x="11271" y="13925"/>
                </a:lnTo>
                <a:lnTo>
                  <a:pt x="11175" y="14097"/>
                </a:lnTo>
                <a:lnTo>
                  <a:pt x="21990" y="13925"/>
                </a:lnTo>
                <a:lnTo>
                  <a:pt x="16509" y="4572"/>
                </a:lnTo>
                <a:close/>
              </a:path>
              <a:path w="2439034" h="1374775">
                <a:moveTo>
                  <a:pt x="21990" y="13925"/>
                </a:moveTo>
                <a:lnTo>
                  <a:pt x="11175" y="14097"/>
                </a:lnTo>
                <a:lnTo>
                  <a:pt x="22090" y="14097"/>
                </a:lnTo>
                <a:lnTo>
                  <a:pt x="21990" y="13925"/>
                </a:lnTo>
                <a:close/>
              </a:path>
              <a:path w="2439034" h="1374775">
                <a:moveTo>
                  <a:pt x="18386" y="4572"/>
                </a:moveTo>
                <a:lnTo>
                  <a:pt x="16509" y="4572"/>
                </a:lnTo>
                <a:lnTo>
                  <a:pt x="21872" y="13724"/>
                </a:lnTo>
                <a:lnTo>
                  <a:pt x="21990" y="13925"/>
                </a:lnTo>
                <a:lnTo>
                  <a:pt x="34658" y="13724"/>
                </a:lnTo>
                <a:lnTo>
                  <a:pt x="18386" y="4572"/>
                </a:lnTo>
                <a:close/>
              </a:path>
              <a:path w="2439034" h="1374775">
                <a:moveTo>
                  <a:pt x="104873" y="2159"/>
                </a:moveTo>
                <a:lnTo>
                  <a:pt x="14096" y="2159"/>
                </a:lnTo>
                <a:lnTo>
                  <a:pt x="34658" y="13724"/>
                </a:lnTo>
                <a:lnTo>
                  <a:pt x="99313" y="12700"/>
                </a:lnTo>
                <a:lnTo>
                  <a:pt x="102869" y="12700"/>
                </a:lnTo>
                <a:lnTo>
                  <a:pt x="105663" y="9779"/>
                </a:lnTo>
                <a:lnTo>
                  <a:pt x="105536" y="2794"/>
                </a:lnTo>
                <a:lnTo>
                  <a:pt x="104873" y="21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706994" y="4475098"/>
            <a:ext cx="241935" cy="457834"/>
          </a:xfrm>
          <a:custGeom>
            <a:avLst/>
            <a:gdLst/>
            <a:ahLst/>
            <a:cxnLst/>
            <a:rect l="l" t="t" r="r" b="b"/>
            <a:pathLst>
              <a:path w="241934" h="457835">
                <a:moveTo>
                  <a:pt x="156336" y="390524"/>
                </a:moveTo>
                <a:lnTo>
                  <a:pt x="152399" y="391286"/>
                </a:lnTo>
                <a:lnTo>
                  <a:pt x="150494" y="394207"/>
                </a:lnTo>
                <a:lnTo>
                  <a:pt x="148589" y="397255"/>
                </a:lnTo>
                <a:lnTo>
                  <a:pt x="149351" y="401192"/>
                </a:lnTo>
                <a:lnTo>
                  <a:pt x="235330" y="457326"/>
                </a:lnTo>
                <a:lnTo>
                  <a:pt x="235877" y="448817"/>
                </a:lnTo>
                <a:lnTo>
                  <a:pt x="224027" y="448817"/>
                </a:lnTo>
                <a:lnTo>
                  <a:pt x="213558" y="427884"/>
                </a:lnTo>
                <a:lnTo>
                  <a:pt x="156336" y="390524"/>
                </a:lnTo>
                <a:close/>
              </a:path>
              <a:path w="241934" h="457835">
                <a:moveTo>
                  <a:pt x="213558" y="427884"/>
                </a:moveTo>
                <a:lnTo>
                  <a:pt x="224027" y="448817"/>
                </a:lnTo>
                <a:lnTo>
                  <a:pt x="230450" y="445642"/>
                </a:lnTo>
                <a:lnTo>
                  <a:pt x="223265" y="445642"/>
                </a:lnTo>
                <a:lnTo>
                  <a:pt x="223977" y="434686"/>
                </a:lnTo>
                <a:lnTo>
                  <a:pt x="213558" y="427884"/>
                </a:lnTo>
                <a:close/>
              </a:path>
              <a:path w="241934" h="457835">
                <a:moveTo>
                  <a:pt x="232282" y="351408"/>
                </a:moveTo>
                <a:lnTo>
                  <a:pt x="229234" y="354075"/>
                </a:lnTo>
                <a:lnTo>
                  <a:pt x="228980" y="357631"/>
                </a:lnTo>
                <a:lnTo>
                  <a:pt x="224791" y="422156"/>
                </a:lnTo>
                <a:lnTo>
                  <a:pt x="235330" y="443229"/>
                </a:lnTo>
                <a:lnTo>
                  <a:pt x="224027" y="448817"/>
                </a:lnTo>
                <a:lnTo>
                  <a:pt x="235877" y="448817"/>
                </a:lnTo>
                <a:lnTo>
                  <a:pt x="241680" y="358393"/>
                </a:lnTo>
                <a:lnTo>
                  <a:pt x="241934" y="354837"/>
                </a:lnTo>
                <a:lnTo>
                  <a:pt x="239267" y="351916"/>
                </a:lnTo>
                <a:lnTo>
                  <a:pt x="232282" y="351408"/>
                </a:lnTo>
                <a:close/>
              </a:path>
              <a:path w="241934" h="457835">
                <a:moveTo>
                  <a:pt x="223977" y="434686"/>
                </a:moveTo>
                <a:lnTo>
                  <a:pt x="223265" y="445642"/>
                </a:lnTo>
                <a:lnTo>
                  <a:pt x="233171" y="440689"/>
                </a:lnTo>
                <a:lnTo>
                  <a:pt x="223977" y="434686"/>
                </a:lnTo>
                <a:close/>
              </a:path>
              <a:path w="241934" h="457835">
                <a:moveTo>
                  <a:pt x="224791" y="422156"/>
                </a:moveTo>
                <a:lnTo>
                  <a:pt x="223977" y="434686"/>
                </a:lnTo>
                <a:lnTo>
                  <a:pt x="233171" y="440689"/>
                </a:lnTo>
                <a:lnTo>
                  <a:pt x="223265" y="445642"/>
                </a:lnTo>
                <a:lnTo>
                  <a:pt x="230450" y="445642"/>
                </a:lnTo>
                <a:lnTo>
                  <a:pt x="235330" y="443229"/>
                </a:lnTo>
                <a:lnTo>
                  <a:pt x="224791" y="422156"/>
                </a:lnTo>
                <a:close/>
              </a:path>
              <a:path w="241934" h="457835">
                <a:moveTo>
                  <a:pt x="17957" y="22640"/>
                </a:moveTo>
                <a:lnTo>
                  <a:pt x="17143" y="35170"/>
                </a:lnTo>
                <a:lnTo>
                  <a:pt x="213558" y="427884"/>
                </a:lnTo>
                <a:lnTo>
                  <a:pt x="223977" y="434686"/>
                </a:lnTo>
                <a:lnTo>
                  <a:pt x="224791" y="422156"/>
                </a:lnTo>
                <a:lnTo>
                  <a:pt x="28376" y="29442"/>
                </a:lnTo>
                <a:lnTo>
                  <a:pt x="17957" y="22640"/>
                </a:lnTo>
                <a:close/>
              </a:path>
              <a:path w="241934" h="457835">
                <a:moveTo>
                  <a:pt x="6603" y="0"/>
                </a:moveTo>
                <a:lnTo>
                  <a:pt x="253" y="98932"/>
                </a:lnTo>
                <a:lnTo>
                  <a:pt x="0" y="102488"/>
                </a:lnTo>
                <a:lnTo>
                  <a:pt x="2666" y="105409"/>
                </a:lnTo>
                <a:lnTo>
                  <a:pt x="9651" y="105917"/>
                </a:lnTo>
                <a:lnTo>
                  <a:pt x="12699" y="103250"/>
                </a:lnTo>
                <a:lnTo>
                  <a:pt x="12953" y="99694"/>
                </a:lnTo>
                <a:lnTo>
                  <a:pt x="17143" y="35170"/>
                </a:lnTo>
                <a:lnTo>
                  <a:pt x="6603" y="14096"/>
                </a:lnTo>
                <a:lnTo>
                  <a:pt x="17906" y="8508"/>
                </a:lnTo>
                <a:lnTo>
                  <a:pt x="19636" y="8508"/>
                </a:lnTo>
                <a:lnTo>
                  <a:pt x="6603" y="0"/>
                </a:lnTo>
                <a:close/>
              </a:path>
              <a:path w="241934" h="457835">
                <a:moveTo>
                  <a:pt x="19636" y="8508"/>
                </a:moveTo>
                <a:lnTo>
                  <a:pt x="17906" y="8508"/>
                </a:lnTo>
                <a:lnTo>
                  <a:pt x="28376" y="29442"/>
                </a:lnTo>
                <a:lnTo>
                  <a:pt x="85597" y="66801"/>
                </a:lnTo>
                <a:lnTo>
                  <a:pt x="89534" y="66039"/>
                </a:lnTo>
                <a:lnTo>
                  <a:pt x="91439" y="63118"/>
                </a:lnTo>
                <a:lnTo>
                  <a:pt x="93344" y="60070"/>
                </a:lnTo>
                <a:lnTo>
                  <a:pt x="92582" y="56133"/>
                </a:lnTo>
                <a:lnTo>
                  <a:pt x="19636" y="8508"/>
                </a:lnTo>
                <a:close/>
              </a:path>
              <a:path w="241934" h="457835">
                <a:moveTo>
                  <a:pt x="17906" y="8508"/>
                </a:moveTo>
                <a:lnTo>
                  <a:pt x="6603" y="14096"/>
                </a:lnTo>
                <a:lnTo>
                  <a:pt x="17143" y="35170"/>
                </a:lnTo>
                <a:lnTo>
                  <a:pt x="17957" y="22640"/>
                </a:lnTo>
                <a:lnTo>
                  <a:pt x="8762" y="16636"/>
                </a:lnTo>
                <a:lnTo>
                  <a:pt x="18668" y="11683"/>
                </a:lnTo>
                <a:lnTo>
                  <a:pt x="19494" y="11683"/>
                </a:lnTo>
                <a:lnTo>
                  <a:pt x="17906" y="8508"/>
                </a:lnTo>
                <a:close/>
              </a:path>
              <a:path w="241934" h="457835">
                <a:moveTo>
                  <a:pt x="19494" y="11683"/>
                </a:moveTo>
                <a:lnTo>
                  <a:pt x="18668" y="11683"/>
                </a:lnTo>
                <a:lnTo>
                  <a:pt x="17957" y="22640"/>
                </a:lnTo>
                <a:lnTo>
                  <a:pt x="28376" y="29442"/>
                </a:lnTo>
                <a:lnTo>
                  <a:pt x="19494" y="11683"/>
                </a:lnTo>
                <a:close/>
              </a:path>
              <a:path w="241934" h="457835">
                <a:moveTo>
                  <a:pt x="18668" y="11683"/>
                </a:moveTo>
                <a:lnTo>
                  <a:pt x="8762" y="16636"/>
                </a:lnTo>
                <a:lnTo>
                  <a:pt x="17957" y="22640"/>
                </a:lnTo>
                <a:lnTo>
                  <a:pt x="18668" y="116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094598" y="5448427"/>
            <a:ext cx="610235" cy="263525"/>
          </a:xfrm>
          <a:custGeom>
            <a:avLst/>
            <a:gdLst/>
            <a:ahLst/>
            <a:cxnLst/>
            <a:rect l="l" t="t" r="r" b="b"/>
            <a:pathLst>
              <a:path w="610234" h="263525">
                <a:moveTo>
                  <a:pt x="573434" y="239196"/>
                </a:moveTo>
                <a:lnTo>
                  <a:pt x="506349" y="250698"/>
                </a:lnTo>
                <a:lnTo>
                  <a:pt x="504063" y="254000"/>
                </a:lnTo>
                <a:lnTo>
                  <a:pt x="504698" y="257429"/>
                </a:lnTo>
                <a:lnTo>
                  <a:pt x="505206" y="260858"/>
                </a:lnTo>
                <a:lnTo>
                  <a:pt x="508508" y="263271"/>
                </a:lnTo>
                <a:lnTo>
                  <a:pt x="600780" y="247523"/>
                </a:lnTo>
                <a:lnTo>
                  <a:pt x="595630" y="247523"/>
                </a:lnTo>
                <a:lnTo>
                  <a:pt x="573434" y="239196"/>
                </a:lnTo>
                <a:close/>
              </a:path>
              <a:path w="610234" h="263525">
                <a:moveTo>
                  <a:pt x="586063" y="237035"/>
                </a:moveTo>
                <a:lnTo>
                  <a:pt x="573434" y="239196"/>
                </a:lnTo>
                <a:lnTo>
                  <a:pt x="595630" y="247523"/>
                </a:lnTo>
                <a:lnTo>
                  <a:pt x="596386" y="245491"/>
                </a:lnTo>
                <a:lnTo>
                  <a:pt x="592963" y="245491"/>
                </a:lnTo>
                <a:lnTo>
                  <a:pt x="586063" y="237035"/>
                </a:lnTo>
                <a:close/>
              </a:path>
              <a:path w="610234" h="263525">
                <a:moveTo>
                  <a:pt x="540893" y="165989"/>
                </a:moveTo>
                <a:lnTo>
                  <a:pt x="535432" y="170434"/>
                </a:lnTo>
                <a:lnTo>
                  <a:pt x="535051" y="174498"/>
                </a:lnTo>
                <a:lnTo>
                  <a:pt x="578175" y="227369"/>
                </a:lnTo>
                <a:lnTo>
                  <a:pt x="600075" y="235585"/>
                </a:lnTo>
                <a:lnTo>
                  <a:pt x="595630" y="247523"/>
                </a:lnTo>
                <a:lnTo>
                  <a:pt x="600780" y="247523"/>
                </a:lnTo>
                <a:lnTo>
                  <a:pt x="609727" y="245999"/>
                </a:lnTo>
                <a:lnTo>
                  <a:pt x="544830" y="166370"/>
                </a:lnTo>
                <a:lnTo>
                  <a:pt x="540893" y="165989"/>
                </a:lnTo>
                <a:close/>
              </a:path>
              <a:path w="610234" h="263525">
                <a:moveTo>
                  <a:pt x="596773" y="235204"/>
                </a:moveTo>
                <a:lnTo>
                  <a:pt x="586063" y="237035"/>
                </a:lnTo>
                <a:lnTo>
                  <a:pt x="592963" y="245491"/>
                </a:lnTo>
                <a:lnTo>
                  <a:pt x="596773" y="235204"/>
                </a:lnTo>
                <a:close/>
              </a:path>
              <a:path w="610234" h="263525">
                <a:moveTo>
                  <a:pt x="599059" y="235204"/>
                </a:moveTo>
                <a:lnTo>
                  <a:pt x="596773" y="235204"/>
                </a:lnTo>
                <a:lnTo>
                  <a:pt x="592963" y="245491"/>
                </a:lnTo>
                <a:lnTo>
                  <a:pt x="596386" y="245491"/>
                </a:lnTo>
                <a:lnTo>
                  <a:pt x="600075" y="235585"/>
                </a:lnTo>
                <a:lnTo>
                  <a:pt x="599059" y="235204"/>
                </a:lnTo>
                <a:close/>
              </a:path>
              <a:path w="610234" h="263525">
                <a:moveTo>
                  <a:pt x="36292" y="24074"/>
                </a:moveTo>
                <a:lnTo>
                  <a:pt x="23663" y="26235"/>
                </a:lnTo>
                <a:lnTo>
                  <a:pt x="31551" y="35901"/>
                </a:lnTo>
                <a:lnTo>
                  <a:pt x="573434" y="239196"/>
                </a:lnTo>
                <a:lnTo>
                  <a:pt x="586063" y="237035"/>
                </a:lnTo>
                <a:lnTo>
                  <a:pt x="578175" y="227369"/>
                </a:lnTo>
                <a:lnTo>
                  <a:pt x="36292" y="24074"/>
                </a:lnTo>
                <a:close/>
              </a:path>
              <a:path w="610234" h="263525">
                <a:moveTo>
                  <a:pt x="578175" y="227369"/>
                </a:moveTo>
                <a:lnTo>
                  <a:pt x="586063" y="237035"/>
                </a:lnTo>
                <a:lnTo>
                  <a:pt x="596773" y="235204"/>
                </a:lnTo>
                <a:lnTo>
                  <a:pt x="599059" y="235204"/>
                </a:lnTo>
                <a:lnTo>
                  <a:pt x="578175" y="227369"/>
                </a:lnTo>
                <a:close/>
              </a:path>
              <a:path w="610234" h="263525">
                <a:moveTo>
                  <a:pt x="101219" y="0"/>
                </a:moveTo>
                <a:lnTo>
                  <a:pt x="0" y="17272"/>
                </a:lnTo>
                <a:lnTo>
                  <a:pt x="64897" y="96901"/>
                </a:lnTo>
                <a:lnTo>
                  <a:pt x="68834" y="97282"/>
                </a:lnTo>
                <a:lnTo>
                  <a:pt x="74295" y="92837"/>
                </a:lnTo>
                <a:lnTo>
                  <a:pt x="74676" y="88773"/>
                </a:lnTo>
                <a:lnTo>
                  <a:pt x="31551" y="35901"/>
                </a:lnTo>
                <a:lnTo>
                  <a:pt x="9652" y="27686"/>
                </a:lnTo>
                <a:lnTo>
                  <a:pt x="14097" y="15748"/>
                </a:lnTo>
                <a:lnTo>
                  <a:pt x="84972" y="15748"/>
                </a:lnTo>
                <a:lnTo>
                  <a:pt x="103378" y="12573"/>
                </a:lnTo>
                <a:lnTo>
                  <a:pt x="105664" y="9271"/>
                </a:lnTo>
                <a:lnTo>
                  <a:pt x="105029" y="5842"/>
                </a:lnTo>
                <a:lnTo>
                  <a:pt x="104521" y="2413"/>
                </a:lnTo>
                <a:lnTo>
                  <a:pt x="101219" y="0"/>
                </a:lnTo>
                <a:close/>
              </a:path>
              <a:path w="610234" h="263525">
                <a:moveTo>
                  <a:pt x="14097" y="15748"/>
                </a:moveTo>
                <a:lnTo>
                  <a:pt x="9652" y="27686"/>
                </a:lnTo>
                <a:lnTo>
                  <a:pt x="31551" y="35901"/>
                </a:lnTo>
                <a:lnTo>
                  <a:pt x="25158" y="28067"/>
                </a:lnTo>
                <a:lnTo>
                  <a:pt x="12954" y="28067"/>
                </a:lnTo>
                <a:lnTo>
                  <a:pt x="16764" y="17780"/>
                </a:lnTo>
                <a:lnTo>
                  <a:pt x="19513" y="17780"/>
                </a:lnTo>
                <a:lnTo>
                  <a:pt x="14097" y="15748"/>
                </a:lnTo>
                <a:close/>
              </a:path>
              <a:path w="610234" h="263525">
                <a:moveTo>
                  <a:pt x="16764" y="17780"/>
                </a:moveTo>
                <a:lnTo>
                  <a:pt x="12954" y="28067"/>
                </a:lnTo>
                <a:lnTo>
                  <a:pt x="23663" y="26235"/>
                </a:lnTo>
                <a:lnTo>
                  <a:pt x="16764" y="17780"/>
                </a:lnTo>
                <a:close/>
              </a:path>
              <a:path w="610234" h="263525">
                <a:moveTo>
                  <a:pt x="23663" y="26235"/>
                </a:moveTo>
                <a:lnTo>
                  <a:pt x="12954" y="28067"/>
                </a:lnTo>
                <a:lnTo>
                  <a:pt x="25158" y="28067"/>
                </a:lnTo>
                <a:lnTo>
                  <a:pt x="23663" y="26235"/>
                </a:lnTo>
                <a:close/>
              </a:path>
              <a:path w="610234" h="263525">
                <a:moveTo>
                  <a:pt x="19513" y="17780"/>
                </a:moveTo>
                <a:lnTo>
                  <a:pt x="16764" y="17780"/>
                </a:lnTo>
                <a:lnTo>
                  <a:pt x="23663" y="26235"/>
                </a:lnTo>
                <a:lnTo>
                  <a:pt x="36292" y="24074"/>
                </a:lnTo>
                <a:lnTo>
                  <a:pt x="19513" y="17780"/>
                </a:lnTo>
                <a:close/>
              </a:path>
              <a:path w="610234" h="263525">
                <a:moveTo>
                  <a:pt x="84972" y="15748"/>
                </a:moveTo>
                <a:lnTo>
                  <a:pt x="14097" y="15748"/>
                </a:lnTo>
                <a:lnTo>
                  <a:pt x="36292" y="24074"/>
                </a:lnTo>
                <a:lnTo>
                  <a:pt x="84972" y="157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9008998" y="4627498"/>
            <a:ext cx="838835" cy="1067435"/>
          </a:xfrm>
          <a:custGeom>
            <a:avLst/>
            <a:gdLst/>
            <a:ahLst/>
            <a:cxnLst/>
            <a:rect l="l" t="t" r="r" b="b"/>
            <a:pathLst>
              <a:path w="838834" h="1067435">
                <a:moveTo>
                  <a:pt x="17399" y="962787"/>
                </a:moveTo>
                <a:lnTo>
                  <a:pt x="14097" y="965200"/>
                </a:lnTo>
                <a:lnTo>
                  <a:pt x="13716" y="968756"/>
                </a:lnTo>
                <a:lnTo>
                  <a:pt x="0" y="1066927"/>
                </a:lnTo>
                <a:lnTo>
                  <a:pt x="15420" y="1060831"/>
                </a:lnTo>
                <a:lnTo>
                  <a:pt x="12827" y="1060831"/>
                </a:lnTo>
                <a:lnTo>
                  <a:pt x="2794" y="1053084"/>
                </a:lnTo>
                <a:lnTo>
                  <a:pt x="17356" y="1034549"/>
                </a:lnTo>
                <a:lnTo>
                  <a:pt x="26289" y="970534"/>
                </a:lnTo>
                <a:lnTo>
                  <a:pt x="26670" y="966978"/>
                </a:lnTo>
                <a:lnTo>
                  <a:pt x="24257" y="963803"/>
                </a:lnTo>
                <a:lnTo>
                  <a:pt x="17399" y="962787"/>
                </a:lnTo>
                <a:close/>
              </a:path>
              <a:path w="838834" h="1067435">
                <a:moveTo>
                  <a:pt x="17356" y="1034549"/>
                </a:moveTo>
                <a:lnTo>
                  <a:pt x="2794" y="1053084"/>
                </a:lnTo>
                <a:lnTo>
                  <a:pt x="12827" y="1060831"/>
                </a:lnTo>
                <a:lnTo>
                  <a:pt x="15122" y="1057910"/>
                </a:lnTo>
                <a:lnTo>
                  <a:pt x="14097" y="1057910"/>
                </a:lnTo>
                <a:lnTo>
                  <a:pt x="5461" y="1051052"/>
                </a:lnTo>
                <a:lnTo>
                  <a:pt x="15613" y="1047044"/>
                </a:lnTo>
                <a:lnTo>
                  <a:pt x="17356" y="1034549"/>
                </a:lnTo>
                <a:close/>
              </a:path>
              <a:path w="838834" h="1067435">
                <a:moveTo>
                  <a:pt x="90805" y="1017270"/>
                </a:moveTo>
                <a:lnTo>
                  <a:pt x="87503" y="1018667"/>
                </a:lnTo>
                <a:lnTo>
                  <a:pt x="27278" y="1042439"/>
                </a:lnTo>
                <a:lnTo>
                  <a:pt x="12827" y="1060831"/>
                </a:lnTo>
                <a:lnTo>
                  <a:pt x="15420" y="1060831"/>
                </a:lnTo>
                <a:lnTo>
                  <a:pt x="92202" y="1030478"/>
                </a:lnTo>
                <a:lnTo>
                  <a:pt x="95504" y="1029081"/>
                </a:lnTo>
                <a:lnTo>
                  <a:pt x="97028" y="1025397"/>
                </a:lnTo>
                <a:lnTo>
                  <a:pt x="95758" y="1022222"/>
                </a:lnTo>
                <a:lnTo>
                  <a:pt x="94488" y="1018921"/>
                </a:lnTo>
                <a:lnTo>
                  <a:pt x="90805" y="1017270"/>
                </a:lnTo>
                <a:close/>
              </a:path>
              <a:path w="838834" h="1067435">
                <a:moveTo>
                  <a:pt x="15613" y="1047044"/>
                </a:moveTo>
                <a:lnTo>
                  <a:pt x="5461" y="1051052"/>
                </a:lnTo>
                <a:lnTo>
                  <a:pt x="14097" y="1057910"/>
                </a:lnTo>
                <a:lnTo>
                  <a:pt x="15613" y="1047044"/>
                </a:lnTo>
                <a:close/>
              </a:path>
              <a:path w="838834" h="1067435">
                <a:moveTo>
                  <a:pt x="27278" y="1042439"/>
                </a:moveTo>
                <a:lnTo>
                  <a:pt x="15613" y="1047044"/>
                </a:lnTo>
                <a:lnTo>
                  <a:pt x="14097" y="1057910"/>
                </a:lnTo>
                <a:lnTo>
                  <a:pt x="15122" y="1057910"/>
                </a:lnTo>
                <a:lnTo>
                  <a:pt x="27278" y="1042439"/>
                </a:lnTo>
                <a:close/>
              </a:path>
              <a:path w="838834" h="1067435">
                <a:moveTo>
                  <a:pt x="822716" y="19881"/>
                </a:moveTo>
                <a:lnTo>
                  <a:pt x="810906" y="24543"/>
                </a:lnTo>
                <a:lnTo>
                  <a:pt x="17356" y="1034549"/>
                </a:lnTo>
                <a:lnTo>
                  <a:pt x="15613" y="1047044"/>
                </a:lnTo>
                <a:lnTo>
                  <a:pt x="27278" y="1042439"/>
                </a:lnTo>
                <a:lnTo>
                  <a:pt x="820976" y="32367"/>
                </a:lnTo>
                <a:lnTo>
                  <a:pt x="822716" y="19881"/>
                </a:lnTo>
                <a:close/>
              </a:path>
              <a:path w="838834" h="1067435">
                <a:moveTo>
                  <a:pt x="837493" y="5968"/>
                </a:moveTo>
                <a:lnTo>
                  <a:pt x="825500" y="5968"/>
                </a:lnTo>
                <a:lnTo>
                  <a:pt x="835533" y="13843"/>
                </a:lnTo>
                <a:lnTo>
                  <a:pt x="820976" y="32367"/>
                </a:lnTo>
                <a:lnTo>
                  <a:pt x="812038" y="96520"/>
                </a:lnTo>
                <a:lnTo>
                  <a:pt x="811657" y="99949"/>
                </a:lnTo>
                <a:lnTo>
                  <a:pt x="814070" y="103124"/>
                </a:lnTo>
                <a:lnTo>
                  <a:pt x="820928" y="104140"/>
                </a:lnTo>
                <a:lnTo>
                  <a:pt x="824230" y="101727"/>
                </a:lnTo>
                <a:lnTo>
                  <a:pt x="824611" y="98171"/>
                </a:lnTo>
                <a:lnTo>
                  <a:pt x="837493" y="5968"/>
                </a:lnTo>
                <a:close/>
              </a:path>
              <a:path w="838834" h="1067435">
                <a:moveTo>
                  <a:pt x="838327" y="0"/>
                </a:moveTo>
                <a:lnTo>
                  <a:pt x="746125" y="36449"/>
                </a:lnTo>
                <a:lnTo>
                  <a:pt x="742823" y="37846"/>
                </a:lnTo>
                <a:lnTo>
                  <a:pt x="741299" y="41528"/>
                </a:lnTo>
                <a:lnTo>
                  <a:pt x="742569" y="44703"/>
                </a:lnTo>
                <a:lnTo>
                  <a:pt x="743839" y="48006"/>
                </a:lnTo>
                <a:lnTo>
                  <a:pt x="747522" y="49656"/>
                </a:lnTo>
                <a:lnTo>
                  <a:pt x="750824" y="48259"/>
                </a:lnTo>
                <a:lnTo>
                  <a:pt x="810906" y="24543"/>
                </a:lnTo>
                <a:lnTo>
                  <a:pt x="825500" y="5968"/>
                </a:lnTo>
                <a:lnTo>
                  <a:pt x="837493" y="5968"/>
                </a:lnTo>
                <a:lnTo>
                  <a:pt x="838327" y="0"/>
                </a:lnTo>
                <a:close/>
              </a:path>
              <a:path w="838834" h="1067435">
                <a:moveTo>
                  <a:pt x="829383" y="9017"/>
                </a:moveTo>
                <a:lnTo>
                  <a:pt x="824230" y="9017"/>
                </a:lnTo>
                <a:lnTo>
                  <a:pt x="832866" y="15875"/>
                </a:lnTo>
                <a:lnTo>
                  <a:pt x="822716" y="19881"/>
                </a:lnTo>
                <a:lnTo>
                  <a:pt x="820976" y="32367"/>
                </a:lnTo>
                <a:lnTo>
                  <a:pt x="835533" y="13843"/>
                </a:lnTo>
                <a:lnTo>
                  <a:pt x="829383" y="9017"/>
                </a:lnTo>
                <a:close/>
              </a:path>
              <a:path w="838834" h="1067435">
                <a:moveTo>
                  <a:pt x="825500" y="5968"/>
                </a:moveTo>
                <a:lnTo>
                  <a:pt x="810906" y="24543"/>
                </a:lnTo>
                <a:lnTo>
                  <a:pt x="822716" y="19881"/>
                </a:lnTo>
                <a:lnTo>
                  <a:pt x="824230" y="9017"/>
                </a:lnTo>
                <a:lnTo>
                  <a:pt x="829383" y="9017"/>
                </a:lnTo>
                <a:lnTo>
                  <a:pt x="825500" y="5968"/>
                </a:lnTo>
                <a:close/>
              </a:path>
              <a:path w="838834" h="1067435">
                <a:moveTo>
                  <a:pt x="824230" y="9017"/>
                </a:moveTo>
                <a:lnTo>
                  <a:pt x="822716" y="19881"/>
                </a:lnTo>
                <a:lnTo>
                  <a:pt x="832866" y="15875"/>
                </a:lnTo>
                <a:lnTo>
                  <a:pt x="824230" y="90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xfrm>
            <a:off x="1045210" y="1371980"/>
            <a:ext cx="1035685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Heuristic:</a:t>
            </a:r>
            <a:r>
              <a:rPr spc="225"/>
              <a:t> </a:t>
            </a:r>
            <a:r>
              <a:t>the</a:t>
            </a:r>
            <a:r>
              <a:rPr spc="40"/>
              <a:t> </a:t>
            </a:r>
            <a:r>
              <a:t>number</a:t>
            </a:r>
            <a:r>
              <a:rPr spc="155"/>
              <a:t> </a:t>
            </a:r>
            <a:r>
              <a:t>(id)</a:t>
            </a:r>
            <a:r>
              <a:rPr spc="60"/>
              <a:t> </a:t>
            </a:r>
            <a:r>
              <a:t>of</a:t>
            </a:r>
            <a:r>
              <a:rPr spc="-85"/>
              <a:t> </a:t>
            </a:r>
            <a:r>
              <a:t>the</a:t>
            </a:r>
            <a:r>
              <a:rPr spc="114"/>
              <a:t> </a:t>
            </a:r>
            <a:r>
              <a:t>largest</a:t>
            </a:r>
            <a:r>
              <a:rPr spc="50"/>
              <a:t> </a:t>
            </a:r>
            <a:r>
              <a:t>pancake</a:t>
            </a:r>
            <a:r>
              <a:rPr spc="45"/>
              <a:t> </a:t>
            </a:r>
            <a:r>
              <a:t>that</a:t>
            </a:r>
            <a:r>
              <a:rPr spc="-20"/>
              <a:t> </a:t>
            </a:r>
            <a:r>
              <a:t>is</a:t>
            </a:r>
            <a:r>
              <a:rPr spc="40"/>
              <a:t> </a:t>
            </a:r>
            <a:r>
              <a:t>still</a:t>
            </a:r>
            <a:r>
              <a:rPr spc="110"/>
              <a:t> </a:t>
            </a:r>
            <a:r>
              <a:t>out</a:t>
            </a:r>
            <a:r>
              <a:rPr spc="-25"/>
              <a:t> </a:t>
            </a:r>
            <a:r>
              <a:t>of</a:t>
            </a:r>
            <a:r>
              <a:rPr spc="-15"/>
              <a:t> </a:t>
            </a:r>
            <a:r>
              <a:rPr spc="-10"/>
              <a:t>place</a:t>
            </a:r>
          </a:p>
        </p:txBody>
      </p:sp>
      <p:sp>
        <p:nvSpPr>
          <p:cNvPr id="72" name="object 72"/>
          <p:cNvSpPr txBox="1"/>
          <p:nvPr/>
        </p:nvSpPr>
        <p:spPr>
          <a:xfrm>
            <a:off x="2951226" y="2592387"/>
            <a:ext cx="18986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-50">
                <a:solidFill>
                  <a:srgbClr val="C00000"/>
                </a:solidFill>
                <a:latin typeface="Arial"/>
                <a:cs typeface="Arial"/>
              </a:rPr>
              <a:t>4</a:t>
            </a:r>
            <a:endParaRPr sz="23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162550" y="2134552"/>
            <a:ext cx="18986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-5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23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051925" y="4041521"/>
            <a:ext cx="19050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spc="-50">
                <a:solidFill>
                  <a:srgbClr val="C00000"/>
                </a:solidFill>
                <a:latin typeface="Arial"/>
                <a:cs typeface="Arial"/>
              </a:rPr>
              <a:t>0</a:t>
            </a:r>
            <a:endParaRPr sz="23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213090" y="5796279"/>
            <a:ext cx="19050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spc="-5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23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145401" y="4957381"/>
            <a:ext cx="18986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-5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23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993001" y="3965511"/>
            <a:ext cx="18986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-5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23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086350" y="3431603"/>
            <a:ext cx="18986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-5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23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247515" y="4499355"/>
            <a:ext cx="19050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spc="-50">
                <a:solidFill>
                  <a:srgbClr val="C00000"/>
                </a:solidFill>
                <a:latin typeface="Arial"/>
                <a:cs typeface="Arial"/>
              </a:rPr>
              <a:t>4</a:t>
            </a:r>
            <a:endParaRPr sz="23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315203" y="5338445"/>
            <a:ext cx="19050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spc="-50">
                <a:solidFill>
                  <a:srgbClr val="C00000"/>
                </a:solidFill>
                <a:latin typeface="Arial"/>
                <a:cs typeface="Arial"/>
              </a:rPr>
              <a:t>4</a:t>
            </a:r>
            <a:endParaRPr sz="23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713734" y="6101397"/>
            <a:ext cx="19050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spc="-5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23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264791" y="4881181"/>
            <a:ext cx="18986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-50">
                <a:solidFill>
                  <a:srgbClr val="C00000"/>
                </a:solidFill>
                <a:latin typeface="Arial"/>
                <a:cs typeface="Arial"/>
              </a:rPr>
              <a:t>4</a:t>
            </a:r>
            <a:endParaRPr sz="23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264791" y="5720397"/>
            <a:ext cx="18986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-50">
                <a:solidFill>
                  <a:srgbClr val="C00000"/>
                </a:solidFill>
                <a:latin typeface="Arial"/>
                <a:cs typeface="Arial"/>
              </a:rPr>
              <a:t>4</a:t>
            </a:r>
            <a:endParaRPr sz="23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027426" y="3660457"/>
            <a:ext cx="18986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-50">
                <a:solidFill>
                  <a:srgbClr val="C00000"/>
                </a:solidFill>
                <a:latin typeface="Arial"/>
                <a:cs typeface="Arial"/>
              </a:rPr>
              <a:t>4</a:t>
            </a:r>
            <a:endParaRPr sz="23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975725" y="2363088"/>
            <a:ext cx="61976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20">
                <a:solidFill>
                  <a:srgbClr val="CC0000"/>
                </a:solidFill>
                <a:latin typeface="Arial"/>
                <a:cs typeface="Arial"/>
              </a:rPr>
              <a:t>h(x)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02951D7-BDCB-1ED1-9CDD-C9875E307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514600"/>
            <a:ext cx="6084794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7085" y="600062"/>
            <a:ext cx="11485245" cy="5453380"/>
            <a:chOff x="447085" y="600062"/>
            <a:chExt cx="11485245" cy="5453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085" y="808865"/>
              <a:ext cx="7893256" cy="52442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0553" y="600062"/>
              <a:ext cx="4051351" cy="29986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0575" y="414705"/>
            <a:ext cx="11561445" cy="5603240"/>
            <a:chOff x="570575" y="414705"/>
            <a:chExt cx="11561445" cy="56032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0575" y="515315"/>
              <a:ext cx="8281628" cy="55023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80615" y="414705"/>
              <a:ext cx="4051351" cy="29986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9335" y="448805"/>
            <a:ext cx="11240135" cy="5530215"/>
            <a:chOff x="849335" y="448805"/>
            <a:chExt cx="11240135" cy="55302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9335" y="478150"/>
              <a:ext cx="8278924" cy="550053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37791" y="448805"/>
              <a:ext cx="4051351" cy="29986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2782" y="291994"/>
            <a:ext cx="8598979" cy="571318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2674" y="299280"/>
            <a:ext cx="8118100" cy="589617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8677" y="526936"/>
            <a:ext cx="7771846" cy="58260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500" y="457200"/>
            <a:ext cx="11480800" cy="5905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23AA12-F2C4-3572-113F-D90700BF6393}"/>
              </a:ext>
            </a:extLst>
          </p:cNvPr>
          <p:cNvSpPr txBox="1"/>
          <p:nvPr/>
        </p:nvSpPr>
        <p:spPr>
          <a:xfrm>
            <a:off x="8839200" y="4191000"/>
            <a:ext cx="3048000" cy="228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2203" y="347916"/>
            <a:ext cx="3334384" cy="49110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5457" y="1056639"/>
            <a:ext cx="7343140" cy="40741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5600" marR="5080" indent="-343535">
              <a:lnSpc>
                <a:spcPts val="2700"/>
              </a:lnSpc>
              <a:spcBef>
                <a:spcPts val="720"/>
              </a:spcBef>
              <a:buFont typeface="Wingdings"/>
              <a:buChar char=""/>
              <a:tabLst>
                <a:tab pos="355600" algn="l"/>
              </a:tabLst>
            </a:pP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Strategy:</a:t>
            </a:r>
            <a:r>
              <a:rPr sz="2750" spc="10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expand</a:t>
            </a:r>
            <a:r>
              <a:rPr sz="2750" spc="13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750" spc="3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node</a:t>
            </a:r>
            <a:r>
              <a:rPr sz="2750" spc="6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that</a:t>
            </a:r>
            <a:r>
              <a:rPr sz="2750" spc="6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you</a:t>
            </a:r>
            <a:r>
              <a:rPr sz="2750" spc="-8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think</a:t>
            </a:r>
            <a:r>
              <a:rPr sz="2750" spc="17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750" spc="5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 spc="-10">
                <a:solidFill>
                  <a:srgbClr val="333399"/>
                </a:solidFill>
                <a:latin typeface="Calibri"/>
                <a:cs typeface="Calibri"/>
              </a:rPr>
              <a:t>closest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750" spc="9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750" spc="-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goal</a:t>
            </a:r>
            <a:r>
              <a:rPr sz="2750" spc="2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 spc="-10">
                <a:solidFill>
                  <a:srgbClr val="333399"/>
                </a:solidFill>
                <a:latin typeface="Calibri"/>
                <a:cs typeface="Calibri"/>
              </a:rPr>
              <a:t>state</a:t>
            </a:r>
            <a:endParaRPr sz="2750">
              <a:latin typeface="Calibri"/>
              <a:cs typeface="Calibri"/>
            </a:endParaRPr>
          </a:p>
          <a:p>
            <a:pPr marL="755650" lvl="1" indent="-285750">
              <a:lnSpc>
                <a:spcPts val="2595"/>
              </a:lnSpc>
              <a:buFont typeface="Wingdings"/>
              <a:buChar char=""/>
              <a:tabLst>
                <a:tab pos="755650" algn="l"/>
              </a:tabLst>
            </a:pPr>
            <a:r>
              <a:rPr sz="2400">
                <a:latin typeface="Calibri"/>
                <a:cs typeface="Calibri"/>
              </a:rPr>
              <a:t>Heuristic: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estimate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distance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nearest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goal</a:t>
            </a:r>
            <a:r>
              <a:rPr sz="2400" spc="15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for</a:t>
            </a:r>
            <a:endParaRPr sz="2400">
              <a:latin typeface="Calibri"/>
              <a:cs typeface="Calibri"/>
            </a:endParaRPr>
          </a:p>
          <a:p>
            <a:pPr marL="756285">
              <a:lnSpc>
                <a:spcPts val="2605"/>
              </a:lnSpc>
            </a:pPr>
            <a:r>
              <a:rPr sz="2400">
                <a:latin typeface="Calibri"/>
                <a:cs typeface="Calibri"/>
              </a:rPr>
              <a:t>each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state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ts val="3290"/>
              </a:lnSpc>
              <a:buFont typeface="Wingdings"/>
              <a:buChar char=""/>
              <a:tabLst>
                <a:tab pos="355600" algn="l"/>
              </a:tabLst>
            </a:pP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750" spc="1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common</a:t>
            </a:r>
            <a:r>
              <a:rPr sz="2750" spc="-6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 spc="-10">
                <a:solidFill>
                  <a:srgbClr val="333399"/>
                </a:solidFill>
                <a:latin typeface="Calibri"/>
                <a:cs typeface="Calibri"/>
              </a:rPr>
              <a:t>case:</a:t>
            </a:r>
            <a:endParaRPr sz="2750">
              <a:latin typeface="Calibri"/>
              <a:cs typeface="Calibri"/>
            </a:endParaRPr>
          </a:p>
          <a:p>
            <a:pPr marL="755650" lvl="1" indent="-285750">
              <a:lnSpc>
                <a:spcPts val="2870"/>
              </a:lnSpc>
              <a:buFont typeface="Wingdings"/>
              <a:buChar char=""/>
              <a:tabLst>
                <a:tab pos="755650" algn="l"/>
              </a:tabLst>
            </a:pPr>
            <a:r>
              <a:rPr sz="2400">
                <a:latin typeface="Calibri"/>
                <a:cs typeface="Calibri"/>
              </a:rPr>
              <a:t>Best-first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takes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straight</a:t>
            </a:r>
            <a:r>
              <a:rPr sz="2400" spc="-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2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(wrong)</a:t>
            </a:r>
            <a:r>
              <a:rPr sz="2400" spc="-10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goal</a:t>
            </a:r>
            <a:endParaRPr sz="2400">
              <a:latin typeface="Calibri"/>
              <a:cs typeface="Calibri"/>
            </a:endParaRPr>
          </a:p>
          <a:p>
            <a:pPr marL="755650">
              <a:lnSpc>
                <a:spcPct val="100000"/>
              </a:lnSpc>
              <a:spcBef>
                <a:spcPts val="5"/>
              </a:spcBef>
            </a:pPr>
            <a:r>
              <a:rPr sz="2400">
                <a:latin typeface="Calibri"/>
                <a:cs typeface="Calibri"/>
              </a:rPr>
              <a:t>as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seen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in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example.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5600" algn="l"/>
              </a:tabLst>
            </a:pPr>
            <a:r>
              <a:rPr sz="2750" spc="-10">
                <a:solidFill>
                  <a:srgbClr val="333399"/>
                </a:solidFill>
                <a:latin typeface="Calibri"/>
                <a:cs typeface="Calibri"/>
              </a:rPr>
              <a:t>Worst-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case:</a:t>
            </a:r>
            <a:r>
              <a:rPr sz="2750" spc="21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like</a:t>
            </a:r>
            <a:r>
              <a:rPr sz="2750" spc="10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750" spc="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 spc="-20">
                <a:solidFill>
                  <a:srgbClr val="333399"/>
                </a:solidFill>
                <a:latin typeface="Calibri"/>
                <a:cs typeface="Calibri"/>
              </a:rPr>
              <a:t>badly-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guided</a:t>
            </a:r>
            <a:r>
              <a:rPr sz="2750" spc="32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 spc="-25">
                <a:solidFill>
                  <a:srgbClr val="333399"/>
                </a:solidFill>
                <a:latin typeface="Calibri"/>
                <a:cs typeface="Calibri"/>
              </a:rPr>
              <a:t>DFS</a:t>
            </a:r>
            <a:endParaRPr sz="27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9478" y="1392364"/>
            <a:ext cx="3298664" cy="20653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51288" y="4000573"/>
            <a:ext cx="3558564" cy="21224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6127" y="0"/>
            <a:ext cx="10166350" cy="5562600"/>
            <a:chOff x="816127" y="0"/>
            <a:chExt cx="10166350" cy="5562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6127" y="4595177"/>
              <a:ext cx="2773845" cy="4405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875" y="0"/>
              <a:ext cx="10077450" cy="5562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29200" y="4000500"/>
            <a:ext cx="1371600" cy="76200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295400" y="0"/>
                </a:moveTo>
                <a:lnTo>
                  <a:pt x="1295400" y="76200"/>
                </a:lnTo>
                <a:lnTo>
                  <a:pt x="1352550" y="47625"/>
                </a:lnTo>
                <a:lnTo>
                  <a:pt x="1308100" y="47625"/>
                </a:lnTo>
                <a:lnTo>
                  <a:pt x="1308100" y="28575"/>
                </a:lnTo>
                <a:lnTo>
                  <a:pt x="1352550" y="28575"/>
                </a:lnTo>
                <a:lnTo>
                  <a:pt x="1295400" y="0"/>
                </a:lnTo>
                <a:close/>
              </a:path>
              <a:path w="1371600" h="76200">
                <a:moveTo>
                  <a:pt x="12954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1295400" y="47625"/>
                </a:lnTo>
                <a:lnTo>
                  <a:pt x="1295400" y="28575"/>
                </a:lnTo>
                <a:close/>
              </a:path>
              <a:path w="1371600" h="76200">
                <a:moveTo>
                  <a:pt x="1352550" y="28575"/>
                </a:moveTo>
                <a:lnTo>
                  <a:pt x="1308100" y="28575"/>
                </a:lnTo>
                <a:lnTo>
                  <a:pt x="1308100" y="47625"/>
                </a:lnTo>
                <a:lnTo>
                  <a:pt x="1352550" y="47625"/>
                </a:lnTo>
                <a:lnTo>
                  <a:pt x="1371600" y="38100"/>
                </a:lnTo>
                <a:lnTo>
                  <a:pt x="13525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00600" y="3344926"/>
            <a:ext cx="691515" cy="465455"/>
          </a:xfrm>
          <a:custGeom>
            <a:avLst/>
            <a:gdLst/>
            <a:ahLst/>
            <a:cxnLst/>
            <a:rect l="l" t="t" r="r" b="b"/>
            <a:pathLst>
              <a:path w="691514" h="465454">
                <a:moveTo>
                  <a:pt x="42290" y="391160"/>
                </a:moveTo>
                <a:lnTo>
                  <a:pt x="0" y="465073"/>
                </a:lnTo>
                <a:lnTo>
                  <a:pt x="84581" y="454533"/>
                </a:lnTo>
                <a:lnTo>
                  <a:pt x="73394" y="437769"/>
                </a:lnTo>
                <a:lnTo>
                  <a:pt x="58165" y="437769"/>
                </a:lnTo>
                <a:lnTo>
                  <a:pt x="47497" y="421894"/>
                </a:lnTo>
                <a:lnTo>
                  <a:pt x="58089" y="414834"/>
                </a:lnTo>
                <a:lnTo>
                  <a:pt x="42290" y="391160"/>
                </a:lnTo>
                <a:close/>
              </a:path>
              <a:path w="691514" h="465454">
                <a:moveTo>
                  <a:pt x="58089" y="414834"/>
                </a:moveTo>
                <a:lnTo>
                  <a:pt x="47497" y="421894"/>
                </a:lnTo>
                <a:lnTo>
                  <a:pt x="58165" y="437769"/>
                </a:lnTo>
                <a:lnTo>
                  <a:pt x="68705" y="430742"/>
                </a:lnTo>
                <a:lnTo>
                  <a:pt x="58089" y="414834"/>
                </a:lnTo>
                <a:close/>
              </a:path>
              <a:path w="691514" h="465454">
                <a:moveTo>
                  <a:pt x="68705" y="430742"/>
                </a:moveTo>
                <a:lnTo>
                  <a:pt x="58165" y="437769"/>
                </a:lnTo>
                <a:lnTo>
                  <a:pt x="73394" y="437769"/>
                </a:lnTo>
                <a:lnTo>
                  <a:pt x="68705" y="430742"/>
                </a:lnTo>
                <a:close/>
              </a:path>
              <a:path w="691514" h="465454">
                <a:moveTo>
                  <a:pt x="680465" y="0"/>
                </a:moveTo>
                <a:lnTo>
                  <a:pt x="58089" y="414834"/>
                </a:lnTo>
                <a:lnTo>
                  <a:pt x="68705" y="430742"/>
                </a:lnTo>
                <a:lnTo>
                  <a:pt x="691133" y="15748"/>
                </a:lnTo>
                <a:lnTo>
                  <a:pt x="6804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8429" y="347916"/>
            <a:ext cx="6353429" cy="49174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5457" y="1058608"/>
            <a:ext cx="7104380" cy="80772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14"/>
              </a:spcBef>
              <a:buClr>
                <a:srgbClr val="333399"/>
              </a:buClr>
              <a:buFont typeface="Wingdings"/>
              <a:buChar char=""/>
              <a:tabLst>
                <a:tab pos="355600" algn="l"/>
              </a:tabLst>
            </a:pPr>
            <a:r>
              <a:rPr sz="2300" b="1">
                <a:solidFill>
                  <a:srgbClr val="3333FF"/>
                </a:solidFill>
                <a:latin typeface="Calibri"/>
                <a:cs typeface="Calibri"/>
              </a:rPr>
              <a:t>Uniform-cost</a:t>
            </a:r>
            <a:r>
              <a:rPr sz="2300" b="1" spc="-204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2300">
                <a:latin typeface="Calibri"/>
                <a:cs typeface="Calibri"/>
              </a:rPr>
              <a:t>orders</a:t>
            </a:r>
            <a:r>
              <a:rPr sz="2300" spc="-30">
                <a:latin typeface="Calibri"/>
                <a:cs typeface="Calibri"/>
              </a:rPr>
              <a:t> </a:t>
            </a:r>
            <a:r>
              <a:rPr sz="2300">
                <a:latin typeface="Calibri"/>
                <a:cs typeface="Calibri"/>
              </a:rPr>
              <a:t>by</a:t>
            </a:r>
            <a:r>
              <a:rPr sz="2300" spc="-10">
                <a:latin typeface="Calibri"/>
                <a:cs typeface="Calibri"/>
              </a:rPr>
              <a:t> </a:t>
            </a:r>
            <a:r>
              <a:rPr sz="2300">
                <a:latin typeface="Calibri"/>
                <a:cs typeface="Calibri"/>
              </a:rPr>
              <a:t>path</a:t>
            </a:r>
            <a:r>
              <a:rPr sz="2300" spc="40">
                <a:latin typeface="Calibri"/>
                <a:cs typeface="Calibri"/>
              </a:rPr>
              <a:t> </a:t>
            </a:r>
            <a:r>
              <a:rPr sz="2300">
                <a:latin typeface="Calibri"/>
                <a:cs typeface="Calibri"/>
              </a:rPr>
              <a:t>cost,</a:t>
            </a:r>
            <a:r>
              <a:rPr sz="2300" spc="5">
                <a:latin typeface="Calibri"/>
                <a:cs typeface="Calibri"/>
              </a:rPr>
              <a:t> </a:t>
            </a:r>
            <a:r>
              <a:rPr sz="2300">
                <a:latin typeface="Calibri"/>
                <a:cs typeface="Calibri"/>
              </a:rPr>
              <a:t>or</a:t>
            </a:r>
            <a:r>
              <a:rPr sz="2300" spc="30">
                <a:latin typeface="Calibri"/>
                <a:cs typeface="Calibri"/>
              </a:rPr>
              <a:t> </a:t>
            </a:r>
            <a:r>
              <a:rPr sz="2300" b="1" i="1">
                <a:solidFill>
                  <a:srgbClr val="3333FF"/>
                </a:solidFill>
                <a:latin typeface="Calibri"/>
                <a:cs typeface="Calibri"/>
              </a:rPr>
              <a:t>backward</a:t>
            </a:r>
            <a:r>
              <a:rPr sz="2300" b="1" i="1" spc="-105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2300" b="1" i="1">
                <a:solidFill>
                  <a:srgbClr val="3333FF"/>
                </a:solidFill>
                <a:latin typeface="Calibri"/>
                <a:cs typeface="Calibri"/>
              </a:rPr>
              <a:t>cost</a:t>
            </a:r>
            <a:r>
              <a:rPr sz="2300" b="1" i="1" spc="20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2300" b="1" spc="-20">
                <a:solidFill>
                  <a:srgbClr val="3333FF"/>
                </a:solidFill>
                <a:latin typeface="Calibri"/>
                <a:cs typeface="Calibri"/>
              </a:rPr>
              <a:t>g(n)</a:t>
            </a:r>
            <a:endParaRPr sz="23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/>
              <a:buChar char=""/>
              <a:tabLst>
                <a:tab pos="355600" algn="l"/>
              </a:tabLst>
            </a:pPr>
            <a:r>
              <a:rPr sz="2300" b="1">
                <a:solidFill>
                  <a:srgbClr val="CC0000"/>
                </a:solidFill>
                <a:latin typeface="Calibri"/>
                <a:cs typeface="Calibri"/>
              </a:rPr>
              <a:t>Greedy</a:t>
            </a:r>
            <a:r>
              <a:rPr sz="2300" b="1" spc="-18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300">
                <a:latin typeface="Calibri"/>
                <a:cs typeface="Calibri"/>
              </a:rPr>
              <a:t>orders by</a:t>
            </a:r>
            <a:r>
              <a:rPr sz="2300" spc="15">
                <a:latin typeface="Calibri"/>
                <a:cs typeface="Calibri"/>
              </a:rPr>
              <a:t> </a:t>
            </a:r>
            <a:r>
              <a:rPr sz="2300">
                <a:latin typeface="Calibri"/>
                <a:cs typeface="Calibri"/>
              </a:rPr>
              <a:t>goal</a:t>
            </a:r>
            <a:r>
              <a:rPr sz="2300" spc="10">
                <a:latin typeface="Calibri"/>
                <a:cs typeface="Calibri"/>
              </a:rPr>
              <a:t> </a:t>
            </a:r>
            <a:r>
              <a:rPr sz="2300">
                <a:latin typeface="Calibri"/>
                <a:cs typeface="Calibri"/>
              </a:rPr>
              <a:t>proximity,</a:t>
            </a:r>
            <a:r>
              <a:rPr sz="2300" spc="-45">
                <a:latin typeface="Calibri"/>
                <a:cs typeface="Calibri"/>
              </a:rPr>
              <a:t> </a:t>
            </a:r>
            <a:r>
              <a:rPr sz="2300">
                <a:latin typeface="Calibri"/>
                <a:cs typeface="Calibri"/>
              </a:rPr>
              <a:t>or</a:t>
            </a:r>
            <a:r>
              <a:rPr sz="2300" spc="-10">
                <a:latin typeface="Calibri"/>
                <a:cs typeface="Calibri"/>
              </a:rPr>
              <a:t> </a:t>
            </a:r>
            <a:r>
              <a:rPr sz="2300" b="1" i="1">
                <a:solidFill>
                  <a:srgbClr val="CC0000"/>
                </a:solidFill>
                <a:latin typeface="Calibri"/>
                <a:cs typeface="Calibri"/>
              </a:rPr>
              <a:t>forward</a:t>
            </a:r>
            <a:r>
              <a:rPr sz="2300" b="1" i="1" spc="-1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300" b="1" i="1">
                <a:solidFill>
                  <a:srgbClr val="CC0000"/>
                </a:solidFill>
                <a:latin typeface="Calibri"/>
                <a:cs typeface="Calibri"/>
              </a:rPr>
              <a:t>cost</a:t>
            </a:r>
            <a:r>
              <a:rPr sz="2300" b="1" i="1" spc="-35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300" b="1" spc="-20">
                <a:solidFill>
                  <a:srgbClr val="CC0000"/>
                </a:solidFill>
                <a:latin typeface="Calibri"/>
                <a:cs typeface="Calibri"/>
              </a:rPr>
              <a:t>h(n)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5457" y="5730240"/>
            <a:ext cx="591820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"/>
              </a:spcBef>
              <a:buClr>
                <a:srgbClr val="333399"/>
              </a:buClr>
              <a:buFont typeface="Wingdings"/>
              <a:buChar char=""/>
              <a:tabLst>
                <a:tab pos="355600" algn="l"/>
              </a:tabLst>
            </a:pPr>
            <a:r>
              <a:rPr sz="2300" b="1">
                <a:solidFill>
                  <a:srgbClr val="CC00CC"/>
                </a:solidFill>
                <a:latin typeface="Calibri"/>
                <a:cs typeface="Calibri"/>
              </a:rPr>
              <a:t>A*</a:t>
            </a:r>
            <a:r>
              <a:rPr sz="2300" b="1" spc="-15">
                <a:solidFill>
                  <a:srgbClr val="CC00CC"/>
                </a:solidFill>
                <a:latin typeface="Calibri"/>
                <a:cs typeface="Calibri"/>
              </a:rPr>
              <a:t> </a:t>
            </a:r>
            <a:r>
              <a:rPr sz="2300" b="1">
                <a:solidFill>
                  <a:srgbClr val="CC00CC"/>
                </a:solidFill>
                <a:latin typeface="Calibri"/>
                <a:cs typeface="Calibri"/>
              </a:rPr>
              <a:t>Search</a:t>
            </a:r>
            <a:r>
              <a:rPr sz="2300" b="1" spc="-105">
                <a:solidFill>
                  <a:srgbClr val="CC00CC"/>
                </a:solidFill>
                <a:latin typeface="Calibri"/>
                <a:cs typeface="Calibri"/>
              </a:rPr>
              <a:t> </a:t>
            </a:r>
            <a:r>
              <a:rPr sz="2300">
                <a:latin typeface="Calibri"/>
                <a:cs typeface="Calibri"/>
              </a:rPr>
              <a:t>orders</a:t>
            </a:r>
            <a:r>
              <a:rPr sz="2300" spc="10">
                <a:latin typeface="Calibri"/>
                <a:cs typeface="Calibri"/>
              </a:rPr>
              <a:t> </a:t>
            </a:r>
            <a:r>
              <a:rPr sz="2300">
                <a:latin typeface="Calibri"/>
                <a:cs typeface="Calibri"/>
              </a:rPr>
              <a:t>by</a:t>
            </a:r>
            <a:r>
              <a:rPr sz="2300" spc="15">
                <a:latin typeface="Calibri"/>
                <a:cs typeface="Calibri"/>
              </a:rPr>
              <a:t> </a:t>
            </a:r>
            <a:r>
              <a:rPr sz="2300">
                <a:latin typeface="Calibri"/>
                <a:cs typeface="Calibri"/>
              </a:rPr>
              <a:t>the</a:t>
            </a:r>
            <a:r>
              <a:rPr sz="2300" spc="65">
                <a:latin typeface="Calibri"/>
                <a:cs typeface="Calibri"/>
              </a:rPr>
              <a:t> </a:t>
            </a:r>
            <a:r>
              <a:rPr sz="2300">
                <a:latin typeface="Calibri"/>
                <a:cs typeface="Calibri"/>
              </a:rPr>
              <a:t>sum: </a:t>
            </a:r>
            <a:r>
              <a:rPr sz="2300" b="1">
                <a:solidFill>
                  <a:srgbClr val="CC00CC"/>
                </a:solidFill>
                <a:latin typeface="Calibri"/>
                <a:cs typeface="Calibri"/>
              </a:rPr>
              <a:t>f(n)</a:t>
            </a:r>
            <a:r>
              <a:rPr sz="2300" b="1" spc="-110">
                <a:solidFill>
                  <a:srgbClr val="CC00CC"/>
                </a:solidFill>
                <a:latin typeface="Calibri"/>
                <a:cs typeface="Calibri"/>
              </a:rPr>
              <a:t> </a:t>
            </a:r>
            <a:r>
              <a:rPr sz="2300" b="1">
                <a:solidFill>
                  <a:srgbClr val="CC00CC"/>
                </a:solidFill>
                <a:latin typeface="Calibri"/>
                <a:cs typeface="Calibri"/>
              </a:rPr>
              <a:t>=</a:t>
            </a:r>
            <a:r>
              <a:rPr sz="2300" b="1" spc="-15">
                <a:solidFill>
                  <a:srgbClr val="CC00CC"/>
                </a:solidFill>
                <a:latin typeface="Calibri"/>
                <a:cs typeface="Calibri"/>
              </a:rPr>
              <a:t> </a:t>
            </a:r>
            <a:r>
              <a:rPr sz="2300" b="1">
                <a:solidFill>
                  <a:srgbClr val="CC00CC"/>
                </a:solidFill>
                <a:latin typeface="Calibri"/>
                <a:cs typeface="Calibri"/>
              </a:rPr>
              <a:t>g(n)</a:t>
            </a:r>
            <a:r>
              <a:rPr sz="2300" b="1" spc="-110">
                <a:solidFill>
                  <a:srgbClr val="CC00CC"/>
                </a:solidFill>
                <a:latin typeface="Calibri"/>
                <a:cs typeface="Calibri"/>
              </a:rPr>
              <a:t> </a:t>
            </a:r>
            <a:r>
              <a:rPr sz="2300" b="1">
                <a:solidFill>
                  <a:srgbClr val="CC00CC"/>
                </a:solidFill>
                <a:latin typeface="Calibri"/>
                <a:cs typeface="Calibri"/>
              </a:rPr>
              <a:t>+</a:t>
            </a:r>
            <a:r>
              <a:rPr sz="2300" b="1" spc="55">
                <a:solidFill>
                  <a:srgbClr val="CC00CC"/>
                </a:solidFill>
                <a:latin typeface="Calibri"/>
                <a:cs typeface="Calibri"/>
              </a:rPr>
              <a:t> </a:t>
            </a:r>
            <a:r>
              <a:rPr sz="2300" b="1" spc="-20">
                <a:solidFill>
                  <a:srgbClr val="CC00CC"/>
                </a:solidFill>
                <a:latin typeface="Calibri"/>
                <a:cs typeface="Calibri"/>
              </a:rPr>
              <a:t>h(n)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7200" y="3810063"/>
            <a:ext cx="1762760" cy="466725"/>
            <a:chOff x="457200" y="3810063"/>
            <a:chExt cx="1762760" cy="466725"/>
          </a:xfrm>
        </p:grpSpPr>
        <p:sp>
          <p:nvSpPr>
            <p:cNvPr id="8" name="object 8"/>
            <p:cNvSpPr/>
            <p:nvPr/>
          </p:nvSpPr>
          <p:spPr>
            <a:xfrm>
              <a:off x="461962" y="381482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496"/>
                  </a:lnTo>
                  <a:lnTo>
                    <a:pt x="17964" y="139571"/>
                  </a:lnTo>
                  <a:lnTo>
                    <a:pt x="39041" y="100738"/>
                  </a:lnTo>
                  <a:lnTo>
                    <a:pt x="66955" y="66913"/>
                  </a:lnTo>
                  <a:lnTo>
                    <a:pt x="100788" y="39011"/>
                  </a:lnTo>
                  <a:lnTo>
                    <a:pt x="139619" y="17948"/>
                  </a:lnTo>
                  <a:lnTo>
                    <a:pt x="182529" y="4639"/>
                  </a:lnTo>
                  <a:lnTo>
                    <a:pt x="228600" y="0"/>
                  </a:lnTo>
                  <a:lnTo>
                    <a:pt x="274670" y="4639"/>
                  </a:lnTo>
                  <a:lnTo>
                    <a:pt x="317580" y="17948"/>
                  </a:lnTo>
                  <a:lnTo>
                    <a:pt x="356411" y="39011"/>
                  </a:lnTo>
                  <a:lnTo>
                    <a:pt x="390244" y="66913"/>
                  </a:lnTo>
                  <a:lnTo>
                    <a:pt x="418158" y="100738"/>
                  </a:lnTo>
                  <a:lnTo>
                    <a:pt x="439235" y="139571"/>
                  </a:lnTo>
                  <a:lnTo>
                    <a:pt x="452555" y="182496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5" y="317575"/>
                  </a:lnTo>
                  <a:lnTo>
                    <a:pt x="418158" y="356406"/>
                  </a:lnTo>
                  <a:lnTo>
                    <a:pt x="390244" y="390239"/>
                  </a:lnTo>
                  <a:lnTo>
                    <a:pt x="356411" y="418154"/>
                  </a:lnTo>
                  <a:lnTo>
                    <a:pt x="317580" y="439233"/>
                  </a:lnTo>
                  <a:lnTo>
                    <a:pt x="274670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3"/>
                  </a:lnTo>
                  <a:lnTo>
                    <a:pt x="100788" y="418154"/>
                  </a:lnTo>
                  <a:lnTo>
                    <a:pt x="66955" y="390239"/>
                  </a:lnTo>
                  <a:lnTo>
                    <a:pt x="39041" y="356406"/>
                  </a:lnTo>
                  <a:lnTo>
                    <a:pt x="17964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57425" y="381482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39" y="182496"/>
                  </a:lnTo>
                  <a:lnTo>
                    <a:pt x="17948" y="139571"/>
                  </a:lnTo>
                  <a:lnTo>
                    <a:pt x="39011" y="100738"/>
                  </a:lnTo>
                  <a:lnTo>
                    <a:pt x="66913" y="66913"/>
                  </a:lnTo>
                  <a:lnTo>
                    <a:pt x="100738" y="39011"/>
                  </a:lnTo>
                  <a:lnTo>
                    <a:pt x="139571" y="17948"/>
                  </a:lnTo>
                  <a:lnTo>
                    <a:pt x="182496" y="4639"/>
                  </a:lnTo>
                  <a:lnTo>
                    <a:pt x="228600" y="0"/>
                  </a:lnTo>
                  <a:lnTo>
                    <a:pt x="274666" y="4639"/>
                  </a:lnTo>
                  <a:lnTo>
                    <a:pt x="317575" y="17948"/>
                  </a:lnTo>
                  <a:lnTo>
                    <a:pt x="356406" y="39011"/>
                  </a:lnTo>
                  <a:lnTo>
                    <a:pt x="390239" y="66913"/>
                  </a:lnTo>
                  <a:lnTo>
                    <a:pt x="418154" y="100738"/>
                  </a:lnTo>
                  <a:lnTo>
                    <a:pt x="439233" y="139571"/>
                  </a:lnTo>
                  <a:lnTo>
                    <a:pt x="452555" y="182496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496" y="452555"/>
                  </a:lnTo>
                  <a:lnTo>
                    <a:pt x="139571" y="439233"/>
                  </a:lnTo>
                  <a:lnTo>
                    <a:pt x="100738" y="418154"/>
                  </a:lnTo>
                  <a:lnTo>
                    <a:pt x="66913" y="390239"/>
                  </a:lnTo>
                  <a:lnTo>
                    <a:pt x="39011" y="356406"/>
                  </a:lnTo>
                  <a:lnTo>
                    <a:pt x="17948" y="317575"/>
                  </a:lnTo>
                  <a:lnTo>
                    <a:pt x="4639" y="274666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909826" y="3859847"/>
            <a:ext cx="15303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76826" y="38148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39" y="182496"/>
                </a:lnTo>
                <a:lnTo>
                  <a:pt x="17948" y="139571"/>
                </a:lnTo>
                <a:lnTo>
                  <a:pt x="39011" y="100738"/>
                </a:lnTo>
                <a:lnTo>
                  <a:pt x="66913" y="66913"/>
                </a:lnTo>
                <a:lnTo>
                  <a:pt x="100738" y="39011"/>
                </a:lnTo>
                <a:lnTo>
                  <a:pt x="139571" y="17948"/>
                </a:lnTo>
                <a:lnTo>
                  <a:pt x="182496" y="4639"/>
                </a:lnTo>
                <a:lnTo>
                  <a:pt x="228600" y="0"/>
                </a:lnTo>
                <a:lnTo>
                  <a:pt x="274666" y="4639"/>
                </a:lnTo>
                <a:lnTo>
                  <a:pt x="317575" y="17948"/>
                </a:lnTo>
                <a:lnTo>
                  <a:pt x="356406" y="39011"/>
                </a:lnTo>
                <a:lnTo>
                  <a:pt x="390239" y="66913"/>
                </a:lnTo>
                <a:lnTo>
                  <a:pt x="418154" y="100738"/>
                </a:lnTo>
                <a:lnTo>
                  <a:pt x="439233" y="139571"/>
                </a:lnTo>
                <a:lnTo>
                  <a:pt x="452555" y="182496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496" y="452555"/>
                </a:lnTo>
                <a:lnTo>
                  <a:pt x="139571" y="439233"/>
                </a:lnTo>
                <a:lnTo>
                  <a:pt x="100738" y="418154"/>
                </a:lnTo>
                <a:lnTo>
                  <a:pt x="66913" y="390239"/>
                </a:lnTo>
                <a:lnTo>
                  <a:pt x="39011" y="356406"/>
                </a:lnTo>
                <a:lnTo>
                  <a:pt x="17948" y="317575"/>
                </a:lnTo>
                <a:lnTo>
                  <a:pt x="4639" y="274666"/>
                </a:lnTo>
                <a:lnTo>
                  <a:pt x="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721859" y="3859847"/>
            <a:ext cx="16383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752663" y="3810063"/>
            <a:ext cx="5114925" cy="1381125"/>
            <a:chOff x="1752663" y="3810063"/>
            <a:chExt cx="5114925" cy="1381125"/>
          </a:xfrm>
        </p:grpSpPr>
        <p:sp>
          <p:nvSpPr>
            <p:cNvPr id="14" name="object 14"/>
            <p:cNvSpPr/>
            <p:nvPr/>
          </p:nvSpPr>
          <p:spPr>
            <a:xfrm>
              <a:off x="1757426" y="472922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39" y="182496"/>
                  </a:lnTo>
                  <a:lnTo>
                    <a:pt x="17948" y="139571"/>
                  </a:lnTo>
                  <a:lnTo>
                    <a:pt x="39011" y="100738"/>
                  </a:lnTo>
                  <a:lnTo>
                    <a:pt x="66913" y="66913"/>
                  </a:lnTo>
                  <a:lnTo>
                    <a:pt x="100738" y="39011"/>
                  </a:lnTo>
                  <a:lnTo>
                    <a:pt x="139571" y="17948"/>
                  </a:lnTo>
                  <a:lnTo>
                    <a:pt x="182496" y="4639"/>
                  </a:lnTo>
                  <a:lnTo>
                    <a:pt x="228600" y="0"/>
                  </a:lnTo>
                  <a:lnTo>
                    <a:pt x="274666" y="4639"/>
                  </a:lnTo>
                  <a:lnTo>
                    <a:pt x="317575" y="17948"/>
                  </a:lnTo>
                  <a:lnTo>
                    <a:pt x="356406" y="39011"/>
                  </a:lnTo>
                  <a:lnTo>
                    <a:pt x="390239" y="66913"/>
                  </a:lnTo>
                  <a:lnTo>
                    <a:pt x="418154" y="100738"/>
                  </a:lnTo>
                  <a:lnTo>
                    <a:pt x="439233" y="139571"/>
                  </a:lnTo>
                  <a:lnTo>
                    <a:pt x="452555" y="182496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496" y="452555"/>
                  </a:lnTo>
                  <a:lnTo>
                    <a:pt x="139571" y="439233"/>
                  </a:lnTo>
                  <a:lnTo>
                    <a:pt x="100738" y="418154"/>
                  </a:lnTo>
                  <a:lnTo>
                    <a:pt x="66913" y="390239"/>
                  </a:lnTo>
                  <a:lnTo>
                    <a:pt x="39011" y="356406"/>
                  </a:lnTo>
                  <a:lnTo>
                    <a:pt x="17948" y="317575"/>
                  </a:lnTo>
                  <a:lnTo>
                    <a:pt x="4639" y="274666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05626" y="381482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39" y="182496"/>
                  </a:lnTo>
                  <a:lnTo>
                    <a:pt x="17948" y="139571"/>
                  </a:lnTo>
                  <a:lnTo>
                    <a:pt x="39011" y="100738"/>
                  </a:lnTo>
                  <a:lnTo>
                    <a:pt x="66913" y="66913"/>
                  </a:lnTo>
                  <a:lnTo>
                    <a:pt x="100738" y="39011"/>
                  </a:lnTo>
                  <a:lnTo>
                    <a:pt x="139571" y="17948"/>
                  </a:lnTo>
                  <a:lnTo>
                    <a:pt x="182496" y="4639"/>
                  </a:lnTo>
                  <a:lnTo>
                    <a:pt x="228600" y="0"/>
                  </a:lnTo>
                  <a:lnTo>
                    <a:pt x="274666" y="4639"/>
                  </a:lnTo>
                  <a:lnTo>
                    <a:pt x="317575" y="17948"/>
                  </a:lnTo>
                  <a:lnTo>
                    <a:pt x="356406" y="39011"/>
                  </a:lnTo>
                  <a:lnTo>
                    <a:pt x="390239" y="66913"/>
                  </a:lnTo>
                  <a:lnTo>
                    <a:pt x="418154" y="100738"/>
                  </a:lnTo>
                  <a:lnTo>
                    <a:pt x="439233" y="139571"/>
                  </a:lnTo>
                  <a:lnTo>
                    <a:pt x="452555" y="182496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496" y="452555"/>
                  </a:lnTo>
                  <a:lnTo>
                    <a:pt x="139571" y="439233"/>
                  </a:lnTo>
                  <a:lnTo>
                    <a:pt x="100738" y="418154"/>
                  </a:lnTo>
                  <a:lnTo>
                    <a:pt x="66913" y="390239"/>
                  </a:lnTo>
                  <a:lnTo>
                    <a:pt x="39011" y="356406"/>
                  </a:lnTo>
                  <a:lnTo>
                    <a:pt x="17948" y="317575"/>
                  </a:lnTo>
                  <a:lnTo>
                    <a:pt x="4639" y="274666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542405" y="3859847"/>
            <a:ext cx="18986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33929" y="4210430"/>
            <a:ext cx="413384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i="1" spc="-25">
                <a:latin typeface="Calibri"/>
                <a:cs typeface="Calibri"/>
              </a:rPr>
              <a:t>h=5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52676" y="4657153"/>
            <a:ext cx="413384" cy="88011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1060"/>
              </a:spcBef>
            </a:pPr>
            <a:r>
              <a:rPr sz="2000" b="1" spc="-50">
                <a:latin typeface="Calibri"/>
                <a:cs typeface="Calibri"/>
              </a:rPr>
              <a:t>b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000" i="1" spc="-25">
                <a:latin typeface="Calibri"/>
                <a:cs typeface="Calibri"/>
              </a:rPr>
              <a:t>h=6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40934" y="4363402"/>
            <a:ext cx="4140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i="1" spc="-25">
                <a:latin typeface="Calibri"/>
                <a:cs typeface="Calibri"/>
              </a:rPr>
              <a:t>h=2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51902" y="3660711"/>
            <a:ext cx="1562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87090" y="2303081"/>
            <a:ext cx="1562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8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51902" y="4592256"/>
            <a:ext cx="1562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09420" y="4271327"/>
            <a:ext cx="1562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51195" y="3660711"/>
            <a:ext cx="1562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7842" y="3818306"/>
            <a:ext cx="414020" cy="72707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55"/>
              </a:spcBef>
            </a:pPr>
            <a:r>
              <a:rPr sz="2000" b="1" spc="-50">
                <a:latin typeface="Calibri"/>
                <a:cs typeface="Calibri"/>
              </a:rPr>
              <a:t>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i="1" spc="-25">
                <a:latin typeface="Calibri"/>
                <a:cs typeface="Calibri"/>
              </a:rPr>
              <a:t>h=6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28104" y="4363402"/>
            <a:ext cx="41338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i="1" spc="-25">
                <a:latin typeface="Calibri"/>
                <a:cs typeface="Calibri"/>
              </a:rPr>
              <a:t>h=0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57200" y="2657475"/>
            <a:ext cx="4867275" cy="2534285"/>
            <a:chOff x="457200" y="2657475"/>
            <a:chExt cx="4867275" cy="2534285"/>
          </a:xfrm>
        </p:grpSpPr>
        <p:sp>
          <p:nvSpPr>
            <p:cNvPr id="28" name="object 28"/>
            <p:cNvSpPr/>
            <p:nvPr/>
          </p:nvSpPr>
          <p:spPr>
            <a:xfrm>
              <a:off x="914400" y="2657474"/>
              <a:ext cx="4410075" cy="2334260"/>
            </a:xfrm>
            <a:custGeom>
              <a:avLst/>
              <a:gdLst/>
              <a:ahLst/>
              <a:cxnLst/>
              <a:rect l="l" t="t" r="r" b="b"/>
              <a:pathLst>
                <a:path w="4410075" h="2334260">
                  <a:moveTo>
                    <a:pt x="838200" y="2287651"/>
                  </a:moveTo>
                  <a:lnTo>
                    <a:pt x="76212" y="2286152"/>
                  </a:lnTo>
                  <a:lnTo>
                    <a:pt x="76276" y="2257552"/>
                  </a:lnTo>
                  <a:lnTo>
                    <a:pt x="0" y="2295525"/>
                  </a:lnTo>
                  <a:lnTo>
                    <a:pt x="76123" y="2333752"/>
                  </a:lnTo>
                  <a:lnTo>
                    <a:pt x="76174" y="2305202"/>
                  </a:lnTo>
                  <a:lnTo>
                    <a:pt x="838200" y="2306701"/>
                  </a:lnTo>
                  <a:lnTo>
                    <a:pt x="838200" y="2287651"/>
                  </a:lnTo>
                  <a:close/>
                </a:path>
                <a:path w="4410075" h="2334260">
                  <a:moveTo>
                    <a:pt x="838200" y="1381125"/>
                  </a:moveTo>
                  <a:lnTo>
                    <a:pt x="819150" y="1371600"/>
                  </a:lnTo>
                  <a:lnTo>
                    <a:pt x="762000" y="1343025"/>
                  </a:lnTo>
                  <a:lnTo>
                    <a:pt x="762000" y="1371600"/>
                  </a:lnTo>
                  <a:lnTo>
                    <a:pt x="0" y="1371600"/>
                  </a:lnTo>
                  <a:lnTo>
                    <a:pt x="0" y="1390650"/>
                  </a:lnTo>
                  <a:lnTo>
                    <a:pt x="762000" y="1390650"/>
                  </a:lnTo>
                  <a:lnTo>
                    <a:pt x="762000" y="1419225"/>
                  </a:lnTo>
                  <a:lnTo>
                    <a:pt x="819150" y="1390650"/>
                  </a:lnTo>
                  <a:lnTo>
                    <a:pt x="838200" y="1381125"/>
                  </a:lnTo>
                  <a:close/>
                </a:path>
                <a:path w="4410075" h="2334260">
                  <a:moveTo>
                    <a:pt x="1104900" y="1990725"/>
                  </a:moveTo>
                  <a:lnTo>
                    <a:pt x="1076325" y="1990725"/>
                  </a:lnTo>
                  <a:lnTo>
                    <a:pt x="1076325" y="1609725"/>
                  </a:lnTo>
                  <a:lnTo>
                    <a:pt x="1057275" y="1609725"/>
                  </a:lnTo>
                  <a:lnTo>
                    <a:pt x="1057275" y="1990725"/>
                  </a:lnTo>
                  <a:lnTo>
                    <a:pt x="1028700" y="1990725"/>
                  </a:lnTo>
                  <a:lnTo>
                    <a:pt x="1066800" y="2066925"/>
                  </a:lnTo>
                  <a:lnTo>
                    <a:pt x="1098550" y="2003425"/>
                  </a:lnTo>
                  <a:lnTo>
                    <a:pt x="1104900" y="1990725"/>
                  </a:lnTo>
                  <a:close/>
                </a:path>
                <a:path w="4410075" h="2334260">
                  <a:moveTo>
                    <a:pt x="4410075" y="304800"/>
                  </a:moveTo>
                  <a:lnTo>
                    <a:pt x="4401871" y="261239"/>
                  </a:lnTo>
                  <a:lnTo>
                    <a:pt x="4394327" y="221107"/>
                  </a:lnTo>
                  <a:lnTo>
                    <a:pt x="4369930" y="239585"/>
                  </a:lnTo>
                  <a:lnTo>
                    <a:pt x="4358513" y="229108"/>
                  </a:lnTo>
                  <a:lnTo>
                    <a:pt x="4358005" y="228600"/>
                  </a:lnTo>
                  <a:lnTo>
                    <a:pt x="4357370" y="228092"/>
                  </a:lnTo>
                  <a:lnTo>
                    <a:pt x="4356608" y="227711"/>
                  </a:lnTo>
                  <a:lnTo>
                    <a:pt x="4331462" y="213995"/>
                  </a:lnTo>
                  <a:lnTo>
                    <a:pt x="4302379" y="200660"/>
                  </a:lnTo>
                  <a:lnTo>
                    <a:pt x="4233291" y="174498"/>
                  </a:lnTo>
                  <a:lnTo>
                    <a:pt x="4193286" y="161671"/>
                  </a:lnTo>
                  <a:lnTo>
                    <a:pt x="4150106" y="149352"/>
                  </a:lnTo>
                  <a:lnTo>
                    <a:pt x="4103751" y="137287"/>
                  </a:lnTo>
                  <a:lnTo>
                    <a:pt x="4054348" y="125476"/>
                  </a:lnTo>
                  <a:lnTo>
                    <a:pt x="4002024" y="114046"/>
                  </a:lnTo>
                  <a:lnTo>
                    <a:pt x="3946906" y="102997"/>
                  </a:lnTo>
                  <a:lnTo>
                    <a:pt x="3889375" y="92456"/>
                  </a:lnTo>
                  <a:lnTo>
                    <a:pt x="3829177" y="82169"/>
                  </a:lnTo>
                  <a:lnTo>
                    <a:pt x="3766820" y="72517"/>
                  </a:lnTo>
                  <a:lnTo>
                    <a:pt x="3702304" y="63373"/>
                  </a:lnTo>
                  <a:lnTo>
                    <a:pt x="3635756" y="54610"/>
                  </a:lnTo>
                  <a:lnTo>
                    <a:pt x="3567430" y="46482"/>
                  </a:lnTo>
                  <a:lnTo>
                    <a:pt x="3425952" y="31750"/>
                  </a:lnTo>
                  <a:lnTo>
                    <a:pt x="3352927" y="25400"/>
                  </a:lnTo>
                  <a:lnTo>
                    <a:pt x="3265068" y="19050"/>
                  </a:lnTo>
                  <a:lnTo>
                    <a:pt x="3205327" y="14732"/>
                  </a:lnTo>
                  <a:lnTo>
                    <a:pt x="3206038" y="14732"/>
                  </a:lnTo>
                  <a:lnTo>
                    <a:pt x="3050540" y="6731"/>
                  </a:lnTo>
                  <a:lnTo>
                    <a:pt x="2895092" y="1778"/>
                  </a:lnTo>
                  <a:lnTo>
                    <a:pt x="2738247" y="0"/>
                  </a:lnTo>
                  <a:lnTo>
                    <a:pt x="2659507" y="1651"/>
                  </a:lnTo>
                  <a:lnTo>
                    <a:pt x="2581021" y="6604"/>
                  </a:lnTo>
                  <a:lnTo>
                    <a:pt x="2502662" y="14732"/>
                  </a:lnTo>
                  <a:lnTo>
                    <a:pt x="2424938" y="25908"/>
                  </a:lnTo>
                  <a:lnTo>
                    <a:pt x="2347722" y="40005"/>
                  </a:lnTo>
                  <a:lnTo>
                    <a:pt x="2271395" y="56769"/>
                  </a:lnTo>
                  <a:lnTo>
                    <a:pt x="2195957" y="76454"/>
                  </a:lnTo>
                  <a:lnTo>
                    <a:pt x="2121535" y="98679"/>
                  </a:lnTo>
                  <a:lnTo>
                    <a:pt x="2048383" y="123444"/>
                  </a:lnTo>
                  <a:lnTo>
                    <a:pt x="1976628" y="150749"/>
                  </a:lnTo>
                  <a:lnTo>
                    <a:pt x="1906397" y="180213"/>
                  </a:lnTo>
                  <a:lnTo>
                    <a:pt x="1837944" y="211963"/>
                  </a:lnTo>
                  <a:lnTo>
                    <a:pt x="1771269" y="245745"/>
                  </a:lnTo>
                  <a:lnTo>
                    <a:pt x="1706499" y="281686"/>
                  </a:lnTo>
                  <a:lnTo>
                    <a:pt x="1643888" y="319405"/>
                  </a:lnTo>
                  <a:lnTo>
                    <a:pt x="1583563" y="358902"/>
                  </a:lnTo>
                  <a:lnTo>
                    <a:pt x="1525905" y="400177"/>
                  </a:lnTo>
                  <a:lnTo>
                    <a:pt x="1470660" y="442976"/>
                  </a:lnTo>
                  <a:lnTo>
                    <a:pt x="1418082" y="487299"/>
                  </a:lnTo>
                  <a:lnTo>
                    <a:pt x="1368552" y="533019"/>
                  </a:lnTo>
                  <a:lnTo>
                    <a:pt x="1322070" y="580009"/>
                  </a:lnTo>
                  <a:lnTo>
                    <a:pt x="1278763" y="628142"/>
                  </a:lnTo>
                  <a:lnTo>
                    <a:pt x="1238885" y="677418"/>
                  </a:lnTo>
                  <a:lnTo>
                    <a:pt x="1202436" y="727710"/>
                  </a:lnTo>
                  <a:lnTo>
                    <a:pt x="1169670" y="778764"/>
                  </a:lnTo>
                  <a:lnTo>
                    <a:pt x="1140841" y="830834"/>
                  </a:lnTo>
                  <a:lnTo>
                    <a:pt x="1115949" y="883285"/>
                  </a:lnTo>
                  <a:lnTo>
                    <a:pt x="1095248" y="936625"/>
                  </a:lnTo>
                  <a:lnTo>
                    <a:pt x="1078865" y="990219"/>
                  </a:lnTo>
                  <a:lnTo>
                    <a:pt x="1066927" y="1044194"/>
                  </a:lnTo>
                  <a:lnTo>
                    <a:pt x="1059688" y="1098550"/>
                  </a:lnTo>
                  <a:lnTo>
                    <a:pt x="1057275" y="1152144"/>
                  </a:lnTo>
                  <a:lnTo>
                    <a:pt x="1076325" y="1152906"/>
                  </a:lnTo>
                  <a:lnTo>
                    <a:pt x="1078738" y="1099439"/>
                  </a:lnTo>
                  <a:lnTo>
                    <a:pt x="1085850" y="1046734"/>
                  </a:lnTo>
                  <a:lnTo>
                    <a:pt x="1097407" y="994283"/>
                  </a:lnTo>
                  <a:lnTo>
                    <a:pt x="1113409" y="942086"/>
                  </a:lnTo>
                  <a:lnTo>
                    <a:pt x="1133729" y="890270"/>
                  </a:lnTo>
                  <a:lnTo>
                    <a:pt x="1158113" y="838962"/>
                  </a:lnTo>
                  <a:lnTo>
                    <a:pt x="1186434" y="788035"/>
                  </a:lnTo>
                  <a:lnTo>
                    <a:pt x="1218438" y="737997"/>
                  </a:lnTo>
                  <a:lnTo>
                    <a:pt x="1254252" y="688594"/>
                  </a:lnTo>
                  <a:lnTo>
                    <a:pt x="1293622" y="640207"/>
                  </a:lnTo>
                  <a:lnTo>
                    <a:pt x="1336167" y="592709"/>
                  </a:lnTo>
                  <a:lnTo>
                    <a:pt x="1382141" y="546354"/>
                  </a:lnTo>
                  <a:lnTo>
                    <a:pt x="1431036" y="501396"/>
                  </a:lnTo>
                  <a:lnTo>
                    <a:pt x="1482852" y="457581"/>
                  </a:lnTo>
                  <a:lnTo>
                    <a:pt x="1537589" y="415163"/>
                  </a:lnTo>
                  <a:lnTo>
                    <a:pt x="1594739" y="374523"/>
                  </a:lnTo>
                  <a:lnTo>
                    <a:pt x="1654429" y="335280"/>
                  </a:lnTo>
                  <a:lnTo>
                    <a:pt x="1716405" y="297942"/>
                  </a:lnTo>
                  <a:lnTo>
                    <a:pt x="1780413" y="262509"/>
                  </a:lnTo>
                  <a:lnTo>
                    <a:pt x="1846326" y="229108"/>
                  </a:lnTo>
                  <a:lnTo>
                    <a:pt x="1914398" y="197485"/>
                  </a:lnTo>
                  <a:lnTo>
                    <a:pt x="1983994" y="168275"/>
                  </a:lnTo>
                  <a:lnTo>
                    <a:pt x="2055114" y="141351"/>
                  </a:lnTo>
                  <a:lnTo>
                    <a:pt x="2127758" y="116713"/>
                  </a:lnTo>
                  <a:lnTo>
                    <a:pt x="2201418" y="94742"/>
                  </a:lnTo>
                  <a:lnTo>
                    <a:pt x="2276221" y="75184"/>
                  </a:lnTo>
                  <a:lnTo>
                    <a:pt x="2351913" y="58547"/>
                  </a:lnTo>
                  <a:lnTo>
                    <a:pt x="2428367" y="44577"/>
                  </a:lnTo>
                  <a:lnTo>
                    <a:pt x="2505329" y="33528"/>
                  </a:lnTo>
                  <a:lnTo>
                    <a:pt x="2581694" y="25654"/>
                  </a:lnTo>
                  <a:lnTo>
                    <a:pt x="2580868" y="25654"/>
                  </a:lnTo>
                  <a:lnTo>
                    <a:pt x="2660777" y="20701"/>
                  </a:lnTo>
                  <a:lnTo>
                    <a:pt x="2738628" y="19050"/>
                  </a:lnTo>
                  <a:lnTo>
                    <a:pt x="2894838" y="20828"/>
                  </a:lnTo>
                  <a:lnTo>
                    <a:pt x="3049905" y="25654"/>
                  </a:lnTo>
                  <a:lnTo>
                    <a:pt x="3202559" y="33655"/>
                  </a:lnTo>
                  <a:lnTo>
                    <a:pt x="3351530" y="44323"/>
                  </a:lnTo>
                  <a:lnTo>
                    <a:pt x="3424301" y="50673"/>
                  </a:lnTo>
                  <a:lnTo>
                    <a:pt x="3495548" y="57785"/>
                  </a:lnTo>
                  <a:lnTo>
                    <a:pt x="3633470" y="73406"/>
                  </a:lnTo>
                  <a:lnTo>
                    <a:pt x="3699764" y="82169"/>
                  </a:lnTo>
                  <a:lnTo>
                    <a:pt x="3764026" y="91313"/>
                  </a:lnTo>
                  <a:lnTo>
                    <a:pt x="3826256" y="101092"/>
                  </a:lnTo>
                  <a:lnTo>
                    <a:pt x="3886073" y="111252"/>
                  </a:lnTo>
                  <a:lnTo>
                    <a:pt x="3943477" y="121793"/>
                  </a:lnTo>
                  <a:lnTo>
                    <a:pt x="3998214" y="132715"/>
                  </a:lnTo>
                  <a:lnTo>
                    <a:pt x="4050284" y="144145"/>
                  </a:lnTo>
                  <a:lnTo>
                    <a:pt x="4099306" y="155702"/>
                  </a:lnTo>
                  <a:lnTo>
                    <a:pt x="4145280" y="167767"/>
                  </a:lnTo>
                  <a:lnTo>
                    <a:pt x="4188079" y="180086"/>
                  </a:lnTo>
                  <a:lnTo>
                    <a:pt x="4227449" y="192659"/>
                  </a:lnTo>
                  <a:lnTo>
                    <a:pt x="4295267" y="218313"/>
                  </a:lnTo>
                  <a:lnTo>
                    <a:pt x="4346511" y="243967"/>
                  </a:lnTo>
                  <a:lnTo>
                    <a:pt x="4354461" y="251307"/>
                  </a:lnTo>
                  <a:lnTo>
                    <a:pt x="4333621" y="267081"/>
                  </a:lnTo>
                  <a:lnTo>
                    <a:pt x="4410075" y="304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1962" y="472922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496"/>
                  </a:lnTo>
                  <a:lnTo>
                    <a:pt x="17964" y="139571"/>
                  </a:lnTo>
                  <a:lnTo>
                    <a:pt x="39041" y="100738"/>
                  </a:lnTo>
                  <a:lnTo>
                    <a:pt x="66955" y="66913"/>
                  </a:lnTo>
                  <a:lnTo>
                    <a:pt x="100788" y="39011"/>
                  </a:lnTo>
                  <a:lnTo>
                    <a:pt x="139619" y="17948"/>
                  </a:lnTo>
                  <a:lnTo>
                    <a:pt x="182529" y="4639"/>
                  </a:lnTo>
                  <a:lnTo>
                    <a:pt x="228600" y="0"/>
                  </a:lnTo>
                  <a:lnTo>
                    <a:pt x="274670" y="4639"/>
                  </a:lnTo>
                  <a:lnTo>
                    <a:pt x="317580" y="17948"/>
                  </a:lnTo>
                  <a:lnTo>
                    <a:pt x="356411" y="39011"/>
                  </a:lnTo>
                  <a:lnTo>
                    <a:pt x="390244" y="66913"/>
                  </a:lnTo>
                  <a:lnTo>
                    <a:pt x="418158" y="100738"/>
                  </a:lnTo>
                  <a:lnTo>
                    <a:pt x="439235" y="139571"/>
                  </a:lnTo>
                  <a:lnTo>
                    <a:pt x="452555" y="182496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5" y="317575"/>
                  </a:lnTo>
                  <a:lnTo>
                    <a:pt x="418158" y="356406"/>
                  </a:lnTo>
                  <a:lnTo>
                    <a:pt x="390244" y="390239"/>
                  </a:lnTo>
                  <a:lnTo>
                    <a:pt x="356411" y="418154"/>
                  </a:lnTo>
                  <a:lnTo>
                    <a:pt x="317580" y="439233"/>
                  </a:lnTo>
                  <a:lnTo>
                    <a:pt x="274670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3"/>
                  </a:lnTo>
                  <a:lnTo>
                    <a:pt x="100788" y="418154"/>
                  </a:lnTo>
                  <a:lnTo>
                    <a:pt x="66955" y="390239"/>
                  </a:lnTo>
                  <a:lnTo>
                    <a:pt x="39041" y="356406"/>
                  </a:lnTo>
                  <a:lnTo>
                    <a:pt x="17964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209800" y="4000500"/>
              <a:ext cx="2362200" cy="76200"/>
            </a:xfrm>
            <a:custGeom>
              <a:avLst/>
              <a:gdLst/>
              <a:ahLst/>
              <a:cxnLst/>
              <a:rect l="l" t="t" r="r" b="b"/>
              <a:pathLst>
                <a:path w="2362200" h="76200">
                  <a:moveTo>
                    <a:pt x="2286000" y="0"/>
                  </a:moveTo>
                  <a:lnTo>
                    <a:pt x="2286000" y="76200"/>
                  </a:lnTo>
                  <a:lnTo>
                    <a:pt x="2343150" y="47625"/>
                  </a:lnTo>
                  <a:lnTo>
                    <a:pt x="2298700" y="47625"/>
                  </a:lnTo>
                  <a:lnTo>
                    <a:pt x="2298700" y="28575"/>
                  </a:lnTo>
                  <a:lnTo>
                    <a:pt x="2343150" y="28575"/>
                  </a:lnTo>
                  <a:lnTo>
                    <a:pt x="2286000" y="0"/>
                  </a:lnTo>
                  <a:close/>
                </a:path>
                <a:path w="2362200" h="76200">
                  <a:moveTo>
                    <a:pt x="2286000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2286000" y="47625"/>
                  </a:lnTo>
                  <a:lnTo>
                    <a:pt x="2286000" y="28575"/>
                  </a:lnTo>
                  <a:close/>
                </a:path>
                <a:path w="2362200" h="76200">
                  <a:moveTo>
                    <a:pt x="2343150" y="28575"/>
                  </a:moveTo>
                  <a:lnTo>
                    <a:pt x="2298700" y="28575"/>
                  </a:lnTo>
                  <a:lnTo>
                    <a:pt x="2298700" y="47625"/>
                  </a:lnTo>
                  <a:lnTo>
                    <a:pt x="2343150" y="47625"/>
                  </a:lnTo>
                  <a:lnTo>
                    <a:pt x="2362200" y="38100"/>
                  </a:lnTo>
                  <a:lnTo>
                    <a:pt x="2343150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79742" y="4673028"/>
            <a:ext cx="414020" cy="84836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935"/>
              </a:spcBef>
            </a:pPr>
            <a:r>
              <a:rPr sz="2000" b="1" spc="-50">
                <a:latin typeface="Calibri"/>
                <a:cs typeface="Calibri"/>
              </a:rPr>
              <a:t>c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2000" i="1" spc="-25">
                <a:latin typeface="Calibri"/>
                <a:cs typeface="Calibri"/>
              </a:rPr>
              <a:t>h=7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10890" y="3660711"/>
            <a:ext cx="1562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257863" y="2895663"/>
            <a:ext cx="466725" cy="466725"/>
            <a:chOff x="5257863" y="2895663"/>
            <a:chExt cx="466725" cy="466725"/>
          </a:xfrm>
        </p:grpSpPr>
        <p:sp>
          <p:nvSpPr>
            <p:cNvPr id="34" name="object 34"/>
            <p:cNvSpPr/>
            <p:nvPr/>
          </p:nvSpPr>
          <p:spPr>
            <a:xfrm>
              <a:off x="5262626" y="290042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6" y="4639"/>
                  </a:lnTo>
                  <a:lnTo>
                    <a:pt x="139571" y="17948"/>
                  </a:lnTo>
                  <a:lnTo>
                    <a:pt x="100738" y="39011"/>
                  </a:lnTo>
                  <a:lnTo>
                    <a:pt x="66913" y="66913"/>
                  </a:lnTo>
                  <a:lnTo>
                    <a:pt x="39011" y="100738"/>
                  </a:lnTo>
                  <a:lnTo>
                    <a:pt x="17948" y="139571"/>
                  </a:lnTo>
                  <a:lnTo>
                    <a:pt x="4639" y="182496"/>
                  </a:lnTo>
                  <a:lnTo>
                    <a:pt x="0" y="228600"/>
                  </a:lnTo>
                  <a:lnTo>
                    <a:pt x="4639" y="274666"/>
                  </a:lnTo>
                  <a:lnTo>
                    <a:pt x="17948" y="317575"/>
                  </a:lnTo>
                  <a:lnTo>
                    <a:pt x="39011" y="356406"/>
                  </a:lnTo>
                  <a:lnTo>
                    <a:pt x="66913" y="390239"/>
                  </a:lnTo>
                  <a:lnTo>
                    <a:pt x="100738" y="418154"/>
                  </a:lnTo>
                  <a:lnTo>
                    <a:pt x="139571" y="439233"/>
                  </a:lnTo>
                  <a:lnTo>
                    <a:pt x="182496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496"/>
                  </a:lnTo>
                  <a:lnTo>
                    <a:pt x="439233" y="139571"/>
                  </a:lnTo>
                  <a:lnTo>
                    <a:pt x="418154" y="100738"/>
                  </a:lnTo>
                  <a:lnTo>
                    <a:pt x="390239" y="66913"/>
                  </a:lnTo>
                  <a:lnTo>
                    <a:pt x="356406" y="39011"/>
                  </a:lnTo>
                  <a:lnTo>
                    <a:pt x="317575" y="17948"/>
                  </a:lnTo>
                  <a:lnTo>
                    <a:pt x="274666" y="463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62626" y="290042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39" y="182496"/>
                  </a:lnTo>
                  <a:lnTo>
                    <a:pt x="17948" y="139571"/>
                  </a:lnTo>
                  <a:lnTo>
                    <a:pt x="39011" y="100738"/>
                  </a:lnTo>
                  <a:lnTo>
                    <a:pt x="66913" y="66913"/>
                  </a:lnTo>
                  <a:lnTo>
                    <a:pt x="100738" y="39011"/>
                  </a:lnTo>
                  <a:lnTo>
                    <a:pt x="139571" y="17948"/>
                  </a:lnTo>
                  <a:lnTo>
                    <a:pt x="182496" y="4639"/>
                  </a:lnTo>
                  <a:lnTo>
                    <a:pt x="228600" y="0"/>
                  </a:lnTo>
                  <a:lnTo>
                    <a:pt x="274666" y="4639"/>
                  </a:lnTo>
                  <a:lnTo>
                    <a:pt x="317575" y="17948"/>
                  </a:lnTo>
                  <a:lnTo>
                    <a:pt x="356406" y="39011"/>
                  </a:lnTo>
                  <a:lnTo>
                    <a:pt x="390239" y="66913"/>
                  </a:lnTo>
                  <a:lnTo>
                    <a:pt x="418154" y="100738"/>
                  </a:lnTo>
                  <a:lnTo>
                    <a:pt x="439233" y="139571"/>
                  </a:lnTo>
                  <a:lnTo>
                    <a:pt x="452555" y="182496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496" y="452555"/>
                  </a:lnTo>
                  <a:lnTo>
                    <a:pt x="139571" y="439233"/>
                  </a:lnTo>
                  <a:lnTo>
                    <a:pt x="100738" y="418154"/>
                  </a:lnTo>
                  <a:lnTo>
                    <a:pt x="66913" y="390239"/>
                  </a:lnTo>
                  <a:lnTo>
                    <a:pt x="39011" y="356406"/>
                  </a:lnTo>
                  <a:lnTo>
                    <a:pt x="17948" y="317575"/>
                  </a:lnTo>
                  <a:lnTo>
                    <a:pt x="4639" y="274666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407914" y="2944177"/>
            <a:ext cx="1555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894451" y="2913697"/>
            <a:ext cx="41338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i="1" spc="-25">
                <a:latin typeface="Calibri"/>
                <a:cs typeface="Calibri"/>
              </a:rPr>
              <a:t>h=1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12359" y="3218878"/>
            <a:ext cx="1562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14400" y="2647950"/>
            <a:ext cx="5486400" cy="2362835"/>
            <a:chOff x="914400" y="2647950"/>
            <a:chExt cx="5486400" cy="2362835"/>
          </a:xfrm>
        </p:grpSpPr>
        <p:sp>
          <p:nvSpPr>
            <p:cNvPr id="40" name="object 40"/>
            <p:cNvSpPr/>
            <p:nvPr/>
          </p:nvSpPr>
          <p:spPr>
            <a:xfrm>
              <a:off x="914400" y="3981449"/>
              <a:ext cx="1123950" cy="1029335"/>
            </a:xfrm>
            <a:custGeom>
              <a:avLst/>
              <a:gdLst/>
              <a:ahLst/>
              <a:cxnLst/>
              <a:rect l="l" t="t" r="r" b="b"/>
              <a:pathLst>
                <a:path w="1123950" h="1029335">
                  <a:moveTo>
                    <a:pt x="838200" y="954151"/>
                  </a:moveTo>
                  <a:lnTo>
                    <a:pt x="114338" y="952677"/>
                  </a:lnTo>
                  <a:lnTo>
                    <a:pt x="114414" y="914654"/>
                  </a:lnTo>
                  <a:lnTo>
                    <a:pt x="0" y="971550"/>
                  </a:lnTo>
                  <a:lnTo>
                    <a:pt x="114185" y="1028954"/>
                  </a:lnTo>
                  <a:lnTo>
                    <a:pt x="114261" y="990777"/>
                  </a:lnTo>
                  <a:lnTo>
                    <a:pt x="838200" y="992251"/>
                  </a:lnTo>
                  <a:lnTo>
                    <a:pt x="838200" y="954151"/>
                  </a:lnTo>
                  <a:close/>
                </a:path>
                <a:path w="1123950" h="1029335">
                  <a:moveTo>
                    <a:pt x="838200" y="57150"/>
                  </a:moveTo>
                  <a:lnTo>
                    <a:pt x="800100" y="38100"/>
                  </a:lnTo>
                  <a:lnTo>
                    <a:pt x="723900" y="0"/>
                  </a:lnTo>
                  <a:lnTo>
                    <a:pt x="723900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723900" y="76200"/>
                  </a:lnTo>
                  <a:lnTo>
                    <a:pt x="723900" y="114300"/>
                  </a:lnTo>
                  <a:lnTo>
                    <a:pt x="800100" y="76200"/>
                  </a:lnTo>
                  <a:lnTo>
                    <a:pt x="838200" y="57150"/>
                  </a:lnTo>
                  <a:close/>
                </a:path>
                <a:path w="1123950" h="1029335">
                  <a:moveTo>
                    <a:pt x="1123950" y="628650"/>
                  </a:moveTo>
                  <a:lnTo>
                    <a:pt x="1085850" y="628650"/>
                  </a:lnTo>
                  <a:lnTo>
                    <a:pt x="1085850" y="285750"/>
                  </a:lnTo>
                  <a:lnTo>
                    <a:pt x="1047750" y="285750"/>
                  </a:lnTo>
                  <a:lnTo>
                    <a:pt x="1047750" y="628650"/>
                  </a:lnTo>
                  <a:lnTo>
                    <a:pt x="1009650" y="628650"/>
                  </a:lnTo>
                  <a:lnTo>
                    <a:pt x="1066800" y="742950"/>
                  </a:lnTo>
                  <a:lnTo>
                    <a:pt x="1114425" y="647700"/>
                  </a:lnTo>
                  <a:lnTo>
                    <a:pt x="1123950" y="62865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14400" y="2647949"/>
              <a:ext cx="5486400" cy="1447800"/>
            </a:xfrm>
            <a:custGeom>
              <a:avLst/>
              <a:gdLst/>
              <a:ahLst/>
              <a:cxnLst/>
              <a:rect l="l" t="t" r="r" b="b"/>
              <a:pathLst>
                <a:path w="5486400" h="1447800">
                  <a:moveTo>
                    <a:pt x="838200" y="1390650"/>
                  </a:moveTo>
                  <a:lnTo>
                    <a:pt x="800100" y="1371600"/>
                  </a:lnTo>
                  <a:lnTo>
                    <a:pt x="723900" y="1333500"/>
                  </a:lnTo>
                  <a:lnTo>
                    <a:pt x="723900" y="1371600"/>
                  </a:lnTo>
                  <a:lnTo>
                    <a:pt x="0" y="1371600"/>
                  </a:lnTo>
                  <a:lnTo>
                    <a:pt x="0" y="1409700"/>
                  </a:lnTo>
                  <a:lnTo>
                    <a:pt x="723900" y="1409700"/>
                  </a:lnTo>
                  <a:lnTo>
                    <a:pt x="723900" y="1447800"/>
                  </a:lnTo>
                  <a:lnTo>
                    <a:pt x="800100" y="1409700"/>
                  </a:lnTo>
                  <a:lnTo>
                    <a:pt x="838200" y="1390650"/>
                  </a:lnTo>
                  <a:close/>
                </a:path>
                <a:path w="5486400" h="1447800">
                  <a:moveTo>
                    <a:pt x="4410075" y="314325"/>
                  </a:moveTo>
                  <a:lnTo>
                    <a:pt x="4392333" y="260731"/>
                  </a:lnTo>
                  <a:lnTo>
                    <a:pt x="4369943" y="193040"/>
                  </a:lnTo>
                  <a:lnTo>
                    <a:pt x="4342562" y="220294"/>
                  </a:lnTo>
                  <a:lnTo>
                    <a:pt x="4305935" y="201295"/>
                  </a:lnTo>
                  <a:lnTo>
                    <a:pt x="4236085" y="174879"/>
                  </a:lnTo>
                  <a:lnTo>
                    <a:pt x="4195953" y="162052"/>
                  </a:lnTo>
                  <a:lnTo>
                    <a:pt x="4152519" y="149733"/>
                  </a:lnTo>
                  <a:lnTo>
                    <a:pt x="4105910" y="137541"/>
                  </a:lnTo>
                  <a:lnTo>
                    <a:pt x="4056380" y="125730"/>
                  </a:lnTo>
                  <a:lnTo>
                    <a:pt x="4003802" y="114173"/>
                  </a:lnTo>
                  <a:lnTo>
                    <a:pt x="3948557" y="103124"/>
                  </a:lnTo>
                  <a:lnTo>
                    <a:pt x="3890899" y="92583"/>
                  </a:lnTo>
                  <a:lnTo>
                    <a:pt x="3830701" y="82296"/>
                  </a:lnTo>
                  <a:lnTo>
                    <a:pt x="3768090" y="72517"/>
                  </a:lnTo>
                  <a:lnTo>
                    <a:pt x="3704463" y="63500"/>
                  </a:lnTo>
                  <a:lnTo>
                    <a:pt x="3636899" y="54610"/>
                  </a:lnTo>
                  <a:lnTo>
                    <a:pt x="3568446" y="46482"/>
                  </a:lnTo>
                  <a:lnTo>
                    <a:pt x="3490658" y="38100"/>
                  </a:lnTo>
                  <a:lnTo>
                    <a:pt x="3426714" y="31750"/>
                  </a:lnTo>
                  <a:lnTo>
                    <a:pt x="3353562" y="25400"/>
                  </a:lnTo>
                  <a:lnTo>
                    <a:pt x="3204083" y="14605"/>
                  </a:lnTo>
                  <a:lnTo>
                    <a:pt x="3050794" y="6731"/>
                  </a:lnTo>
                  <a:lnTo>
                    <a:pt x="2895092" y="1778"/>
                  </a:lnTo>
                  <a:lnTo>
                    <a:pt x="2737993" y="0"/>
                  </a:lnTo>
                  <a:lnTo>
                    <a:pt x="2652915" y="1778"/>
                  </a:lnTo>
                  <a:lnTo>
                    <a:pt x="2657017" y="1778"/>
                  </a:lnTo>
                  <a:lnTo>
                    <a:pt x="2580005" y="6731"/>
                  </a:lnTo>
                  <a:lnTo>
                    <a:pt x="2501265" y="14732"/>
                  </a:lnTo>
                  <a:lnTo>
                    <a:pt x="2423287" y="26035"/>
                  </a:lnTo>
                  <a:lnTo>
                    <a:pt x="2345690" y="40132"/>
                  </a:lnTo>
                  <a:lnTo>
                    <a:pt x="2268982" y="57150"/>
                  </a:lnTo>
                  <a:lnTo>
                    <a:pt x="2193163" y="76962"/>
                  </a:lnTo>
                  <a:lnTo>
                    <a:pt x="2118487" y="99187"/>
                  </a:lnTo>
                  <a:lnTo>
                    <a:pt x="2044954" y="124079"/>
                  </a:lnTo>
                  <a:lnTo>
                    <a:pt x="1972945" y="151511"/>
                  </a:lnTo>
                  <a:lnTo>
                    <a:pt x="1902460" y="181102"/>
                  </a:lnTo>
                  <a:lnTo>
                    <a:pt x="1833626" y="212979"/>
                  </a:lnTo>
                  <a:lnTo>
                    <a:pt x="1766506" y="247053"/>
                  </a:lnTo>
                  <a:lnTo>
                    <a:pt x="1701673" y="283083"/>
                  </a:lnTo>
                  <a:lnTo>
                    <a:pt x="1638681" y="320929"/>
                  </a:lnTo>
                  <a:lnTo>
                    <a:pt x="1578102" y="360680"/>
                  </a:lnTo>
                  <a:lnTo>
                    <a:pt x="1520063" y="402082"/>
                  </a:lnTo>
                  <a:lnTo>
                    <a:pt x="1464437" y="445262"/>
                  </a:lnTo>
                  <a:lnTo>
                    <a:pt x="1411605" y="489839"/>
                  </a:lnTo>
                  <a:lnTo>
                    <a:pt x="1361821" y="535813"/>
                  </a:lnTo>
                  <a:lnTo>
                    <a:pt x="1314958" y="583184"/>
                  </a:lnTo>
                  <a:lnTo>
                    <a:pt x="1271397" y="631698"/>
                  </a:lnTo>
                  <a:lnTo>
                    <a:pt x="1231138" y="681355"/>
                  </a:lnTo>
                  <a:lnTo>
                    <a:pt x="1194435" y="732155"/>
                  </a:lnTo>
                  <a:lnTo>
                    <a:pt x="1161415" y="783717"/>
                  </a:lnTo>
                  <a:lnTo>
                    <a:pt x="1132332" y="836168"/>
                  </a:lnTo>
                  <a:lnTo>
                    <a:pt x="1107059" y="889381"/>
                  </a:lnTo>
                  <a:lnTo>
                    <a:pt x="1086104" y="943356"/>
                  </a:lnTo>
                  <a:lnTo>
                    <a:pt x="1069594" y="997712"/>
                  </a:lnTo>
                  <a:lnTo>
                    <a:pt x="1057529" y="1052449"/>
                  </a:lnTo>
                  <a:lnTo>
                    <a:pt x="1050163" y="1107694"/>
                  </a:lnTo>
                  <a:lnTo>
                    <a:pt x="1047750" y="1161161"/>
                  </a:lnTo>
                  <a:lnTo>
                    <a:pt x="1085850" y="1162939"/>
                  </a:lnTo>
                  <a:lnTo>
                    <a:pt x="1088263" y="1109345"/>
                  </a:lnTo>
                  <a:lnTo>
                    <a:pt x="1095248" y="1057529"/>
                  </a:lnTo>
                  <a:lnTo>
                    <a:pt x="1106678" y="1005840"/>
                  </a:lnTo>
                  <a:lnTo>
                    <a:pt x="1122553" y="954405"/>
                  </a:lnTo>
                  <a:lnTo>
                    <a:pt x="1142619" y="903224"/>
                  </a:lnTo>
                  <a:lnTo>
                    <a:pt x="1166622" y="852551"/>
                  </a:lnTo>
                  <a:lnTo>
                    <a:pt x="1194689" y="802259"/>
                  </a:lnTo>
                  <a:lnTo>
                    <a:pt x="1226439" y="752602"/>
                  </a:lnTo>
                  <a:lnTo>
                    <a:pt x="1261999" y="703707"/>
                  </a:lnTo>
                  <a:lnTo>
                    <a:pt x="1300988" y="655701"/>
                  </a:lnTo>
                  <a:lnTo>
                    <a:pt x="1343279" y="608584"/>
                  </a:lnTo>
                  <a:lnTo>
                    <a:pt x="1388872" y="562610"/>
                  </a:lnTo>
                  <a:lnTo>
                    <a:pt x="1437513" y="517906"/>
                  </a:lnTo>
                  <a:lnTo>
                    <a:pt x="1489075" y="474345"/>
                  </a:lnTo>
                  <a:lnTo>
                    <a:pt x="1543431" y="432308"/>
                  </a:lnTo>
                  <a:lnTo>
                    <a:pt x="1600200" y="391795"/>
                  </a:lnTo>
                  <a:lnTo>
                    <a:pt x="1659636" y="352806"/>
                  </a:lnTo>
                  <a:lnTo>
                    <a:pt x="1721231" y="315722"/>
                  </a:lnTo>
                  <a:lnTo>
                    <a:pt x="1785112" y="280289"/>
                  </a:lnTo>
                  <a:lnTo>
                    <a:pt x="1850834" y="247053"/>
                  </a:lnTo>
                  <a:lnTo>
                    <a:pt x="1918462" y="215646"/>
                  </a:lnTo>
                  <a:lnTo>
                    <a:pt x="1987677" y="186690"/>
                  </a:lnTo>
                  <a:lnTo>
                    <a:pt x="2058543" y="159766"/>
                  </a:lnTo>
                  <a:lnTo>
                    <a:pt x="2130806" y="135255"/>
                  </a:lnTo>
                  <a:lnTo>
                    <a:pt x="2204085" y="113411"/>
                  </a:lnTo>
                  <a:lnTo>
                    <a:pt x="2278634" y="93980"/>
                  </a:lnTo>
                  <a:lnTo>
                    <a:pt x="2353945" y="77343"/>
                  </a:lnTo>
                  <a:lnTo>
                    <a:pt x="2430145" y="63500"/>
                  </a:lnTo>
                  <a:lnTo>
                    <a:pt x="2506726" y="52451"/>
                  </a:lnTo>
                  <a:lnTo>
                    <a:pt x="2583942" y="44577"/>
                  </a:lnTo>
                  <a:lnTo>
                    <a:pt x="2661285" y="39624"/>
                  </a:lnTo>
                  <a:lnTo>
                    <a:pt x="2738882" y="38100"/>
                  </a:lnTo>
                  <a:lnTo>
                    <a:pt x="2894711" y="39751"/>
                  </a:lnTo>
                  <a:lnTo>
                    <a:pt x="3049524" y="44704"/>
                  </a:lnTo>
                  <a:lnTo>
                    <a:pt x="3202051" y="52705"/>
                  </a:lnTo>
                  <a:lnTo>
                    <a:pt x="3352660" y="63500"/>
                  </a:lnTo>
                  <a:lnTo>
                    <a:pt x="3352342" y="63500"/>
                  </a:lnTo>
                  <a:lnTo>
                    <a:pt x="3423412" y="69723"/>
                  </a:lnTo>
                  <a:lnTo>
                    <a:pt x="3564382" y="84328"/>
                  </a:lnTo>
                  <a:lnTo>
                    <a:pt x="3632454" y="92456"/>
                  </a:lnTo>
                  <a:lnTo>
                    <a:pt x="3762756" y="110363"/>
                  </a:lnTo>
                  <a:lnTo>
                    <a:pt x="3824732" y="120015"/>
                  </a:lnTo>
                  <a:lnTo>
                    <a:pt x="3884549" y="130175"/>
                  </a:lnTo>
                  <a:lnTo>
                    <a:pt x="3941699" y="140716"/>
                  </a:lnTo>
                  <a:lnTo>
                    <a:pt x="3996436" y="151511"/>
                  </a:lnTo>
                  <a:lnTo>
                    <a:pt x="4048252" y="162941"/>
                  </a:lnTo>
                  <a:lnTo>
                    <a:pt x="4097147" y="174498"/>
                  </a:lnTo>
                  <a:lnTo>
                    <a:pt x="4143298" y="186690"/>
                  </a:lnTo>
                  <a:lnTo>
                    <a:pt x="4185412" y="198755"/>
                  </a:lnTo>
                  <a:lnTo>
                    <a:pt x="4224528" y="211201"/>
                  </a:lnTo>
                  <a:lnTo>
                    <a:pt x="4291711" y="236601"/>
                  </a:lnTo>
                  <a:lnTo>
                    <a:pt x="4315142" y="247573"/>
                  </a:lnTo>
                  <a:lnTo>
                    <a:pt x="4288917" y="273685"/>
                  </a:lnTo>
                  <a:lnTo>
                    <a:pt x="4410075" y="314325"/>
                  </a:lnTo>
                  <a:close/>
                </a:path>
                <a:path w="5486400" h="1447800">
                  <a:moveTo>
                    <a:pt x="4582541" y="720725"/>
                  </a:moveTo>
                  <a:lnTo>
                    <a:pt x="4561459" y="688975"/>
                  </a:lnTo>
                  <a:lnTo>
                    <a:pt x="3970718" y="1082802"/>
                  </a:lnTo>
                  <a:lnTo>
                    <a:pt x="3949573" y="1051052"/>
                  </a:lnTo>
                  <a:lnTo>
                    <a:pt x="3886200" y="1162050"/>
                  </a:lnTo>
                  <a:lnTo>
                    <a:pt x="4012946" y="1146175"/>
                  </a:lnTo>
                  <a:lnTo>
                    <a:pt x="3998899" y="1125093"/>
                  </a:lnTo>
                  <a:lnTo>
                    <a:pt x="3991851" y="1114526"/>
                  </a:lnTo>
                  <a:lnTo>
                    <a:pt x="4582541" y="720725"/>
                  </a:lnTo>
                  <a:close/>
                </a:path>
                <a:path w="5486400" h="1447800">
                  <a:moveTo>
                    <a:pt x="5486400" y="1390650"/>
                  </a:moveTo>
                  <a:lnTo>
                    <a:pt x="5448300" y="1371600"/>
                  </a:lnTo>
                  <a:lnTo>
                    <a:pt x="5372100" y="1333500"/>
                  </a:lnTo>
                  <a:lnTo>
                    <a:pt x="5372100" y="1371600"/>
                  </a:lnTo>
                  <a:lnTo>
                    <a:pt x="4114800" y="1371600"/>
                  </a:lnTo>
                  <a:lnTo>
                    <a:pt x="4114800" y="1409700"/>
                  </a:lnTo>
                  <a:lnTo>
                    <a:pt x="5372100" y="1409700"/>
                  </a:lnTo>
                  <a:lnTo>
                    <a:pt x="5372100" y="1447800"/>
                  </a:lnTo>
                  <a:lnTo>
                    <a:pt x="5448300" y="1409700"/>
                  </a:lnTo>
                  <a:lnTo>
                    <a:pt x="5486400" y="139065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14400" y="3981449"/>
              <a:ext cx="5486400" cy="114300"/>
            </a:xfrm>
            <a:custGeom>
              <a:avLst/>
              <a:gdLst/>
              <a:ahLst/>
              <a:cxnLst/>
              <a:rect l="l" t="t" r="r" b="b"/>
              <a:pathLst>
                <a:path w="5486400" h="114300">
                  <a:moveTo>
                    <a:pt x="838200" y="57150"/>
                  </a:moveTo>
                  <a:lnTo>
                    <a:pt x="800100" y="38100"/>
                  </a:lnTo>
                  <a:lnTo>
                    <a:pt x="723900" y="0"/>
                  </a:lnTo>
                  <a:lnTo>
                    <a:pt x="723900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723900" y="76200"/>
                  </a:lnTo>
                  <a:lnTo>
                    <a:pt x="723900" y="114300"/>
                  </a:lnTo>
                  <a:lnTo>
                    <a:pt x="800100" y="76200"/>
                  </a:lnTo>
                  <a:lnTo>
                    <a:pt x="838200" y="57150"/>
                  </a:lnTo>
                  <a:close/>
                </a:path>
                <a:path w="5486400" h="114300">
                  <a:moveTo>
                    <a:pt x="3657600" y="57150"/>
                  </a:moveTo>
                  <a:lnTo>
                    <a:pt x="3619500" y="38100"/>
                  </a:lnTo>
                  <a:lnTo>
                    <a:pt x="3543300" y="0"/>
                  </a:lnTo>
                  <a:lnTo>
                    <a:pt x="3543300" y="38100"/>
                  </a:lnTo>
                  <a:lnTo>
                    <a:pt x="1295400" y="38100"/>
                  </a:lnTo>
                  <a:lnTo>
                    <a:pt x="1295400" y="76200"/>
                  </a:lnTo>
                  <a:lnTo>
                    <a:pt x="3543300" y="76200"/>
                  </a:lnTo>
                  <a:lnTo>
                    <a:pt x="3543300" y="114300"/>
                  </a:lnTo>
                  <a:lnTo>
                    <a:pt x="3619500" y="76200"/>
                  </a:lnTo>
                  <a:lnTo>
                    <a:pt x="3657600" y="57150"/>
                  </a:lnTo>
                  <a:close/>
                </a:path>
                <a:path w="5486400" h="114300">
                  <a:moveTo>
                    <a:pt x="5486400" y="57150"/>
                  </a:moveTo>
                  <a:lnTo>
                    <a:pt x="5448300" y="38100"/>
                  </a:lnTo>
                  <a:lnTo>
                    <a:pt x="5372100" y="0"/>
                  </a:lnTo>
                  <a:lnTo>
                    <a:pt x="5372100" y="38100"/>
                  </a:lnTo>
                  <a:lnTo>
                    <a:pt x="4114800" y="38100"/>
                  </a:lnTo>
                  <a:lnTo>
                    <a:pt x="4114800" y="76200"/>
                  </a:lnTo>
                  <a:lnTo>
                    <a:pt x="5372100" y="76200"/>
                  </a:lnTo>
                  <a:lnTo>
                    <a:pt x="5372100" y="114300"/>
                  </a:lnTo>
                  <a:lnTo>
                    <a:pt x="5448300" y="76200"/>
                  </a:lnTo>
                  <a:lnTo>
                    <a:pt x="5486400" y="57150"/>
                  </a:lnTo>
                  <a:close/>
                </a:path>
              </a:pathLst>
            </a:custGeom>
            <a:solidFill>
              <a:srgbClr val="CC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9658984" y="6480809"/>
            <a:ext cx="23933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>
                <a:latin typeface="Calibri"/>
                <a:cs typeface="Calibri"/>
              </a:rPr>
              <a:t>Example:</a:t>
            </a:r>
            <a:r>
              <a:rPr sz="2000" spc="-70">
                <a:latin typeface="Calibri"/>
                <a:cs typeface="Calibri"/>
              </a:rPr>
              <a:t> Teg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Grenager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758426" y="23670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39" y="182496"/>
                </a:lnTo>
                <a:lnTo>
                  <a:pt x="17948" y="139571"/>
                </a:lnTo>
                <a:lnTo>
                  <a:pt x="39011" y="100738"/>
                </a:lnTo>
                <a:lnTo>
                  <a:pt x="66913" y="66913"/>
                </a:lnTo>
                <a:lnTo>
                  <a:pt x="100738" y="39011"/>
                </a:lnTo>
                <a:lnTo>
                  <a:pt x="139571" y="17948"/>
                </a:lnTo>
                <a:lnTo>
                  <a:pt x="182496" y="4639"/>
                </a:lnTo>
                <a:lnTo>
                  <a:pt x="228600" y="0"/>
                </a:lnTo>
                <a:lnTo>
                  <a:pt x="274666" y="4639"/>
                </a:lnTo>
                <a:lnTo>
                  <a:pt x="317575" y="17948"/>
                </a:lnTo>
                <a:lnTo>
                  <a:pt x="356406" y="39011"/>
                </a:lnTo>
                <a:lnTo>
                  <a:pt x="390239" y="66913"/>
                </a:lnTo>
                <a:lnTo>
                  <a:pt x="418154" y="100738"/>
                </a:lnTo>
                <a:lnTo>
                  <a:pt x="439233" y="139571"/>
                </a:lnTo>
                <a:lnTo>
                  <a:pt x="452555" y="182496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496" y="452555"/>
                </a:lnTo>
                <a:lnTo>
                  <a:pt x="139571" y="439233"/>
                </a:lnTo>
                <a:lnTo>
                  <a:pt x="100738" y="418154"/>
                </a:lnTo>
                <a:lnTo>
                  <a:pt x="66913" y="390239"/>
                </a:lnTo>
                <a:lnTo>
                  <a:pt x="39011" y="356406"/>
                </a:lnTo>
                <a:lnTo>
                  <a:pt x="17948" y="317575"/>
                </a:lnTo>
                <a:lnTo>
                  <a:pt x="4639" y="274666"/>
                </a:lnTo>
                <a:lnTo>
                  <a:pt x="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9916794" y="2410142"/>
            <a:ext cx="1473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9225026" y="29766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39" y="182496"/>
                </a:lnTo>
                <a:lnTo>
                  <a:pt x="17948" y="139571"/>
                </a:lnTo>
                <a:lnTo>
                  <a:pt x="39011" y="100738"/>
                </a:lnTo>
                <a:lnTo>
                  <a:pt x="66913" y="66913"/>
                </a:lnTo>
                <a:lnTo>
                  <a:pt x="100738" y="39011"/>
                </a:lnTo>
                <a:lnTo>
                  <a:pt x="139571" y="17948"/>
                </a:lnTo>
                <a:lnTo>
                  <a:pt x="182496" y="4639"/>
                </a:lnTo>
                <a:lnTo>
                  <a:pt x="228600" y="0"/>
                </a:lnTo>
                <a:lnTo>
                  <a:pt x="274666" y="4639"/>
                </a:lnTo>
                <a:lnTo>
                  <a:pt x="317575" y="17948"/>
                </a:lnTo>
                <a:lnTo>
                  <a:pt x="356406" y="39011"/>
                </a:lnTo>
                <a:lnTo>
                  <a:pt x="390239" y="66913"/>
                </a:lnTo>
                <a:lnTo>
                  <a:pt x="418154" y="100738"/>
                </a:lnTo>
                <a:lnTo>
                  <a:pt x="439233" y="139571"/>
                </a:lnTo>
                <a:lnTo>
                  <a:pt x="452555" y="182496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496" y="452555"/>
                </a:lnTo>
                <a:lnTo>
                  <a:pt x="139571" y="439233"/>
                </a:lnTo>
                <a:lnTo>
                  <a:pt x="100738" y="418154"/>
                </a:lnTo>
                <a:lnTo>
                  <a:pt x="66913" y="390239"/>
                </a:lnTo>
                <a:lnTo>
                  <a:pt x="39011" y="356406"/>
                </a:lnTo>
                <a:lnTo>
                  <a:pt x="17948" y="317575"/>
                </a:lnTo>
                <a:lnTo>
                  <a:pt x="4639" y="274666"/>
                </a:lnTo>
                <a:lnTo>
                  <a:pt x="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9383014" y="3020377"/>
            <a:ext cx="15303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8691626" y="38910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39" y="182496"/>
                </a:lnTo>
                <a:lnTo>
                  <a:pt x="17948" y="139571"/>
                </a:lnTo>
                <a:lnTo>
                  <a:pt x="39011" y="100738"/>
                </a:lnTo>
                <a:lnTo>
                  <a:pt x="66913" y="66913"/>
                </a:lnTo>
                <a:lnTo>
                  <a:pt x="100738" y="39011"/>
                </a:lnTo>
                <a:lnTo>
                  <a:pt x="139571" y="17948"/>
                </a:lnTo>
                <a:lnTo>
                  <a:pt x="182496" y="4639"/>
                </a:lnTo>
                <a:lnTo>
                  <a:pt x="228600" y="0"/>
                </a:lnTo>
                <a:lnTo>
                  <a:pt x="274666" y="4639"/>
                </a:lnTo>
                <a:lnTo>
                  <a:pt x="317575" y="17948"/>
                </a:lnTo>
                <a:lnTo>
                  <a:pt x="356406" y="39011"/>
                </a:lnTo>
                <a:lnTo>
                  <a:pt x="390239" y="66913"/>
                </a:lnTo>
                <a:lnTo>
                  <a:pt x="418154" y="100738"/>
                </a:lnTo>
                <a:lnTo>
                  <a:pt x="439233" y="139571"/>
                </a:lnTo>
                <a:lnTo>
                  <a:pt x="452555" y="182496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496" y="452555"/>
                </a:lnTo>
                <a:lnTo>
                  <a:pt x="139571" y="439233"/>
                </a:lnTo>
                <a:lnTo>
                  <a:pt x="100738" y="418154"/>
                </a:lnTo>
                <a:lnTo>
                  <a:pt x="66913" y="390239"/>
                </a:lnTo>
                <a:lnTo>
                  <a:pt x="39011" y="356406"/>
                </a:lnTo>
                <a:lnTo>
                  <a:pt x="17948" y="317575"/>
                </a:lnTo>
                <a:lnTo>
                  <a:pt x="4639" y="274666"/>
                </a:lnTo>
                <a:lnTo>
                  <a:pt x="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8839834" y="3936047"/>
            <a:ext cx="16383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8691626" y="48054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39" y="182496"/>
                </a:lnTo>
                <a:lnTo>
                  <a:pt x="17948" y="139571"/>
                </a:lnTo>
                <a:lnTo>
                  <a:pt x="39011" y="100738"/>
                </a:lnTo>
                <a:lnTo>
                  <a:pt x="66913" y="66913"/>
                </a:lnTo>
                <a:lnTo>
                  <a:pt x="100738" y="39011"/>
                </a:lnTo>
                <a:lnTo>
                  <a:pt x="139571" y="17948"/>
                </a:lnTo>
                <a:lnTo>
                  <a:pt x="182496" y="4639"/>
                </a:lnTo>
                <a:lnTo>
                  <a:pt x="228600" y="0"/>
                </a:lnTo>
                <a:lnTo>
                  <a:pt x="274666" y="4639"/>
                </a:lnTo>
                <a:lnTo>
                  <a:pt x="317575" y="17948"/>
                </a:lnTo>
                <a:lnTo>
                  <a:pt x="356406" y="39011"/>
                </a:lnTo>
                <a:lnTo>
                  <a:pt x="390239" y="66913"/>
                </a:lnTo>
                <a:lnTo>
                  <a:pt x="418154" y="100738"/>
                </a:lnTo>
                <a:lnTo>
                  <a:pt x="439233" y="139571"/>
                </a:lnTo>
                <a:lnTo>
                  <a:pt x="452555" y="182496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496" y="452555"/>
                </a:lnTo>
                <a:lnTo>
                  <a:pt x="139571" y="439233"/>
                </a:lnTo>
                <a:lnTo>
                  <a:pt x="100738" y="418154"/>
                </a:lnTo>
                <a:lnTo>
                  <a:pt x="66913" y="390239"/>
                </a:lnTo>
                <a:lnTo>
                  <a:pt x="39011" y="356406"/>
                </a:lnTo>
                <a:lnTo>
                  <a:pt x="17948" y="317575"/>
                </a:lnTo>
                <a:lnTo>
                  <a:pt x="4639" y="274666"/>
                </a:lnTo>
                <a:lnTo>
                  <a:pt x="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8858884" y="4851717"/>
            <a:ext cx="1333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0901426" y="38910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39" y="182496"/>
                </a:lnTo>
                <a:lnTo>
                  <a:pt x="17948" y="139571"/>
                </a:lnTo>
                <a:lnTo>
                  <a:pt x="39011" y="100738"/>
                </a:lnTo>
                <a:lnTo>
                  <a:pt x="66913" y="66913"/>
                </a:lnTo>
                <a:lnTo>
                  <a:pt x="100738" y="39011"/>
                </a:lnTo>
                <a:lnTo>
                  <a:pt x="139571" y="17948"/>
                </a:lnTo>
                <a:lnTo>
                  <a:pt x="182496" y="4639"/>
                </a:lnTo>
                <a:lnTo>
                  <a:pt x="228600" y="0"/>
                </a:lnTo>
                <a:lnTo>
                  <a:pt x="274666" y="4639"/>
                </a:lnTo>
                <a:lnTo>
                  <a:pt x="317575" y="17948"/>
                </a:lnTo>
                <a:lnTo>
                  <a:pt x="356406" y="39011"/>
                </a:lnTo>
                <a:lnTo>
                  <a:pt x="390239" y="66913"/>
                </a:lnTo>
                <a:lnTo>
                  <a:pt x="418154" y="100738"/>
                </a:lnTo>
                <a:lnTo>
                  <a:pt x="439233" y="139571"/>
                </a:lnTo>
                <a:lnTo>
                  <a:pt x="452555" y="182496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496" y="452555"/>
                </a:lnTo>
                <a:lnTo>
                  <a:pt x="139571" y="439233"/>
                </a:lnTo>
                <a:lnTo>
                  <a:pt x="100738" y="418154"/>
                </a:lnTo>
                <a:lnTo>
                  <a:pt x="66913" y="390239"/>
                </a:lnTo>
                <a:lnTo>
                  <a:pt x="39011" y="356406"/>
                </a:lnTo>
                <a:lnTo>
                  <a:pt x="17948" y="317575"/>
                </a:lnTo>
                <a:lnTo>
                  <a:pt x="4639" y="274666"/>
                </a:lnTo>
                <a:lnTo>
                  <a:pt x="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1051285" y="3936047"/>
            <a:ext cx="1555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9453626" y="38910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39" y="182496"/>
                </a:lnTo>
                <a:lnTo>
                  <a:pt x="17948" y="139571"/>
                </a:lnTo>
                <a:lnTo>
                  <a:pt x="39011" y="100738"/>
                </a:lnTo>
                <a:lnTo>
                  <a:pt x="66913" y="66913"/>
                </a:lnTo>
                <a:lnTo>
                  <a:pt x="100738" y="39011"/>
                </a:lnTo>
                <a:lnTo>
                  <a:pt x="139571" y="17948"/>
                </a:lnTo>
                <a:lnTo>
                  <a:pt x="182496" y="4639"/>
                </a:lnTo>
                <a:lnTo>
                  <a:pt x="228600" y="0"/>
                </a:lnTo>
                <a:lnTo>
                  <a:pt x="274666" y="4639"/>
                </a:lnTo>
                <a:lnTo>
                  <a:pt x="317575" y="17948"/>
                </a:lnTo>
                <a:lnTo>
                  <a:pt x="356406" y="39011"/>
                </a:lnTo>
                <a:lnTo>
                  <a:pt x="390239" y="66913"/>
                </a:lnTo>
                <a:lnTo>
                  <a:pt x="418154" y="100738"/>
                </a:lnTo>
                <a:lnTo>
                  <a:pt x="439233" y="139571"/>
                </a:lnTo>
                <a:lnTo>
                  <a:pt x="452555" y="182496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496" y="452555"/>
                </a:lnTo>
                <a:lnTo>
                  <a:pt x="139571" y="439233"/>
                </a:lnTo>
                <a:lnTo>
                  <a:pt x="100738" y="418154"/>
                </a:lnTo>
                <a:lnTo>
                  <a:pt x="66913" y="390239"/>
                </a:lnTo>
                <a:lnTo>
                  <a:pt x="39011" y="356406"/>
                </a:lnTo>
                <a:lnTo>
                  <a:pt x="17948" y="317575"/>
                </a:lnTo>
                <a:lnTo>
                  <a:pt x="4639" y="274666"/>
                </a:lnTo>
                <a:lnTo>
                  <a:pt x="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9602469" y="3936047"/>
            <a:ext cx="16383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0901426" y="48054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39" y="182496"/>
                </a:lnTo>
                <a:lnTo>
                  <a:pt x="17948" y="139571"/>
                </a:lnTo>
                <a:lnTo>
                  <a:pt x="39011" y="100738"/>
                </a:lnTo>
                <a:lnTo>
                  <a:pt x="66913" y="66913"/>
                </a:lnTo>
                <a:lnTo>
                  <a:pt x="100738" y="39011"/>
                </a:lnTo>
                <a:lnTo>
                  <a:pt x="139571" y="17948"/>
                </a:lnTo>
                <a:lnTo>
                  <a:pt x="182496" y="4639"/>
                </a:lnTo>
                <a:lnTo>
                  <a:pt x="228600" y="0"/>
                </a:lnTo>
                <a:lnTo>
                  <a:pt x="274666" y="4639"/>
                </a:lnTo>
                <a:lnTo>
                  <a:pt x="317575" y="17948"/>
                </a:lnTo>
                <a:lnTo>
                  <a:pt x="356406" y="39011"/>
                </a:lnTo>
                <a:lnTo>
                  <a:pt x="390239" y="66913"/>
                </a:lnTo>
                <a:lnTo>
                  <a:pt x="418154" y="100738"/>
                </a:lnTo>
                <a:lnTo>
                  <a:pt x="439233" y="139571"/>
                </a:lnTo>
                <a:lnTo>
                  <a:pt x="452555" y="182496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496" y="452555"/>
                </a:lnTo>
                <a:lnTo>
                  <a:pt x="139571" y="439233"/>
                </a:lnTo>
                <a:lnTo>
                  <a:pt x="100738" y="418154"/>
                </a:lnTo>
                <a:lnTo>
                  <a:pt x="66913" y="390239"/>
                </a:lnTo>
                <a:lnTo>
                  <a:pt x="39011" y="356406"/>
                </a:lnTo>
                <a:lnTo>
                  <a:pt x="17948" y="317575"/>
                </a:lnTo>
                <a:lnTo>
                  <a:pt x="4639" y="274666"/>
                </a:lnTo>
                <a:lnTo>
                  <a:pt x="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1051285" y="4851717"/>
            <a:ext cx="16383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9453626" y="48054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39" y="182496"/>
                </a:lnTo>
                <a:lnTo>
                  <a:pt x="17948" y="139571"/>
                </a:lnTo>
                <a:lnTo>
                  <a:pt x="39011" y="100738"/>
                </a:lnTo>
                <a:lnTo>
                  <a:pt x="66913" y="66913"/>
                </a:lnTo>
                <a:lnTo>
                  <a:pt x="100738" y="39011"/>
                </a:lnTo>
                <a:lnTo>
                  <a:pt x="139571" y="17948"/>
                </a:lnTo>
                <a:lnTo>
                  <a:pt x="182496" y="4639"/>
                </a:lnTo>
                <a:lnTo>
                  <a:pt x="228600" y="0"/>
                </a:lnTo>
                <a:lnTo>
                  <a:pt x="274666" y="4639"/>
                </a:lnTo>
                <a:lnTo>
                  <a:pt x="317575" y="17948"/>
                </a:lnTo>
                <a:lnTo>
                  <a:pt x="356406" y="39011"/>
                </a:lnTo>
                <a:lnTo>
                  <a:pt x="390239" y="66913"/>
                </a:lnTo>
                <a:lnTo>
                  <a:pt x="418154" y="100738"/>
                </a:lnTo>
                <a:lnTo>
                  <a:pt x="439233" y="139571"/>
                </a:lnTo>
                <a:lnTo>
                  <a:pt x="452555" y="182496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496" y="452555"/>
                </a:lnTo>
                <a:lnTo>
                  <a:pt x="139571" y="439233"/>
                </a:lnTo>
                <a:lnTo>
                  <a:pt x="100738" y="418154"/>
                </a:lnTo>
                <a:lnTo>
                  <a:pt x="66913" y="390239"/>
                </a:lnTo>
                <a:lnTo>
                  <a:pt x="39011" y="356406"/>
                </a:lnTo>
                <a:lnTo>
                  <a:pt x="17948" y="317575"/>
                </a:lnTo>
                <a:lnTo>
                  <a:pt x="4639" y="274666"/>
                </a:lnTo>
                <a:lnTo>
                  <a:pt x="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9592944" y="4851717"/>
            <a:ext cx="18986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0901426" y="571976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39" y="182529"/>
                </a:lnTo>
                <a:lnTo>
                  <a:pt x="17948" y="139619"/>
                </a:lnTo>
                <a:lnTo>
                  <a:pt x="39011" y="100788"/>
                </a:lnTo>
                <a:lnTo>
                  <a:pt x="66913" y="66955"/>
                </a:lnTo>
                <a:lnTo>
                  <a:pt x="100738" y="39041"/>
                </a:lnTo>
                <a:lnTo>
                  <a:pt x="139571" y="17964"/>
                </a:lnTo>
                <a:lnTo>
                  <a:pt x="182496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4"/>
                </a:lnTo>
                <a:lnTo>
                  <a:pt x="356406" y="39041"/>
                </a:lnTo>
                <a:lnTo>
                  <a:pt x="390239" y="66955"/>
                </a:lnTo>
                <a:lnTo>
                  <a:pt x="418154" y="100788"/>
                </a:lnTo>
                <a:lnTo>
                  <a:pt x="439233" y="139619"/>
                </a:lnTo>
                <a:lnTo>
                  <a:pt x="452555" y="182529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3" y="317580"/>
                </a:lnTo>
                <a:lnTo>
                  <a:pt x="418154" y="356411"/>
                </a:lnTo>
                <a:lnTo>
                  <a:pt x="390239" y="390244"/>
                </a:lnTo>
                <a:lnTo>
                  <a:pt x="356406" y="418158"/>
                </a:lnTo>
                <a:lnTo>
                  <a:pt x="317575" y="439235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496" y="452555"/>
                </a:lnTo>
                <a:lnTo>
                  <a:pt x="139571" y="439235"/>
                </a:lnTo>
                <a:lnTo>
                  <a:pt x="100738" y="418158"/>
                </a:lnTo>
                <a:lnTo>
                  <a:pt x="66913" y="390244"/>
                </a:lnTo>
                <a:lnTo>
                  <a:pt x="39011" y="356411"/>
                </a:lnTo>
                <a:lnTo>
                  <a:pt x="17948" y="317580"/>
                </a:lnTo>
                <a:lnTo>
                  <a:pt x="4639" y="274670"/>
                </a:lnTo>
                <a:lnTo>
                  <a:pt x="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11041633" y="5767387"/>
            <a:ext cx="18986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>
                <a:latin typeface="Calibri"/>
                <a:cs typeface="Calibri"/>
              </a:rPr>
              <a:t>G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8905938" y="2809938"/>
            <a:ext cx="2238375" cy="2910205"/>
            <a:chOff x="8905938" y="2809938"/>
            <a:chExt cx="2238375" cy="2910205"/>
          </a:xfrm>
        </p:grpSpPr>
        <p:sp>
          <p:nvSpPr>
            <p:cNvPr id="63" name="object 63"/>
            <p:cNvSpPr/>
            <p:nvPr/>
          </p:nvSpPr>
          <p:spPr>
            <a:xfrm>
              <a:off x="9615551" y="2824226"/>
              <a:ext cx="372110" cy="219710"/>
            </a:xfrm>
            <a:custGeom>
              <a:avLst/>
              <a:gdLst/>
              <a:ahLst/>
              <a:cxnLst/>
              <a:rect l="l" t="t" r="r" b="b"/>
              <a:pathLst>
                <a:path w="372109" h="219710">
                  <a:moveTo>
                    <a:pt x="371728" y="0"/>
                  </a:moveTo>
                  <a:lnTo>
                    <a:pt x="0" y="219329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453626" y="3433826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0" y="0"/>
                  </a:moveTo>
                  <a:lnTo>
                    <a:pt x="228600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1130026" y="4348226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682226" y="4348226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453626" y="3433826"/>
              <a:ext cx="1676400" cy="457200"/>
            </a:xfrm>
            <a:custGeom>
              <a:avLst/>
              <a:gdLst/>
              <a:ahLst/>
              <a:cxnLst/>
              <a:rect l="l" t="t" r="r" b="b"/>
              <a:pathLst>
                <a:path w="1676400" h="457200">
                  <a:moveTo>
                    <a:pt x="1676400" y="45720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920226" y="3433826"/>
              <a:ext cx="533400" cy="457200"/>
            </a:xfrm>
            <a:custGeom>
              <a:avLst/>
              <a:gdLst/>
              <a:ahLst/>
              <a:cxnLst/>
              <a:rect l="l" t="t" r="r" b="b"/>
              <a:pathLst>
                <a:path w="533400" h="457200">
                  <a:moveTo>
                    <a:pt x="533400" y="0"/>
                  </a:moveTo>
                  <a:lnTo>
                    <a:pt x="0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920226" y="4348226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130026" y="5262626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13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10450830" y="2226881"/>
            <a:ext cx="5283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i="1">
                <a:latin typeface="Calibri"/>
                <a:cs typeface="Calibri"/>
              </a:rPr>
              <a:t>g</a:t>
            </a:r>
            <a:r>
              <a:rPr sz="2000" i="1" spc="5">
                <a:latin typeface="Calibri"/>
                <a:cs typeface="Calibri"/>
              </a:rPr>
              <a:t> </a:t>
            </a:r>
            <a:r>
              <a:rPr sz="2000" i="1">
                <a:latin typeface="Calibri"/>
                <a:cs typeface="Calibri"/>
              </a:rPr>
              <a:t>=</a:t>
            </a:r>
            <a:r>
              <a:rPr sz="2000" i="1" spc="-30">
                <a:latin typeface="Calibri"/>
                <a:cs typeface="Calibri"/>
              </a:rPr>
              <a:t> </a:t>
            </a:r>
            <a:r>
              <a:rPr sz="2000" i="1" spc="-5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0507980" y="2532062"/>
            <a:ext cx="41338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i="1" spc="-25">
                <a:latin typeface="Calibri"/>
                <a:cs typeface="Calibri"/>
              </a:rPr>
              <a:t>h=6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620506" y="2815272"/>
            <a:ext cx="527685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 marR="5080" indent="-57150">
              <a:lnSpc>
                <a:spcPct val="100000"/>
              </a:lnSpc>
              <a:spcBef>
                <a:spcPts val="125"/>
              </a:spcBef>
            </a:pPr>
            <a:r>
              <a:rPr sz="2000" i="1">
                <a:latin typeface="Calibri"/>
                <a:cs typeface="Calibri"/>
              </a:rPr>
              <a:t>g</a:t>
            </a:r>
            <a:r>
              <a:rPr sz="2000" i="1" spc="10">
                <a:latin typeface="Calibri"/>
                <a:cs typeface="Calibri"/>
              </a:rPr>
              <a:t> </a:t>
            </a:r>
            <a:r>
              <a:rPr sz="2000" i="1">
                <a:latin typeface="Calibri"/>
                <a:cs typeface="Calibri"/>
              </a:rPr>
              <a:t>=</a:t>
            </a:r>
            <a:r>
              <a:rPr sz="2000" i="1" spc="-35">
                <a:latin typeface="Calibri"/>
                <a:cs typeface="Calibri"/>
              </a:rPr>
              <a:t> </a:t>
            </a:r>
            <a:r>
              <a:rPr sz="2000" i="1" spc="-50">
                <a:latin typeface="Calibri"/>
                <a:cs typeface="Calibri"/>
              </a:rPr>
              <a:t>1 </a:t>
            </a:r>
            <a:r>
              <a:rPr sz="2000" i="1" spc="-25">
                <a:latin typeface="Calibri"/>
                <a:cs typeface="Calibri"/>
              </a:rPr>
              <a:t>h=5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010525" y="3753167"/>
            <a:ext cx="527685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 marR="5080" indent="-57150">
              <a:lnSpc>
                <a:spcPct val="100000"/>
              </a:lnSpc>
              <a:spcBef>
                <a:spcPts val="125"/>
              </a:spcBef>
            </a:pPr>
            <a:r>
              <a:rPr sz="2000" i="1">
                <a:latin typeface="Calibri"/>
                <a:cs typeface="Calibri"/>
              </a:rPr>
              <a:t>g</a:t>
            </a:r>
            <a:r>
              <a:rPr sz="2000" i="1" spc="5">
                <a:latin typeface="Calibri"/>
                <a:cs typeface="Calibri"/>
              </a:rPr>
              <a:t> </a:t>
            </a:r>
            <a:r>
              <a:rPr sz="2000" i="1">
                <a:latin typeface="Calibri"/>
                <a:cs typeface="Calibri"/>
              </a:rPr>
              <a:t>=</a:t>
            </a:r>
            <a:r>
              <a:rPr sz="2000" i="1" spc="-30">
                <a:latin typeface="Calibri"/>
                <a:cs typeface="Calibri"/>
              </a:rPr>
              <a:t> </a:t>
            </a:r>
            <a:r>
              <a:rPr sz="2000" i="1" spc="-50">
                <a:latin typeface="Calibri"/>
                <a:cs typeface="Calibri"/>
              </a:rPr>
              <a:t>2 </a:t>
            </a:r>
            <a:r>
              <a:rPr sz="2000" i="1" spc="-25">
                <a:latin typeface="Calibri"/>
                <a:cs typeface="Calibri"/>
              </a:rPr>
              <a:t>h=6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010525" y="4646612"/>
            <a:ext cx="52768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 marR="5080" indent="-57150">
              <a:lnSpc>
                <a:spcPct val="100000"/>
              </a:lnSpc>
              <a:spcBef>
                <a:spcPts val="125"/>
              </a:spcBef>
            </a:pPr>
            <a:r>
              <a:rPr sz="2000" i="1">
                <a:latin typeface="Calibri"/>
                <a:cs typeface="Calibri"/>
              </a:rPr>
              <a:t>g</a:t>
            </a:r>
            <a:r>
              <a:rPr sz="2000" i="1" spc="5">
                <a:latin typeface="Calibri"/>
                <a:cs typeface="Calibri"/>
              </a:rPr>
              <a:t> </a:t>
            </a:r>
            <a:r>
              <a:rPr sz="2000" i="1">
                <a:latin typeface="Calibri"/>
                <a:cs typeface="Calibri"/>
              </a:rPr>
              <a:t>=</a:t>
            </a:r>
            <a:r>
              <a:rPr sz="2000" i="1" spc="-30">
                <a:latin typeface="Calibri"/>
                <a:cs typeface="Calibri"/>
              </a:rPr>
              <a:t> </a:t>
            </a:r>
            <a:r>
              <a:rPr sz="2000" i="1" spc="-50">
                <a:latin typeface="Calibri"/>
                <a:cs typeface="Calibri"/>
              </a:rPr>
              <a:t>3 </a:t>
            </a:r>
            <a:r>
              <a:rPr sz="2000" i="1" spc="-25">
                <a:latin typeface="Calibri"/>
                <a:cs typeface="Calibri"/>
              </a:rPr>
              <a:t>h=7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993376" y="3829367"/>
            <a:ext cx="52768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 marR="5080" indent="-57150">
              <a:lnSpc>
                <a:spcPct val="100000"/>
              </a:lnSpc>
              <a:spcBef>
                <a:spcPts val="125"/>
              </a:spcBef>
            </a:pPr>
            <a:r>
              <a:rPr sz="2000" i="1">
                <a:latin typeface="Calibri"/>
                <a:cs typeface="Calibri"/>
              </a:rPr>
              <a:t>g</a:t>
            </a:r>
            <a:r>
              <a:rPr sz="2000" i="1" spc="5">
                <a:latin typeface="Calibri"/>
                <a:cs typeface="Calibri"/>
              </a:rPr>
              <a:t> </a:t>
            </a:r>
            <a:r>
              <a:rPr sz="2000" i="1">
                <a:latin typeface="Calibri"/>
                <a:cs typeface="Calibri"/>
              </a:rPr>
              <a:t>=</a:t>
            </a:r>
            <a:r>
              <a:rPr sz="2000" i="1" spc="-30">
                <a:latin typeface="Calibri"/>
                <a:cs typeface="Calibri"/>
              </a:rPr>
              <a:t> </a:t>
            </a:r>
            <a:r>
              <a:rPr sz="2000" i="1" spc="-50">
                <a:latin typeface="Calibri"/>
                <a:cs typeface="Calibri"/>
              </a:rPr>
              <a:t>4 </a:t>
            </a:r>
            <a:r>
              <a:rPr sz="2000" i="1" spc="-25">
                <a:latin typeface="Calibri"/>
                <a:cs typeface="Calibri"/>
              </a:rPr>
              <a:t>h=2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9993376" y="4668139"/>
            <a:ext cx="528320" cy="640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i="1">
                <a:latin typeface="Calibri"/>
                <a:cs typeface="Calibri"/>
              </a:rPr>
              <a:t>g</a:t>
            </a:r>
            <a:r>
              <a:rPr sz="2000" i="1" spc="10">
                <a:latin typeface="Calibri"/>
                <a:cs typeface="Calibri"/>
              </a:rPr>
              <a:t> </a:t>
            </a:r>
            <a:r>
              <a:rPr sz="2000" i="1">
                <a:latin typeface="Calibri"/>
                <a:cs typeface="Calibri"/>
              </a:rPr>
              <a:t>=</a:t>
            </a:r>
            <a:r>
              <a:rPr sz="2000" i="1" spc="-25">
                <a:latin typeface="Calibri"/>
                <a:cs typeface="Calibri"/>
              </a:rPr>
              <a:t> </a:t>
            </a:r>
            <a:r>
              <a:rPr sz="2000" i="1" spc="-50">
                <a:latin typeface="Calibri"/>
                <a:cs typeface="Calibri"/>
              </a:rPr>
              <a:t>6</a:t>
            </a:r>
            <a:endParaRPr sz="2000">
              <a:latin typeface="Calibri"/>
              <a:cs typeface="Calibri"/>
            </a:endParaRPr>
          </a:p>
          <a:p>
            <a:pPr marL="69850">
              <a:lnSpc>
                <a:spcPct val="100000"/>
              </a:lnSpc>
              <a:spcBef>
                <a:spcPts val="5"/>
              </a:spcBef>
            </a:pPr>
            <a:r>
              <a:rPr sz="2000" i="1" spc="-25">
                <a:latin typeface="Calibri"/>
                <a:cs typeface="Calibri"/>
              </a:rPr>
              <a:t>h=0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1442065" y="3730942"/>
            <a:ext cx="52768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 marR="5080" indent="-57150">
              <a:lnSpc>
                <a:spcPct val="100000"/>
              </a:lnSpc>
              <a:spcBef>
                <a:spcPts val="125"/>
              </a:spcBef>
            </a:pPr>
            <a:r>
              <a:rPr sz="2000" i="1">
                <a:latin typeface="Calibri"/>
                <a:cs typeface="Calibri"/>
              </a:rPr>
              <a:t>g</a:t>
            </a:r>
            <a:r>
              <a:rPr sz="2000" i="1" spc="5">
                <a:latin typeface="Calibri"/>
                <a:cs typeface="Calibri"/>
              </a:rPr>
              <a:t> </a:t>
            </a:r>
            <a:r>
              <a:rPr sz="2000" i="1">
                <a:latin typeface="Calibri"/>
                <a:cs typeface="Calibri"/>
              </a:rPr>
              <a:t>=</a:t>
            </a:r>
            <a:r>
              <a:rPr sz="2000" i="1" spc="-30">
                <a:latin typeface="Calibri"/>
                <a:cs typeface="Calibri"/>
              </a:rPr>
              <a:t> </a:t>
            </a:r>
            <a:r>
              <a:rPr sz="2000" i="1" spc="-50">
                <a:latin typeface="Calibri"/>
                <a:cs typeface="Calibri"/>
              </a:rPr>
              <a:t>9 </a:t>
            </a:r>
            <a:r>
              <a:rPr sz="2000" i="1" spc="-25">
                <a:latin typeface="Calibri"/>
                <a:cs typeface="Calibri"/>
              </a:rPr>
              <a:t>h=1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1413490" y="4722812"/>
            <a:ext cx="664210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i="1">
                <a:latin typeface="Calibri"/>
                <a:cs typeface="Calibri"/>
              </a:rPr>
              <a:t>g</a:t>
            </a:r>
            <a:r>
              <a:rPr sz="2000" i="1" spc="5">
                <a:latin typeface="Calibri"/>
                <a:cs typeface="Calibri"/>
              </a:rPr>
              <a:t> </a:t>
            </a:r>
            <a:r>
              <a:rPr sz="2000" i="1">
                <a:latin typeface="Calibri"/>
                <a:cs typeface="Calibri"/>
              </a:rPr>
              <a:t>=</a:t>
            </a:r>
            <a:r>
              <a:rPr sz="2000" i="1" spc="-30">
                <a:latin typeface="Calibri"/>
                <a:cs typeface="Calibri"/>
              </a:rPr>
              <a:t> </a:t>
            </a:r>
            <a:r>
              <a:rPr sz="2000" i="1" spc="-25">
                <a:latin typeface="Calibri"/>
                <a:cs typeface="Calibri"/>
              </a:rPr>
              <a:t>10</a:t>
            </a:r>
            <a:endParaRPr sz="2000">
              <a:latin typeface="Calibri"/>
              <a:cs typeface="Calibri"/>
            </a:endParaRPr>
          </a:p>
          <a:p>
            <a:pPr marL="136525">
              <a:lnSpc>
                <a:spcPct val="100000"/>
              </a:lnSpc>
              <a:spcBef>
                <a:spcPts val="5"/>
              </a:spcBef>
            </a:pPr>
            <a:r>
              <a:rPr sz="2000" i="1" spc="-25">
                <a:latin typeface="Calibri"/>
                <a:cs typeface="Calibri"/>
              </a:rPr>
              <a:t>h=2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1413490" y="5583872"/>
            <a:ext cx="664210" cy="640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i="1">
                <a:latin typeface="Calibri"/>
                <a:cs typeface="Calibri"/>
              </a:rPr>
              <a:t>g</a:t>
            </a:r>
            <a:r>
              <a:rPr sz="2000" i="1" spc="10">
                <a:latin typeface="Calibri"/>
                <a:cs typeface="Calibri"/>
              </a:rPr>
              <a:t> </a:t>
            </a:r>
            <a:r>
              <a:rPr sz="2000" i="1">
                <a:latin typeface="Calibri"/>
                <a:cs typeface="Calibri"/>
              </a:rPr>
              <a:t>=</a:t>
            </a:r>
            <a:r>
              <a:rPr sz="2000" i="1" spc="-25">
                <a:latin typeface="Calibri"/>
                <a:cs typeface="Calibri"/>
              </a:rPr>
              <a:t> 12</a:t>
            </a:r>
            <a:endParaRPr sz="2000">
              <a:latin typeface="Calibri"/>
              <a:cs typeface="Calibri"/>
            </a:endParaRPr>
          </a:p>
          <a:p>
            <a:pPr marL="136525">
              <a:lnSpc>
                <a:spcPct val="100000"/>
              </a:lnSpc>
              <a:spcBef>
                <a:spcPts val="5"/>
              </a:spcBef>
            </a:pPr>
            <a:r>
              <a:rPr sz="2000" i="1" spc="-25">
                <a:latin typeface="Calibri"/>
                <a:cs typeface="Calibri"/>
              </a:rPr>
              <a:t>h=0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1" name="object 81"/>
          <p:cNvSpPr txBox="1">
            <a:spLocks noGrp="1"/>
          </p:cNvSpPr>
          <p:nvPr>
            <p:ph type="title"/>
          </p:nvPr>
        </p:nvSpPr>
        <p:spPr>
          <a:xfrm>
            <a:off x="8022031" y="872553"/>
            <a:ext cx="301879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>
                <a:solidFill>
                  <a:srgbClr val="3F54FF"/>
                </a:solidFill>
              </a:rPr>
              <a:t>Estimation</a:t>
            </a:r>
            <a:r>
              <a:rPr sz="2800" spc="-30">
                <a:solidFill>
                  <a:srgbClr val="3F54FF"/>
                </a:solidFill>
              </a:rPr>
              <a:t> </a:t>
            </a:r>
            <a:r>
              <a:rPr sz="2800">
                <a:solidFill>
                  <a:srgbClr val="3F54FF"/>
                </a:solidFill>
              </a:rPr>
              <a:t>of</a:t>
            </a:r>
            <a:r>
              <a:rPr sz="2800" spc="-30">
                <a:solidFill>
                  <a:srgbClr val="3F54FF"/>
                </a:solidFill>
              </a:rPr>
              <a:t> </a:t>
            </a:r>
            <a:r>
              <a:rPr sz="2800" spc="-10">
                <a:solidFill>
                  <a:srgbClr val="3F54FF"/>
                </a:solidFill>
              </a:rPr>
              <a:t>future </a:t>
            </a:r>
            <a:r>
              <a:rPr sz="2800">
                <a:solidFill>
                  <a:srgbClr val="3F54FF"/>
                </a:solidFill>
              </a:rPr>
              <a:t>steps</a:t>
            </a:r>
            <a:r>
              <a:rPr sz="2800" spc="-50">
                <a:solidFill>
                  <a:srgbClr val="3F54FF"/>
                </a:solidFill>
              </a:rPr>
              <a:t> </a:t>
            </a:r>
            <a:r>
              <a:rPr sz="2800">
                <a:solidFill>
                  <a:srgbClr val="3F54FF"/>
                </a:solidFill>
              </a:rPr>
              <a:t>what</a:t>
            </a:r>
            <a:r>
              <a:rPr sz="2800" spc="-40">
                <a:solidFill>
                  <a:srgbClr val="3F54FF"/>
                </a:solidFill>
              </a:rPr>
              <a:t> </a:t>
            </a:r>
            <a:r>
              <a:rPr sz="2800">
                <a:solidFill>
                  <a:srgbClr val="3F54FF"/>
                </a:solidFill>
              </a:rPr>
              <a:t>would</a:t>
            </a:r>
            <a:r>
              <a:rPr sz="2800" spc="-35">
                <a:solidFill>
                  <a:srgbClr val="3F54FF"/>
                </a:solidFill>
              </a:rPr>
              <a:t> </a:t>
            </a:r>
            <a:r>
              <a:rPr sz="2800" spc="-25">
                <a:solidFill>
                  <a:srgbClr val="3F54FF"/>
                </a:solidFill>
              </a:rPr>
              <a:t>be </a:t>
            </a:r>
            <a:r>
              <a:rPr sz="2800">
                <a:solidFill>
                  <a:srgbClr val="3F54FF"/>
                </a:solidFill>
              </a:rPr>
              <a:t>the</a:t>
            </a:r>
            <a:r>
              <a:rPr sz="2800" spc="-20">
                <a:solidFill>
                  <a:srgbClr val="3F54FF"/>
                </a:solidFill>
              </a:rPr>
              <a:t> </a:t>
            </a:r>
            <a:r>
              <a:rPr sz="2800">
                <a:solidFill>
                  <a:srgbClr val="3F54FF"/>
                </a:solidFill>
              </a:rPr>
              <a:t>cost</a:t>
            </a:r>
            <a:r>
              <a:rPr sz="2800" spc="-20">
                <a:solidFill>
                  <a:srgbClr val="3F54FF"/>
                </a:solidFill>
              </a:rPr>
              <a:t> </a:t>
            </a:r>
            <a:r>
              <a:rPr sz="2800">
                <a:solidFill>
                  <a:srgbClr val="3F54FF"/>
                </a:solidFill>
              </a:rPr>
              <a:t>of</a:t>
            </a:r>
            <a:r>
              <a:rPr sz="2800" spc="-25">
                <a:solidFill>
                  <a:srgbClr val="3F54FF"/>
                </a:solidFill>
              </a:rPr>
              <a:t> </a:t>
            </a:r>
            <a:r>
              <a:rPr sz="2800" spc="-20">
                <a:solidFill>
                  <a:srgbClr val="3F54FF"/>
                </a:solidFill>
              </a:rPr>
              <a:t>them</a:t>
            </a:r>
            <a:endParaRPr sz="2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2450" y="338899"/>
            <a:ext cx="6502654" cy="40690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5457" y="1123568"/>
            <a:ext cx="733425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Should</a:t>
            </a:r>
            <a:r>
              <a:rPr sz="3200" spc="-14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we</a:t>
            </a:r>
            <a:r>
              <a:rPr sz="3200" spc="-4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stop</a:t>
            </a:r>
            <a:r>
              <a:rPr sz="3200" spc="1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when</a:t>
            </a:r>
            <a:r>
              <a:rPr sz="3200" spc="-6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we</a:t>
            </a:r>
            <a:r>
              <a:rPr sz="3200" spc="6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enqueue</a:t>
            </a:r>
            <a:r>
              <a:rPr sz="3200" spc="-12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3200" spc="1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>
                <a:solidFill>
                  <a:srgbClr val="333399"/>
                </a:solidFill>
                <a:latin typeface="Calibri"/>
                <a:cs typeface="Calibri"/>
              </a:rPr>
              <a:t>goal?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457" y="5225415"/>
            <a:ext cx="6811009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No:</a:t>
            </a:r>
            <a:r>
              <a:rPr sz="3200" spc="-7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only</a:t>
            </a:r>
            <a:r>
              <a:rPr sz="3200" spc="-5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stop</a:t>
            </a:r>
            <a:r>
              <a:rPr sz="3200" spc="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when</a:t>
            </a:r>
            <a:r>
              <a:rPr sz="3200" spc="-7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we</a:t>
            </a:r>
            <a:r>
              <a:rPr sz="3200" spc="-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dequeue</a:t>
            </a:r>
            <a:r>
              <a:rPr sz="3200" spc="-10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3200" spc="8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20">
                <a:solidFill>
                  <a:srgbClr val="333399"/>
                </a:solidFill>
                <a:latin typeface="Calibri"/>
                <a:cs typeface="Calibri"/>
              </a:rPr>
              <a:t>goal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81426" y="3510026"/>
            <a:ext cx="609600" cy="590550"/>
          </a:xfrm>
          <a:custGeom>
            <a:avLst/>
            <a:gdLst/>
            <a:ahLst/>
            <a:cxnLst/>
            <a:rect l="l" t="t" r="r" b="b"/>
            <a:pathLst>
              <a:path w="609600" h="590550">
                <a:moveTo>
                  <a:pt x="0" y="295275"/>
                </a:moveTo>
                <a:lnTo>
                  <a:pt x="3861" y="247350"/>
                </a:lnTo>
                <a:lnTo>
                  <a:pt x="15041" y="201899"/>
                </a:lnTo>
                <a:lnTo>
                  <a:pt x="32935" y="159526"/>
                </a:lnTo>
                <a:lnTo>
                  <a:pt x="56936" y="120837"/>
                </a:lnTo>
                <a:lnTo>
                  <a:pt x="86439" y="86439"/>
                </a:lnTo>
                <a:lnTo>
                  <a:pt x="120837" y="56936"/>
                </a:lnTo>
                <a:lnTo>
                  <a:pt x="159526" y="32935"/>
                </a:lnTo>
                <a:lnTo>
                  <a:pt x="201899" y="15041"/>
                </a:lnTo>
                <a:lnTo>
                  <a:pt x="247350" y="3861"/>
                </a:lnTo>
                <a:lnTo>
                  <a:pt x="295275" y="0"/>
                </a:lnTo>
                <a:lnTo>
                  <a:pt x="314325" y="0"/>
                </a:lnTo>
                <a:lnTo>
                  <a:pt x="362218" y="3861"/>
                </a:lnTo>
                <a:lnTo>
                  <a:pt x="407651" y="15041"/>
                </a:lnTo>
                <a:lnTo>
                  <a:pt x="450017" y="32935"/>
                </a:lnTo>
                <a:lnTo>
                  <a:pt x="488707" y="56936"/>
                </a:lnTo>
                <a:lnTo>
                  <a:pt x="523113" y="86439"/>
                </a:lnTo>
                <a:lnTo>
                  <a:pt x="552626" y="120837"/>
                </a:lnTo>
                <a:lnTo>
                  <a:pt x="576640" y="159526"/>
                </a:lnTo>
                <a:lnTo>
                  <a:pt x="594545" y="201899"/>
                </a:lnTo>
                <a:lnTo>
                  <a:pt x="605735" y="247350"/>
                </a:lnTo>
                <a:lnTo>
                  <a:pt x="609600" y="295275"/>
                </a:lnTo>
                <a:lnTo>
                  <a:pt x="605735" y="343168"/>
                </a:lnTo>
                <a:lnTo>
                  <a:pt x="594545" y="388601"/>
                </a:lnTo>
                <a:lnTo>
                  <a:pt x="576640" y="430967"/>
                </a:lnTo>
                <a:lnTo>
                  <a:pt x="552626" y="469657"/>
                </a:lnTo>
                <a:lnTo>
                  <a:pt x="523113" y="504063"/>
                </a:lnTo>
                <a:lnTo>
                  <a:pt x="488707" y="533576"/>
                </a:lnTo>
                <a:lnTo>
                  <a:pt x="450017" y="557590"/>
                </a:lnTo>
                <a:lnTo>
                  <a:pt x="407651" y="575495"/>
                </a:lnTo>
                <a:lnTo>
                  <a:pt x="362218" y="586685"/>
                </a:lnTo>
                <a:lnTo>
                  <a:pt x="314325" y="590550"/>
                </a:lnTo>
                <a:lnTo>
                  <a:pt x="295275" y="590550"/>
                </a:lnTo>
                <a:lnTo>
                  <a:pt x="247350" y="586685"/>
                </a:lnTo>
                <a:lnTo>
                  <a:pt x="201899" y="575494"/>
                </a:lnTo>
                <a:lnTo>
                  <a:pt x="159526" y="557587"/>
                </a:lnTo>
                <a:lnTo>
                  <a:pt x="120837" y="533568"/>
                </a:lnTo>
                <a:lnTo>
                  <a:pt x="86439" y="504047"/>
                </a:lnTo>
                <a:lnTo>
                  <a:pt x="56936" y="469629"/>
                </a:lnTo>
                <a:lnTo>
                  <a:pt x="32935" y="430923"/>
                </a:lnTo>
                <a:lnTo>
                  <a:pt x="15041" y="388536"/>
                </a:lnTo>
                <a:lnTo>
                  <a:pt x="3861" y="343075"/>
                </a:lnTo>
                <a:lnTo>
                  <a:pt x="0" y="295148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84245" y="3563048"/>
            <a:ext cx="19240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b="1" spc="-50">
                <a:latin typeface="Calibri"/>
                <a:cs typeface="Calibri"/>
              </a:rPr>
              <a:t>S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72226" y="4424426"/>
            <a:ext cx="609600" cy="590550"/>
          </a:xfrm>
          <a:custGeom>
            <a:avLst/>
            <a:gdLst/>
            <a:ahLst/>
            <a:cxnLst/>
            <a:rect l="l" t="t" r="r" b="b"/>
            <a:pathLst>
              <a:path w="609600" h="590550">
                <a:moveTo>
                  <a:pt x="0" y="295275"/>
                </a:moveTo>
                <a:lnTo>
                  <a:pt x="3861" y="247350"/>
                </a:lnTo>
                <a:lnTo>
                  <a:pt x="15041" y="201899"/>
                </a:lnTo>
                <a:lnTo>
                  <a:pt x="32935" y="159526"/>
                </a:lnTo>
                <a:lnTo>
                  <a:pt x="56936" y="120837"/>
                </a:lnTo>
                <a:lnTo>
                  <a:pt x="86439" y="86439"/>
                </a:lnTo>
                <a:lnTo>
                  <a:pt x="120837" y="56936"/>
                </a:lnTo>
                <a:lnTo>
                  <a:pt x="159526" y="32935"/>
                </a:lnTo>
                <a:lnTo>
                  <a:pt x="201899" y="15041"/>
                </a:lnTo>
                <a:lnTo>
                  <a:pt x="247350" y="3861"/>
                </a:lnTo>
                <a:lnTo>
                  <a:pt x="295275" y="0"/>
                </a:lnTo>
                <a:lnTo>
                  <a:pt x="314325" y="0"/>
                </a:lnTo>
                <a:lnTo>
                  <a:pt x="362218" y="3861"/>
                </a:lnTo>
                <a:lnTo>
                  <a:pt x="407651" y="15041"/>
                </a:lnTo>
                <a:lnTo>
                  <a:pt x="450017" y="32935"/>
                </a:lnTo>
                <a:lnTo>
                  <a:pt x="488707" y="56936"/>
                </a:lnTo>
                <a:lnTo>
                  <a:pt x="523113" y="86439"/>
                </a:lnTo>
                <a:lnTo>
                  <a:pt x="552626" y="120837"/>
                </a:lnTo>
                <a:lnTo>
                  <a:pt x="576640" y="159526"/>
                </a:lnTo>
                <a:lnTo>
                  <a:pt x="594545" y="201899"/>
                </a:lnTo>
                <a:lnTo>
                  <a:pt x="605735" y="247350"/>
                </a:lnTo>
                <a:lnTo>
                  <a:pt x="609600" y="295275"/>
                </a:lnTo>
                <a:lnTo>
                  <a:pt x="605735" y="343168"/>
                </a:lnTo>
                <a:lnTo>
                  <a:pt x="594545" y="388601"/>
                </a:lnTo>
                <a:lnTo>
                  <a:pt x="576640" y="430967"/>
                </a:lnTo>
                <a:lnTo>
                  <a:pt x="552626" y="469657"/>
                </a:lnTo>
                <a:lnTo>
                  <a:pt x="523113" y="504063"/>
                </a:lnTo>
                <a:lnTo>
                  <a:pt x="488707" y="533576"/>
                </a:lnTo>
                <a:lnTo>
                  <a:pt x="450017" y="557590"/>
                </a:lnTo>
                <a:lnTo>
                  <a:pt x="407651" y="575495"/>
                </a:lnTo>
                <a:lnTo>
                  <a:pt x="362218" y="586685"/>
                </a:lnTo>
                <a:lnTo>
                  <a:pt x="314325" y="590550"/>
                </a:lnTo>
                <a:lnTo>
                  <a:pt x="295275" y="590550"/>
                </a:lnTo>
                <a:lnTo>
                  <a:pt x="247350" y="586685"/>
                </a:lnTo>
                <a:lnTo>
                  <a:pt x="201899" y="575494"/>
                </a:lnTo>
                <a:lnTo>
                  <a:pt x="159526" y="557587"/>
                </a:lnTo>
                <a:lnTo>
                  <a:pt x="120837" y="533568"/>
                </a:lnTo>
                <a:lnTo>
                  <a:pt x="86439" y="504047"/>
                </a:lnTo>
                <a:lnTo>
                  <a:pt x="56936" y="469629"/>
                </a:lnTo>
                <a:lnTo>
                  <a:pt x="32935" y="430923"/>
                </a:lnTo>
                <a:lnTo>
                  <a:pt x="15041" y="388536"/>
                </a:lnTo>
                <a:lnTo>
                  <a:pt x="3861" y="343075"/>
                </a:lnTo>
                <a:lnTo>
                  <a:pt x="0" y="295148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57900" y="4478591"/>
            <a:ext cx="22352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b="1" spc="-50">
                <a:latin typeface="Calibri"/>
                <a:cs typeface="Calibri"/>
              </a:rPr>
              <a:t>B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72226" y="2538476"/>
            <a:ext cx="609600" cy="590550"/>
          </a:xfrm>
          <a:custGeom>
            <a:avLst/>
            <a:gdLst/>
            <a:ahLst/>
            <a:cxnLst/>
            <a:rect l="l" t="t" r="r" b="b"/>
            <a:pathLst>
              <a:path w="609600" h="590550">
                <a:moveTo>
                  <a:pt x="0" y="295275"/>
                </a:moveTo>
                <a:lnTo>
                  <a:pt x="3861" y="247350"/>
                </a:lnTo>
                <a:lnTo>
                  <a:pt x="15041" y="201899"/>
                </a:lnTo>
                <a:lnTo>
                  <a:pt x="32935" y="159526"/>
                </a:lnTo>
                <a:lnTo>
                  <a:pt x="56936" y="120837"/>
                </a:lnTo>
                <a:lnTo>
                  <a:pt x="86439" y="86439"/>
                </a:lnTo>
                <a:lnTo>
                  <a:pt x="120837" y="56936"/>
                </a:lnTo>
                <a:lnTo>
                  <a:pt x="159526" y="32935"/>
                </a:lnTo>
                <a:lnTo>
                  <a:pt x="201899" y="15041"/>
                </a:lnTo>
                <a:lnTo>
                  <a:pt x="247350" y="3861"/>
                </a:lnTo>
                <a:lnTo>
                  <a:pt x="295275" y="0"/>
                </a:lnTo>
                <a:lnTo>
                  <a:pt x="314325" y="0"/>
                </a:lnTo>
                <a:lnTo>
                  <a:pt x="362218" y="3861"/>
                </a:lnTo>
                <a:lnTo>
                  <a:pt x="407651" y="15041"/>
                </a:lnTo>
                <a:lnTo>
                  <a:pt x="450017" y="32935"/>
                </a:lnTo>
                <a:lnTo>
                  <a:pt x="488707" y="56936"/>
                </a:lnTo>
                <a:lnTo>
                  <a:pt x="523113" y="86439"/>
                </a:lnTo>
                <a:lnTo>
                  <a:pt x="552626" y="120837"/>
                </a:lnTo>
                <a:lnTo>
                  <a:pt x="576640" y="159526"/>
                </a:lnTo>
                <a:lnTo>
                  <a:pt x="594545" y="201899"/>
                </a:lnTo>
                <a:lnTo>
                  <a:pt x="605735" y="247350"/>
                </a:lnTo>
                <a:lnTo>
                  <a:pt x="609600" y="295275"/>
                </a:lnTo>
                <a:lnTo>
                  <a:pt x="605735" y="343168"/>
                </a:lnTo>
                <a:lnTo>
                  <a:pt x="594545" y="388601"/>
                </a:lnTo>
                <a:lnTo>
                  <a:pt x="576640" y="430967"/>
                </a:lnTo>
                <a:lnTo>
                  <a:pt x="552626" y="469657"/>
                </a:lnTo>
                <a:lnTo>
                  <a:pt x="523113" y="504063"/>
                </a:lnTo>
                <a:lnTo>
                  <a:pt x="488707" y="533576"/>
                </a:lnTo>
                <a:lnTo>
                  <a:pt x="450017" y="557590"/>
                </a:lnTo>
                <a:lnTo>
                  <a:pt x="407651" y="575495"/>
                </a:lnTo>
                <a:lnTo>
                  <a:pt x="362218" y="586685"/>
                </a:lnTo>
                <a:lnTo>
                  <a:pt x="314325" y="590550"/>
                </a:lnTo>
                <a:lnTo>
                  <a:pt x="295275" y="590550"/>
                </a:lnTo>
                <a:lnTo>
                  <a:pt x="247350" y="586685"/>
                </a:lnTo>
                <a:lnTo>
                  <a:pt x="201899" y="575494"/>
                </a:lnTo>
                <a:lnTo>
                  <a:pt x="159526" y="557587"/>
                </a:lnTo>
                <a:lnTo>
                  <a:pt x="120837" y="533568"/>
                </a:lnTo>
                <a:lnTo>
                  <a:pt x="86439" y="504047"/>
                </a:lnTo>
                <a:lnTo>
                  <a:pt x="56936" y="469629"/>
                </a:lnTo>
                <a:lnTo>
                  <a:pt x="32935" y="430923"/>
                </a:lnTo>
                <a:lnTo>
                  <a:pt x="15041" y="388536"/>
                </a:lnTo>
                <a:lnTo>
                  <a:pt x="3861" y="343075"/>
                </a:lnTo>
                <a:lnTo>
                  <a:pt x="0" y="295148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57900" y="2584830"/>
            <a:ext cx="23939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-50">
                <a:latin typeface="Calibri"/>
                <a:cs typeface="Calibri"/>
              </a:rPr>
              <a:t>A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86826" y="3529076"/>
            <a:ext cx="609600" cy="590550"/>
          </a:xfrm>
          <a:custGeom>
            <a:avLst/>
            <a:gdLst/>
            <a:ahLst/>
            <a:cxnLst/>
            <a:rect l="l" t="t" r="r" b="b"/>
            <a:pathLst>
              <a:path w="609600" h="590550">
                <a:moveTo>
                  <a:pt x="0" y="295275"/>
                </a:moveTo>
                <a:lnTo>
                  <a:pt x="3861" y="247350"/>
                </a:lnTo>
                <a:lnTo>
                  <a:pt x="15041" y="201899"/>
                </a:lnTo>
                <a:lnTo>
                  <a:pt x="32935" y="159526"/>
                </a:lnTo>
                <a:lnTo>
                  <a:pt x="56936" y="120837"/>
                </a:lnTo>
                <a:lnTo>
                  <a:pt x="86439" y="86439"/>
                </a:lnTo>
                <a:lnTo>
                  <a:pt x="120837" y="56936"/>
                </a:lnTo>
                <a:lnTo>
                  <a:pt x="159526" y="32935"/>
                </a:lnTo>
                <a:lnTo>
                  <a:pt x="201899" y="15041"/>
                </a:lnTo>
                <a:lnTo>
                  <a:pt x="247350" y="3861"/>
                </a:lnTo>
                <a:lnTo>
                  <a:pt x="295275" y="0"/>
                </a:lnTo>
                <a:lnTo>
                  <a:pt x="314325" y="0"/>
                </a:lnTo>
                <a:lnTo>
                  <a:pt x="362218" y="3861"/>
                </a:lnTo>
                <a:lnTo>
                  <a:pt x="407651" y="15041"/>
                </a:lnTo>
                <a:lnTo>
                  <a:pt x="450017" y="32935"/>
                </a:lnTo>
                <a:lnTo>
                  <a:pt x="488707" y="56936"/>
                </a:lnTo>
                <a:lnTo>
                  <a:pt x="523113" y="86439"/>
                </a:lnTo>
                <a:lnTo>
                  <a:pt x="552626" y="120837"/>
                </a:lnTo>
                <a:lnTo>
                  <a:pt x="576640" y="159526"/>
                </a:lnTo>
                <a:lnTo>
                  <a:pt x="594545" y="201899"/>
                </a:lnTo>
                <a:lnTo>
                  <a:pt x="605735" y="247350"/>
                </a:lnTo>
                <a:lnTo>
                  <a:pt x="609600" y="295275"/>
                </a:lnTo>
                <a:lnTo>
                  <a:pt x="605735" y="343168"/>
                </a:lnTo>
                <a:lnTo>
                  <a:pt x="594545" y="388601"/>
                </a:lnTo>
                <a:lnTo>
                  <a:pt x="576640" y="430967"/>
                </a:lnTo>
                <a:lnTo>
                  <a:pt x="552626" y="469657"/>
                </a:lnTo>
                <a:lnTo>
                  <a:pt x="523113" y="504063"/>
                </a:lnTo>
                <a:lnTo>
                  <a:pt x="488707" y="533576"/>
                </a:lnTo>
                <a:lnTo>
                  <a:pt x="450017" y="557590"/>
                </a:lnTo>
                <a:lnTo>
                  <a:pt x="407651" y="575495"/>
                </a:lnTo>
                <a:lnTo>
                  <a:pt x="362218" y="586685"/>
                </a:lnTo>
                <a:lnTo>
                  <a:pt x="314325" y="590550"/>
                </a:lnTo>
                <a:lnTo>
                  <a:pt x="295275" y="590550"/>
                </a:lnTo>
                <a:lnTo>
                  <a:pt x="247350" y="586685"/>
                </a:lnTo>
                <a:lnTo>
                  <a:pt x="201899" y="575494"/>
                </a:lnTo>
                <a:lnTo>
                  <a:pt x="159526" y="557587"/>
                </a:lnTo>
                <a:lnTo>
                  <a:pt x="120837" y="533568"/>
                </a:lnTo>
                <a:lnTo>
                  <a:pt x="86439" y="504047"/>
                </a:lnTo>
                <a:lnTo>
                  <a:pt x="56936" y="469629"/>
                </a:lnTo>
                <a:lnTo>
                  <a:pt x="32935" y="430923"/>
                </a:lnTo>
                <a:lnTo>
                  <a:pt x="15041" y="388536"/>
                </a:lnTo>
                <a:lnTo>
                  <a:pt x="3861" y="343075"/>
                </a:lnTo>
                <a:lnTo>
                  <a:pt x="0" y="295148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564880" y="3577272"/>
            <a:ext cx="25019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b="1" spc="-50">
                <a:latin typeface="Calibri"/>
                <a:cs typeface="Calibri"/>
              </a:rPr>
              <a:t>G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85438" y="2791713"/>
            <a:ext cx="4501515" cy="1973580"/>
          </a:xfrm>
          <a:custGeom>
            <a:avLst/>
            <a:gdLst/>
            <a:ahLst/>
            <a:cxnLst/>
            <a:rect l="l" t="t" r="r" b="b"/>
            <a:pathLst>
              <a:path w="4501515" h="1973579">
                <a:moveTo>
                  <a:pt x="1986661" y="1937385"/>
                </a:moveTo>
                <a:lnTo>
                  <a:pt x="1979853" y="1925193"/>
                </a:lnTo>
                <a:lnTo>
                  <a:pt x="1932305" y="1839976"/>
                </a:lnTo>
                <a:lnTo>
                  <a:pt x="1911807" y="1893379"/>
                </a:lnTo>
                <a:lnTo>
                  <a:pt x="10668" y="1162050"/>
                </a:lnTo>
                <a:lnTo>
                  <a:pt x="381" y="1188720"/>
                </a:lnTo>
                <a:lnTo>
                  <a:pt x="1901558" y="1920062"/>
                </a:lnTo>
                <a:lnTo>
                  <a:pt x="1881124" y="1973326"/>
                </a:lnTo>
                <a:lnTo>
                  <a:pt x="1986661" y="1937385"/>
                </a:lnTo>
                <a:close/>
              </a:path>
              <a:path w="4501515" h="1973579">
                <a:moveTo>
                  <a:pt x="1986788" y="32385"/>
                </a:moveTo>
                <a:lnTo>
                  <a:pt x="1879981" y="0"/>
                </a:lnTo>
                <a:lnTo>
                  <a:pt x="1902231" y="52692"/>
                </a:lnTo>
                <a:lnTo>
                  <a:pt x="0" y="857504"/>
                </a:lnTo>
                <a:lnTo>
                  <a:pt x="11049" y="883793"/>
                </a:lnTo>
                <a:lnTo>
                  <a:pt x="1913331" y="78968"/>
                </a:lnTo>
                <a:lnTo>
                  <a:pt x="1935607" y="131699"/>
                </a:lnTo>
                <a:lnTo>
                  <a:pt x="1979193" y="47117"/>
                </a:lnTo>
                <a:lnTo>
                  <a:pt x="1986788" y="32385"/>
                </a:lnTo>
                <a:close/>
              </a:path>
              <a:path w="4501515" h="1973579">
                <a:moveTo>
                  <a:pt x="4501261" y="870585"/>
                </a:moveTo>
                <a:lnTo>
                  <a:pt x="4493488" y="854964"/>
                </a:lnTo>
                <a:lnTo>
                  <a:pt x="4451604" y="770763"/>
                </a:lnTo>
                <a:lnTo>
                  <a:pt x="4428604" y="823048"/>
                </a:lnTo>
                <a:lnTo>
                  <a:pt x="2602103" y="19431"/>
                </a:lnTo>
                <a:lnTo>
                  <a:pt x="2590546" y="45466"/>
                </a:lnTo>
                <a:lnTo>
                  <a:pt x="4417085" y="849236"/>
                </a:lnTo>
                <a:lnTo>
                  <a:pt x="4394073" y="901573"/>
                </a:lnTo>
                <a:lnTo>
                  <a:pt x="4501261" y="870585"/>
                </a:lnTo>
                <a:close/>
              </a:path>
              <a:path w="4501515" h="1973579">
                <a:moveTo>
                  <a:pt x="4501388" y="1175385"/>
                </a:moveTo>
                <a:lnTo>
                  <a:pt x="4395216" y="1140968"/>
                </a:lnTo>
                <a:lnTo>
                  <a:pt x="4416437" y="1194003"/>
                </a:lnTo>
                <a:lnTo>
                  <a:pt x="2591054" y="1924177"/>
                </a:lnTo>
                <a:lnTo>
                  <a:pt x="2601595" y="1950720"/>
                </a:lnTo>
                <a:lnTo>
                  <a:pt x="4427067" y="1220558"/>
                </a:lnTo>
                <a:lnTo>
                  <a:pt x="4448302" y="1273556"/>
                </a:lnTo>
                <a:lnTo>
                  <a:pt x="4494174" y="1188720"/>
                </a:lnTo>
                <a:lnTo>
                  <a:pt x="4501388" y="11753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654296" y="2684399"/>
            <a:ext cx="2044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-50">
                <a:latin typeface="Calibri"/>
                <a:cs typeface="Calibri"/>
              </a:rPr>
              <a:t>2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99655" y="4453890"/>
            <a:ext cx="2044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-50">
                <a:latin typeface="Calibri"/>
                <a:cs typeface="Calibri"/>
              </a:rPr>
              <a:t>3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99655" y="2698749"/>
            <a:ext cx="2044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-50">
                <a:latin typeface="Calibri"/>
                <a:cs typeface="Calibri"/>
              </a:rPr>
              <a:t>2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54296" y="4439856"/>
            <a:ext cx="20447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b="1" spc="-50">
                <a:latin typeface="Calibri"/>
                <a:cs typeface="Calibri"/>
              </a:rPr>
              <a:t>2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50839" y="5061902"/>
            <a:ext cx="4749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>
                <a:latin typeface="Calibri"/>
                <a:cs typeface="Calibri"/>
              </a:rPr>
              <a:t>h</a:t>
            </a:r>
            <a:r>
              <a:rPr sz="1800" i="1" spc="5">
                <a:latin typeface="Calibri"/>
                <a:cs typeface="Calibri"/>
              </a:rPr>
              <a:t> </a:t>
            </a:r>
            <a:r>
              <a:rPr sz="1800" i="1">
                <a:latin typeface="Calibri"/>
                <a:cs typeface="Calibri"/>
              </a:rPr>
              <a:t>=</a:t>
            </a:r>
            <a:r>
              <a:rPr sz="1800" i="1" spc="-35">
                <a:latin typeface="Calibri"/>
                <a:cs typeface="Calibri"/>
              </a:rPr>
              <a:t> </a:t>
            </a:r>
            <a:r>
              <a:rPr sz="1800" i="1" spc="-5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50839" y="2162111"/>
            <a:ext cx="4749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>
                <a:latin typeface="Calibri"/>
                <a:cs typeface="Calibri"/>
              </a:rPr>
              <a:t>h</a:t>
            </a:r>
            <a:r>
              <a:rPr sz="1800" i="1" spc="5">
                <a:latin typeface="Calibri"/>
                <a:cs typeface="Calibri"/>
              </a:rPr>
              <a:t> </a:t>
            </a:r>
            <a:r>
              <a:rPr sz="1800" i="1">
                <a:latin typeface="Calibri"/>
                <a:cs typeface="Calibri"/>
              </a:rPr>
              <a:t>=</a:t>
            </a:r>
            <a:r>
              <a:rPr sz="1800" i="1" spc="-35">
                <a:latin typeface="Calibri"/>
                <a:cs typeface="Calibri"/>
              </a:rPr>
              <a:t> </a:t>
            </a:r>
            <a:r>
              <a:rPr sz="1800" i="1" spc="-5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04835" y="3612197"/>
            <a:ext cx="475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>
                <a:latin typeface="Calibri"/>
                <a:cs typeface="Calibri"/>
              </a:rPr>
              <a:t>h</a:t>
            </a:r>
            <a:r>
              <a:rPr sz="1800" i="1" spc="5">
                <a:latin typeface="Calibri"/>
                <a:cs typeface="Calibri"/>
              </a:rPr>
              <a:t> </a:t>
            </a:r>
            <a:r>
              <a:rPr sz="1800" i="1">
                <a:latin typeface="Calibri"/>
                <a:cs typeface="Calibri"/>
              </a:rPr>
              <a:t>=</a:t>
            </a:r>
            <a:r>
              <a:rPr sz="1800" i="1" spc="-35">
                <a:latin typeface="Calibri"/>
                <a:cs typeface="Calibri"/>
              </a:rPr>
              <a:t> </a:t>
            </a:r>
            <a:r>
              <a:rPr sz="1800" i="1" spc="-5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44315" y="3612197"/>
            <a:ext cx="475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>
                <a:latin typeface="Calibri"/>
                <a:cs typeface="Calibri"/>
              </a:rPr>
              <a:t>h</a:t>
            </a:r>
            <a:r>
              <a:rPr sz="1800" i="1" spc="5">
                <a:latin typeface="Calibri"/>
                <a:cs typeface="Calibri"/>
              </a:rPr>
              <a:t> </a:t>
            </a:r>
            <a:r>
              <a:rPr sz="1800" i="1">
                <a:latin typeface="Calibri"/>
                <a:cs typeface="Calibri"/>
              </a:rPr>
              <a:t>=</a:t>
            </a:r>
            <a:r>
              <a:rPr sz="1800" i="1" spc="-35">
                <a:latin typeface="Calibri"/>
                <a:cs typeface="Calibri"/>
              </a:rPr>
              <a:t> </a:t>
            </a:r>
            <a:r>
              <a:rPr sz="1800" i="1" spc="-5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92287" y="1706397"/>
            <a:ext cx="2055495" cy="1010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95"/>
              </a:spcBef>
            </a:pP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Adding</a:t>
            </a:r>
            <a:r>
              <a:rPr sz="3200" spc="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20">
                <a:solidFill>
                  <a:srgbClr val="333399"/>
                </a:solidFill>
                <a:latin typeface="Calibri"/>
                <a:cs typeface="Calibri"/>
              </a:rPr>
              <a:t>Goal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to </a:t>
            </a:r>
            <a:r>
              <a:rPr sz="3200" spc="-10">
                <a:solidFill>
                  <a:srgbClr val="333399"/>
                </a:solidFill>
                <a:latin typeface="Calibri"/>
                <a:cs typeface="Calibri"/>
              </a:rPr>
              <a:t>Fringe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8860" y="361505"/>
            <a:ext cx="2998088" cy="45034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796026" y="1757426"/>
            <a:ext cx="609600" cy="571500"/>
          </a:xfrm>
          <a:custGeom>
            <a:avLst/>
            <a:gdLst/>
            <a:ahLst/>
            <a:cxnLst/>
            <a:rect l="l" t="t" r="r" b="b"/>
            <a:pathLst>
              <a:path w="609600" h="571500">
                <a:moveTo>
                  <a:pt x="0" y="285750"/>
                </a:moveTo>
                <a:lnTo>
                  <a:pt x="3738" y="239388"/>
                </a:lnTo>
                <a:lnTo>
                  <a:pt x="14563" y="195413"/>
                </a:lnTo>
                <a:lnTo>
                  <a:pt x="31886" y="154411"/>
                </a:lnTo>
                <a:lnTo>
                  <a:pt x="55120" y="116970"/>
                </a:lnTo>
                <a:lnTo>
                  <a:pt x="83677" y="83677"/>
                </a:lnTo>
                <a:lnTo>
                  <a:pt x="116970" y="55120"/>
                </a:lnTo>
                <a:lnTo>
                  <a:pt x="154411" y="31886"/>
                </a:lnTo>
                <a:lnTo>
                  <a:pt x="195413" y="14563"/>
                </a:lnTo>
                <a:lnTo>
                  <a:pt x="239388" y="3738"/>
                </a:lnTo>
                <a:lnTo>
                  <a:pt x="285750" y="0"/>
                </a:lnTo>
                <a:lnTo>
                  <a:pt x="323850" y="0"/>
                </a:lnTo>
                <a:lnTo>
                  <a:pt x="370180" y="3738"/>
                </a:lnTo>
                <a:lnTo>
                  <a:pt x="414137" y="14563"/>
                </a:lnTo>
                <a:lnTo>
                  <a:pt x="455132" y="31886"/>
                </a:lnTo>
                <a:lnTo>
                  <a:pt x="492575" y="55120"/>
                </a:lnTo>
                <a:lnTo>
                  <a:pt x="525875" y="83677"/>
                </a:lnTo>
                <a:lnTo>
                  <a:pt x="554443" y="116970"/>
                </a:lnTo>
                <a:lnTo>
                  <a:pt x="577689" y="154411"/>
                </a:lnTo>
                <a:lnTo>
                  <a:pt x="595024" y="195413"/>
                </a:lnTo>
                <a:lnTo>
                  <a:pt x="605857" y="239388"/>
                </a:lnTo>
                <a:lnTo>
                  <a:pt x="609600" y="285750"/>
                </a:lnTo>
                <a:lnTo>
                  <a:pt x="605857" y="332080"/>
                </a:lnTo>
                <a:lnTo>
                  <a:pt x="595024" y="376037"/>
                </a:lnTo>
                <a:lnTo>
                  <a:pt x="577689" y="417032"/>
                </a:lnTo>
                <a:lnTo>
                  <a:pt x="554443" y="454475"/>
                </a:lnTo>
                <a:lnTo>
                  <a:pt x="525875" y="487775"/>
                </a:lnTo>
                <a:lnTo>
                  <a:pt x="492575" y="516343"/>
                </a:lnTo>
                <a:lnTo>
                  <a:pt x="455132" y="539589"/>
                </a:lnTo>
                <a:lnTo>
                  <a:pt x="414137" y="556924"/>
                </a:lnTo>
                <a:lnTo>
                  <a:pt x="370180" y="567757"/>
                </a:lnTo>
                <a:lnTo>
                  <a:pt x="323850" y="571500"/>
                </a:lnTo>
                <a:lnTo>
                  <a:pt x="285750" y="571500"/>
                </a:lnTo>
                <a:lnTo>
                  <a:pt x="239388" y="567757"/>
                </a:lnTo>
                <a:lnTo>
                  <a:pt x="195413" y="556923"/>
                </a:lnTo>
                <a:lnTo>
                  <a:pt x="154411" y="539586"/>
                </a:lnTo>
                <a:lnTo>
                  <a:pt x="116970" y="516335"/>
                </a:lnTo>
                <a:lnTo>
                  <a:pt x="83677" y="487759"/>
                </a:lnTo>
                <a:lnTo>
                  <a:pt x="55120" y="454447"/>
                </a:lnTo>
                <a:lnTo>
                  <a:pt x="31886" y="416989"/>
                </a:lnTo>
                <a:lnTo>
                  <a:pt x="14563" y="375972"/>
                </a:lnTo>
                <a:lnTo>
                  <a:pt x="3738" y="331987"/>
                </a:lnTo>
                <a:lnTo>
                  <a:pt x="0" y="285623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77509" y="1795399"/>
            <a:ext cx="23939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-50">
                <a:latin typeface="Calibri"/>
                <a:cs typeface="Calibri"/>
              </a:rPr>
              <a:t>A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67826" y="3243326"/>
            <a:ext cx="609600" cy="571500"/>
          </a:xfrm>
          <a:custGeom>
            <a:avLst/>
            <a:gdLst/>
            <a:ahLst/>
            <a:cxnLst/>
            <a:rect l="l" t="t" r="r" b="b"/>
            <a:pathLst>
              <a:path w="609600" h="571500">
                <a:moveTo>
                  <a:pt x="0" y="285750"/>
                </a:moveTo>
                <a:lnTo>
                  <a:pt x="3738" y="239388"/>
                </a:lnTo>
                <a:lnTo>
                  <a:pt x="14563" y="195413"/>
                </a:lnTo>
                <a:lnTo>
                  <a:pt x="31886" y="154411"/>
                </a:lnTo>
                <a:lnTo>
                  <a:pt x="55120" y="116970"/>
                </a:lnTo>
                <a:lnTo>
                  <a:pt x="83677" y="83677"/>
                </a:lnTo>
                <a:lnTo>
                  <a:pt x="116970" y="55120"/>
                </a:lnTo>
                <a:lnTo>
                  <a:pt x="154411" y="31886"/>
                </a:lnTo>
                <a:lnTo>
                  <a:pt x="195413" y="14563"/>
                </a:lnTo>
                <a:lnTo>
                  <a:pt x="239388" y="3738"/>
                </a:lnTo>
                <a:lnTo>
                  <a:pt x="285750" y="0"/>
                </a:lnTo>
                <a:lnTo>
                  <a:pt x="323850" y="0"/>
                </a:lnTo>
                <a:lnTo>
                  <a:pt x="370180" y="3738"/>
                </a:lnTo>
                <a:lnTo>
                  <a:pt x="414137" y="14563"/>
                </a:lnTo>
                <a:lnTo>
                  <a:pt x="455132" y="31886"/>
                </a:lnTo>
                <a:lnTo>
                  <a:pt x="492575" y="55120"/>
                </a:lnTo>
                <a:lnTo>
                  <a:pt x="525875" y="83677"/>
                </a:lnTo>
                <a:lnTo>
                  <a:pt x="554443" y="116970"/>
                </a:lnTo>
                <a:lnTo>
                  <a:pt x="577689" y="154411"/>
                </a:lnTo>
                <a:lnTo>
                  <a:pt x="595024" y="195413"/>
                </a:lnTo>
                <a:lnTo>
                  <a:pt x="605857" y="239388"/>
                </a:lnTo>
                <a:lnTo>
                  <a:pt x="609600" y="285750"/>
                </a:lnTo>
                <a:lnTo>
                  <a:pt x="605857" y="332080"/>
                </a:lnTo>
                <a:lnTo>
                  <a:pt x="595024" y="376037"/>
                </a:lnTo>
                <a:lnTo>
                  <a:pt x="577689" y="417032"/>
                </a:lnTo>
                <a:lnTo>
                  <a:pt x="554443" y="454475"/>
                </a:lnTo>
                <a:lnTo>
                  <a:pt x="525875" y="487775"/>
                </a:lnTo>
                <a:lnTo>
                  <a:pt x="492575" y="516343"/>
                </a:lnTo>
                <a:lnTo>
                  <a:pt x="455132" y="539589"/>
                </a:lnTo>
                <a:lnTo>
                  <a:pt x="414137" y="556924"/>
                </a:lnTo>
                <a:lnTo>
                  <a:pt x="370180" y="567757"/>
                </a:lnTo>
                <a:lnTo>
                  <a:pt x="323850" y="571500"/>
                </a:lnTo>
                <a:lnTo>
                  <a:pt x="285750" y="571500"/>
                </a:lnTo>
                <a:lnTo>
                  <a:pt x="239388" y="567757"/>
                </a:lnTo>
                <a:lnTo>
                  <a:pt x="195413" y="556924"/>
                </a:lnTo>
                <a:lnTo>
                  <a:pt x="154411" y="539589"/>
                </a:lnTo>
                <a:lnTo>
                  <a:pt x="116970" y="516343"/>
                </a:lnTo>
                <a:lnTo>
                  <a:pt x="83677" y="487775"/>
                </a:lnTo>
                <a:lnTo>
                  <a:pt x="55120" y="454475"/>
                </a:lnTo>
                <a:lnTo>
                  <a:pt x="31886" y="417032"/>
                </a:lnTo>
                <a:lnTo>
                  <a:pt x="14563" y="376037"/>
                </a:lnTo>
                <a:lnTo>
                  <a:pt x="3738" y="332080"/>
                </a:lnTo>
                <a:lnTo>
                  <a:pt x="0" y="28575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942069" y="3283902"/>
            <a:ext cx="25019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b="1" spc="-50">
                <a:latin typeface="Calibri"/>
                <a:cs typeface="Calibri"/>
              </a:rPr>
              <a:t>G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24226" y="3129026"/>
            <a:ext cx="609600" cy="571500"/>
          </a:xfrm>
          <a:custGeom>
            <a:avLst/>
            <a:gdLst/>
            <a:ahLst/>
            <a:cxnLst/>
            <a:rect l="l" t="t" r="r" b="b"/>
            <a:pathLst>
              <a:path w="609600" h="571500">
                <a:moveTo>
                  <a:pt x="0" y="285750"/>
                </a:moveTo>
                <a:lnTo>
                  <a:pt x="3738" y="239388"/>
                </a:lnTo>
                <a:lnTo>
                  <a:pt x="14563" y="195413"/>
                </a:lnTo>
                <a:lnTo>
                  <a:pt x="31886" y="154411"/>
                </a:lnTo>
                <a:lnTo>
                  <a:pt x="55120" y="116970"/>
                </a:lnTo>
                <a:lnTo>
                  <a:pt x="83677" y="83677"/>
                </a:lnTo>
                <a:lnTo>
                  <a:pt x="116970" y="55120"/>
                </a:lnTo>
                <a:lnTo>
                  <a:pt x="154411" y="31886"/>
                </a:lnTo>
                <a:lnTo>
                  <a:pt x="195413" y="14563"/>
                </a:lnTo>
                <a:lnTo>
                  <a:pt x="239388" y="3738"/>
                </a:lnTo>
                <a:lnTo>
                  <a:pt x="285750" y="0"/>
                </a:lnTo>
                <a:lnTo>
                  <a:pt x="323850" y="0"/>
                </a:lnTo>
                <a:lnTo>
                  <a:pt x="370180" y="3738"/>
                </a:lnTo>
                <a:lnTo>
                  <a:pt x="414137" y="14563"/>
                </a:lnTo>
                <a:lnTo>
                  <a:pt x="455132" y="31886"/>
                </a:lnTo>
                <a:lnTo>
                  <a:pt x="492575" y="55120"/>
                </a:lnTo>
                <a:lnTo>
                  <a:pt x="525875" y="83677"/>
                </a:lnTo>
                <a:lnTo>
                  <a:pt x="554443" y="116970"/>
                </a:lnTo>
                <a:lnTo>
                  <a:pt x="577689" y="154411"/>
                </a:lnTo>
                <a:lnTo>
                  <a:pt x="595024" y="195413"/>
                </a:lnTo>
                <a:lnTo>
                  <a:pt x="605857" y="239388"/>
                </a:lnTo>
                <a:lnTo>
                  <a:pt x="609600" y="285750"/>
                </a:lnTo>
                <a:lnTo>
                  <a:pt x="605857" y="332080"/>
                </a:lnTo>
                <a:lnTo>
                  <a:pt x="595024" y="376037"/>
                </a:lnTo>
                <a:lnTo>
                  <a:pt x="577689" y="417032"/>
                </a:lnTo>
                <a:lnTo>
                  <a:pt x="554443" y="454475"/>
                </a:lnTo>
                <a:lnTo>
                  <a:pt x="525875" y="487775"/>
                </a:lnTo>
                <a:lnTo>
                  <a:pt x="492575" y="516343"/>
                </a:lnTo>
                <a:lnTo>
                  <a:pt x="455132" y="539589"/>
                </a:lnTo>
                <a:lnTo>
                  <a:pt x="414137" y="556924"/>
                </a:lnTo>
                <a:lnTo>
                  <a:pt x="370180" y="567757"/>
                </a:lnTo>
                <a:lnTo>
                  <a:pt x="323850" y="571500"/>
                </a:lnTo>
                <a:lnTo>
                  <a:pt x="285750" y="571500"/>
                </a:lnTo>
                <a:lnTo>
                  <a:pt x="239388" y="567757"/>
                </a:lnTo>
                <a:lnTo>
                  <a:pt x="195413" y="556924"/>
                </a:lnTo>
                <a:lnTo>
                  <a:pt x="154411" y="539589"/>
                </a:lnTo>
                <a:lnTo>
                  <a:pt x="116970" y="516343"/>
                </a:lnTo>
                <a:lnTo>
                  <a:pt x="83677" y="487775"/>
                </a:lnTo>
                <a:lnTo>
                  <a:pt x="55120" y="454475"/>
                </a:lnTo>
                <a:lnTo>
                  <a:pt x="31886" y="417032"/>
                </a:lnTo>
                <a:lnTo>
                  <a:pt x="14563" y="376037"/>
                </a:lnTo>
                <a:lnTo>
                  <a:pt x="3738" y="332080"/>
                </a:lnTo>
                <a:lnTo>
                  <a:pt x="0" y="28575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32125" y="3168904"/>
            <a:ext cx="19240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-50">
                <a:latin typeface="Calibri"/>
                <a:cs typeface="Calibri"/>
              </a:rPr>
              <a:t>S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8115" y="1768855"/>
            <a:ext cx="2044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-50">
                <a:latin typeface="Calibri"/>
                <a:cs typeface="Calibri"/>
              </a:rPr>
              <a:t>1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33435" y="1768855"/>
            <a:ext cx="2044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-50">
                <a:latin typeface="Calibri"/>
                <a:cs typeface="Calibri"/>
              </a:rPr>
              <a:t>3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5457" y="4058030"/>
            <a:ext cx="7226934" cy="202818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1516380" algn="r">
              <a:lnSpc>
                <a:spcPct val="100000"/>
              </a:lnSpc>
              <a:spcBef>
                <a:spcPts val="130"/>
              </a:spcBef>
            </a:pPr>
            <a:r>
              <a:rPr sz="2750" b="1" spc="-50">
                <a:latin typeface="Calibri"/>
                <a:cs typeface="Calibri"/>
              </a:rPr>
              <a:t>5</a:t>
            </a:r>
            <a:endParaRPr sz="27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220"/>
              </a:spcBef>
              <a:buFont typeface="Wingdings"/>
              <a:buChar char=""/>
              <a:tabLst>
                <a:tab pos="355600" algn="l"/>
              </a:tabLst>
            </a:pP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What</a:t>
            </a:r>
            <a:r>
              <a:rPr sz="2750" spc="5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went</a:t>
            </a:r>
            <a:r>
              <a:rPr sz="2750" spc="5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 spc="-10">
                <a:solidFill>
                  <a:srgbClr val="333399"/>
                </a:solidFill>
                <a:latin typeface="Calibri"/>
                <a:cs typeface="Calibri"/>
              </a:rPr>
              <a:t>wrong?</a:t>
            </a:r>
            <a:endParaRPr sz="275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55"/>
              </a:spcBef>
              <a:buFont typeface="Wingdings"/>
              <a:buChar char=""/>
              <a:tabLst>
                <a:tab pos="755650" algn="l"/>
              </a:tabLst>
            </a:pPr>
            <a:r>
              <a:rPr sz="2400">
                <a:latin typeface="Calibri"/>
                <a:cs typeface="Calibri"/>
              </a:rPr>
              <a:t>Actual</a:t>
            </a:r>
            <a:r>
              <a:rPr sz="2400" spc="-10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goal</a:t>
            </a:r>
            <a:r>
              <a:rPr sz="2400" spc="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cost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&lt;</a:t>
            </a:r>
            <a:r>
              <a:rPr sz="2400" spc="-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estimated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goal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cost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75"/>
              </a:spcBef>
              <a:buFont typeface="Wingdings"/>
              <a:buChar char=""/>
              <a:tabLst>
                <a:tab pos="355600" algn="l"/>
              </a:tabLst>
            </a:pP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We</a:t>
            </a:r>
            <a:r>
              <a:rPr sz="2750" spc="-2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need</a:t>
            </a:r>
            <a:r>
              <a:rPr sz="2750" spc="13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estimates</a:t>
            </a:r>
            <a:r>
              <a:rPr sz="2750" spc="19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750" spc="5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be</a:t>
            </a:r>
            <a:r>
              <a:rPr sz="2750" spc="-2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less</a:t>
            </a:r>
            <a:r>
              <a:rPr sz="2750" spc="13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than</a:t>
            </a:r>
            <a:r>
              <a:rPr sz="2750" spc="5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actual</a:t>
            </a:r>
            <a:r>
              <a:rPr sz="2750" spc="5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 spc="-10">
                <a:solidFill>
                  <a:srgbClr val="333399"/>
                </a:solidFill>
                <a:latin typeface="Calibri"/>
                <a:cs typeface="Calibri"/>
              </a:rPr>
              <a:t>costs!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98184" y="1311211"/>
            <a:ext cx="5283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i="1">
                <a:latin typeface="Calibri"/>
                <a:cs typeface="Calibri"/>
              </a:rPr>
              <a:t>h</a:t>
            </a:r>
            <a:r>
              <a:rPr sz="2000" i="1" spc="10">
                <a:latin typeface="Calibri"/>
                <a:cs typeface="Calibri"/>
              </a:rPr>
              <a:t> </a:t>
            </a:r>
            <a:r>
              <a:rPr sz="2000" i="1">
                <a:latin typeface="Calibri"/>
                <a:cs typeface="Calibri"/>
              </a:rPr>
              <a:t>=</a:t>
            </a:r>
            <a:r>
              <a:rPr sz="2000" i="1" spc="-30">
                <a:latin typeface="Calibri"/>
                <a:cs typeface="Calibri"/>
              </a:rPr>
              <a:t> </a:t>
            </a:r>
            <a:r>
              <a:rPr sz="2000" i="1" spc="-60">
                <a:latin typeface="Calibri"/>
                <a:cs typeface="Calibri"/>
              </a:rPr>
              <a:t>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34906" y="3306762"/>
            <a:ext cx="5276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i="1">
                <a:latin typeface="Calibri"/>
                <a:cs typeface="Calibri"/>
              </a:rPr>
              <a:t>h</a:t>
            </a:r>
            <a:r>
              <a:rPr sz="2000" i="1" spc="15">
                <a:latin typeface="Calibri"/>
                <a:cs typeface="Calibri"/>
              </a:rPr>
              <a:t> </a:t>
            </a:r>
            <a:r>
              <a:rPr sz="2000" i="1">
                <a:latin typeface="Calibri"/>
                <a:cs typeface="Calibri"/>
              </a:rPr>
              <a:t>=</a:t>
            </a:r>
            <a:r>
              <a:rPr sz="2000" i="1" spc="-40">
                <a:latin typeface="Calibri"/>
                <a:cs typeface="Calibri"/>
              </a:rPr>
              <a:t> </a:t>
            </a:r>
            <a:r>
              <a:rPr sz="2000" i="1" spc="-5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86734" y="3218878"/>
            <a:ext cx="5283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i="1">
                <a:latin typeface="Calibri"/>
                <a:cs typeface="Calibri"/>
              </a:rPr>
              <a:t>h</a:t>
            </a:r>
            <a:r>
              <a:rPr sz="2000" i="1" spc="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=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i="1" spc="-60">
                <a:latin typeface="Calibri"/>
                <a:cs typeface="Calibri"/>
              </a:rPr>
              <a:t>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114675" y="3699764"/>
            <a:ext cx="5970270" cy="920750"/>
          </a:xfrm>
          <a:custGeom>
            <a:avLst/>
            <a:gdLst/>
            <a:ahLst/>
            <a:cxnLst/>
            <a:rect l="l" t="t" r="r" b="b"/>
            <a:pathLst>
              <a:path w="5970270" h="920750">
                <a:moveTo>
                  <a:pt x="28575" y="0"/>
                </a:moveTo>
                <a:lnTo>
                  <a:pt x="0" y="1397"/>
                </a:lnTo>
                <a:lnTo>
                  <a:pt x="949" y="21209"/>
                </a:lnTo>
                <a:lnTo>
                  <a:pt x="1016" y="22606"/>
                </a:lnTo>
                <a:lnTo>
                  <a:pt x="10032" y="67818"/>
                </a:lnTo>
                <a:lnTo>
                  <a:pt x="27686" y="112394"/>
                </a:lnTo>
                <a:lnTo>
                  <a:pt x="53593" y="156463"/>
                </a:lnTo>
                <a:lnTo>
                  <a:pt x="87249" y="199517"/>
                </a:lnTo>
                <a:lnTo>
                  <a:pt x="128397" y="242062"/>
                </a:lnTo>
                <a:lnTo>
                  <a:pt x="176657" y="283844"/>
                </a:lnTo>
                <a:lnTo>
                  <a:pt x="231648" y="324866"/>
                </a:lnTo>
                <a:lnTo>
                  <a:pt x="293370" y="365125"/>
                </a:lnTo>
                <a:lnTo>
                  <a:pt x="326516" y="384937"/>
                </a:lnTo>
                <a:lnTo>
                  <a:pt x="361314" y="404622"/>
                </a:lnTo>
                <a:lnTo>
                  <a:pt x="397510" y="424053"/>
                </a:lnTo>
                <a:lnTo>
                  <a:pt x="474345" y="462025"/>
                </a:lnTo>
                <a:lnTo>
                  <a:pt x="557022" y="499363"/>
                </a:lnTo>
                <a:lnTo>
                  <a:pt x="644905" y="535432"/>
                </a:lnTo>
                <a:lnTo>
                  <a:pt x="737997" y="570484"/>
                </a:lnTo>
                <a:lnTo>
                  <a:pt x="836040" y="604393"/>
                </a:lnTo>
                <a:lnTo>
                  <a:pt x="938657" y="636905"/>
                </a:lnTo>
                <a:lnTo>
                  <a:pt x="1045590" y="668147"/>
                </a:lnTo>
                <a:lnTo>
                  <a:pt x="1156589" y="697992"/>
                </a:lnTo>
                <a:lnTo>
                  <a:pt x="1271270" y="726313"/>
                </a:lnTo>
                <a:lnTo>
                  <a:pt x="1389634" y="753110"/>
                </a:lnTo>
                <a:lnTo>
                  <a:pt x="1511173" y="778256"/>
                </a:lnTo>
                <a:lnTo>
                  <a:pt x="1635760" y="801497"/>
                </a:lnTo>
                <a:lnTo>
                  <a:pt x="1763014" y="823087"/>
                </a:lnTo>
                <a:lnTo>
                  <a:pt x="1892808" y="842644"/>
                </a:lnTo>
                <a:lnTo>
                  <a:pt x="2024634" y="860171"/>
                </a:lnTo>
                <a:lnTo>
                  <a:pt x="2158491" y="875792"/>
                </a:lnTo>
                <a:lnTo>
                  <a:pt x="2293874" y="889127"/>
                </a:lnTo>
                <a:lnTo>
                  <a:pt x="2430526" y="900176"/>
                </a:lnTo>
                <a:lnTo>
                  <a:pt x="2568448" y="909066"/>
                </a:lnTo>
                <a:lnTo>
                  <a:pt x="2707259" y="915416"/>
                </a:lnTo>
                <a:lnTo>
                  <a:pt x="2846451" y="919226"/>
                </a:lnTo>
                <a:lnTo>
                  <a:pt x="2985897" y="920623"/>
                </a:lnTo>
                <a:lnTo>
                  <a:pt x="3125470" y="919480"/>
                </a:lnTo>
                <a:lnTo>
                  <a:pt x="3264662" y="916051"/>
                </a:lnTo>
                <a:lnTo>
                  <a:pt x="3403346" y="910463"/>
                </a:lnTo>
                <a:lnTo>
                  <a:pt x="3541268" y="902843"/>
                </a:lnTo>
                <a:lnTo>
                  <a:pt x="3677920" y="893191"/>
                </a:lnTo>
                <a:lnTo>
                  <a:pt x="3691021" y="892048"/>
                </a:lnTo>
                <a:lnTo>
                  <a:pt x="2986278" y="892048"/>
                </a:lnTo>
                <a:lnTo>
                  <a:pt x="2851686" y="890905"/>
                </a:lnTo>
                <a:lnTo>
                  <a:pt x="2708529" y="886841"/>
                </a:lnTo>
                <a:lnTo>
                  <a:pt x="2570226" y="880491"/>
                </a:lnTo>
                <a:lnTo>
                  <a:pt x="2432939" y="871728"/>
                </a:lnTo>
                <a:lnTo>
                  <a:pt x="2296667" y="860679"/>
                </a:lnTo>
                <a:lnTo>
                  <a:pt x="2161666" y="847344"/>
                </a:lnTo>
                <a:lnTo>
                  <a:pt x="2028444" y="831850"/>
                </a:lnTo>
                <a:lnTo>
                  <a:pt x="1896999" y="814451"/>
                </a:lnTo>
                <a:lnTo>
                  <a:pt x="1767839" y="794893"/>
                </a:lnTo>
                <a:lnTo>
                  <a:pt x="1640966" y="773430"/>
                </a:lnTo>
                <a:lnTo>
                  <a:pt x="1517014" y="750188"/>
                </a:lnTo>
                <a:lnTo>
                  <a:pt x="1395984" y="725297"/>
                </a:lnTo>
                <a:lnTo>
                  <a:pt x="1278127" y="698627"/>
                </a:lnTo>
                <a:lnTo>
                  <a:pt x="1163954" y="670433"/>
                </a:lnTo>
                <a:lnTo>
                  <a:pt x="1053591" y="640842"/>
                </a:lnTo>
                <a:lnTo>
                  <a:pt x="947292" y="609727"/>
                </a:lnTo>
                <a:lnTo>
                  <a:pt x="845312" y="577342"/>
                </a:lnTo>
                <a:lnTo>
                  <a:pt x="748029" y="543813"/>
                </a:lnTo>
                <a:lnTo>
                  <a:pt x="655827" y="509016"/>
                </a:lnTo>
                <a:lnTo>
                  <a:pt x="568705" y="473202"/>
                </a:lnTo>
                <a:lnTo>
                  <a:pt x="486917" y="436372"/>
                </a:lnTo>
                <a:lnTo>
                  <a:pt x="410972" y="398780"/>
                </a:lnTo>
                <a:lnTo>
                  <a:pt x="375412" y="379730"/>
                </a:lnTo>
                <a:lnTo>
                  <a:pt x="341122" y="360425"/>
                </a:lnTo>
                <a:lnTo>
                  <a:pt x="277622" y="321437"/>
                </a:lnTo>
                <a:lnTo>
                  <a:pt x="220725" y="281813"/>
                </a:lnTo>
                <a:lnTo>
                  <a:pt x="170687" y="241808"/>
                </a:lnTo>
                <a:lnTo>
                  <a:pt x="127888" y="201549"/>
                </a:lnTo>
                <a:lnTo>
                  <a:pt x="92582" y="161036"/>
                </a:lnTo>
                <a:lnTo>
                  <a:pt x="64769" y="120904"/>
                </a:lnTo>
                <a:lnTo>
                  <a:pt x="44831" y="80772"/>
                </a:lnTo>
                <a:lnTo>
                  <a:pt x="32638" y="41021"/>
                </a:lnTo>
                <a:lnTo>
                  <a:pt x="28641" y="1397"/>
                </a:lnTo>
                <a:lnTo>
                  <a:pt x="28575" y="0"/>
                </a:lnTo>
                <a:close/>
              </a:path>
              <a:path w="5970270" h="920750">
                <a:moveTo>
                  <a:pt x="5879667" y="253981"/>
                </a:moveTo>
                <a:lnTo>
                  <a:pt x="5845429" y="288163"/>
                </a:lnTo>
                <a:lnTo>
                  <a:pt x="5802630" y="323342"/>
                </a:lnTo>
                <a:lnTo>
                  <a:pt x="5752592" y="358394"/>
                </a:lnTo>
                <a:lnTo>
                  <a:pt x="5695696" y="393065"/>
                </a:lnTo>
                <a:lnTo>
                  <a:pt x="5632069" y="427228"/>
                </a:lnTo>
                <a:lnTo>
                  <a:pt x="5597779" y="444119"/>
                </a:lnTo>
                <a:lnTo>
                  <a:pt x="5562219" y="460756"/>
                </a:lnTo>
                <a:lnTo>
                  <a:pt x="5486273" y="493649"/>
                </a:lnTo>
                <a:lnTo>
                  <a:pt x="5404484" y="525780"/>
                </a:lnTo>
                <a:lnTo>
                  <a:pt x="5317363" y="557149"/>
                </a:lnTo>
                <a:lnTo>
                  <a:pt x="5225033" y="587502"/>
                </a:lnTo>
                <a:lnTo>
                  <a:pt x="5127625" y="616966"/>
                </a:lnTo>
                <a:lnTo>
                  <a:pt x="5025644" y="645287"/>
                </a:lnTo>
                <a:lnTo>
                  <a:pt x="4919345" y="672338"/>
                </a:lnTo>
                <a:lnTo>
                  <a:pt x="4808982" y="698373"/>
                </a:lnTo>
                <a:lnTo>
                  <a:pt x="4694682" y="723011"/>
                </a:lnTo>
                <a:lnTo>
                  <a:pt x="4576826" y="746252"/>
                </a:lnTo>
                <a:lnTo>
                  <a:pt x="4455795" y="767969"/>
                </a:lnTo>
                <a:lnTo>
                  <a:pt x="4331716" y="788416"/>
                </a:lnTo>
                <a:lnTo>
                  <a:pt x="4204843" y="807085"/>
                </a:lnTo>
                <a:lnTo>
                  <a:pt x="4075556" y="824103"/>
                </a:lnTo>
                <a:lnTo>
                  <a:pt x="3944239" y="839469"/>
                </a:lnTo>
                <a:lnTo>
                  <a:pt x="3810889" y="852932"/>
                </a:lnTo>
                <a:lnTo>
                  <a:pt x="3675888" y="864616"/>
                </a:lnTo>
                <a:lnTo>
                  <a:pt x="3539617" y="874268"/>
                </a:lnTo>
                <a:lnTo>
                  <a:pt x="3402203" y="882015"/>
                </a:lnTo>
                <a:lnTo>
                  <a:pt x="3263900" y="887476"/>
                </a:lnTo>
                <a:lnTo>
                  <a:pt x="3125216" y="890905"/>
                </a:lnTo>
                <a:lnTo>
                  <a:pt x="2986278" y="892048"/>
                </a:lnTo>
                <a:lnTo>
                  <a:pt x="3691021" y="892048"/>
                </a:lnTo>
                <a:lnTo>
                  <a:pt x="3813302" y="881380"/>
                </a:lnTo>
                <a:lnTo>
                  <a:pt x="3947032" y="867918"/>
                </a:lnTo>
                <a:lnTo>
                  <a:pt x="4078985" y="852551"/>
                </a:lnTo>
                <a:lnTo>
                  <a:pt x="4208526" y="835406"/>
                </a:lnTo>
                <a:lnTo>
                  <a:pt x="4335907" y="816610"/>
                </a:lnTo>
                <a:lnTo>
                  <a:pt x="4460367" y="796290"/>
                </a:lnTo>
                <a:lnTo>
                  <a:pt x="4581906" y="774319"/>
                </a:lnTo>
                <a:lnTo>
                  <a:pt x="4700270" y="750951"/>
                </a:lnTo>
                <a:lnTo>
                  <a:pt x="4814951" y="726313"/>
                </a:lnTo>
                <a:lnTo>
                  <a:pt x="4925822" y="700278"/>
                </a:lnTo>
                <a:lnTo>
                  <a:pt x="5032756" y="672846"/>
                </a:lnTo>
                <a:lnTo>
                  <a:pt x="5135372" y="644398"/>
                </a:lnTo>
                <a:lnTo>
                  <a:pt x="5233289" y="614807"/>
                </a:lnTo>
                <a:lnTo>
                  <a:pt x="5326253" y="584200"/>
                </a:lnTo>
                <a:lnTo>
                  <a:pt x="5414136" y="552704"/>
                </a:lnTo>
                <a:lnTo>
                  <a:pt x="5496814" y="520192"/>
                </a:lnTo>
                <a:lnTo>
                  <a:pt x="5573649" y="487044"/>
                </a:lnTo>
                <a:lnTo>
                  <a:pt x="5609971" y="470027"/>
                </a:lnTo>
                <a:lnTo>
                  <a:pt x="5644642" y="452881"/>
                </a:lnTo>
                <a:lnTo>
                  <a:pt x="5709411" y="418084"/>
                </a:lnTo>
                <a:lnTo>
                  <a:pt x="5767705" y="382650"/>
                </a:lnTo>
                <a:lnTo>
                  <a:pt x="5819394" y="346456"/>
                </a:lnTo>
                <a:lnTo>
                  <a:pt x="5864098" y="309753"/>
                </a:lnTo>
                <a:lnTo>
                  <a:pt x="5901435" y="272415"/>
                </a:lnTo>
                <a:lnTo>
                  <a:pt x="5902706" y="271144"/>
                </a:lnTo>
                <a:lnTo>
                  <a:pt x="5903086" y="270383"/>
                </a:lnTo>
                <a:lnTo>
                  <a:pt x="5913072" y="254888"/>
                </a:lnTo>
                <a:lnTo>
                  <a:pt x="5879083" y="254888"/>
                </a:lnTo>
                <a:lnTo>
                  <a:pt x="5879667" y="253981"/>
                </a:lnTo>
                <a:close/>
              </a:path>
              <a:path w="5970270" h="920750">
                <a:moveTo>
                  <a:pt x="5966480" y="226441"/>
                </a:moveTo>
                <a:lnTo>
                  <a:pt x="5897372" y="226441"/>
                </a:lnTo>
                <a:lnTo>
                  <a:pt x="5921502" y="241808"/>
                </a:lnTo>
                <a:lnTo>
                  <a:pt x="5915034" y="251843"/>
                </a:lnTo>
                <a:lnTo>
                  <a:pt x="5970143" y="274319"/>
                </a:lnTo>
                <a:lnTo>
                  <a:pt x="5966480" y="226441"/>
                </a:lnTo>
                <a:close/>
              </a:path>
              <a:path w="5970270" h="920750">
                <a:moveTo>
                  <a:pt x="5880734" y="252856"/>
                </a:moveTo>
                <a:lnTo>
                  <a:pt x="5879667" y="253981"/>
                </a:lnTo>
                <a:lnTo>
                  <a:pt x="5879083" y="254888"/>
                </a:lnTo>
                <a:lnTo>
                  <a:pt x="5880734" y="252856"/>
                </a:lnTo>
                <a:close/>
              </a:path>
              <a:path w="5970270" h="920750">
                <a:moveTo>
                  <a:pt x="5914381" y="252856"/>
                </a:moveTo>
                <a:lnTo>
                  <a:pt x="5880734" y="252856"/>
                </a:lnTo>
                <a:lnTo>
                  <a:pt x="5879083" y="254888"/>
                </a:lnTo>
                <a:lnTo>
                  <a:pt x="5913072" y="254888"/>
                </a:lnTo>
                <a:lnTo>
                  <a:pt x="5914381" y="252856"/>
                </a:lnTo>
                <a:close/>
              </a:path>
              <a:path w="5970270" h="920750">
                <a:moveTo>
                  <a:pt x="5888103" y="240858"/>
                </a:moveTo>
                <a:lnTo>
                  <a:pt x="5879667" y="253981"/>
                </a:lnTo>
                <a:lnTo>
                  <a:pt x="5880734" y="252856"/>
                </a:lnTo>
                <a:lnTo>
                  <a:pt x="5914381" y="252856"/>
                </a:lnTo>
                <a:lnTo>
                  <a:pt x="5915034" y="251843"/>
                </a:lnTo>
                <a:lnTo>
                  <a:pt x="5888103" y="240858"/>
                </a:lnTo>
                <a:close/>
              </a:path>
              <a:path w="5970270" h="920750">
                <a:moveTo>
                  <a:pt x="5897372" y="226441"/>
                </a:moveTo>
                <a:lnTo>
                  <a:pt x="5888103" y="240858"/>
                </a:lnTo>
                <a:lnTo>
                  <a:pt x="5915034" y="251843"/>
                </a:lnTo>
                <a:lnTo>
                  <a:pt x="5921502" y="241808"/>
                </a:lnTo>
                <a:lnTo>
                  <a:pt x="5897372" y="226441"/>
                </a:lnTo>
                <a:close/>
              </a:path>
              <a:path w="5970270" h="920750">
                <a:moveTo>
                  <a:pt x="5957951" y="114935"/>
                </a:moveTo>
                <a:lnTo>
                  <a:pt x="5837808" y="220344"/>
                </a:lnTo>
                <a:lnTo>
                  <a:pt x="5888103" y="240858"/>
                </a:lnTo>
                <a:lnTo>
                  <a:pt x="5897372" y="226441"/>
                </a:lnTo>
                <a:lnTo>
                  <a:pt x="5966480" y="226441"/>
                </a:lnTo>
                <a:lnTo>
                  <a:pt x="5957951" y="1149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14675" y="1973960"/>
            <a:ext cx="2681605" cy="1155700"/>
          </a:xfrm>
          <a:custGeom>
            <a:avLst/>
            <a:gdLst/>
            <a:ahLst/>
            <a:cxnLst/>
            <a:rect l="l" t="t" r="r" b="b"/>
            <a:pathLst>
              <a:path w="2681604" h="1155700">
                <a:moveTo>
                  <a:pt x="2538251" y="57376"/>
                </a:moveTo>
                <a:lnTo>
                  <a:pt x="2430653" y="61087"/>
                </a:lnTo>
                <a:lnTo>
                  <a:pt x="2306066" y="68834"/>
                </a:lnTo>
                <a:lnTo>
                  <a:pt x="2182241" y="79375"/>
                </a:lnTo>
                <a:lnTo>
                  <a:pt x="2059432" y="92710"/>
                </a:lnTo>
                <a:lnTo>
                  <a:pt x="1937765" y="108712"/>
                </a:lnTo>
                <a:lnTo>
                  <a:pt x="1817624" y="127380"/>
                </a:lnTo>
                <a:lnTo>
                  <a:pt x="1699260" y="148462"/>
                </a:lnTo>
                <a:lnTo>
                  <a:pt x="1582674" y="171958"/>
                </a:lnTo>
                <a:lnTo>
                  <a:pt x="1468374" y="197738"/>
                </a:lnTo>
                <a:lnTo>
                  <a:pt x="1356487" y="225805"/>
                </a:lnTo>
                <a:lnTo>
                  <a:pt x="1247266" y="255904"/>
                </a:lnTo>
                <a:lnTo>
                  <a:pt x="1140967" y="288036"/>
                </a:lnTo>
                <a:lnTo>
                  <a:pt x="1037844" y="322072"/>
                </a:lnTo>
                <a:lnTo>
                  <a:pt x="938149" y="357759"/>
                </a:lnTo>
                <a:lnTo>
                  <a:pt x="842137" y="395350"/>
                </a:lnTo>
                <a:lnTo>
                  <a:pt x="750062" y="434466"/>
                </a:lnTo>
                <a:lnTo>
                  <a:pt x="661924" y="475106"/>
                </a:lnTo>
                <a:lnTo>
                  <a:pt x="578230" y="517143"/>
                </a:lnTo>
                <a:lnTo>
                  <a:pt x="499237" y="560577"/>
                </a:lnTo>
                <a:lnTo>
                  <a:pt x="424941" y="605154"/>
                </a:lnTo>
                <a:lnTo>
                  <a:pt x="355726" y="651001"/>
                </a:lnTo>
                <a:lnTo>
                  <a:pt x="291973" y="697864"/>
                </a:lnTo>
                <a:lnTo>
                  <a:pt x="233934" y="745743"/>
                </a:lnTo>
                <a:lnTo>
                  <a:pt x="181483" y="794385"/>
                </a:lnTo>
                <a:lnTo>
                  <a:pt x="135127" y="844041"/>
                </a:lnTo>
                <a:lnTo>
                  <a:pt x="95123" y="894461"/>
                </a:lnTo>
                <a:lnTo>
                  <a:pt x="61722" y="945641"/>
                </a:lnTo>
                <a:lnTo>
                  <a:pt x="35179" y="997458"/>
                </a:lnTo>
                <a:lnTo>
                  <a:pt x="15748" y="1049781"/>
                </a:lnTo>
                <a:lnTo>
                  <a:pt x="3937" y="1102487"/>
                </a:lnTo>
                <a:lnTo>
                  <a:pt x="0" y="1154429"/>
                </a:lnTo>
                <a:lnTo>
                  <a:pt x="28575" y="1155573"/>
                </a:lnTo>
                <a:lnTo>
                  <a:pt x="29463" y="1130046"/>
                </a:lnTo>
                <a:lnTo>
                  <a:pt x="32385" y="1105789"/>
                </a:lnTo>
                <a:lnTo>
                  <a:pt x="43433" y="1057021"/>
                </a:lnTo>
                <a:lnTo>
                  <a:pt x="61594" y="1008126"/>
                </a:lnTo>
                <a:lnTo>
                  <a:pt x="86741" y="959358"/>
                </a:lnTo>
                <a:lnTo>
                  <a:pt x="118618" y="910716"/>
                </a:lnTo>
                <a:lnTo>
                  <a:pt x="157099" y="862202"/>
                </a:lnTo>
                <a:lnTo>
                  <a:pt x="202057" y="814324"/>
                </a:lnTo>
                <a:lnTo>
                  <a:pt x="252984" y="766826"/>
                </a:lnTo>
                <a:lnTo>
                  <a:pt x="310134" y="719963"/>
                </a:lnTo>
                <a:lnTo>
                  <a:pt x="372745" y="674115"/>
                </a:lnTo>
                <a:lnTo>
                  <a:pt x="440689" y="629030"/>
                </a:lnTo>
                <a:lnTo>
                  <a:pt x="513841" y="585088"/>
                </a:lnTo>
                <a:lnTo>
                  <a:pt x="591947" y="542163"/>
                </a:lnTo>
                <a:lnTo>
                  <a:pt x="674751" y="500634"/>
                </a:lnTo>
                <a:lnTo>
                  <a:pt x="762000" y="460375"/>
                </a:lnTo>
                <a:lnTo>
                  <a:pt x="853313" y="421639"/>
                </a:lnTo>
                <a:lnTo>
                  <a:pt x="948563" y="384428"/>
                </a:lnTo>
                <a:lnTo>
                  <a:pt x="1047496" y="348868"/>
                </a:lnTo>
                <a:lnTo>
                  <a:pt x="1149985" y="315087"/>
                </a:lnTo>
                <a:lnTo>
                  <a:pt x="1255522" y="283210"/>
                </a:lnTo>
                <a:lnTo>
                  <a:pt x="1364107" y="253364"/>
                </a:lnTo>
                <a:lnTo>
                  <a:pt x="1475232" y="225551"/>
                </a:lnTo>
                <a:lnTo>
                  <a:pt x="1588897" y="199898"/>
                </a:lnTo>
                <a:lnTo>
                  <a:pt x="1704848" y="176529"/>
                </a:lnTo>
                <a:lnTo>
                  <a:pt x="1822577" y="155575"/>
                </a:lnTo>
                <a:lnTo>
                  <a:pt x="1942084" y="137033"/>
                </a:lnTo>
                <a:lnTo>
                  <a:pt x="2063114" y="121030"/>
                </a:lnTo>
                <a:lnTo>
                  <a:pt x="2185289" y="107696"/>
                </a:lnTo>
                <a:lnTo>
                  <a:pt x="2308479" y="97281"/>
                </a:lnTo>
                <a:lnTo>
                  <a:pt x="2432430" y="89662"/>
                </a:lnTo>
                <a:lnTo>
                  <a:pt x="2538708" y="85974"/>
                </a:lnTo>
                <a:lnTo>
                  <a:pt x="2538438" y="69087"/>
                </a:lnTo>
                <a:lnTo>
                  <a:pt x="2538434" y="68834"/>
                </a:lnTo>
                <a:lnTo>
                  <a:pt x="2538310" y="61087"/>
                </a:lnTo>
                <a:lnTo>
                  <a:pt x="2538251" y="57376"/>
                </a:lnTo>
                <a:close/>
              </a:path>
              <a:path w="2681604" h="1155700">
                <a:moveTo>
                  <a:pt x="2655831" y="56896"/>
                </a:moveTo>
                <a:lnTo>
                  <a:pt x="2552191" y="56896"/>
                </a:lnTo>
                <a:lnTo>
                  <a:pt x="2553208" y="85471"/>
                </a:lnTo>
                <a:lnTo>
                  <a:pt x="2538708" y="85974"/>
                </a:lnTo>
                <a:lnTo>
                  <a:pt x="2539525" y="137033"/>
                </a:lnTo>
                <a:lnTo>
                  <a:pt x="2539619" y="142875"/>
                </a:lnTo>
                <a:lnTo>
                  <a:pt x="2681224" y="69087"/>
                </a:lnTo>
                <a:lnTo>
                  <a:pt x="2655831" y="56896"/>
                </a:lnTo>
                <a:close/>
              </a:path>
              <a:path w="2681604" h="1155700">
                <a:moveTo>
                  <a:pt x="2552191" y="56896"/>
                </a:moveTo>
                <a:lnTo>
                  <a:pt x="2538251" y="57376"/>
                </a:lnTo>
                <a:lnTo>
                  <a:pt x="2538603" y="79375"/>
                </a:lnTo>
                <a:lnTo>
                  <a:pt x="2538708" y="85974"/>
                </a:lnTo>
                <a:lnTo>
                  <a:pt x="2553208" y="85471"/>
                </a:lnTo>
                <a:lnTo>
                  <a:pt x="2552209" y="57376"/>
                </a:lnTo>
                <a:lnTo>
                  <a:pt x="2552191" y="56896"/>
                </a:lnTo>
                <a:close/>
              </a:path>
              <a:path w="2681604" h="1155700">
                <a:moveTo>
                  <a:pt x="2537333" y="0"/>
                </a:moveTo>
                <a:lnTo>
                  <a:pt x="2538243" y="56896"/>
                </a:lnTo>
                <a:lnTo>
                  <a:pt x="2538251" y="57376"/>
                </a:lnTo>
                <a:lnTo>
                  <a:pt x="2552191" y="56896"/>
                </a:lnTo>
                <a:lnTo>
                  <a:pt x="2655831" y="56896"/>
                </a:lnTo>
                <a:lnTo>
                  <a:pt x="25373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05371" y="2028825"/>
            <a:ext cx="2713990" cy="1214755"/>
          </a:xfrm>
          <a:custGeom>
            <a:avLst/>
            <a:gdLst/>
            <a:ahLst/>
            <a:cxnLst/>
            <a:rect l="l" t="t" r="r" b="b"/>
            <a:pathLst>
              <a:path w="2713990" h="1214755">
                <a:moveTo>
                  <a:pt x="2627316" y="1076299"/>
                </a:moveTo>
                <a:lnTo>
                  <a:pt x="2572766" y="1085596"/>
                </a:lnTo>
                <a:lnTo>
                  <a:pt x="2667254" y="1214374"/>
                </a:lnTo>
                <a:lnTo>
                  <a:pt x="2704438" y="1091819"/>
                </a:lnTo>
                <a:lnTo>
                  <a:pt x="2631948" y="1091819"/>
                </a:lnTo>
                <a:lnTo>
                  <a:pt x="2627316" y="1076299"/>
                </a:lnTo>
                <a:close/>
              </a:path>
              <a:path w="2713990" h="1214755">
                <a:moveTo>
                  <a:pt x="2655582" y="1071482"/>
                </a:moveTo>
                <a:lnTo>
                  <a:pt x="2627316" y="1076299"/>
                </a:lnTo>
                <a:lnTo>
                  <a:pt x="2631948" y="1091819"/>
                </a:lnTo>
                <a:lnTo>
                  <a:pt x="2659253" y="1083564"/>
                </a:lnTo>
                <a:lnTo>
                  <a:pt x="2655582" y="1071482"/>
                </a:lnTo>
                <a:close/>
              </a:path>
              <a:path w="2713990" h="1214755">
                <a:moveTo>
                  <a:pt x="2713608" y="1061592"/>
                </a:moveTo>
                <a:lnTo>
                  <a:pt x="2655582" y="1071482"/>
                </a:lnTo>
                <a:lnTo>
                  <a:pt x="2659253" y="1083564"/>
                </a:lnTo>
                <a:lnTo>
                  <a:pt x="2631948" y="1091819"/>
                </a:lnTo>
                <a:lnTo>
                  <a:pt x="2704438" y="1091819"/>
                </a:lnTo>
                <a:lnTo>
                  <a:pt x="2713608" y="1061592"/>
                </a:lnTo>
                <a:close/>
              </a:path>
              <a:path w="2713990" h="1214755">
                <a:moveTo>
                  <a:pt x="380" y="0"/>
                </a:moveTo>
                <a:lnTo>
                  <a:pt x="20" y="27050"/>
                </a:lnTo>
                <a:lnTo>
                  <a:pt x="0" y="28575"/>
                </a:lnTo>
                <a:lnTo>
                  <a:pt x="124968" y="30225"/>
                </a:lnTo>
                <a:lnTo>
                  <a:pt x="249300" y="35433"/>
                </a:lnTo>
                <a:lnTo>
                  <a:pt x="373125" y="43814"/>
                </a:lnTo>
                <a:lnTo>
                  <a:pt x="496316" y="55499"/>
                </a:lnTo>
                <a:lnTo>
                  <a:pt x="618489" y="70103"/>
                </a:lnTo>
                <a:lnTo>
                  <a:pt x="739394" y="87757"/>
                </a:lnTo>
                <a:lnTo>
                  <a:pt x="858901" y="108203"/>
                </a:lnTo>
                <a:lnTo>
                  <a:pt x="976629" y="131445"/>
                </a:lnTo>
                <a:lnTo>
                  <a:pt x="1092580" y="157352"/>
                </a:lnTo>
                <a:lnTo>
                  <a:pt x="1206246" y="185547"/>
                </a:lnTo>
                <a:lnTo>
                  <a:pt x="1317371" y="216408"/>
                </a:lnTo>
                <a:lnTo>
                  <a:pt x="1425955" y="249554"/>
                </a:lnTo>
                <a:lnTo>
                  <a:pt x="1531493" y="284734"/>
                </a:lnTo>
                <a:lnTo>
                  <a:pt x="1633854" y="322072"/>
                </a:lnTo>
                <a:lnTo>
                  <a:pt x="1732787" y="361314"/>
                </a:lnTo>
                <a:lnTo>
                  <a:pt x="1828037" y="402463"/>
                </a:lnTo>
                <a:lnTo>
                  <a:pt x="1919351" y="445388"/>
                </a:lnTo>
                <a:lnTo>
                  <a:pt x="2006600" y="489838"/>
                </a:lnTo>
                <a:lnTo>
                  <a:pt x="2089403" y="535813"/>
                </a:lnTo>
                <a:lnTo>
                  <a:pt x="2167508" y="583184"/>
                </a:lnTo>
                <a:lnTo>
                  <a:pt x="2240787" y="631825"/>
                </a:lnTo>
                <a:lnTo>
                  <a:pt x="2308859" y="681736"/>
                </a:lnTo>
                <a:lnTo>
                  <a:pt x="2371344" y="732663"/>
                </a:lnTo>
                <a:lnTo>
                  <a:pt x="2428367" y="784351"/>
                </a:lnTo>
                <a:lnTo>
                  <a:pt x="2479294" y="836802"/>
                </a:lnTo>
                <a:lnTo>
                  <a:pt x="2524252" y="889888"/>
                </a:lnTo>
                <a:lnTo>
                  <a:pt x="2562859" y="943610"/>
                </a:lnTo>
                <a:lnTo>
                  <a:pt x="2594863" y="997585"/>
                </a:lnTo>
                <a:lnTo>
                  <a:pt x="2620009" y="1051814"/>
                </a:lnTo>
                <a:lnTo>
                  <a:pt x="2627316" y="1076299"/>
                </a:lnTo>
                <a:lnTo>
                  <a:pt x="2655582" y="1071482"/>
                </a:lnTo>
                <a:lnTo>
                  <a:pt x="2633853" y="1011936"/>
                </a:lnTo>
                <a:lnTo>
                  <a:pt x="2603880" y="955421"/>
                </a:lnTo>
                <a:lnTo>
                  <a:pt x="2567178" y="899540"/>
                </a:lnTo>
                <a:lnTo>
                  <a:pt x="2523998" y="844423"/>
                </a:lnTo>
                <a:lnTo>
                  <a:pt x="2474722" y="790066"/>
                </a:lnTo>
                <a:lnTo>
                  <a:pt x="2447671" y="763142"/>
                </a:lnTo>
                <a:lnTo>
                  <a:pt x="2389378" y="710438"/>
                </a:lnTo>
                <a:lnTo>
                  <a:pt x="2325624" y="658622"/>
                </a:lnTo>
                <a:lnTo>
                  <a:pt x="2256535" y="608076"/>
                </a:lnTo>
                <a:lnTo>
                  <a:pt x="2182368" y="558800"/>
                </a:lnTo>
                <a:lnTo>
                  <a:pt x="2103247" y="510794"/>
                </a:lnTo>
                <a:lnTo>
                  <a:pt x="2019553" y="464438"/>
                </a:lnTo>
                <a:lnTo>
                  <a:pt x="1931543" y="419480"/>
                </a:lnTo>
                <a:lnTo>
                  <a:pt x="1839468" y="376300"/>
                </a:lnTo>
                <a:lnTo>
                  <a:pt x="1743455" y="334772"/>
                </a:lnTo>
                <a:lnTo>
                  <a:pt x="1643633" y="295148"/>
                </a:lnTo>
                <a:lnTo>
                  <a:pt x="1540509" y="257683"/>
                </a:lnTo>
                <a:lnTo>
                  <a:pt x="1434210" y="222123"/>
                </a:lnTo>
                <a:lnTo>
                  <a:pt x="1324991" y="188849"/>
                </a:lnTo>
                <a:lnTo>
                  <a:pt x="1213103" y="157861"/>
                </a:lnTo>
                <a:lnTo>
                  <a:pt x="1098803" y="129412"/>
                </a:lnTo>
                <a:lnTo>
                  <a:pt x="982218" y="103377"/>
                </a:lnTo>
                <a:lnTo>
                  <a:pt x="863726" y="80010"/>
                </a:lnTo>
                <a:lnTo>
                  <a:pt x="743584" y="59436"/>
                </a:lnTo>
                <a:lnTo>
                  <a:pt x="621919" y="41783"/>
                </a:lnTo>
                <a:lnTo>
                  <a:pt x="498982" y="27050"/>
                </a:lnTo>
                <a:lnTo>
                  <a:pt x="375157" y="15366"/>
                </a:lnTo>
                <a:lnTo>
                  <a:pt x="250571" y="6858"/>
                </a:lnTo>
                <a:lnTo>
                  <a:pt x="125349" y="1777"/>
                </a:lnTo>
                <a:lnTo>
                  <a:pt x="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8166" y="347916"/>
            <a:ext cx="4934203" cy="3978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72986" y="3334105"/>
            <a:ext cx="8239125" cy="15074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30"/>
              </a:spcBef>
              <a:tabLst>
                <a:tab pos="2905125" algn="l"/>
              </a:tabLst>
            </a:pPr>
            <a:r>
              <a:rPr sz="3200" spc="-10">
                <a:solidFill>
                  <a:srgbClr val="333399"/>
                </a:solidFill>
                <a:latin typeface="Calibri"/>
                <a:cs typeface="Calibri"/>
              </a:rPr>
              <a:t>where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	is</a:t>
            </a:r>
            <a:r>
              <a:rPr sz="3200" spc="-3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3200" spc="-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true</a:t>
            </a:r>
            <a:r>
              <a:rPr sz="3200" spc="-7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cost</a:t>
            </a:r>
            <a:r>
              <a:rPr sz="3200" spc="-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3200" spc="-2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3200" spc="-2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nearest</a:t>
            </a:r>
            <a:r>
              <a:rPr sz="3200" spc="-8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20">
                <a:solidFill>
                  <a:srgbClr val="333399"/>
                </a:solidFill>
                <a:latin typeface="Calibri"/>
                <a:cs typeface="Calibri"/>
              </a:rPr>
              <a:t>goal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5600" algn="l"/>
              </a:tabLst>
            </a:pPr>
            <a:r>
              <a:rPr sz="3200" spc="-10">
                <a:solidFill>
                  <a:srgbClr val="333399"/>
                </a:solidFill>
                <a:latin typeface="Calibri"/>
                <a:cs typeface="Calibri"/>
              </a:rPr>
              <a:t>Examples: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7928" y="5766980"/>
            <a:ext cx="10886440" cy="1014094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55600" marR="5080" indent="-343535">
              <a:lnSpc>
                <a:spcPct val="101699"/>
              </a:lnSpc>
              <a:spcBef>
                <a:spcPts val="65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Coming</a:t>
            </a:r>
            <a:r>
              <a:rPr sz="3200" spc="-4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up</a:t>
            </a:r>
            <a:r>
              <a:rPr sz="3200" spc="-6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with</a:t>
            </a:r>
            <a:r>
              <a:rPr sz="3200" spc="1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admissible</a:t>
            </a:r>
            <a:r>
              <a:rPr sz="3200" spc="-19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heuristics</a:t>
            </a:r>
            <a:r>
              <a:rPr sz="3200" spc="-9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3200" spc="7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most</a:t>
            </a:r>
            <a:r>
              <a:rPr sz="3200" spc="-5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3200" spc="-2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what’s</a:t>
            </a:r>
            <a:r>
              <a:rPr sz="3200" spc="-8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>
                <a:solidFill>
                  <a:srgbClr val="333399"/>
                </a:solidFill>
                <a:latin typeface="Calibri"/>
                <a:cs typeface="Calibri"/>
              </a:rPr>
              <a:t>involved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in</a:t>
            </a:r>
            <a:r>
              <a:rPr sz="3200" spc="-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using</a:t>
            </a:r>
            <a:r>
              <a:rPr sz="3200" spc="-13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A*</a:t>
            </a:r>
            <a:r>
              <a:rPr sz="3200" spc="1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in </a:t>
            </a:r>
            <a:r>
              <a:rPr sz="3200" spc="-10">
                <a:solidFill>
                  <a:srgbClr val="333399"/>
                </a:solidFill>
                <a:latin typeface="Calibri"/>
                <a:cs typeface="Calibri"/>
              </a:rPr>
              <a:t>practice.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93276" y="2716380"/>
            <a:ext cx="3133725" cy="39085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02782" y="3446168"/>
            <a:ext cx="971906" cy="390853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726982" y="4988852"/>
            <a:ext cx="930275" cy="0"/>
          </a:xfrm>
          <a:custGeom>
            <a:avLst/>
            <a:gdLst/>
            <a:ahLst/>
            <a:cxnLst/>
            <a:rect l="l" t="t" r="r" b="b"/>
            <a:pathLst>
              <a:path w="930275">
                <a:moveTo>
                  <a:pt x="0" y="0"/>
                </a:moveTo>
                <a:lnTo>
                  <a:pt x="930275" y="0"/>
                </a:lnTo>
              </a:path>
            </a:pathLst>
          </a:custGeom>
          <a:ln w="762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93632" y="5169827"/>
            <a:ext cx="1195705" cy="0"/>
          </a:xfrm>
          <a:custGeom>
            <a:avLst/>
            <a:gdLst/>
            <a:ahLst/>
            <a:cxnLst/>
            <a:rect l="l" t="t" r="r" b="b"/>
            <a:pathLst>
              <a:path w="1195704">
                <a:moveTo>
                  <a:pt x="0" y="0"/>
                </a:moveTo>
                <a:lnTo>
                  <a:pt x="1195705" y="0"/>
                </a:lnTo>
              </a:path>
            </a:pathLst>
          </a:custGeom>
          <a:ln w="762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260257" y="4798352"/>
            <a:ext cx="1926589" cy="3175"/>
          </a:xfrm>
          <a:custGeom>
            <a:avLst/>
            <a:gdLst/>
            <a:ahLst/>
            <a:cxnLst/>
            <a:rect l="l" t="t" r="r" b="b"/>
            <a:pathLst>
              <a:path w="1926590" h="3175">
                <a:moveTo>
                  <a:pt x="0" y="2921"/>
                </a:moveTo>
                <a:lnTo>
                  <a:pt x="1926208" y="0"/>
                </a:lnTo>
              </a:path>
            </a:pathLst>
          </a:custGeom>
          <a:ln w="762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460282" y="5350802"/>
            <a:ext cx="1527175" cy="3175"/>
          </a:xfrm>
          <a:custGeom>
            <a:avLst/>
            <a:gdLst/>
            <a:ahLst/>
            <a:cxnLst/>
            <a:rect l="l" t="t" r="r" b="b"/>
            <a:pathLst>
              <a:path w="1527175" h="3175">
                <a:moveTo>
                  <a:pt x="0" y="2921"/>
                </a:moveTo>
                <a:lnTo>
                  <a:pt x="1526667" y="0"/>
                </a:lnTo>
              </a:path>
            </a:pathLst>
          </a:custGeom>
          <a:ln w="76199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633766" y="4770729"/>
            <a:ext cx="20447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5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27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202476" y="4598329"/>
            <a:ext cx="2667000" cy="1200150"/>
            <a:chOff x="3202476" y="4598329"/>
            <a:chExt cx="2667000" cy="120015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02476" y="4598329"/>
              <a:ext cx="2666999" cy="12001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431082" y="5036477"/>
              <a:ext cx="1125855" cy="19050"/>
            </a:xfrm>
            <a:custGeom>
              <a:avLst/>
              <a:gdLst/>
              <a:ahLst/>
              <a:cxnLst/>
              <a:rect l="l" t="t" r="r" b="b"/>
              <a:pathLst>
                <a:path w="1125854" h="19050">
                  <a:moveTo>
                    <a:pt x="1125601" y="0"/>
                  </a:moveTo>
                  <a:lnTo>
                    <a:pt x="0" y="19050"/>
                  </a:lnTo>
                </a:path>
              </a:pathLst>
            </a:custGeom>
            <a:ln w="571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665016" y="5151411"/>
            <a:ext cx="38798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-25">
                <a:solidFill>
                  <a:srgbClr val="C00000"/>
                </a:solidFill>
                <a:latin typeface="Calibri"/>
                <a:cs typeface="Calibri"/>
              </a:rPr>
              <a:t>15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45859" y="5055402"/>
            <a:ext cx="171450" cy="610235"/>
          </a:xfrm>
          <a:custGeom>
            <a:avLst/>
            <a:gdLst/>
            <a:ahLst/>
            <a:cxnLst/>
            <a:rect l="l" t="t" r="r" b="b"/>
            <a:pathLst>
              <a:path w="171450" h="610235">
                <a:moveTo>
                  <a:pt x="0" y="438023"/>
                </a:moveTo>
                <a:lnTo>
                  <a:pt x="85216" y="609727"/>
                </a:lnTo>
                <a:lnTo>
                  <a:pt x="157120" y="466979"/>
                </a:lnTo>
                <a:lnTo>
                  <a:pt x="114172" y="466979"/>
                </a:lnTo>
                <a:lnTo>
                  <a:pt x="57022" y="466725"/>
                </a:lnTo>
                <a:lnTo>
                  <a:pt x="57100" y="438192"/>
                </a:lnTo>
                <a:lnTo>
                  <a:pt x="0" y="438023"/>
                </a:lnTo>
                <a:close/>
              </a:path>
              <a:path w="171450" h="610235">
                <a:moveTo>
                  <a:pt x="57100" y="438192"/>
                </a:moveTo>
                <a:lnTo>
                  <a:pt x="57022" y="466725"/>
                </a:lnTo>
                <a:lnTo>
                  <a:pt x="114172" y="466979"/>
                </a:lnTo>
                <a:lnTo>
                  <a:pt x="114250" y="438361"/>
                </a:lnTo>
                <a:lnTo>
                  <a:pt x="57100" y="438192"/>
                </a:lnTo>
                <a:close/>
              </a:path>
              <a:path w="171450" h="610235">
                <a:moveTo>
                  <a:pt x="114250" y="438361"/>
                </a:moveTo>
                <a:lnTo>
                  <a:pt x="114172" y="466979"/>
                </a:lnTo>
                <a:lnTo>
                  <a:pt x="157120" y="466979"/>
                </a:lnTo>
                <a:lnTo>
                  <a:pt x="171449" y="438531"/>
                </a:lnTo>
                <a:lnTo>
                  <a:pt x="114250" y="438361"/>
                </a:lnTo>
                <a:close/>
              </a:path>
              <a:path w="171450" h="610235">
                <a:moveTo>
                  <a:pt x="58292" y="0"/>
                </a:moveTo>
                <a:lnTo>
                  <a:pt x="57101" y="438023"/>
                </a:lnTo>
                <a:lnTo>
                  <a:pt x="57100" y="438192"/>
                </a:lnTo>
                <a:lnTo>
                  <a:pt x="114250" y="438361"/>
                </a:lnTo>
                <a:lnTo>
                  <a:pt x="115442" y="254"/>
                </a:lnTo>
                <a:lnTo>
                  <a:pt x="5829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531057" y="2579344"/>
            <a:ext cx="58420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25">
                <a:solidFill>
                  <a:srgbClr val="C00000"/>
                </a:solidFill>
                <a:latin typeface="Cambria Math"/>
                <a:cs typeface="Cambria Math"/>
              </a:rPr>
              <a:t>∀𝑛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6994" y="777470"/>
            <a:ext cx="11719560" cy="209994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355600" marR="5080" indent="-343535">
              <a:lnSpc>
                <a:spcPct val="99000"/>
              </a:lnSpc>
              <a:spcBef>
                <a:spcPts val="145"/>
              </a:spcBef>
              <a:buFont typeface="Wingdings"/>
              <a:buChar char=""/>
              <a:tabLst>
                <a:tab pos="355600" algn="l"/>
                <a:tab pos="2497455" algn="l"/>
              </a:tabLst>
            </a:pP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3200" spc="-3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>
                <a:solidFill>
                  <a:srgbClr val="333399"/>
                </a:solidFill>
                <a:latin typeface="Calibri"/>
                <a:cs typeface="Calibri"/>
              </a:rPr>
              <a:t>heuristic</a:t>
            </a:r>
            <a:r>
              <a:rPr sz="3400" spc="-10">
                <a:solidFill>
                  <a:srgbClr val="C00000"/>
                </a:solidFill>
                <a:latin typeface="Times New Roman"/>
                <a:cs typeface="Times New Roman"/>
              </a:rPr>
              <a:t>h</a:t>
            </a:r>
            <a:r>
              <a:rPr sz="340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3200" spc="-6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i="1">
                <a:solidFill>
                  <a:srgbClr val="C00000"/>
                </a:solidFill>
                <a:latin typeface="Calibri"/>
                <a:cs typeface="Calibri"/>
              </a:rPr>
              <a:t>admissible</a:t>
            </a:r>
            <a:r>
              <a:rPr sz="3200" i="1" spc="-18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(optimistic)</a:t>
            </a:r>
            <a:r>
              <a:rPr sz="3200" spc="-7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if:if</a:t>
            </a:r>
            <a:r>
              <a:rPr sz="3200" spc="-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h(n)</a:t>
            </a:r>
            <a:r>
              <a:rPr sz="3200" spc="-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3200" spc="-1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never larger</a:t>
            </a:r>
            <a:r>
              <a:rPr sz="3200" spc="-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20">
                <a:solidFill>
                  <a:srgbClr val="333399"/>
                </a:solidFill>
                <a:latin typeface="Calibri"/>
                <a:cs typeface="Calibri"/>
              </a:rPr>
              <a:t>than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h*(n), namely</a:t>
            </a:r>
            <a:r>
              <a:rPr sz="3200" spc="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h(n)</a:t>
            </a:r>
            <a:r>
              <a:rPr sz="3200" spc="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i</a:t>
            </a:r>
            <a:r>
              <a:rPr sz="320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32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FF0000"/>
                </a:solidFill>
                <a:latin typeface="Calibri"/>
                <a:cs typeface="Calibri"/>
              </a:rPr>
              <a:t>always</a:t>
            </a:r>
            <a:r>
              <a:rPr sz="32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FF0000"/>
                </a:solidFill>
                <a:latin typeface="Calibri"/>
                <a:cs typeface="Calibri"/>
              </a:rPr>
              <a:t>less</a:t>
            </a:r>
            <a:r>
              <a:rPr sz="32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32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FF0000"/>
                </a:solidFill>
                <a:latin typeface="Calibri"/>
                <a:cs typeface="Calibri"/>
              </a:rPr>
              <a:t>equal</a:t>
            </a:r>
            <a:r>
              <a:rPr sz="32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32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FF0000"/>
                </a:solidFill>
                <a:latin typeface="Calibri"/>
                <a:cs typeface="Calibri"/>
              </a:rPr>
              <a:t>true</a:t>
            </a:r>
            <a:r>
              <a:rPr sz="3200" spc="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FF0000"/>
                </a:solidFill>
                <a:latin typeface="Calibri"/>
                <a:cs typeface="Calibri"/>
              </a:rPr>
              <a:t>cheapest</a:t>
            </a:r>
            <a:r>
              <a:rPr sz="32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FF0000"/>
                </a:solidFill>
                <a:latin typeface="Calibri"/>
                <a:cs typeface="Calibri"/>
              </a:rPr>
              <a:t>cost</a:t>
            </a:r>
            <a:r>
              <a:rPr sz="32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20">
                <a:solidFill>
                  <a:srgbClr val="FF0000"/>
                </a:solidFill>
                <a:latin typeface="Calibri"/>
                <a:cs typeface="Calibri"/>
              </a:rPr>
              <a:t>from </a:t>
            </a:r>
            <a:r>
              <a:rPr sz="320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32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32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32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>
                <a:solidFill>
                  <a:srgbClr val="FF0000"/>
                </a:solidFill>
                <a:latin typeface="Calibri"/>
                <a:cs typeface="Calibri"/>
              </a:rPr>
              <a:t>goal.</a:t>
            </a:r>
            <a:endParaRPr sz="3200">
              <a:latin typeface="Calibri"/>
              <a:cs typeface="Calibri"/>
            </a:endParaRPr>
          </a:p>
          <a:p>
            <a:pPr marL="7837170">
              <a:lnSpc>
                <a:spcPts val="2005"/>
              </a:lnSpc>
            </a:pPr>
            <a:r>
              <a:rPr sz="2200">
                <a:solidFill>
                  <a:srgbClr val="FF0000"/>
                </a:solidFill>
                <a:latin typeface="Calibri"/>
                <a:cs typeface="Calibri"/>
              </a:rPr>
              <a:t>h(n)</a:t>
            </a:r>
            <a:r>
              <a:rPr sz="22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2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>
                <a:solidFill>
                  <a:srgbClr val="FF0000"/>
                </a:solidFill>
                <a:latin typeface="Calibri"/>
                <a:cs typeface="Calibri"/>
              </a:rPr>
              <a:t>estimated</a:t>
            </a:r>
            <a:r>
              <a:rPr sz="22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>
                <a:solidFill>
                  <a:srgbClr val="FF0000"/>
                </a:solidFill>
                <a:latin typeface="Calibri"/>
                <a:cs typeface="Calibri"/>
              </a:rPr>
              <a:t>cost</a:t>
            </a:r>
            <a:r>
              <a:rPr sz="22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2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25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endParaRPr sz="2200">
              <a:latin typeface="Calibri"/>
              <a:cs typeface="Calibri"/>
            </a:endParaRPr>
          </a:p>
          <a:p>
            <a:pPr marL="7837170">
              <a:lnSpc>
                <a:spcPct val="100000"/>
              </a:lnSpc>
            </a:pPr>
            <a:r>
              <a:rPr sz="2200">
                <a:solidFill>
                  <a:srgbClr val="FF0000"/>
                </a:solidFill>
                <a:latin typeface="Calibri"/>
                <a:cs typeface="Calibri"/>
              </a:rPr>
              <a:t>cheapest</a:t>
            </a:r>
            <a:r>
              <a:rPr sz="22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>
                <a:solidFill>
                  <a:srgbClr val="FF0000"/>
                </a:solidFill>
                <a:latin typeface="Calibri"/>
                <a:cs typeface="Calibri"/>
              </a:rPr>
              <a:t>path</a:t>
            </a:r>
            <a:r>
              <a:rPr sz="22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22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2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z="22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25">
                <a:solidFill>
                  <a:srgbClr val="FF0000"/>
                </a:solidFill>
                <a:latin typeface="Calibri"/>
                <a:cs typeface="Calibri"/>
              </a:rPr>
              <a:t>at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52946" y="4766881"/>
            <a:ext cx="12846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1800" spc="-2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333399"/>
                </a:solidFill>
                <a:latin typeface="Calibri"/>
                <a:cs typeface="Calibri"/>
              </a:rPr>
              <a:t>Manhattan </a:t>
            </a:r>
            <a:r>
              <a:rPr sz="1800">
                <a:solidFill>
                  <a:srgbClr val="333399"/>
                </a:solidFill>
                <a:latin typeface="Calibri"/>
                <a:cs typeface="Calibri"/>
              </a:rPr>
              <a:t>distance</a:t>
            </a:r>
            <a:r>
              <a:rPr sz="1800" spc="-6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333399"/>
                </a:solidFill>
                <a:latin typeface="Calibri"/>
                <a:cs typeface="Calibri"/>
              </a:rPr>
              <a:t>here </a:t>
            </a:r>
            <a:r>
              <a:rPr sz="1800" spc="-10">
                <a:solidFill>
                  <a:srgbClr val="333399"/>
                </a:solidFill>
                <a:latin typeface="Calibri"/>
                <a:cs typeface="Calibri"/>
              </a:rPr>
              <a:t>admissible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11883" y="2851619"/>
            <a:ext cx="25584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solidFill>
                  <a:srgbClr val="FF0000"/>
                </a:solidFill>
                <a:latin typeface="Calibri"/>
                <a:cs typeface="Calibri"/>
              </a:rPr>
              <a:t>node</a:t>
            </a:r>
            <a:r>
              <a:rPr sz="22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2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2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>
                <a:solidFill>
                  <a:srgbClr val="FF0000"/>
                </a:solidFill>
                <a:latin typeface="Calibri"/>
                <a:cs typeface="Calibri"/>
              </a:rPr>
              <a:t>goal</a:t>
            </a:r>
            <a:r>
              <a:rPr sz="2200" spc="-10">
                <a:solidFill>
                  <a:srgbClr val="FF0000"/>
                </a:solidFill>
                <a:latin typeface="Calibri"/>
                <a:cs typeface="Calibri"/>
              </a:rPr>
              <a:t> state.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9275" y="561975"/>
            <a:ext cx="4400550" cy="317182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42950" y="3876675"/>
            <a:ext cx="10715625" cy="847725"/>
            <a:chOff x="742950" y="3876675"/>
            <a:chExt cx="10715625" cy="847725"/>
          </a:xfrm>
        </p:grpSpPr>
        <p:sp>
          <p:nvSpPr>
            <p:cNvPr id="4" name="object 4"/>
            <p:cNvSpPr/>
            <p:nvPr/>
          </p:nvSpPr>
          <p:spPr>
            <a:xfrm>
              <a:off x="742950" y="3876675"/>
              <a:ext cx="10715625" cy="847725"/>
            </a:xfrm>
            <a:custGeom>
              <a:avLst/>
              <a:gdLst/>
              <a:ahLst/>
              <a:cxnLst/>
              <a:rect l="l" t="t" r="r" b="b"/>
              <a:pathLst>
                <a:path w="10715625" h="847725">
                  <a:moveTo>
                    <a:pt x="10715625" y="0"/>
                  </a:moveTo>
                  <a:lnTo>
                    <a:pt x="0" y="0"/>
                  </a:lnTo>
                  <a:lnTo>
                    <a:pt x="0" y="847725"/>
                  </a:lnTo>
                  <a:lnTo>
                    <a:pt x="10715625" y="847725"/>
                  </a:lnTo>
                  <a:lnTo>
                    <a:pt x="1071562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9238" y="4078287"/>
              <a:ext cx="3790950" cy="54178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222746" y="4092956"/>
              <a:ext cx="285750" cy="416559"/>
            </a:xfrm>
            <a:custGeom>
              <a:avLst/>
              <a:gdLst/>
              <a:ahLst/>
              <a:cxnLst/>
              <a:rect l="l" t="t" r="r" b="b"/>
              <a:pathLst>
                <a:path w="285750" h="416560">
                  <a:moveTo>
                    <a:pt x="125856" y="0"/>
                  </a:moveTo>
                  <a:lnTo>
                    <a:pt x="118490" y="0"/>
                  </a:lnTo>
                  <a:lnTo>
                    <a:pt x="111125" y="0"/>
                  </a:lnTo>
                  <a:lnTo>
                    <a:pt x="105028" y="254"/>
                  </a:lnTo>
                  <a:lnTo>
                    <a:pt x="0" y="406146"/>
                  </a:lnTo>
                  <a:lnTo>
                    <a:pt x="126" y="407924"/>
                  </a:lnTo>
                  <a:lnTo>
                    <a:pt x="27812" y="416052"/>
                  </a:lnTo>
                  <a:lnTo>
                    <a:pt x="42290" y="416052"/>
                  </a:lnTo>
                  <a:lnTo>
                    <a:pt x="99187" y="284480"/>
                  </a:lnTo>
                  <a:lnTo>
                    <a:pt x="101445" y="274693"/>
                  </a:lnTo>
                  <a:lnTo>
                    <a:pt x="117078" y="238093"/>
                  </a:lnTo>
                  <a:lnTo>
                    <a:pt x="145399" y="203485"/>
                  </a:lnTo>
                  <a:lnTo>
                    <a:pt x="183768" y="186563"/>
                  </a:lnTo>
                  <a:lnTo>
                    <a:pt x="188087" y="186563"/>
                  </a:lnTo>
                  <a:lnTo>
                    <a:pt x="208406" y="212344"/>
                  </a:lnTo>
                  <a:lnTo>
                    <a:pt x="208152" y="225552"/>
                  </a:lnTo>
                  <a:lnTo>
                    <a:pt x="206248" y="240792"/>
                  </a:lnTo>
                  <a:lnTo>
                    <a:pt x="173227" y="406146"/>
                  </a:lnTo>
                  <a:lnTo>
                    <a:pt x="173481" y="407924"/>
                  </a:lnTo>
                  <a:lnTo>
                    <a:pt x="201040" y="416052"/>
                  </a:lnTo>
                  <a:lnTo>
                    <a:pt x="215645" y="416052"/>
                  </a:lnTo>
                  <a:lnTo>
                    <a:pt x="282448" y="233299"/>
                  </a:lnTo>
                  <a:lnTo>
                    <a:pt x="285496" y="205105"/>
                  </a:lnTo>
                  <a:lnTo>
                    <a:pt x="285255" y="189726"/>
                  </a:lnTo>
                  <a:lnTo>
                    <a:pt x="272700" y="148435"/>
                  </a:lnTo>
                  <a:lnTo>
                    <a:pt x="238261" y="124880"/>
                  </a:lnTo>
                  <a:lnTo>
                    <a:pt x="211454" y="121666"/>
                  </a:lnTo>
                  <a:lnTo>
                    <a:pt x="203713" y="121975"/>
                  </a:lnTo>
                  <a:lnTo>
                    <a:pt x="166941" y="132254"/>
                  </a:lnTo>
                  <a:lnTo>
                    <a:pt x="131317" y="156591"/>
                  </a:lnTo>
                  <a:lnTo>
                    <a:pt x="115824" y="175641"/>
                  </a:lnTo>
                  <a:lnTo>
                    <a:pt x="120141" y="163449"/>
                  </a:lnTo>
                  <a:lnTo>
                    <a:pt x="127507" y="139446"/>
                  </a:lnTo>
                  <a:lnTo>
                    <a:pt x="131952" y="120523"/>
                  </a:lnTo>
                  <a:lnTo>
                    <a:pt x="153415" y="10795"/>
                  </a:lnTo>
                  <a:lnTo>
                    <a:pt x="153288" y="9017"/>
                  </a:lnTo>
                  <a:lnTo>
                    <a:pt x="131825" y="254"/>
                  </a:lnTo>
                  <a:lnTo>
                    <a:pt x="12585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22746" y="4092956"/>
              <a:ext cx="285750" cy="416559"/>
            </a:xfrm>
            <a:custGeom>
              <a:avLst/>
              <a:gdLst/>
              <a:ahLst/>
              <a:cxnLst/>
              <a:rect l="l" t="t" r="r" b="b"/>
              <a:pathLst>
                <a:path w="285750" h="416560">
                  <a:moveTo>
                    <a:pt x="118490" y="0"/>
                  </a:moveTo>
                  <a:lnTo>
                    <a:pt x="125856" y="0"/>
                  </a:lnTo>
                  <a:lnTo>
                    <a:pt x="131825" y="254"/>
                  </a:lnTo>
                  <a:lnTo>
                    <a:pt x="136525" y="889"/>
                  </a:lnTo>
                  <a:lnTo>
                    <a:pt x="141224" y="1524"/>
                  </a:lnTo>
                  <a:lnTo>
                    <a:pt x="144779" y="2286"/>
                  </a:lnTo>
                  <a:lnTo>
                    <a:pt x="147446" y="3429"/>
                  </a:lnTo>
                  <a:lnTo>
                    <a:pt x="149987" y="4445"/>
                  </a:lnTo>
                  <a:lnTo>
                    <a:pt x="151637" y="5842"/>
                  </a:lnTo>
                  <a:lnTo>
                    <a:pt x="152400" y="7366"/>
                  </a:lnTo>
                  <a:lnTo>
                    <a:pt x="153288" y="9017"/>
                  </a:lnTo>
                  <a:lnTo>
                    <a:pt x="131952" y="120523"/>
                  </a:lnTo>
                  <a:lnTo>
                    <a:pt x="129793" y="129540"/>
                  </a:lnTo>
                  <a:lnTo>
                    <a:pt x="128650" y="134493"/>
                  </a:lnTo>
                  <a:lnTo>
                    <a:pt x="127507" y="139446"/>
                  </a:lnTo>
                  <a:lnTo>
                    <a:pt x="126111" y="144399"/>
                  </a:lnTo>
                  <a:lnTo>
                    <a:pt x="124587" y="149225"/>
                  </a:lnTo>
                  <a:lnTo>
                    <a:pt x="123189" y="154051"/>
                  </a:lnTo>
                  <a:lnTo>
                    <a:pt x="115824" y="175641"/>
                  </a:lnTo>
                  <a:lnTo>
                    <a:pt x="119633" y="169291"/>
                  </a:lnTo>
                  <a:lnTo>
                    <a:pt x="147677" y="143267"/>
                  </a:lnTo>
                  <a:lnTo>
                    <a:pt x="188612" y="124452"/>
                  </a:lnTo>
                  <a:lnTo>
                    <a:pt x="211454" y="121666"/>
                  </a:lnTo>
                  <a:lnTo>
                    <a:pt x="221168" y="122023"/>
                  </a:lnTo>
                  <a:lnTo>
                    <a:pt x="258397" y="134159"/>
                  </a:lnTo>
                  <a:lnTo>
                    <a:pt x="281558" y="167259"/>
                  </a:lnTo>
                  <a:lnTo>
                    <a:pt x="285496" y="197866"/>
                  </a:lnTo>
                  <a:lnTo>
                    <a:pt x="285496" y="205105"/>
                  </a:lnTo>
                  <a:lnTo>
                    <a:pt x="281050" y="240157"/>
                  </a:lnTo>
                  <a:lnTo>
                    <a:pt x="248284" y="404241"/>
                  </a:lnTo>
                  <a:lnTo>
                    <a:pt x="215645" y="416052"/>
                  </a:lnTo>
                  <a:lnTo>
                    <a:pt x="208152" y="416052"/>
                  </a:lnTo>
                  <a:lnTo>
                    <a:pt x="201040" y="416052"/>
                  </a:lnTo>
                  <a:lnTo>
                    <a:pt x="179577" y="413131"/>
                  </a:lnTo>
                  <a:lnTo>
                    <a:pt x="176911" y="412115"/>
                  </a:lnTo>
                  <a:lnTo>
                    <a:pt x="175259" y="410845"/>
                  </a:lnTo>
                  <a:lnTo>
                    <a:pt x="174370" y="409448"/>
                  </a:lnTo>
                  <a:lnTo>
                    <a:pt x="173481" y="407924"/>
                  </a:lnTo>
                  <a:lnTo>
                    <a:pt x="173227" y="406146"/>
                  </a:lnTo>
                  <a:lnTo>
                    <a:pt x="173608" y="404241"/>
                  </a:lnTo>
                  <a:lnTo>
                    <a:pt x="205486" y="244983"/>
                  </a:lnTo>
                  <a:lnTo>
                    <a:pt x="206248" y="240792"/>
                  </a:lnTo>
                  <a:lnTo>
                    <a:pt x="206882" y="236093"/>
                  </a:lnTo>
                  <a:lnTo>
                    <a:pt x="207517" y="230759"/>
                  </a:lnTo>
                  <a:lnTo>
                    <a:pt x="208152" y="225552"/>
                  </a:lnTo>
                  <a:lnTo>
                    <a:pt x="208406" y="220853"/>
                  </a:lnTo>
                  <a:lnTo>
                    <a:pt x="208406" y="216662"/>
                  </a:lnTo>
                  <a:lnTo>
                    <a:pt x="208406" y="212344"/>
                  </a:lnTo>
                  <a:lnTo>
                    <a:pt x="195071" y="188849"/>
                  </a:lnTo>
                  <a:lnTo>
                    <a:pt x="191896" y="187325"/>
                  </a:lnTo>
                  <a:lnTo>
                    <a:pt x="188087" y="186563"/>
                  </a:lnTo>
                  <a:lnTo>
                    <a:pt x="183768" y="186563"/>
                  </a:lnTo>
                  <a:lnTo>
                    <a:pt x="145399" y="203485"/>
                  </a:lnTo>
                  <a:lnTo>
                    <a:pt x="117078" y="238093"/>
                  </a:lnTo>
                  <a:lnTo>
                    <a:pt x="101445" y="274693"/>
                  </a:lnTo>
                  <a:lnTo>
                    <a:pt x="75056" y="404241"/>
                  </a:lnTo>
                  <a:lnTo>
                    <a:pt x="74675" y="406146"/>
                  </a:lnTo>
                  <a:lnTo>
                    <a:pt x="73787" y="407924"/>
                  </a:lnTo>
                  <a:lnTo>
                    <a:pt x="42290" y="416052"/>
                  </a:lnTo>
                  <a:lnTo>
                    <a:pt x="35178" y="416052"/>
                  </a:lnTo>
                  <a:lnTo>
                    <a:pt x="27812" y="416052"/>
                  </a:lnTo>
                  <a:lnTo>
                    <a:pt x="6223" y="413131"/>
                  </a:lnTo>
                  <a:lnTo>
                    <a:pt x="3428" y="412115"/>
                  </a:lnTo>
                  <a:lnTo>
                    <a:pt x="1777" y="410845"/>
                  </a:lnTo>
                  <a:lnTo>
                    <a:pt x="1015" y="409448"/>
                  </a:lnTo>
                  <a:lnTo>
                    <a:pt x="126" y="407924"/>
                  </a:lnTo>
                  <a:lnTo>
                    <a:pt x="0" y="406146"/>
                  </a:lnTo>
                  <a:lnTo>
                    <a:pt x="380" y="404241"/>
                  </a:lnTo>
                  <a:lnTo>
                    <a:pt x="78612" y="12827"/>
                  </a:lnTo>
                  <a:lnTo>
                    <a:pt x="88137" y="3429"/>
                  </a:lnTo>
                  <a:lnTo>
                    <a:pt x="91312" y="2286"/>
                  </a:lnTo>
                  <a:lnTo>
                    <a:pt x="95376" y="1524"/>
                  </a:lnTo>
                  <a:lnTo>
                    <a:pt x="100202" y="889"/>
                  </a:lnTo>
                  <a:lnTo>
                    <a:pt x="105028" y="254"/>
                  </a:lnTo>
                  <a:lnTo>
                    <a:pt x="111125" y="0"/>
                  </a:lnTo>
                  <a:lnTo>
                    <a:pt x="11849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95503" y="4098226"/>
              <a:ext cx="354456" cy="4206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18108" y="4088193"/>
              <a:ext cx="2671572" cy="4306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0372" y="338899"/>
            <a:ext cx="3688461" cy="50012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895663" y="2667063"/>
            <a:ext cx="2447925" cy="2143125"/>
            <a:chOff x="2895663" y="2667063"/>
            <a:chExt cx="2447925" cy="2143125"/>
          </a:xfrm>
        </p:grpSpPr>
        <p:sp>
          <p:nvSpPr>
            <p:cNvPr id="4" name="object 4"/>
            <p:cNvSpPr/>
            <p:nvPr/>
          </p:nvSpPr>
          <p:spPr>
            <a:xfrm>
              <a:off x="2900426" y="2709926"/>
              <a:ext cx="2438400" cy="2095500"/>
            </a:xfrm>
            <a:custGeom>
              <a:avLst/>
              <a:gdLst/>
              <a:ahLst/>
              <a:cxnLst/>
              <a:rect l="l" t="t" r="r" b="b"/>
              <a:pathLst>
                <a:path w="2438400" h="2095500">
                  <a:moveTo>
                    <a:pt x="0" y="2095500"/>
                  </a:moveTo>
                  <a:lnTo>
                    <a:pt x="2438400" y="2095500"/>
                  </a:lnTo>
                  <a:lnTo>
                    <a:pt x="1209928" y="0"/>
                  </a:lnTo>
                  <a:lnTo>
                    <a:pt x="0" y="20955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33826" y="2671826"/>
              <a:ext cx="1371600" cy="1554480"/>
            </a:xfrm>
            <a:custGeom>
              <a:avLst/>
              <a:gdLst/>
              <a:ahLst/>
              <a:cxnLst/>
              <a:rect l="l" t="t" r="r" b="b"/>
              <a:pathLst>
                <a:path w="1371600" h="1554479">
                  <a:moveTo>
                    <a:pt x="685800" y="0"/>
                  </a:moveTo>
                  <a:lnTo>
                    <a:pt x="0" y="1220597"/>
                  </a:lnTo>
                  <a:lnTo>
                    <a:pt x="228600" y="1449197"/>
                  </a:lnTo>
                  <a:lnTo>
                    <a:pt x="384498" y="1521898"/>
                  </a:lnTo>
                  <a:lnTo>
                    <a:pt x="476138" y="1554083"/>
                  </a:lnTo>
                  <a:lnTo>
                    <a:pt x="539228" y="1552906"/>
                  </a:lnTo>
                  <a:lnTo>
                    <a:pt x="609473" y="1525524"/>
                  </a:lnTo>
                  <a:lnTo>
                    <a:pt x="638536" y="1531999"/>
                  </a:lnTo>
                  <a:lnTo>
                    <a:pt x="687619" y="1497920"/>
                  </a:lnTo>
                  <a:lnTo>
                    <a:pt x="709254" y="1465031"/>
                  </a:lnTo>
                  <a:lnTo>
                    <a:pt x="730027" y="1426686"/>
                  </a:lnTo>
                  <a:lnTo>
                    <a:pt x="750747" y="1386718"/>
                  </a:lnTo>
                  <a:lnTo>
                    <a:pt x="772222" y="1348959"/>
                  </a:lnTo>
                  <a:lnTo>
                    <a:pt x="795258" y="1317244"/>
                  </a:lnTo>
                  <a:lnTo>
                    <a:pt x="820665" y="1295403"/>
                  </a:lnTo>
                  <a:lnTo>
                    <a:pt x="849249" y="1287272"/>
                  </a:lnTo>
                  <a:lnTo>
                    <a:pt x="879654" y="1294504"/>
                  </a:lnTo>
                  <a:lnTo>
                    <a:pt x="914590" y="1314095"/>
                  </a:lnTo>
                  <a:lnTo>
                    <a:pt x="952762" y="1342888"/>
                  </a:lnTo>
                  <a:lnTo>
                    <a:pt x="992873" y="1377724"/>
                  </a:lnTo>
                  <a:lnTo>
                    <a:pt x="1073737" y="1452894"/>
                  </a:lnTo>
                  <a:lnTo>
                    <a:pt x="1111899" y="1486912"/>
                  </a:lnTo>
                  <a:lnTo>
                    <a:pt x="1146821" y="1514343"/>
                  </a:lnTo>
                  <a:lnTo>
                    <a:pt x="1177209" y="1532026"/>
                  </a:lnTo>
                  <a:lnTo>
                    <a:pt x="1201767" y="1536806"/>
                  </a:lnTo>
                  <a:lnTo>
                    <a:pt x="1219200" y="1525524"/>
                  </a:lnTo>
                  <a:lnTo>
                    <a:pt x="1252094" y="1477768"/>
                  </a:lnTo>
                  <a:lnTo>
                    <a:pt x="1276572" y="1432248"/>
                  </a:lnTo>
                  <a:lnTo>
                    <a:pt x="1295457" y="1388460"/>
                  </a:lnTo>
                  <a:lnTo>
                    <a:pt x="1311577" y="1345903"/>
                  </a:lnTo>
                  <a:lnTo>
                    <a:pt x="1327757" y="1304075"/>
                  </a:lnTo>
                  <a:lnTo>
                    <a:pt x="1346822" y="1262474"/>
                  </a:lnTo>
                  <a:lnTo>
                    <a:pt x="1371600" y="1220597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33826" y="2671826"/>
              <a:ext cx="1371600" cy="1554480"/>
            </a:xfrm>
            <a:custGeom>
              <a:avLst/>
              <a:gdLst/>
              <a:ahLst/>
              <a:cxnLst/>
              <a:rect l="l" t="t" r="r" b="b"/>
              <a:pathLst>
                <a:path w="1371600" h="1554479">
                  <a:moveTo>
                    <a:pt x="685800" y="0"/>
                  </a:moveTo>
                  <a:lnTo>
                    <a:pt x="0" y="1220597"/>
                  </a:lnTo>
                  <a:lnTo>
                    <a:pt x="228600" y="1449197"/>
                  </a:lnTo>
                  <a:lnTo>
                    <a:pt x="384498" y="1521898"/>
                  </a:lnTo>
                  <a:lnTo>
                    <a:pt x="476138" y="1554083"/>
                  </a:lnTo>
                  <a:lnTo>
                    <a:pt x="539228" y="1552906"/>
                  </a:lnTo>
                  <a:lnTo>
                    <a:pt x="609473" y="1525524"/>
                  </a:lnTo>
                  <a:lnTo>
                    <a:pt x="638536" y="1531999"/>
                  </a:lnTo>
                  <a:lnTo>
                    <a:pt x="687619" y="1497920"/>
                  </a:lnTo>
                  <a:lnTo>
                    <a:pt x="709254" y="1465031"/>
                  </a:lnTo>
                  <a:lnTo>
                    <a:pt x="730027" y="1426686"/>
                  </a:lnTo>
                  <a:lnTo>
                    <a:pt x="750747" y="1386718"/>
                  </a:lnTo>
                  <a:lnTo>
                    <a:pt x="772222" y="1348959"/>
                  </a:lnTo>
                  <a:lnTo>
                    <a:pt x="795258" y="1317244"/>
                  </a:lnTo>
                  <a:lnTo>
                    <a:pt x="820665" y="1295403"/>
                  </a:lnTo>
                  <a:lnTo>
                    <a:pt x="849249" y="1287272"/>
                  </a:lnTo>
                  <a:lnTo>
                    <a:pt x="879654" y="1294504"/>
                  </a:lnTo>
                  <a:lnTo>
                    <a:pt x="914590" y="1314095"/>
                  </a:lnTo>
                  <a:lnTo>
                    <a:pt x="952762" y="1342888"/>
                  </a:lnTo>
                  <a:lnTo>
                    <a:pt x="992873" y="1377724"/>
                  </a:lnTo>
                  <a:lnTo>
                    <a:pt x="1033630" y="1415445"/>
                  </a:lnTo>
                  <a:lnTo>
                    <a:pt x="1073737" y="1452894"/>
                  </a:lnTo>
                  <a:lnTo>
                    <a:pt x="1111899" y="1486912"/>
                  </a:lnTo>
                  <a:lnTo>
                    <a:pt x="1146821" y="1514343"/>
                  </a:lnTo>
                  <a:lnTo>
                    <a:pt x="1177209" y="1532026"/>
                  </a:lnTo>
                  <a:lnTo>
                    <a:pt x="1201767" y="1536806"/>
                  </a:lnTo>
                  <a:lnTo>
                    <a:pt x="1219200" y="1525524"/>
                  </a:lnTo>
                  <a:lnTo>
                    <a:pt x="1252094" y="1477768"/>
                  </a:lnTo>
                  <a:lnTo>
                    <a:pt x="1276572" y="1432248"/>
                  </a:lnTo>
                  <a:lnTo>
                    <a:pt x="1295457" y="1388460"/>
                  </a:lnTo>
                  <a:lnTo>
                    <a:pt x="1311577" y="1345903"/>
                  </a:lnTo>
                  <a:lnTo>
                    <a:pt x="1327757" y="1304075"/>
                  </a:lnTo>
                  <a:lnTo>
                    <a:pt x="1346822" y="1262474"/>
                  </a:lnTo>
                  <a:lnTo>
                    <a:pt x="1371600" y="1220597"/>
                  </a:lnTo>
                  <a:lnTo>
                    <a:pt x="68580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91013" y="3057588"/>
              <a:ext cx="190500" cy="1905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263" y="3048063"/>
              <a:ext cx="190500" cy="1905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001515" y="2928048"/>
            <a:ext cx="183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07535" y="2871723"/>
            <a:ext cx="440690" cy="89535"/>
          </a:xfrm>
          <a:custGeom>
            <a:avLst/>
            <a:gdLst/>
            <a:ahLst/>
            <a:cxnLst/>
            <a:rect l="l" t="t" r="r" b="b"/>
            <a:pathLst>
              <a:path w="440689" h="89535">
                <a:moveTo>
                  <a:pt x="4952" y="11049"/>
                </a:moveTo>
                <a:lnTo>
                  <a:pt x="61087" y="47751"/>
                </a:lnTo>
                <a:lnTo>
                  <a:pt x="121538" y="69596"/>
                </a:lnTo>
                <a:lnTo>
                  <a:pt x="166369" y="81787"/>
                </a:lnTo>
                <a:lnTo>
                  <a:pt x="210185" y="88518"/>
                </a:lnTo>
                <a:lnTo>
                  <a:pt x="224536" y="89153"/>
                </a:lnTo>
                <a:lnTo>
                  <a:pt x="236873" y="89153"/>
                </a:lnTo>
                <a:lnTo>
                  <a:pt x="280415" y="83692"/>
                </a:lnTo>
                <a:lnTo>
                  <a:pt x="306673" y="76453"/>
                </a:lnTo>
                <a:lnTo>
                  <a:pt x="225171" y="76453"/>
                </a:lnTo>
                <a:lnTo>
                  <a:pt x="211581" y="75818"/>
                </a:lnTo>
                <a:lnTo>
                  <a:pt x="169290" y="69468"/>
                </a:lnTo>
                <a:lnTo>
                  <a:pt x="125729" y="57530"/>
                </a:lnTo>
                <a:lnTo>
                  <a:pt x="65786" y="35940"/>
                </a:lnTo>
                <a:lnTo>
                  <a:pt x="35433" y="23749"/>
                </a:lnTo>
                <a:lnTo>
                  <a:pt x="4952" y="11049"/>
                </a:lnTo>
                <a:close/>
              </a:path>
              <a:path w="440689" h="89535">
                <a:moveTo>
                  <a:pt x="393955" y="20989"/>
                </a:moveTo>
                <a:lnTo>
                  <a:pt x="340867" y="49402"/>
                </a:lnTo>
                <a:lnTo>
                  <a:pt x="303402" y="64135"/>
                </a:lnTo>
                <a:lnTo>
                  <a:pt x="265049" y="73660"/>
                </a:lnTo>
                <a:lnTo>
                  <a:pt x="236855" y="76453"/>
                </a:lnTo>
                <a:lnTo>
                  <a:pt x="306722" y="76453"/>
                </a:lnTo>
                <a:lnTo>
                  <a:pt x="345693" y="61087"/>
                </a:lnTo>
                <a:lnTo>
                  <a:pt x="395477" y="34798"/>
                </a:lnTo>
                <a:lnTo>
                  <a:pt x="400515" y="31775"/>
                </a:lnTo>
                <a:lnTo>
                  <a:pt x="393955" y="20989"/>
                </a:lnTo>
                <a:close/>
              </a:path>
              <a:path w="440689" h="89535">
                <a:moveTo>
                  <a:pt x="431509" y="14477"/>
                </a:moveTo>
                <a:lnTo>
                  <a:pt x="404749" y="14477"/>
                </a:lnTo>
                <a:lnTo>
                  <a:pt x="411352" y="25273"/>
                </a:lnTo>
                <a:lnTo>
                  <a:pt x="400515" y="31775"/>
                </a:lnTo>
                <a:lnTo>
                  <a:pt x="410463" y="48133"/>
                </a:lnTo>
                <a:lnTo>
                  <a:pt x="431509" y="14477"/>
                </a:lnTo>
                <a:close/>
              </a:path>
              <a:path w="440689" h="89535">
                <a:moveTo>
                  <a:pt x="404749" y="14477"/>
                </a:moveTo>
                <a:lnTo>
                  <a:pt x="393955" y="20989"/>
                </a:lnTo>
                <a:lnTo>
                  <a:pt x="400515" y="31775"/>
                </a:lnTo>
                <a:lnTo>
                  <a:pt x="411352" y="25273"/>
                </a:lnTo>
                <a:lnTo>
                  <a:pt x="404749" y="14477"/>
                </a:lnTo>
                <a:close/>
              </a:path>
              <a:path w="440689" h="89535">
                <a:moveTo>
                  <a:pt x="440563" y="0"/>
                </a:moveTo>
                <a:lnTo>
                  <a:pt x="384048" y="4699"/>
                </a:lnTo>
                <a:lnTo>
                  <a:pt x="393955" y="20989"/>
                </a:lnTo>
                <a:lnTo>
                  <a:pt x="404749" y="14477"/>
                </a:lnTo>
                <a:lnTo>
                  <a:pt x="431509" y="14477"/>
                </a:lnTo>
                <a:lnTo>
                  <a:pt x="440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385945" y="2680017"/>
            <a:ext cx="1460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962463" y="2638488"/>
            <a:ext cx="247650" cy="1628775"/>
            <a:chOff x="3962463" y="2638488"/>
            <a:chExt cx="247650" cy="162877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62463" y="4076763"/>
              <a:ext cx="190500" cy="190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19613" y="2638488"/>
              <a:ext cx="190500" cy="180975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7010463" y="2667063"/>
            <a:ext cx="2447925" cy="2143125"/>
            <a:chOff x="7010463" y="2667063"/>
            <a:chExt cx="2447925" cy="2143125"/>
          </a:xfrm>
        </p:grpSpPr>
        <p:sp>
          <p:nvSpPr>
            <p:cNvPr id="16" name="object 16"/>
            <p:cNvSpPr/>
            <p:nvPr/>
          </p:nvSpPr>
          <p:spPr>
            <a:xfrm>
              <a:off x="7015226" y="2671826"/>
              <a:ext cx="2438400" cy="2133600"/>
            </a:xfrm>
            <a:custGeom>
              <a:avLst/>
              <a:gdLst/>
              <a:ahLst/>
              <a:cxnLst/>
              <a:rect l="l" t="t" r="r" b="b"/>
              <a:pathLst>
                <a:path w="2438400" h="2133600">
                  <a:moveTo>
                    <a:pt x="0" y="2133600"/>
                  </a:moveTo>
                  <a:lnTo>
                    <a:pt x="2438400" y="2133600"/>
                  </a:lnTo>
                  <a:lnTo>
                    <a:pt x="1209928" y="0"/>
                  </a:lnTo>
                  <a:lnTo>
                    <a:pt x="0" y="2133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53426" y="2671826"/>
              <a:ext cx="762000" cy="1524000"/>
            </a:xfrm>
            <a:custGeom>
              <a:avLst/>
              <a:gdLst/>
              <a:ahLst/>
              <a:cxnLst/>
              <a:rect l="l" t="t" r="r" b="b"/>
              <a:pathLst>
                <a:path w="762000" h="1524000">
                  <a:moveTo>
                    <a:pt x="381000" y="0"/>
                  </a:moveTo>
                  <a:lnTo>
                    <a:pt x="354667" y="42853"/>
                  </a:lnTo>
                  <a:lnTo>
                    <a:pt x="331183" y="81936"/>
                  </a:lnTo>
                  <a:lnTo>
                    <a:pt x="309920" y="118213"/>
                  </a:lnTo>
                  <a:lnTo>
                    <a:pt x="290253" y="152650"/>
                  </a:lnTo>
                  <a:lnTo>
                    <a:pt x="271554" y="186210"/>
                  </a:lnTo>
                  <a:lnTo>
                    <a:pt x="234556" y="254559"/>
                  </a:lnTo>
                  <a:lnTo>
                    <a:pt x="170659" y="374621"/>
                  </a:lnTo>
                  <a:lnTo>
                    <a:pt x="115153" y="477609"/>
                  </a:lnTo>
                  <a:lnTo>
                    <a:pt x="81648" y="538880"/>
                  </a:lnTo>
                  <a:lnTo>
                    <a:pt x="43472" y="607955"/>
                  </a:lnTo>
                  <a:lnTo>
                    <a:pt x="0" y="685800"/>
                  </a:lnTo>
                  <a:lnTo>
                    <a:pt x="50696" y="793335"/>
                  </a:lnTo>
                  <a:lnTo>
                    <a:pt x="70072" y="833970"/>
                  </a:lnTo>
                  <a:lnTo>
                    <a:pt x="88018" y="870515"/>
                  </a:lnTo>
                  <a:lnTo>
                    <a:pt x="106446" y="906468"/>
                  </a:lnTo>
                  <a:lnTo>
                    <a:pt x="127269" y="945330"/>
                  </a:lnTo>
                  <a:lnTo>
                    <a:pt x="152400" y="990600"/>
                  </a:lnTo>
                  <a:lnTo>
                    <a:pt x="172569" y="1173956"/>
                  </a:lnTo>
                  <a:lnTo>
                    <a:pt x="195167" y="1290637"/>
                  </a:lnTo>
                  <a:lnTo>
                    <a:pt x="234481" y="1390650"/>
                  </a:lnTo>
                  <a:lnTo>
                    <a:pt x="304800" y="1524000"/>
                  </a:lnTo>
                  <a:lnTo>
                    <a:pt x="339990" y="1468050"/>
                  </a:lnTo>
                  <a:lnTo>
                    <a:pt x="369181" y="1415113"/>
                  </a:lnTo>
                  <a:lnTo>
                    <a:pt x="393251" y="1364962"/>
                  </a:lnTo>
                  <a:lnTo>
                    <a:pt x="413074" y="1317370"/>
                  </a:lnTo>
                  <a:lnTo>
                    <a:pt x="429526" y="1272113"/>
                  </a:lnTo>
                  <a:lnTo>
                    <a:pt x="443483" y="1228963"/>
                  </a:lnTo>
                  <a:lnTo>
                    <a:pt x="467416" y="1148080"/>
                  </a:lnTo>
                  <a:lnTo>
                    <a:pt x="479143" y="1109894"/>
                  </a:lnTo>
                  <a:lnTo>
                    <a:pt x="491878" y="1072911"/>
                  </a:lnTo>
                  <a:lnTo>
                    <a:pt x="506496" y="1036905"/>
                  </a:lnTo>
                  <a:lnTo>
                    <a:pt x="523875" y="1001649"/>
                  </a:lnTo>
                  <a:lnTo>
                    <a:pt x="553249" y="952005"/>
                  </a:lnTo>
                  <a:lnTo>
                    <a:pt x="583852" y="907202"/>
                  </a:lnTo>
                  <a:lnTo>
                    <a:pt x="615125" y="866272"/>
                  </a:lnTo>
                  <a:lnTo>
                    <a:pt x="646509" y="828246"/>
                  </a:lnTo>
                  <a:lnTo>
                    <a:pt x="707380" y="757029"/>
                  </a:lnTo>
                  <a:lnTo>
                    <a:pt x="735750" y="721900"/>
                  </a:lnTo>
                  <a:lnTo>
                    <a:pt x="762000" y="685800"/>
                  </a:lnTo>
                  <a:lnTo>
                    <a:pt x="643737" y="470001"/>
                  </a:lnTo>
                  <a:lnTo>
                    <a:pt x="556564" y="312724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53426" y="2671826"/>
              <a:ext cx="762000" cy="1524000"/>
            </a:xfrm>
            <a:custGeom>
              <a:avLst/>
              <a:gdLst/>
              <a:ahLst/>
              <a:cxnLst/>
              <a:rect l="l" t="t" r="r" b="b"/>
              <a:pathLst>
                <a:path w="762000" h="1524000">
                  <a:moveTo>
                    <a:pt x="381000" y="0"/>
                  </a:moveTo>
                  <a:lnTo>
                    <a:pt x="354667" y="42853"/>
                  </a:lnTo>
                  <a:lnTo>
                    <a:pt x="331183" y="81936"/>
                  </a:lnTo>
                  <a:lnTo>
                    <a:pt x="309920" y="118213"/>
                  </a:lnTo>
                  <a:lnTo>
                    <a:pt x="290253" y="152650"/>
                  </a:lnTo>
                  <a:lnTo>
                    <a:pt x="271554" y="186210"/>
                  </a:lnTo>
                  <a:lnTo>
                    <a:pt x="253197" y="219858"/>
                  </a:lnTo>
                  <a:lnTo>
                    <a:pt x="234556" y="254559"/>
                  </a:lnTo>
                  <a:lnTo>
                    <a:pt x="215003" y="291276"/>
                  </a:lnTo>
                  <a:lnTo>
                    <a:pt x="193913" y="330976"/>
                  </a:lnTo>
                  <a:lnTo>
                    <a:pt x="170659" y="374621"/>
                  </a:lnTo>
                  <a:lnTo>
                    <a:pt x="144615" y="423177"/>
                  </a:lnTo>
                  <a:lnTo>
                    <a:pt x="115153" y="477609"/>
                  </a:lnTo>
                  <a:lnTo>
                    <a:pt x="81648" y="538880"/>
                  </a:lnTo>
                  <a:lnTo>
                    <a:pt x="43472" y="607955"/>
                  </a:lnTo>
                  <a:lnTo>
                    <a:pt x="0" y="685800"/>
                  </a:lnTo>
                  <a:lnTo>
                    <a:pt x="27976" y="745111"/>
                  </a:lnTo>
                  <a:lnTo>
                    <a:pt x="50696" y="793335"/>
                  </a:lnTo>
                  <a:lnTo>
                    <a:pt x="70072" y="833970"/>
                  </a:lnTo>
                  <a:lnTo>
                    <a:pt x="88018" y="870515"/>
                  </a:lnTo>
                  <a:lnTo>
                    <a:pt x="106446" y="906468"/>
                  </a:lnTo>
                  <a:lnTo>
                    <a:pt x="127269" y="945330"/>
                  </a:lnTo>
                  <a:lnTo>
                    <a:pt x="152400" y="990600"/>
                  </a:lnTo>
                  <a:lnTo>
                    <a:pt x="172569" y="1173956"/>
                  </a:lnTo>
                  <a:lnTo>
                    <a:pt x="195167" y="1290637"/>
                  </a:lnTo>
                  <a:lnTo>
                    <a:pt x="234481" y="1390650"/>
                  </a:lnTo>
                  <a:lnTo>
                    <a:pt x="304800" y="1524000"/>
                  </a:lnTo>
                  <a:lnTo>
                    <a:pt x="339990" y="1468050"/>
                  </a:lnTo>
                  <a:lnTo>
                    <a:pt x="369181" y="1415113"/>
                  </a:lnTo>
                  <a:lnTo>
                    <a:pt x="393251" y="1364962"/>
                  </a:lnTo>
                  <a:lnTo>
                    <a:pt x="413074" y="1317370"/>
                  </a:lnTo>
                  <a:lnTo>
                    <a:pt x="429526" y="1272113"/>
                  </a:lnTo>
                  <a:lnTo>
                    <a:pt x="443483" y="1228963"/>
                  </a:lnTo>
                  <a:lnTo>
                    <a:pt x="455821" y="1187694"/>
                  </a:lnTo>
                  <a:lnTo>
                    <a:pt x="467416" y="1148080"/>
                  </a:lnTo>
                  <a:lnTo>
                    <a:pt x="479143" y="1109894"/>
                  </a:lnTo>
                  <a:lnTo>
                    <a:pt x="491878" y="1072911"/>
                  </a:lnTo>
                  <a:lnTo>
                    <a:pt x="506496" y="1036905"/>
                  </a:lnTo>
                  <a:lnTo>
                    <a:pt x="523875" y="1001649"/>
                  </a:lnTo>
                  <a:lnTo>
                    <a:pt x="553249" y="952005"/>
                  </a:lnTo>
                  <a:lnTo>
                    <a:pt x="583852" y="907202"/>
                  </a:lnTo>
                  <a:lnTo>
                    <a:pt x="615125" y="866272"/>
                  </a:lnTo>
                  <a:lnTo>
                    <a:pt x="646509" y="828246"/>
                  </a:lnTo>
                  <a:lnTo>
                    <a:pt x="677447" y="792154"/>
                  </a:lnTo>
                  <a:lnTo>
                    <a:pt x="707380" y="757029"/>
                  </a:lnTo>
                  <a:lnTo>
                    <a:pt x="735750" y="721900"/>
                  </a:lnTo>
                  <a:lnTo>
                    <a:pt x="762000" y="685800"/>
                  </a:lnTo>
                  <a:lnTo>
                    <a:pt x="718503" y="606179"/>
                  </a:lnTo>
                  <a:lnTo>
                    <a:pt x="679207" y="534483"/>
                  </a:lnTo>
                  <a:lnTo>
                    <a:pt x="643737" y="470001"/>
                  </a:lnTo>
                  <a:lnTo>
                    <a:pt x="611722" y="412021"/>
                  </a:lnTo>
                  <a:lnTo>
                    <a:pt x="582788" y="359833"/>
                  </a:lnTo>
                  <a:lnTo>
                    <a:pt x="556564" y="312724"/>
                  </a:lnTo>
                  <a:lnTo>
                    <a:pt x="532677" y="269985"/>
                  </a:lnTo>
                  <a:lnTo>
                    <a:pt x="510754" y="230902"/>
                  </a:lnTo>
                  <a:lnTo>
                    <a:pt x="490423" y="194767"/>
                  </a:lnTo>
                  <a:lnTo>
                    <a:pt x="471311" y="160866"/>
                  </a:lnTo>
                  <a:lnTo>
                    <a:pt x="453045" y="128490"/>
                  </a:lnTo>
                  <a:lnTo>
                    <a:pt x="435254" y="96926"/>
                  </a:lnTo>
                  <a:lnTo>
                    <a:pt x="417564" y="65464"/>
                  </a:lnTo>
                  <a:lnTo>
                    <a:pt x="399604" y="33392"/>
                  </a:lnTo>
                  <a:lnTo>
                    <a:pt x="38100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05813" y="3029013"/>
              <a:ext cx="190500" cy="1809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2063" y="3019488"/>
              <a:ext cx="190500" cy="18097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8119491" y="2893123"/>
            <a:ext cx="183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022335" y="2600388"/>
            <a:ext cx="440690" cy="1638300"/>
            <a:chOff x="8022335" y="2600388"/>
            <a:chExt cx="440690" cy="1638300"/>
          </a:xfrm>
        </p:grpSpPr>
        <p:sp>
          <p:nvSpPr>
            <p:cNvPr id="23" name="object 23"/>
            <p:cNvSpPr/>
            <p:nvPr/>
          </p:nvSpPr>
          <p:spPr>
            <a:xfrm>
              <a:off x="8022335" y="2833624"/>
              <a:ext cx="440690" cy="89535"/>
            </a:xfrm>
            <a:custGeom>
              <a:avLst/>
              <a:gdLst/>
              <a:ahLst/>
              <a:cxnLst/>
              <a:rect l="l" t="t" r="r" b="b"/>
              <a:pathLst>
                <a:path w="440690" h="89535">
                  <a:moveTo>
                    <a:pt x="4953" y="11049"/>
                  </a:moveTo>
                  <a:lnTo>
                    <a:pt x="61087" y="47751"/>
                  </a:lnTo>
                  <a:lnTo>
                    <a:pt x="121539" y="69596"/>
                  </a:lnTo>
                  <a:lnTo>
                    <a:pt x="166370" y="81787"/>
                  </a:lnTo>
                  <a:lnTo>
                    <a:pt x="210185" y="88518"/>
                  </a:lnTo>
                  <a:lnTo>
                    <a:pt x="224536" y="89153"/>
                  </a:lnTo>
                  <a:lnTo>
                    <a:pt x="236873" y="89153"/>
                  </a:lnTo>
                  <a:lnTo>
                    <a:pt x="280416" y="83692"/>
                  </a:lnTo>
                  <a:lnTo>
                    <a:pt x="306673" y="76453"/>
                  </a:lnTo>
                  <a:lnTo>
                    <a:pt x="225171" y="76453"/>
                  </a:lnTo>
                  <a:lnTo>
                    <a:pt x="211582" y="75818"/>
                  </a:lnTo>
                  <a:lnTo>
                    <a:pt x="169291" y="69468"/>
                  </a:lnTo>
                  <a:lnTo>
                    <a:pt x="125730" y="57530"/>
                  </a:lnTo>
                  <a:lnTo>
                    <a:pt x="65786" y="35940"/>
                  </a:lnTo>
                  <a:lnTo>
                    <a:pt x="35433" y="23749"/>
                  </a:lnTo>
                  <a:lnTo>
                    <a:pt x="4953" y="11049"/>
                  </a:lnTo>
                  <a:close/>
                </a:path>
                <a:path w="440690" h="89535">
                  <a:moveTo>
                    <a:pt x="393955" y="20989"/>
                  </a:moveTo>
                  <a:lnTo>
                    <a:pt x="340868" y="49402"/>
                  </a:lnTo>
                  <a:lnTo>
                    <a:pt x="303403" y="64135"/>
                  </a:lnTo>
                  <a:lnTo>
                    <a:pt x="265049" y="73660"/>
                  </a:lnTo>
                  <a:lnTo>
                    <a:pt x="236855" y="76453"/>
                  </a:lnTo>
                  <a:lnTo>
                    <a:pt x="306722" y="76453"/>
                  </a:lnTo>
                  <a:lnTo>
                    <a:pt x="345694" y="61087"/>
                  </a:lnTo>
                  <a:lnTo>
                    <a:pt x="395478" y="34798"/>
                  </a:lnTo>
                  <a:lnTo>
                    <a:pt x="400515" y="31775"/>
                  </a:lnTo>
                  <a:lnTo>
                    <a:pt x="393955" y="20989"/>
                  </a:lnTo>
                  <a:close/>
                </a:path>
                <a:path w="440690" h="89535">
                  <a:moveTo>
                    <a:pt x="431509" y="14477"/>
                  </a:moveTo>
                  <a:lnTo>
                    <a:pt x="404749" y="14477"/>
                  </a:lnTo>
                  <a:lnTo>
                    <a:pt x="411353" y="25273"/>
                  </a:lnTo>
                  <a:lnTo>
                    <a:pt x="400515" y="31775"/>
                  </a:lnTo>
                  <a:lnTo>
                    <a:pt x="410464" y="48133"/>
                  </a:lnTo>
                  <a:lnTo>
                    <a:pt x="431509" y="14477"/>
                  </a:lnTo>
                  <a:close/>
                </a:path>
                <a:path w="440690" h="89535">
                  <a:moveTo>
                    <a:pt x="404749" y="14477"/>
                  </a:moveTo>
                  <a:lnTo>
                    <a:pt x="393955" y="20989"/>
                  </a:lnTo>
                  <a:lnTo>
                    <a:pt x="400515" y="31775"/>
                  </a:lnTo>
                  <a:lnTo>
                    <a:pt x="411353" y="25273"/>
                  </a:lnTo>
                  <a:lnTo>
                    <a:pt x="404749" y="14477"/>
                  </a:lnTo>
                  <a:close/>
                </a:path>
                <a:path w="440690" h="89535">
                  <a:moveTo>
                    <a:pt x="440563" y="0"/>
                  </a:moveTo>
                  <a:lnTo>
                    <a:pt x="384048" y="4699"/>
                  </a:lnTo>
                  <a:lnTo>
                    <a:pt x="393955" y="20989"/>
                  </a:lnTo>
                  <a:lnTo>
                    <a:pt x="404749" y="14477"/>
                  </a:lnTo>
                  <a:lnTo>
                    <a:pt x="431509" y="14477"/>
                  </a:lnTo>
                  <a:lnTo>
                    <a:pt x="440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34413" y="2600388"/>
              <a:ext cx="190500" cy="1905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7263" y="4048188"/>
              <a:ext cx="190500" cy="19050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8503919" y="2645092"/>
            <a:ext cx="1460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/>
              <a:t>Uniform-</a:t>
            </a:r>
            <a:r>
              <a:rPr spc="-20"/>
              <a:t>Cost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086090" y="1692655"/>
            <a:ext cx="39687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25">
                <a:latin typeface="Calibri"/>
                <a:cs typeface="Calibri"/>
              </a:rPr>
              <a:t>A*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001188" y="4648263"/>
            <a:ext cx="1295400" cy="628650"/>
            <a:chOff x="9001188" y="4648263"/>
            <a:chExt cx="1295400" cy="628650"/>
          </a:xfrm>
        </p:grpSpPr>
        <p:sp>
          <p:nvSpPr>
            <p:cNvPr id="3" name="object 3"/>
            <p:cNvSpPr/>
            <p:nvPr/>
          </p:nvSpPr>
          <p:spPr>
            <a:xfrm>
              <a:off x="9005951" y="4653026"/>
              <a:ext cx="1285875" cy="619125"/>
            </a:xfrm>
            <a:custGeom>
              <a:avLst/>
              <a:gdLst/>
              <a:ahLst/>
              <a:cxnLst/>
              <a:rect l="l" t="t" r="r" b="b"/>
              <a:pathLst>
                <a:path w="1285875" h="619125">
                  <a:moveTo>
                    <a:pt x="642874" y="0"/>
                  </a:moveTo>
                  <a:lnTo>
                    <a:pt x="580954" y="1416"/>
                  </a:lnTo>
                  <a:lnTo>
                    <a:pt x="520701" y="5580"/>
                  </a:lnTo>
                  <a:lnTo>
                    <a:pt x="462384" y="12361"/>
                  </a:lnTo>
                  <a:lnTo>
                    <a:pt x="406272" y="21629"/>
                  </a:lnTo>
                  <a:lnTo>
                    <a:pt x="352634" y="33256"/>
                  </a:lnTo>
                  <a:lnTo>
                    <a:pt x="301741" y="47111"/>
                  </a:lnTo>
                  <a:lnTo>
                    <a:pt x="253860" y="63064"/>
                  </a:lnTo>
                  <a:lnTo>
                    <a:pt x="209261" y="80987"/>
                  </a:lnTo>
                  <a:lnTo>
                    <a:pt x="168214" y="100748"/>
                  </a:lnTo>
                  <a:lnTo>
                    <a:pt x="130988" y="122220"/>
                  </a:lnTo>
                  <a:lnTo>
                    <a:pt x="97851" y="145271"/>
                  </a:lnTo>
                  <a:lnTo>
                    <a:pt x="44925" y="195595"/>
                  </a:lnTo>
                  <a:lnTo>
                    <a:pt x="11590" y="250684"/>
                  </a:lnTo>
                  <a:lnTo>
                    <a:pt x="0" y="309499"/>
                  </a:lnTo>
                  <a:lnTo>
                    <a:pt x="2942" y="339308"/>
                  </a:lnTo>
                  <a:lnTo>
                    <a:pt x="25674" y="396399"/>
                  </a:lnTo>
                  <a:lnTo>
                    <a:pt x="69074" y="449250"/>
                  </a:lnTo>
                  <a:lnTo>
                    <a:pt x="130988" y="496824"/>
                  </a:lnTo>
                  <a:lnTo>
                    <a:pt x="168214" y="518306"/>
                  </a:lnTo>
                  <a:lnTo>
                    <a:pt x="209261" y="538079"/>
                  </a:lnTo>
                  <a:lnTo>
                    <a:pt x="253860" y="556013"/>
                  </a:lnTo>
                  <a:lnTo>
                    <a:pt x="301741" y="571977"/>
                  </a:lnTo>
                  <a:lnTo>
                    <a:pt x="352634" y="585842"/>
                  </a:lnTo>
                  <a:lnTo>
                    <a:pt x="406272" y="597477"/>
                  </a:lnTo>
                  <a:lnTo>
                    <a:pt x="462384" y="606753"/>
                  </a:lnTo>
                  <a:lnTo>
                    <a:pt x="520701" y="613539"/>
                  </a:lnTo>
                  <a:lnTo>
                    <a:pt x="580954" y="617707"/>
                  </a:lnTo>
                  <a:lnTo>
                    <a:pt x="642874" y="619125"/>
                  </a:lnTo>
                  <a:lnTo>
                    <a:pt x="704794" y="617707"/>
                  </a:lnTo>
                  <a:lnTo>
                    <a:pt x="765051" y="613539"/>
                  </a:lnTo>
                  <a:lnTo>
                    <a:pt x="823374" y="606753"/>
                  </a:lnTo>
                  <a:lnTo>
                    <a:pt x="879493" y="597477"/>
                  </a:lnTo>
                  <a:lnTo>
                    <a:pt x="933139" y="585842"/>
                  </a:lnTo>
                  <a:lnTo>
                    <a:pt x="984043" y="571977"/>
                  </a:lnTo>
                  <a:lnTo>
                    <a:pt x="1031934" y="556013"/>
                  </a:lnTo>
                  <a:lnTo>
                    <a:pt x="1076544" y="538079"/>
                  </a:lnTo>
                  <a:lnTo>
                    <a:pt x="1117602" y="518306"/>
                  </a:lnTo>
                  <a:lnTo>
                    <a:pt x="1154839" y="496824"/>
                  </a:lnTo>
                  <a:lnTo>
                    <a:pt x="1187986" y="473762"/>
                  </a:lnTo>
                  <a:lnTo>
                    <a:pt x="1240931" y="423419"/>
                  </a:lnTo>
                  <a:lnTo>
                    <a:pt x="1274279" y="368318"/>
                  </a:lnTo>
                  <a:lnTo>
                    <a:pt x="1285875" y="309499"/>
                  </a:lnTo>
                  <a:lnTo>
                    <a:pt x="1282931" y="279690"/>
                  </a:lnTo>
                  <a:lnTo>
                    <a:pt x="1260189" y="222609"/>
                  </a:lnTo>
                  <a:lnTo>
                    <a:pt x="1216773" y="169773"/>
                  </a:lnTo>
                  <a:lnTo>
                    <a:pt x="1154839" y="122220"/>
                  </a:lnTo>
                  <a:lnTo>
                    <a:pt x="1117602" y="100748"/>
                  </a:lnTo>
                  <a:lnTo>
                    <a:pt x="1076544" y="80987"/>
                  </a:lnTo>
                  <a:lnTo>
                    <a:pt x="1031934" y="63064"/>
                  </a:lnTo>
                  <a:lnTo>
                    <a:pt x="984043" y="47111"/>
                  </a:lnTo>
                  <a:lnTo>
                    <a:pt x="933139" y="33256"/>
                  </a:lnTo>
                  <a:lnTo>
                    <a:pt x="879493" y="21629"/>
                  </a:lnTo>
                  <a:lnTo>
                    <a:pt x="823374" y="12361"/>
                  </a:lnTo>
                  <a:lnTo>
                    <a:pt x="765051" y="5580"/>
                  </a:lnTo>
                  <a:lnTo>
                    <a:pt x="704794" y="1416"/>
                  </a:lnTo>
                  <a:lnTo>
                    <a:pt x="64287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005951" y="4653026"/>
              <a:ext cx="1285875" cy="619125"/>
            </a:xfrm>
            <a:custGeom>
              <a:avLst/>
              <a:gdLst/>
              <a:ahLst/>
              <a:cxnLst/>
              <a:rect l="l" t="t" r="r" b="b"/>
              <a:pathLst>
                <a:path w="1285875" h="619125">
                  <a:moveTo>
                    <a:pt x="0" y="309499"/>
                  </a:moveTo>
                  <a:lnTo>
                    <a:pt x="11590" y="250684"/>
                  </a:lnTo>
                  <a:lnTo>
                    <a:pt x="44925" y="195595"/>
                  </a:lnTo>
                  <a:lnTo>
                    <a:pt x="97851" y="145271"/>
                  </a:lnTo>
                  <a:lnTo>
                    <a:pt x="130988" y="122220"/>
                  </a:lnTo>
                  <a:lnTo>
                    <a:pt x="168214" y="100748"/>
                  </a:lnTo>
                  <a:lnTo>
                    <a:pt x="209261" y="80987"/>
                  </a:lnTo>
                  <a:lnTo>
                    <a:pt x="253860" y="63064"/>
                  </a:lnTo>
                  <a:lnTo>
                    <a:pt x="301741" y="47111"/>
                  </a:lnTo>
                  <a:lnTo>
                    <a:pt x="352634" y="33256"/>
                  </a:lnTo>
                  <a:lnTo>
                    <a:pt x="406272" y="21629"/>
                  </a:lnTo>
                  <a:lnTo>
                    <a:pt x="462384" y="12361"/>
                  </a:lnTo>
                  <a:lnTo>
                    <a:pt x="520701" y="5580"/>
                  </a:lnTo>
                  <a:lnTo>
                    <a:pt x="580954" y="1416"/>
                  </a:lnTo>
                  <a:lnTo>
                    <a:pt x="642874" y="0"/>
                  </a:lnTo>
                  <a:lnTo>
                    <a:pt x="704794" y="1416"/>
                  </a:lnTo>
                  <a:lnTo>
                    <a:pt x="765051" y="5580"/>
                  </a:lnTo>
                  <a:lnTo>
                    <a:pt x="823374" y="12361"/>
                  </a:lnTo>
                  <a:lnTo>
                    <a:pt x="879493" y="21629"/>
                  </a:lnTo>
                  <a:lnTo>
                    <a:pt x="933139" y="33256"/>
                  </a:lnTo>
                  <a:lnTo>
                    <a:pt x="984043" y="47111"/>
                  </a:lnTo>
                  <a:lnTo>
                    <a:pt x="1031934" y="63064"/>
                  </a:lnTo>
                  <a:lnTo>
                    <a:pt x="1076544" y="80987"/>
                  </a:lnTo>
                  <a:lnTo>
                    <a:pt x="1117602" y="100748"/>
                  </a:lnTo>
                  <a:lnTo>
                    <a:pt x="1154839" y="122220"/>
                  </a:lnTo>
                  <a:lnTo>
                    <a:pt x="1187986" y="145271"/>
                  </a:lnTo>
                  <a:lnTo>
                    <a:pt x="1240931" y="195595"/>
                  </a:lnTo>
                  <a:lnTo>
                    <a:pt x="1274279" y="250684"/>
                  </a:lnTo>
                  <a:lnTo>
                    <a:pt x="1285875" y="309499"/>
                  </a:lnTo>
                  <a:lnTo>
                    <a:pt x="1282931" y="339308"/>
                  </a:lnTo>
                  <a:lnTo>
                    <a:pt x="1260189" y="396399"/>
                  </a:lnTo>
                  <a:lnTo>
                    <a:pt x="1216773" y="449250"/>
                  </a:lnTo>
                  <a:lnTo>
                    <a:pt x="1154839" y="496824"/>
                  </a:lnTo>
                  <a:lnTo>
                    <a:pt x="1117602" y="518306"/>
                  </a:lnTo>
                  <a:lnTo>
                    <a:pt x="1076544" y="538079"/>
                  </a:lnTo>
                  <a:lnTo>
                    <a:pt x="1031934" y="556013"/>
                  </a:lnTo>
                  <a:lnTo>
                    <a:pt x="984043" y="571977"/>
                  </a:lnTo>
                  <a:lnTo>
                    <a:pt x="933139" y="585842"/>
                  </a:lnTo>
                  <a:lnTo>
                    <a:pt x="879493" y="597477"/>
                  </a:lnTo>
                  <a:lnTo>
                    <a:pt x="823374" y="606753"/>
                  </a:lnTo>
                  <a:lnTo>
                    <a:pt x="765051" y="613539"/>
                  </a:lnTo>
                  <a:lnTo>
                    <a:pt x="704794" y="617707"/>
                  </a:lnTo>
                  <a:lnTo>
                    <a:pt x="642874" y="619125"/>
                  </a:lnTo>
                  <a:lnTo>
                    <a:pt x="580954" y="617707"/>
                  </a:lnTo>
                  <a:lnTo>
                    <a:pt x="520701" y="613539"/>
                  </a:lnTo>
                  <a:lnTo>
                    <a:pt x="462384" y="606753"/>
                  </a:lnTo>
                  <a:lnTo>
                    <a:pt x="406272" y="597477"/>
                  </a:lnTo>
                  <a:lnTo>
                    <a:pt x="352634" y="585842"/>
                  </a:lnTo>
                  <a:lnTo>
                    <a:pt x="301741" y="571977"/>
                  </a:lnTo>
                  <a:lnTo>
                    <a:pt x="253860" y="556013"/>
                  </a:lnTo>
                  <a:lnTo>
                    <a:pt x="209261" y="538079"/>
                  </a:lnTo>
                  <a:lnTo>
                    <a:pt x="168214" y="518306"/>
                  </a:lnTo>
                  <a:lnTo>
                    <a:pt x="130988" y="496824"/>
                  </a:lnTo>
                  <a:lnTo>
                    <a:pt x="97851" y="473762"/>
                  </a:lnTo>
                  <a:lnTo>
                    <a:pt x="44925" y="423419"/>
                  </a:lnTo>
                  <a:lnTo>
                    <a:pt x="11590" y="368318"/>
                  </a:lnTo>
                  <a:lnTo>
                    <a:pt x="0" y="30949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8391588" y="1219263"/>
            <a:ext cx="1924050" cy="1781175"/>
            <a:chOff x="8391588" y="1219263"/>
            <a:chExt cx="1924050" cy="1781175"/>
          </a:xfrm>
        </p:grpSpPr>
        <p:sp>
          <p:nvSpPr>
            <p:cNvPr id="6" name="object 6"/>
            <p:cNvSpPr/>
            <p:nvPr/>
          </p:nvSpPr>
          <p:spPr>
            <a:xfrm>
              <a:off x="8396351" y="1224025"/>
              <a:ext cx="1914525" cy="1771650"/>
            </a:xfrm>
            <a:custGeom>
              <a:avLst/>
              <a:gdLst/>
              <a:ahLst/>
              <a:cxnLst/>
              <a:rect l="l" t="t" r="r" b="b"/>
              <a:pathLst>
                <a:path w="1914525" h="1771650">
                  <a:moveTo>
                    <a:pt x="957199" y="0"/>
                  </a:moveTo>
                  <a:lnTo>
                    <a:pt x="907936" y="1152"/>
                  </a:lnTo>
                  <a:lnTo>
                    <a:pt x="859321" y="4572"/>
                  </a:lnTo>
                  <a:lnTo>
                    <a:pt x="811414" y="10204"/>
                  </a:lnTo>
                  <a:lnTo>
                    <a:pt x="764274" y="17992"/>
                  </a:lnTo>
                  <a:lnTo>
                    <a:pt x="717961" y="27881"/>
                  </a:lnTo>
                  <a:lnTo>
                    <a:pt x="672537" y="39816"/>
                  </a:lnTo>
                  <a:lnTo>
                    <a:pt x="628060" y="53740"/>
                  </a:lnTo>
                  <a:lnTo>
                    <a:pt x="584590" y="69597"/>
                  </a:lnTo>
                  <a:lnTo>
                    <a:pt x="542189" y="87334"/>
                  </a:lnTo>
                  <a:lnTo>
                    <a:pt x="500916" y="106893"/>
                  </a:lnTo>
                  <a:lnTo>
                    <a:pt x="460832" y="128219"/>
                  </a:lnTo>
                  <a:lnTo>
                    <a:pt x="421995" y="151257"/>
                  </a:lnTo>
                  <a:lnTo>
                    <a:pt x="384468" y="175951"/>
                  </a:lnTo>
                  <a:lnTo>
                    <a:pt x="348308" y="202245"/>
                  </a:lnTo>
                  <a:lnTo>
                    <a:pt x="313578" y="230085"/>
                  </a:lnTo>
                  <a:lnTo>
                    <a:pt x="280336" y="259413"/>
                  </a:lnTo>
                  <a:lnTo>
                    <a:pt x="248643" y="290175"/>
                  </a:lnTo>
                  <a:lnTo>
                    <a:pt x="218560" y="322315"/>
                  </a:lnTo>
                  <a:lnTo>
                    <a:pt x="190145" y="355777"/>
                  </a:lnTo>
                  <a:lnTo>
                    <a:pt x="163460" y="390506"/>
                  </a:lnTo>
                  <a:lnTo>
                    <a:pt x="138564" y="426446"/>
                  </a:lnTo>
                  <a:lnTo>
                    <a:pt x="115517" y="463542"/>
                  </a:lnTo>
                  <a:lnTo>
                    <a:pt x="94380" y="501738"/>
                  </a:lnTo>
                  <a:lnTo>
                    <a:pt x="75213" y="540978"/>
                  </a:lnTo>
                  <a:lnTo>
                    <a:pt x="58076" y="581207"/>
                  </a:lnTo>
                  <a:lnTo>
                    <a:pt x="43029" y="622369"/>
                  </a:lnTo>
                  <a:lnTo>
                    <a:pt x="30131" y="664409"/>
                  </a:lnTo>
                  <a:lnTo>
                    <a:pt x="19444" y="707270"/>
                  </a:lnTo>
                  <a:lnTo>
                    <a:pt x="11027" y="750898"/>
                  </a:lnTo>
                  <a:lnTo>
                    <a:pt x="4941" y="795237"/>
                  </a:lnTo>
                  <a:lnTo>
                    <a:pt x="1245" y="840231"/>
                  </a:lnTo>
                  <a:lnTo>
                    <a:pt x="0" y="885825"/>
                  </a:lnTo>
                  <a:lnTo>
                    <a:pt x="1245" y="931406"/>
                  </a:lnTo>
                  <a:lnTo>
                    <a:pt x="4941" y="976390"/>
                  </a:lnTo>
                  <a:lnTo>
                    <a:pt x="11027" y="1020718"/>
                  </a:lnTo>
                  <a:lnTo>
                    <a:pt x="19444" y="1064337"/>
                  </a:lnTo>
                  <a:lnTo>
                    <a:pt x="30131" y="1107190"/>
                  </a:lnTo>
                  <a:lnTo>
                    <a:pt x="43029" y="1149221"/>
                  </a:lnTo>
                  <a:lnTo>
                    <a:pt x="58076" y="1190376"/>
                  </a:lnTo>
                  <a:lnTo>
                    <a:pt x="75213" y="1230598"/>
                  </a:lnTo>
                  <a:lnTo>
                    <a:pt x="94380" y="1269831"/>
                  </a:lnTo>
                  <a:lnTo>
                    <a:pt x="115517" y="1308021"/>
                  </a:lnTo>
                  <a:lnTo>
                    <a:pt x="138564" y="1345112"/>
                  </a:lnTo>
                  <a:lnTo>
                    <a:pt x="163460" y="1381047"/>
                  </a:lnTo>
                  <a:lnTo>
                    <a:pt x="190145" y="1415772"/>
                  </a:lnTo>
                  <a:lnTo>
                    <a:pt x="218560" y="1449230"/>
                  </a:lnTo>
                  <a:lnTo>
                    <a:pt x="248643" y="1481366"/>
                  </a:lnTo>
                  <a:lnTo>
                    <a:pt x="280336" y="1512125"/>
                  </a:lnTo>
                  <a:lnTo>
                    <a:pt x="313578" y="1541450"/>
                  </a:lnTo>
                  <a:lnTo>
                    <a:pt x="348308" y="1569287"/>
                  </a:lnTo>
                  <a:lnTo>
                    <a:pt x="384468" y="1595579"/>
                  </a:lnTo>
                  <a:lnTo>
                    <a:pt x="421995" y="1620271"/>
                  </a:lnTo>
                  <a:lnTo>
                    <a:pt x="460832" y="1643308"/>
                  </a:lnTo>
                  <a:lnTo>
                    <a:pt x="500916" y="1664633"/>
                  </a:lnTo>
                  <a:lnTo>
                    <a:pt x="542189" y="1684191"/>
                  </a:lnTo>
                  <a:lnTo>
                    <a:pt x="584590" y="1701927"/>
                  </a:lnTo>
                  <a:lnTo>
                    <a:pt x="628060" y="1717784"/>
                  </a:lnTo>
                  <a:lnTo>
                    <a:pt x="672537" y="1731707"/>
                  </a:lnTo>
                  <a:lnTo>
                    <a:pt x="717961" y="1743641"/>
                  </a:lnTo>
                  <a:lnTo>
                    <a:pt x="764274" y="1753530"/>
                  </a:lnTo>
                  <a:lnTo>
                    <a:pt x="811414" y="1761318"/>
                  </a:lnTo>
                  <a:lnTo>
                    <a:pt x="859321" y="1766950"/>
                  </a:lnTo>
                  <a:lnTo>
                    <a:pt x="907936" y="1770370"/>
                  </a:lnTo>
                  <a:lnTo>
                    <a:pt x="957199" y="1771523"/>
                  </a:lnTo>
                  <a:lnTo>
                    <a:pt x="1006461" y="1770370"/>
                  </a:lnTo>
                  <a:lnTo>
                    <a:pt x="1055077" y="1766950"/>
                  </a:lnTo>
                  <a:lnTo>
                    <a:pt x="1102986" y="1761318"/>
                  </a:lnTo>
                  <a:lnTo>
                    <a:pt x="1150129" y="1753530"/>
                  </a:lnTo>
                  <a:lnTo>
                    <a:pt x="1196444" y="1743641"/>
                  </a:lnTo>
                  <a:lnTo>
                    <a:pt x="1241872" y="1731707"/>
                  </a:lnTo>
                  <a:lnTo>
                    <a:pt x="1286353" y="1717784"/>
                  </a:lnTo>
                  <a:lnTo>
                    <a:pt x="1329826" y="1701927"/>
                  </a:lnTo>
                  <a:lnTo>
                    <a:pt x="1372232" y="1684191"/>
                  </a:lnTo>
                  <a:lnTo>
                    <a:pt x="1413510" y="1664633"/>
                  </a:lnTo>
                  <a:lnTo>
                    <a:pt x="1453600" y="1643308"/>
                  </a:lnTo>
                  <a:lnTo>
                    <a:pt x="1492442" y="1620271"/>
                  </a:lnTo>
                  <a:lnTo>
                    <a:pt x="1529975" y="1595579"/>
                  </a:lnTo>
                  <a:lnTo>
                    <a:pt x="1566140" y="1569287"/>
                  </a:lnTo>
                  <a:lnTo>
                    <a:pt x="1600877" y="1541450"/>
                  </a:lnTo>
                  <a:lnTo>
                    <a:pt x="1634124" y="1512125"/>
                  </a:lnTo>
                  <a:lnTo>
                    <a:pt x="1665823" y="1481366"/>
                  </a:lnTo>
                  <a:lnTo>
                    <a:pt x="1695913" y="1449230"/>
                  </a:lnTo>
                  <a:lnTo>
                    <a:pt x="1724333" y="1415772"/>
                  </a:lnTo>
                  <a:lnTo>
                    <a:pt x="1751024" y="1381047"/>
                  </a:lnTo>
                  <a:lnTo>
                    <a:pt x="1775926" y="1345112"/>
                  </a:lnTo>
                  <a:lnTo>
                    <a:pt x="1798977" y="1308021"/>
                  </a:lnTo>
                  <a:lnTo>
                    <a:pt x="1820119" y="1269831"/>
                  </a:lnTo>
                  <a:lnTo>
                    <a:pt x="1839291" y="1230598"/>
                  </a:lnTo>
                  <a:lnTo>
                    <a:pt x="1856432" y="1190376"/>
                  </a:lnTo>
                  <a:lnTo>
                    <a:pt x="1871484" y="1149221"/>
                  </a:lnTo>
                  <a:lnTo>
                    <a:pt x="1884384" y="1107190"/>
                  </a:lnTo>
                  <a:lnTo>
                    <a:pt x="1895074" y="1064337"/>
                  </a:lnTo>
                  <a:lnTo>
                    <a:pt x="1903494" y="1020718"/>
                  </a:lnTo>
                  <a:lnTo>
                    <a:pt x="1909582" y="976390"/>
                  </a:lnTo>
                  <a:lnTo>
                    <a:pt x="1913279" y="931406"/>
                  </a:lnTo>
                  <a:lnTo>
                    <a:pt x="1914525" y="885825"/>
                  </a:lnTo>
                  <a:lnTo>
                    <a:pt x="1913279" y="840231"/>
                  </a:lnTo>
                  <a:lnTo>
                    <a:pt x="1909582" y="795237"/>
                  </a:lnTo>
                  <a:lnTo>
                    <a:pt x="1903494" y="750898"/>
                  </a:lnTo>
                  <a:lnTo>
                    <a:pt x="1895074" y="707270"/>
                  </a:lnTo>
                  <a:lnTo>
                    <a:pt x="1884384" y="664409"/>
                  </a:lnTo>
                  <a:lnTo>
                    <a:pt x="1871484" y="622369"/>
                  </a:lnTo>
                  <a:lnTo>
                    <a:pt x="1856432" y="581207"/>
                  </a:lnTo>
                  <a:lnTo>
                    <a:pt x="1839291" y="540978"/>
                  </a:lnTo>
                  <a:lnTo>
                    <a:pt x="1820119" y="501738"/>
                  </a:lnTo>
                  <a:lnTo>
                    <a:pt x="1798977" y="463542"/>
                  </a:lnTo>
                  <a:lnTo>
                    <a:pt x="1775926" y="426446"/>
                  </a:lnTo>
                  <a:lnTo>
                    <a:pt x="1751024" y="390506"/>
                  </a:lnTo>
                  <a:lnTo>
                    <a:pt x="1724333" y="355777"/>
                  </a:lnTo>
                  <a:lnTo>
                    <a:pt x="1695913" y="322315"/>
                  </a:lnTo>
                  <a:lnTo>
                    <a:pt x="1665823" y="290175"/>
                  </a:lnTo>
                  <a:lnTo>
                    <a:pt x="1634124" y="259413"/>
                  </a:lnTo>
                  <a:lnTo>
                    <a:pt x="1600877" y="230085"/>
                  </a:lnTo>
                  <a:lnTo>
                    <a:pt x="1566140" y="202245"/>
                  </a:lnTo>
                  <a:lnTo>
                    <a:pt x="1529975" y="175951"/>
                  </a:lnTo>
                  <a:lnTo>
                    <a:pt x="1492442" y="151257"/>
                  </a:lnTo>
                  <a:lnTo>
                    <a:pt x="1453600" y="128219"/>
                  </a:lnTo>
                  <a:lnTo>
                    <a:pt x="1413510" y="106893"/>
                  </a:lnTo>
                  <a:lnTo>
                    <a:pt x="1372232" y="87334"/>
                  </a:lnTo>
                  <a:lnTo>
                    <a:pt x="1329826" y="69597"/>
                  </a:lnTo>
                  <a:lnTo>
                    <a:pt x="1286353" y="53740"/>
                  </a:lnTo>
                  <a:lnTo>
                    <a:pt x="1241872" y="39816"/>
                  </a:lnTo>
                  <a:lnTo>
                    <a:pt x="1196444" y="27881"/>
                  </a:lnTo>
                  <a:lnTo>
                    <a:pt x="1150129" y="17992"/>
                  </a:lnTo>
                  <a:lnTo>
                    <a:pt x="1102986" y="10204"/>
                  </a:lnTo>
                  <a:lnTo>
                    <a:pt x="1055077" y="4572"/>
                  </a:lnTo>
                  <a:lnTo>
                    <a:pt x="1006461" y="1152"/>
                  </a:lnTo>
                  <a:lnTo>
                    <a:pt x="95719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96351" y="1224025"/>
              <a:ext cx="1914525" cy="1771650"/>
            </a:xfrm>
            <a:custGeom>
              <a:avLst/>
              <a:gdLst/>
              <a:ahLst/>
              <a:cxnLst/>
              <a:rect l="l" t="t" r="r" b="b"/>
              <a:pathLst>
                <a:path w="1914525" h="1771650">
                  <a:moveTo>
                    <a:pt x="0" y="885825"/>
                  </a:moveTo>
                  <a:lnTo>
                    <a:pt x="1245" y="840231"/>
                  </a:lnTo>
                  <a:lnTo>
                    <a:pt x="4941" y="795237"/>
                  </a:lnTo>
                  <a:lnTo>
                    <a:pt x="11027" y="750898"/>
                  </a:lnTo>
                  <a:lnTo>
                    <a:pt x="19444" y="707270"/>
                  </a:lnTo>
                  <a:lnTo>
                    <a:pt x="30131" y="664409"/>
                  </a:lnTo>
                  <a:lnTo>
                    <a:pt x="43029" y="622369"/>
                  </a:lnTo>
                  <a:lnTo>
                    <a:pt x="58076" y="581207"/>
                  </a:lnTo>
                  <a:lnTo>
                    <a:pt x="75213" y="540978"/>
                  </a:lnTo>
                  <a:lnTo>
                    <a:pt x="94380" y="501738"/>
                  </a:lnTo>
                  <a:lnTo>
                    <a:pt x="115517" y="463542"/>
                  </a:lnTo>
                  <a:lnTo>
                    <a:pt x="138564" y="426446"/>
                  </a:lnTo>
                  <a:lnTo>
                    <a:pt x="163460" y="390506"/>
                  </a:lnTo>
                  <a:lnTo>
                    <a:pt x="190145" y="355777"/>
                  </a:lnTo>
                  <a:lnTo>
                    <a:pt x="218560" y="322315"/>
                  </a:lnTo>
                  <a:lnTo>
                    <a:pt x="248643" y="290175"/>
                  </a:lnTo>
                  <a:lnTo>
                    <a:pt x="280336" y="259413"/>
                  </a:lnTo>
                  <a:lnTo>
                    <a:pt x="313578" y="230085"/>
                  </a:lnTo>
                  <a:lnTo>
                    <a:pt x="348308" y="202245"/>
                  </a:lnTo>
                  <a:lnTo>
                    <a:pt x="384468" y="175951"/>
                  </a:lnTo>
                  <a:lnTo>
                    <a:pt x="421995" y="151257"/>
                  </a:lnTo>
                  <a:lnTo>
                    <a:pt x="460832" y="128219"/>
                  </a:lnTo>
                  <a:lnTo>
                    <a:pt x="500916" y="106893"/>
                  </a:lnTo>
                  <a:lnTo>
                    <a:pt x="542189" y="87334"/>
                  </a:lnTo>
                  <a:lnTo>
                    <a:pt x="584590" y="69597"/>
                  </a:lnTo>
                  <a:lnTo>
                    <a:pt x="628060" y="53740"/>
                  </a:lnTo>
                  <a:lnTo>
                    <a:pt x="672537" y="39816"/>
                  </a:lnTo>
                  <a:lnTo>
                    <a:pt x="717961" y="27881"/>
                  </a:lnTo>
                  <a:lnTo>
                    <a:pt x="764274" y="17992"/>
                  </a:lnTo>
                  <a:lnTo>
                    <a:pt x="811414" y="10204"/>
                  </a:lnTo>
                  <a:lnTo>
                    <a:pt x="859321" y="4572"/>
                  </a:lnTo>
                  <a:lnTo>
                    <a:pt x="907936" y="1152"/>
                  </a:lnTo>
                  <a:lnTo>
                    <a:pt x="957199" y="0"/>
                  </a:lnTo>
                  <a:lnTo>
                    <a:pt x="1006461" y="1152"/>
                  </a:lnTo>
                  <a:lnTo>
                    <a:pt x="1055077" y="4572"/>
                  </a:lnTo>
                  <a:lnTo>
                    <a:pt x="1102986" y="10204"/>
                  </a:lnTo>
                  <a:lnTo>
                    <a:pt x="1150129" y="17992"/>
                  </a:lnTo>
                  <a:lnTo>
                    <a:pt x="1196444" y="27881"/>
                  </a:lnTo>
                  <a:lnTo>
                    <a:pt x="1241872" y="39816"/>
                  </a:lnTo>
                  <a:lnTo>
                    <a:pt x="1286353" y="53740"/>
                  </a:lnTo>
                  <a:lnTo>
                    <a:pt x="1329826" y="69597"/>
                  </a:lnTo>
                  <a:lnTo>
                    <a:pt x="1372232" y="87334"/>
                  </a:lnTo>
                  <a:lnTo>
                    <a:pt x="1413510" y="106893"/>
                  </a:lnTo>
                  <a:lnTo>
                    <a:pt x="1453600" y="128219"/>
                  </a:lnTo>
                  <a:lnTo>
                    <a:pt x="1492442" y="151257"/>
                  </a:lnTo>
                  <a:lnTo>
                    <a:pt x="1529975" y="175951"/>
                  </a:lnTo>
                  <a:lnTo>
                    <a:pt x="1566140" y="202245"/>
                  </a:lnTo>
                  <a:lnTo>
                    <a:pt x="1600877" y="230085"/>
                  </a:lnTo>
                  <a:lnTo>
                    <a:pt x="1634124" y="259413"/>
                  </a:lnTo>
                  <a:lnTo>
                    <a:pt x="1665823" y="290175"/>
                  </a:lnTo>
                  <a:lnTo>
                    <a:pt x="1695913" y="322315"/>
                  </a:lnTo>
                  <a:lnTo>
                    <a:pt x="1724333" y="355777"/>
                  </a:lnTo>
                  <a:lnTo>
                    <a:pt x="1751024" y="390506"/>
                  </a:lnTo>
                  <a:lnTo>
                    <a:pt x="1775926" y="426446"/>
                  </a:lnTo>
                  <a:lnTo>
                    <a:pt x="1798977" y="463542"/>
                  </a:lnTo>
                  <a:lnTo>
                    <a:pt x="1820119" y="501738"/>
                  </a:lnTo>
                  <a:lnTo>
                    <a:pt x="1839291" y="540978"/>
                  </a:lnTo>
                  <a:lnTo>
                    <a:pt x="1856432" y="581207"/>
                  </a:lnTo>
                  <a:lnTo>
                    <a:pt x="1871484" y="622369"/>
                  </a:lnTo>
                  <a:lnTo>
                    <a:pt x="1884384" y="664409"/>
                  </a:lnTo>
                  <a:lnTo>
                    <a:pt x="1895074" y="707270"/>
                  </a:lnTo>
                  <a:lnTo>
                    <a:pt x="1903494" y="750898"/>
                  </a:lnTo>
                  <a:lnTo>
                    <a:pt x="1909582" y="795237"/>
                  </a:lnTo>
                  <a:lnTo>
                    <a:pt x="1913279" y="840231"/>
                  </a:lnTo>
                  <a:lnTo>
                    <a:pt x="1914525" y="885825"/>
                  </a:lnTo>
                  <a:lnTo>
                    <a:pt x="1913279" y="931406"/>
                  </a:lnTo>
                  <a:lnTo>
                    <a:pt x="1909582" y="976390"/>
                  </a:lnTo>
                  <a:lnTo>
                    <a:pt x="1903494" y="1020718"/>
                  </a:lnTo>
                  <a:lnTo>
                    <a:pt x="1895074" y="1064337"/>
                  </a:lnTo>
                  <a:lnTo>
                    <a:pt x="1884384" y="1107190"/>
                  </a:lnTo>
                  <a:lnTo>
                    <a:pt x="1871484" y="1149221"/>
                  </a:lnTo>
                  <a:lnTo>
                    <a:pt x="1856432" y="1190376"/>
                  </a:lnTo>
                  <a:lnTo>
                    <a:pt x="1839291" y="1230598"/>
                  </a:lnTo>
                  <a:lnTo>
                    <a:pt x="1820119" y="1269831"/>
                  </a:lnTo>
                  <a:lnTo>
                    <a:pt x="1798977" y="1308021"/>
                  </a:lnTo>
                  <a:lnTo>
                    <a:pt x="1775926" y="1345112"/>
                  </a:lnTo>
                  <a:lnTo>
                    <a:pt x="1751024" y="1381047"/>
                  </a:lnTo>
                  <a:lnTo>
                    <a:pt x="1724333" y="1415772"/>
                  </a:lnTo>
                  <a:lnTo>
                    <a:pt x="1695913" y="1449230"/>
                  </a:lnTo>
                  <a:lnTo>
                    <a:pt x="1665823" y="1481366"/>
                  </a:lnTo>
                  <a:lnTo>
                    <a:pt x="1634124" y="1512125"/>
                  </a:lnTo>
                  <a:lnTo>
                    <a:pt x="1600877" y="1541450"/>
                  </a:lnTo>
                  <a:lnTo>
                    <a:pt x="1566140" y="1569287"/>
                  </a:lnTo>
                  <a:lnTo>
                    <a:pt x="1529975" y="1595579"/>
                  </a:lnTo>
                  <a:lnTo>
                    <a:pt x="1492442" y="1620271"/>
                  </a:lnTo>
                  <a:lnTo>
                    <a:pt x="1453600" y="1643308"/>
                  </a:lnTo>
                  <a:lnTo>
                    <a:pt x="1413510" y="1664633"/>
                  </a:lnTo>
                  <a:lnTo>
                    <a:pt x="1372232" y="1684191"/>
                  </a:lnTo>
                  <a:lnTo>
                    <a:pt x="1329826" y="1701927"/>
                  </a:lnTo>
                  <a:lnTo>
                    <a:pt x="1286353" y="1717784"/>
                  </a:lnTo>
                  <a:lnTo>
                    <a:pt x="1241872" y="1731707"/>
                  </a:lnTo>
                  <a:lnTo>
                    <a:pt x="1196444" y="1743641"/>
                  </a:lnTo>
                  <a:lnTo>
                    <a:pt x="1150129" y="1753530"/>
                  </a:lnTo>
                  <a:lnTo>
                    <a:pt x="1102986" y="1761318"/>
                  </a:lnTo>
                  <a:lnTo>
                    <a:pt x="1055077" y="1766950"/>
                  </a:lnTo>
                  <a:lnTo>
                    <a:pt x="1006461" y="1770370"/>
                  </a:lnTo>
                  <a:lnTo>
                    <a:pt x="957199" y="1771523"/>
                  </a:lnTo>
                  <a:lnTo>
                    <a:pt x="907936" y="1770370"/>
                  </a:lnTo>
                  <a:lnTo>
                    <a:pt x="859321" y="1766950"/>
                  </a:lnTo>
                  <a:lnTo>
                    <a:pt x="811414" y="1761318"/>
                  </a:lnTo>
                  <a:lnTo>
                    <a:pt x="764274" y="1753530"/>
                  </a:lnTo>
                  <a:lnTo>
                    <a:pt x="717961" y="1743641"/>
                  </a:lnTo>
                  <a:lnTo>
                    <a:pt x="672537" y="1731707"/>
                  </a:lnTo>
                  <a:lnTo>
                    <a:pt x="628060" y="1717784"/>
                  </a:lnTo>
                  <a:lnTo>
                    <a:pt x="584590" y="1701927"/>
                  </a:lnTo>
                  <a:lnTo>
                    <a:pt x="542189" y="1684191"/>
                  </a:lnTo>
                  <a:lnTo>
                    <a:pt x="500916" y="1664633"/>
                  </a:lnTo>
                  <a:lnTo>
                    <a:pt x="460832" y="1643308"/>
                  </a:lnTo>
                  <a:lnTo>
                    <a:pt x="421995" y="1620271"/>
                  </a:lnTo>
                  <a:lnTo>
                    <a:pt x="384468" y="1595579"/>
                  </a:lnTo>
                  <a:lnTo>
                    <a:pt x="348308" y="1569287"/>
                  </a:lnTo>
                  <a:lnTo>
                    <a:pt x="313578" y="1541450"/>
                  </a:lnTo>
                  <a:lnTo>
                    <a:pt x="280336" y="1512125"/>
                  </a:lnTo>
                  <a:lnTo>
                    <a:pt x="248643" y="1481366"/>
                  </a:lnTo>
                  <a:lnTo>
                    <a:pt x="218560" y="1449230"/>
                  </a:lnTo>
                  <a:lnTo>
                    <a:pt x="190145" y="1415772"/>
                  </a:lnTo>
                  <a:lnTo>
                    <a:pt x="163460" y="1381047"/>
                  </a:lnTo>
                  <a:lnTo>
                    <a:pt x="138564" y="1345112"/>
                  </a:lnTo>
                  <a:lnTo>
                    <a:pt x="115517" y="1308021"/>
                  </a:lnTo>
                  <a:lnTo>
                    <a:pt x="94380" y="1269831"/>
                  </a:lnTo>
                  <a:lnTo>
                    <a:pt x="75213" y="1230598"/>
                  </a:lnTo>
                  <a:lnTo>
                    <a:pt x="58076" y="1190376"/>
                  </a:lnTo>
                  <a:lnTo>
                    <a:pt x="43029" y="1149221"/>
                  </a:lnTo>
                  <a:lnTo>
                    <a:pt x="30131" y="1107190"/>
                  </a:lnTo>
                  <a:lnTo>
                    <a:pt x="19444" y="1064337"/>
                  </a:lnTo>
                  <a:lnTo>
                    <a:pt x="11027" y="1020718"/>
                  </a:lnTo>
                  <a:lnTo>
                    <a:pt x="4941" y="976390"/>
                  </a:lnTo>
                  <a:lnTo>
                    <a:pt x="1245" y="931406"/>
                  </a:lnTo>
                  <a:lnTo>
                    <a:pt x="0" y="8858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9466" y="368490"/>
            <a:ext cx="887095" cy="37731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4958" y="460184"/>
            <a:ext cx="477012" cy="28562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94591" y="338899"/>
            <a:ext cx="2857754" cy="40690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85457" y="1705355"/>
            <a:ext cx="6184265" cy="10134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55600" marR="5080" indent="-343535">
              <a:lnSpc>
                <a:spcPct val="101699"/>
              </a:lnSpc>
              <a:spcBef>
                <a:spcPts val="65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Uniform-cost</a:t>
            </a:r>
            <a:r>
              <a:rPr sz="3200" spc="-17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expands</a:t>
            </a:r>
            <a:r>
              <a:rPr sz="3200" spc="-14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equally</a:t>
            </a:r>
            <a:r>
              <a:rPr sz="3200" spc="-3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in</a:t>
            </a:r>
            <a:r>
              <a:rPr sz="3200" spc="5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25">
                <a:solidFill>
                  <a:srgbClr val="333399"/>
                </a:solidFill>
                <a:latin typeface="Calibri"/>
                <a:cs typeface="Calibri"/>
              </a:rPr>
              <a:t>all </a:t>
            </a:r>
            <a:r>
              <a:rPr sz="3200" spc="-10">
                <a:solidFill>
                  <a:srgbClr val="333399"/>
                </a:solidFill>
                <a:latin typeface="Calibri"/>
                <a:cs typeface="Calibri"/>
              </a:rPr>
              <a:t>“directions”.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5457" y="4319206"/>
            <a:ext cx="6297295" cy="149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699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A*</a:t>
            </a:r>
            <a:r>
              <a:rPr sz="3200" spc="3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expands</a:t>
            </a:r>
            <a:r>
              <a:rPr sz="3200" spc="-16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mainly</a:t>
            </a:r>
            <a:r>
              <a:rPr sz="3200" spc="-12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toward</a:t>
            </a:r>
            <a:r>
              <a:rPr sz="3200" spc="-7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3200" spc="2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>
                <a:solidFill>
                  <a:srgbClr val="333399"/>
                </a:solidFill>
                <a:latin typeface="Calibri"/>
                <a:cs typeface="Calibri"/>
              </a:rPr>
              <a:t>goal,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but</a:t>
            </a:r>
            <a:r>
              <a:rPr sz="3200" spc="-8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does</a:t>
            </a:r>
            <a:r>
              <a:rPr sz="3200" spc="-11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hedge</a:t>
            </a:r>
            <a:r>
              <a:rPr sz="3200" spc="-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its</a:t>
            </a:r>
            <a:r>
              <a:rPr sz="3200" spc="-3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bets</a:t>
            </a:r>
            <a:r>
              <a:rPr sz="3200" spc="-3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3200" spc="5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>
                <a:solidFill>
                  <a:srgbClr val="333399"/>
                </a:solidFill>
                <a:latin typeface="Calibri"/>
                <a:cs typeface="Calibri"/>
              </a:rPr>
              <a:t>ensure optimality.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96463" y="2000313"/>
            <a:ext cx="171450" cy="16192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8619870" y="2128456"/>
            <a:ext cx="6229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>
                <a:latin typeface="Calibri"/>
                <a:cs typeface="Calibri"/>
              </a:rPr>
              <a:t>Start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29913" y="2019363"/>
            <a:ext cx="171450" cy="16192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0373741" y="2152332"/>
            <a:ext cx="5918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>
                <a:latin typeface="Calibri"/>
                <a:cs typeface="Calibri"/>
              </a:rPr>
              <a:t>Goal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939276" y="1662176"/>
            <a:ext cx="866775" cy="866775"/>
          </a:xfrm>
          <a:custGeom>
            <a:avLst/>
            <a:gdLst/>
            <a:ahLst/>
            <a:cxnLst/>
            <a:rect l="l" t="t" r="r" b="b"/>
            <a:pathLst>
              <a:path w="866775" h="866775">
                <a:moveTo>
                  <a:pt x="0" y="433324"/>
                </a:moveTo>
                <a:lnTo>
                  <a:pt x="2541" y="386095"/>
                </a:lnTo>
                <a:lnTo>
                  <a:pt x="9990" y="340342"/>
                </a:lnTo>
                <a:lnTo>
                  <a:pt x="22083" y="296330"/>
                </a:lnTo>
                <a:lnTo>
                  <a:pt x="38556" y="254322"/>
                </a:lnTo>
                <a:lnTo>
                  <a:pt x="59144" y="214582"/>
                </a:lnTo>
                <a:lnTo>
                  <a:pt x="83584" y="177375"/>
                </a:lnTo>
                <a:lnTo>
                  <a:pt x="111612" y="142963"/>
                </a:lnTo>
                <a:lnTo>
                  <a:pt x="142963" y="111612"/>
                </a:lnTo>
                <a:lnTo>
                  <a:pt x="177375" y="83584"/>
                </a:lnTo>
                <a:lnTo>
                  <a:pt x="214582" y="59144"/>
                </a:lnTo>
                <a:lnTo>
                  <a:pt x="254322" y="38556"/>
                </a:lnTo>
                <a:lnTo>
                  <a:pt x="296330" y="22083"/>
                </a:lnTo>
                <a:lnTo>
                  <a:pt x="340342" y="9990"/>
                </a:lnTo>
                <a:lnTo>
                  <a:pt x="386095" y="2541"/>
                </a:lnTo>
                <a:lnTo>
                  <a:pt x="433323" y="0"/>
                </a:lnTo>
                <a:lnTo>
                  <a:pt x="480554" y="2541"/>
                </a:lnTo>
                <a:lnTo>
                  <a:pt x="526311" y="9990"/>
                </a:lnTo>
                <a:lnTo>
                  <a:pt x="570330" y="22083"/>
                </a:lnTo>
                <a:lnTo>
                  <a:pt x="612347" y="38556"/>
                </a:lnTo>
                <a:lnTo>
                  <a:pt x="652097" y="59144"/>
                </a:lnTo>
                <a:lnTo>
                  <a:pt x="689317" y="83584"/>
                </a:lnTo>
                <a:lnTo>
                  <a:pt x="723741" y="111612"/>
                </a:lnTo>
                <a:lnTo>
                  <a:pt x="755105" y="142963"/>
                </a:lnTo>
                <a:lnTo>
                  <a:pt x="783146" y="177375"/>
                </a:lnTo>
                <a:lnTo>
                  <a:pt x="807597" y="214582"/>
                </a:lnTo>
                <a:lnTo>
                  <a:pt x="828196" y="254322"/>
                </a:lnTo>
                <a:lnTo>
                  <a:pt x="844678" y="296330"/>
                </a:lnTo>
                <a:lnTo>
                  <a:pt x="856777" y="340342"/>
                </a:lnTo>
                <a:lnTo>
                  <a:pt x="864231" y="386095"/>
                </a:lnTo>
                <a:lnTo>
                  <a:pt x="866775" y="433324"/>
                </a:lnTo>
                <a:lnTo>
                  <a:pt x="864231" y="480554"/>
                </a:lnTo>
                <a:lnTo>
                  <a:pt x="856777" y="526311"/>
                </a:lnTo>
                <a:lnTo>
                  <a:pt x="844678" y="570330"/>
                </a:lnTo>
                <a:lnTo>
                  <a:pt x="828196" y="612347"/>
                </a:lnTo>
                <a:lnTo>
                  <a:pt x="807597" y="652097"/>
                </a:lnTo>
                <a:lnTo>
                  <a:pt x="783146" y="689317"/>
                </a:lnTo>
                <a:lnTo>
                  <a:pt x="755105" y="723741"/>
                </a:lnTo>
                <a:lnTo>
                  <a:pt x="723741" y="755105"/>
                </a:lnTo>
                <a:lnTo>
                  <a:pt x="689317" y="783146"/>
                </a:lnTo>
                <a:lnTo>
                  <a:pt x="652097" y="807597"/>
                </a:lnTo>
                <a:lnTo>
                  <a:pt x="612347" y="828196"/>
                </a:lnTo>
                <a:lnTo>
                  <a:pt x="570330" y="844678"/>
                </a:lnTo>
                <a:lnTo>
                  <a:pt x="526311" y="856777"/>
                </a:lnTo>
                <a:lnTo>
                  <a:pt x="480554" y="864231"/>
                </a:lnTo>
                <a:lnTo>
                  <a:pt x="433323" y="866775"/>
                </a:lnTo>
                <a:lnTo>
                  <a:pt x="386095" y="864231"/>
                </a:lnTo>
                <a:lnTo>
                  <a:pt x="340342" y="856777"/>
                </a:lnTo>
                <a:lnTo>
                  <a:pt x="296330" y="844678"/>
                </a:lnTo>
                <a:lnTo>
                  <a:pt x="254322" y="828196"/>
                </a:lnTo>
                <a:lnTo>
                  <a:pt x="214582" y="807597"/>
                </a:lnTo>
                <a:lnTo>
                  <a:pt x="177375" y="783146"/>
                </a:lnTo>
                <a:lnTo>
                  <a:pt x="142963" y="755105"/>
                </a:lnTo>
                <a:lnTo>
                  <a:pt x="111612" y="723741"/>
                </a:lnTo>
                <a:lnTo>
                  <a:pt x="83584" y="689317"/>
                </a:lnTo>
                <a:lnTo>
                  <a:pt x="59144" y="652097"/>
                </a:lnTo>
                <a:lnTo>
                  <a:pt x="38556" y="612347"/>
                </a:lnTo>
                <a:lnTo>
                  <a:pt x="22083" y="570330"/>
                </a:lnTo>
                <a:lnTo>
                  <a:pt x="9990" y="526311"/>
                </a:lnTo>
                <a:lnTo>
                  <a:pt x="2541" y="480554"/>
                </a:lnTo>
                <a:lnTo>
                  <a:pt x="0" y="4333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39313" y="4886388"/>
            <a:ext cx="171450" cy="16192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8467343" y="5045328"/>
            <a:ext cx="6229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>
                <a:latin typeface="Calibri"/>
                <a:cs typeface="Calibri"/>
              </a:rPr>
              <a:t>Start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10863" y="4876863"/>
            <a:ext cx="171450" cy="16192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308590" y="5041010"/>
            <a:ext cx="591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20">
                <a:latin typeface="Calibri"/>
                <a:cs typeface="Calibri"/>
              </a:rPr>
              <a:t>Goal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129776" y="4729226"/>
            <a:ext cx="876300" cy="457200"/>
          </a:xfrm>
          <a:custGeom>
            <a:avLst/>
            <a:gdLst/>
            <a:ahLst/>
            <a:cxnLst/>
            <a:rect l="l" t="t" r="r" b="b"/>
            <a:pathLst>
              <a:path w="876300" h="457200">
                <a:moveTo>
                  <a:pt x="0" y="228600"/>
                </a:moveTo>
                <a:lnTo>
                  <a:pt x="15645" y="167789"/>
                </a:lnTo>
                <a:lnTo>
                  <a:pt x="59802" y="113171"/>
                </a:lnTo>
                <a:lnTo>
                  <a:pt x="91270" y="88861"/>
                </a:lnTo>
                <a:lnTo>
                  <a:pt x="128301" y="66913"/>
                </a:lnTo>
                <a:lnTo>
                  <a:pt x="170376" y="47597"/>
                </a:lnTo>
                <a:lnTo>
                  <a:pt x="216972" y="31185"/>
                </a:lnTo>
                <a:lnTo>
                  <a:pt x="267569" y="17948"/>
                </a:lnTo>
                <a:lnTo>
                  <a:pt x="321645" y="8157"/>
                </a:lnTo>
                <a:lnTo>
                  <a:pt x="378679" y="2084"/>
                </a:lnTo>
                <a:lnTo>
                  <a:pt x="438150" y="0"/>
                </a:lnTo>
                <a:lnTo>
                  <a:pt x="497594" y="2084"/>
                </a:lnTo>
                <a:lnTo>
                  <a:pt x="554610" y="8157"/>
                </a:lnTo>
                <a:lnTo>
                  <a:pt x="608677" y="17948"/>
                </a:lnTo>
                <a:lnTo>
                  <a:pt x="659271" y="31185"/>
                </a:lnTo>
                <a:lnTo>
                  <a:pt x="705869" y="47597"/>
                </a:lnTo>
                <a:lnTo>
                  <a:pt x="747950" y="66913"/>
                </a:lnTo>
                <a:lnTo>
                  <a:pt x="784991" y="88861"/>
                </a:lnTo>
                <a:lnTo>
                  <a:pt x="816468" y="113171"/>
                </a:lnTo>
                <a:lnTo>
                  <a:pt x="860645" y="167789"/>
                </a:lnTo>
                <a:lnTo>
                  <a:pt x="876300" y="228600"/>
                </a:lnTo>
                <a:lnTo>
                  <a:pt x="872299" y="259616"/>
                </a:lnTo>
                <a:lnTo>
                  <a:pt x="841861" y="317575"/>
                </a:lnTo>
                <a:lnTo>
                  <a:pt x="784991" y="368284"/>
                </a:lnTo>
                <a:lnTo>
                  <a:pt x="747950" y="390239"/>
                </a:lnTo>
                <a:lnTo>
                  <a:pt x="705869" y="409563"/>
                </a:lnTo>
                <a:lnTo>
                  <a:pt x="659271" y="425986"/>
                </a:lnTo>
                <a:lnTo>
                  <a:pt x="608677" y="439233"/>
                </a:lnTo>
                <a:lnTo>
                  <a:pt x="554610" y="449033"/>
                </a:lnTo>
                <a:lnTo>
                  <a:pt x="497594" y="455112"/>
                </a:lnTo>
                <a:lnTo>
                  <a:pt x="438150" y="457200"/>
                </a:lnTo>
                <a:lnTo>
                  <a:pt x="378679" y="455112"/>
                </a:lnTo>
                <a:lnTo>
                  <a:pt x="321645" y="449033"/>
                </a:lnTo>
                <a:lnTo>
                  <a:pt x="267569" y="439233"/>
                </a:lnTo>
                <a:lnTo>
                  <a:pt x="216972" y="425986"/>
                </a:lnTo>
                <a:lnTo>
                  <a:pt x="170376" y="409563"/>
                </a:lnTo>
                <a:lnTo>
                  <a:pt x="128301" y="390239"/>
                </a:lnTo>
                <a:lnTo>
                  <a:pt x="91270" y="368284"/>
                </a:lnTo>
                <a:lnTo>
                  <a:pt x="59802" y="343972"/>
                </a:lnTo>
                <a:lnTo>
                  <a:pt x="15645" y="289365"/>
                </a:lnTo>
                <a:lnTo>
                  <a:pt x="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176" y="312508"/>
            <a:ext cx="78619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20">
                <a:latin typeface="Palatino Linotype"/>
                <a:cs typeface="Palatino Linotype"/>
              </a:rPr>
              <a:t>How</a:t>
            </a:r>
            <a:r>
              <a:rPr sz="3600" spc="-70">
                <a:latin typeface="Palatino Linotype"/>
                <a:cs typeface="Palatino Linotype"/>
              </a:rPr>
              <a:t> </a:t>
            </a:r>
            <a:r>
              <a:rPr sz="3600" spc="-85">
                <a:latin typeface="Palatino Linotype"/>
                <a:cs typeface="Palatino Linotype"/>
              </a:rPr>
              <a:t>to</a:t>
            </a:r>
            <a:r>
              <a:rPr sz="3600" spc="-70">
                <a:latin typeface="Palatino Linotype"/>
                <a:cs typeface="Palatino Linotype"/>
              </a:rPr>
              <a:t> </a:t>
            </a:r>
            <a:r>
              <a:rPr sz="3600" spc="-145">
                <a:latin typeface="Palatino Linotype"/>
                <a:cs typeface="Palatino Linotype"/>
              </a:rPr>
              <a:t>Construct</a:t>
            </a:r>
            <a:r>
              <a:rPr sz="3600" spc="-65">
                <a:latin typeface="Palatino Linotype"/>
                <a:cs typeface="Palatino Linotype"/>
              </a:rPr>
              <a:t> </a:t>
            </a:r>
            <a:r>
              <a:rPr sz="3600" spc="-185">
                <a:latin typeface="Palatino Linotype"/>
                <a:cs typeface="Palatino Linotype"/>
              </a:rPr>
              <a:t>an</a:t>
            </a:r>
            <a:r>
              <a:rPr sz="3600" spc="-70">
                <a:latin typeface="Palatino Linotype"/>
                <a:cs typeface="Palatino Linotype"/>
              </a:rPr>
              <a:t> </a:t>
            </a:r>
            <a:r>
              <a:rPr sz="3600" spc="-204">
                <a:latin typeface="Palatino Linotype"/>
                <a:cs typeface="Palatino Linotype"/>
              </a:rPr>
              <a:t>Admissible</a:t>
            </a:r>
            <a:r>
              <a:rPr sz="3600" spc="-70">
                <a:latin typeface="Palatino Linotype"/>
                <a:cs typeface="Palatino Linotype"/>
              </a:rPr>
              <a:t> </a:t>
            </a:r>
            <a:r>
              <a:rPr sz="3600" spc="-125">
                <a:latin typeface="Palatino Linotype"/>
                <a:cs typeface="Palatino Linotype"/>
              </a:rPr>
              <a:t>Heuristic</a:t>
            </a:r>
            <a:endParaRPr sz="3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729" y="915212"/>
            <a:ext cx="10758170" cy="4496937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600" spc="-130">
                <a:latin typeface="Palatino Linotype"/>
                <a:cs typeface="Palatino Linotype"/>
              </a:rPr>
              <a:t>You</a:t>
            </a:r>
            <a:r>
              <a:rPr sz="2600" spc="-30">
                <a:latin typeface="Palatino Linotype"/>
                <a:cs typeface="Palatino Linotype"/>
              </a:rPr>
              <a:t> </a:t>
            </a:r>
            <a:r>
              <a:rPr sz="2600" spc="-130">
                <a:latin typeface="Palatino Linotype"/>
                <a:cs typeface="Palatino Linotype"/>
              </a:rPr>
              <a:t>identify</a:t>
            </a:r>
            <a:r>
              <a:rPr sz="2600" spc="-30">
                <a:latin typeface="Palatino Linotype"/>
                <a:cs typeface="Palatino Linotype"/>
              </a:rPr>
              <a:t> </a:t>
            </a:r>
            <a:r>
              <a:rPr sz="2600" spc="-155">
                <a:solidFill>
                  <a:srgbClr val="0000FF"/>
                </a:solidFill>
                <a:latin typeface="Palatino Linotype"/>
                <a:cs typeface="Palatino Linotype"/>
              </a:rPr>
              <a:t>relaxed</a:t>
            </a:r>
            <a:r>
              <a:rPr sz="2600" spc="-25">
                <a:solidFill>
                  <a:srgbClr val="0000FF"/>
                </a:solidFill>
                <a:latin typeface="Palatino Linotype"/>
                <a:cs typeface="Palatino Linotype"/>
              </a:rPr>
              <a:t> </a:t>
            </a:r>
            <a:r>
              <a:rPr sz="2600" spc="-140">
                <a:solidFill>
                  <a:srgbClr val="0000FF"/>
                </a:solidFill>
                <a:latin typeface="Palatino Linotype"/>
                <a:cs typeface="Palatino Linotype"/>
              </a:rPr>
              <a:t>version</a:t>
            </a:r>
            <a:r>
              <a:rPr sz="2600" spc="-30">
                <a:solidFill>
                  <a:srgbClr val="0000FF"/>
                </a:solidFill>
                <a:latin typeface="Palatino Linotype"/>
                <a:cs typeface="Palatino Linotype"/>
              </a:rPr>
              <a:t> </a:t>
            </a:r>
            <a:r>
              <a:rPr sz="2600" spc="-105">
                <a:solidFill>
                  <a:srgbClr val="0000FF"/>
                </a:solidFill>
                <a:latin typeface="Palatino Linotype"/>
                <a:cs typeface="Palatino Linotype"/>
              </a:rPr>
              <a:t>of</a:t>
            </a:r>
            <a:r>
              <a:rPr sz="2600" spc="-25">
                <a:solidFill>
                  <a:srgbClr val="0000FF"/>
                </a:solidFill>
                <a:latin typeface="Palatino Linotype"/>
                <a:cs typeface="Palatino Linotype"/>
              </a:rPr>
              <a:t> </a:t>
            </a:r>
            <a:r>
              <a:rPr sz="2600" spc="-130">
                <a:solidFill>
                  <a:srgbClr val="0000FF"/>
                </a:solidFill>
                <a:latin typeface="Palatino Linotype"/>
                <a:cs typeface="Palatino Linotype"/>
              </a:rPr>
              <a:t>the</a:t>
            </a:r>
            <a:r>
              <a:rPr sz="2600" spc="-30">
                <a:solidFill>
                  <a:srgbClr val="0000FF"/>
                </a:solidFill>
                <a:latin typeface="Palatino Linotype"/>
                <a:cs typeface="Palatino Linotype"/>
              </a:rPr>
              <a:t> </a:t>
            </a:r>
            <a:r>
              <a:rPr sz="2600" spc="-10">
                <a:solidFill>
                  <a:srgbClr val="0000FF"/>
                </a:solidFill>
                <a:latin typeface="Palatino Linotype"/>
                <a:cs typeface="Palatino Linotype"/>
              </a:rPr>
              <a:t>problem:</a:t>
            </a:r>
            <a:endParaRPr sz="2600">
              <a:latin typeface="Palatino Linotype"/>
              <a:cs typeface="Palatino Linotype"/>
            </a:endParaRPr>
          </a:p>
          <a:p>
            <a:pPr marL="1360170" indent="-212725">
              <a:lnSpc>
                <a:spcPct val="100000"/>
              </a:lnSpc>
              <a:spcBef>
                <a:spcPts val="1305"/>
              </a:spcBef>
              <a:buChar char="•"/>
              <a:tabLst>
                <a:tab pos="1360170" algn="l"/>
              </a:tabLst>
            </a:pPr>
            <a:r>
              <a:rPr lang="en-US" sz="2600" spc="-180">
                <a:latin typeface="Palatino Linotype"/>
                <a:cs typeface="Palatino Linotype"/>
              </a:rPr>
              <a:t> </a:t>
            </a:r>
            <a:r>
              <a:rPr sz="2600" spc="-180">
                <a:latin typeface="Palatino Linotype"/>
                <a:cs typeface="Palatino Linotype"/>
              </a:rPr>
              <a:t>where</a:t>
            </a:r>
            <a:r>
              <a:rPr sz="2600" spc="-40">
                <a:latin typeface="Palatino Linotype"/>
                <a:cs typeface="Palatino Linotype"/>
              </a:rPr>
              <a:t> </a:t>
            </a:r>
            <a:r>
              <a:rPr sz="2600" spc="-120">
                <a:latin typeface="Palatino Linotype"/>
                <a:cs typeface="Palatino Linotype"/>
              </a:rPr>
              <a:t>one</a:t>
            </a:r>
            <a:r>
              <a:rPr sz="2600" spc="-35">
                <a:latin typeface="Palatino Linotype"/>
                <a:cs typeface="Palatino Linotype"/>
              </a:rPr>
              <a:t> </a:t>
            </a:r>
            <a:r>
              <a:rPr sz="2600" spc="-75">
                <a:latin typeface="Palatino Linotype"/>
                <a:cs typeface="Palatino Linotype"/>
              </a:rPr>
              <a:t>or</a:t>
            </a:r>
            <a:r>
              <a:rPr sz="2600" spc="-35">
                <a:latin typeface="Palatino Linotype"/>
                <a:cs typeface="Palatino Linotype"/>
              </a:rPr>
              <a:t> </a:t>
            </a:r>
            <a:r>
              <a:rPr sz="2600" spc="-125">
                <a:latin typeface="Palatino Linotype"/>
                <a:cs typeface="Palatino Linotype"/>
              </a:rPr>
              <a:t>more</a:t>
            </a:r>
            <a:r>
              <a:rPr sz="2600" spc="-35">
                <a:latin typeface="Palatino Linotype"/>
                <a:cs typeface="Palatino Linotype"/>
              </a:rPr>
              <a:t> </a:t>
            </a:r>
            <a:r>
              <a:rPr sz="2600" spc="-110">
                <a:latin typeface="Palatino Linotype"/>
                <a:cs typeface="Palatino Linotype"/>
              </a:rPr>
              <a:t>constraints</a:t>
            </a:r>
            <a:r>
              <a:rPr sz="2600" spc="-35">
                <a:latin typeface="Palatino Linotype"/>
                <a:cs typeface="Palatino Linotype"/>
              </a:rPr>
              <a:t> </a:t>
            </a:r>
            <a:r>
              <a:rPr sz="2600" spc="-180">
                <a:latin typeface="Palatino Linotype"/>
                <a:cs typeface="Palatino Linotype"/>
              </a:rPr>
              <a:t>have</a:t>
            </a:r>
            <a:r>
              <a:rPr sz="2600" spc="-35">
                <a:latin typeface="Palatino Linotype"/>
                <a:cs typeface="Palatino Linotype"/>
              </a:rPr>
              <a:t> </a:t>
            </a:r>
            <a:r>
              <a:rPr sz="2600" spc="-145">
                <a:latin typeface="Palatino Linotype"/>
                <a:cs typeface="Palatino Linotype"/>
              </a:rPr>
              <a:t>been</a:t>
            </a:r>
            <a:r>
              <a:rPr sz="2600" spc="-35">
                <a:latin typeface="Palatino Linotype"/>
                <a:cs typeface="Palatino Linotype"/>
              </a:rPr>
              <a:t> </a:t>
            </a:r>
            <a:r>
              <a:rPr sz="2600" spc="-10">
                <a:latin typeface="Palatino Linotype"/>
                <a:cs typeface="Palatino Linotype"/>
              </a:rPr>
              <a:t>dropped</a:t>
            </a:r>
            <a:endParaRPr sz="2600">
              <a:latin typeface="Palatino Linotype"/>
              <a:cs typeface="Palatino Linotype"/>
            </a:endParaRPr>
          </a:p>
          <a:p>
            <a:pPr marL="1360170" indent="-212725">
              <a:lnSpc>
                <a:spcPct val="100000"/>
              </a:lnSpc>
              <a:spcBef>
                <a:spcPts val="520"/>
              </a:spcBef>
              <a:buChar char="•"/>
              <a:tabLst>
                <a:tab pos="1360170" algn="l"/>
              </a:tabLst>
            </a:pPr>
            <a:r>
              <a:rPr lang="en-US" sz="2600" spc="-145">
                <a:latin typeface="Palatino Linotype"/>
                <a:cs typeface="Palatino Linotype"/>
              </a:rPr>
              <a:t> </a:t>
            </a:r>
            <a:r>
              <a:rPr sz="2600" spc="-145">
                <a:latin typeface="Palatino Linotype"/>
                <a:cs typeface="Palatino Linotype"/>
              </a:rPr>
              <a:t>problem</a:t>
            </a:r>
            <a:r>
              <a:rPr sz="2600" spc="-20">
                <a:latin typeface="Palatino Linotype"/>
                <a:cs typeface="Palatino Linotype"/>
              </a:rPr>
              <a:t> </a:t>
            </a:r>
            <a:r>
              <a:rPr sz="2600" spc="-165">
                <a:latin typeface="Palatino Linotype"/>
                <a:cs typeface="Palatino Linotype"/>
              </a:rPr>
              <a:t>with</a:t>
            </a:r>
            <a:r>
              <a:rPr sz="2600" spc="-20">
                <a:latin typeface="Palatino Linotype"/>
                <a:cs typeface="Palatino Linotype"/>
              </a:rPr>
              <a:t> </a:t>
            </a:r>
            <a:r>
              <a:rPr sz="2600" spc="-180">
                <a:latin typeface="Palatino Linotype"/>
                <a:cs typeface="Palatino Linotype"/>
              </a:rPr>
              <a:t>fewer</a:t>
            </a:r>
            <a:r>
              <a:rPr sz="2600" spc="-15">
                <a:latin typeface="Palatino Linotype"/>
                <a:cs typeface="Palatino Linotype"/>
              </a:rPr>
              <a:t> </a:t>
            </a:r>
            <a:r>
              <a:rPr sz="2600" spc="-105">
                <a:latin typeface="Palatino Linotype"/>
                <a:cs typeface="Palatino Linotype"/>
              </a:rPr>
              <a:t>restrictions</a:t>
            </a:r>
            <a:r>
              <a:rPr sz="2600" spc="-20">
                <a:latin typeface="Palatino Linotype"/>
                <a:cs typeface="Palatino Linotype"/>
              </a:rPr>
              <a:t> </a:t>
            </a:r>
            <a:r>
              <a:rPr sz="2600" spc="-105">
                <a:latin typeface="Palatino Linotype"/>
                <a:cs typeface="Palatino Linotype"/>
              </a:rPr>
              <a:t>on</a:t>
            </a:r>
            <a:r>
              <a:rPr sz="2600" spc="-15">
                <a:latin typeface="Palatino Linotype"/>
                <a:cs typeface="Palatino Linotype"/>
              </a:rPr>
              <a:t> </a:t>
            </a:r>
            <a:r>
              <a:rPr sz="2600" spc="-130">
                <a:latin typeface="Palatino Linotype"/>
                <a:cs typeface="Palatino Linotype"/>
              </a:rPr>
              <a:t>the</a:t>
            </a:r>
            <a:r>
              <a:rPr sz="2600" spc="-20">
                <a:latin typeface="Palatino Linotype"/>
                <a:cs typeface="Palatino Linotype"/>
              </a:rPr>
              <a:t> </a:t>
            </a:r>
            <a:r>
              <a:rPr sz="2600" spc="-10">
                <a:latin typeface="Palatino Linotype"/>
                <a:cs typeface="Palatino Linotype"/>
              </a:rPr>
              <a:t>actions</a:t>
            </a:r>
            <a:endParaRPr sz="2600">
              <a:latin typeface="Palatino Linotype"/>
              <a:cs typeface="Palatino Linotype"/>
            </a:endParaRPr>
          </a:p>
          <a:p>
            <a:pPr marL="156210" marR="5137150">
              <a:lnSpc>
                <a:spcPct val="116700"/>
              </a:lnSpc>
              <a:spcBef>
                <a:spcPts val="1045"/>
              </a:spcBef>
            </a:pPr>
            <a:r>
              <a:rPr sz="2600" b="1" spc="-95">
                <a:latin typeface="Palatino Linotype"/>
                <a:cs typeface="Palatino Linotype"/>
              </a:rPr>
              <a:t>Robot:</a:t>
            </a:r>
            <a:r>
              <a:rPr sz="2600" b="1" spc="-40">
                <a:latin typeface="Palatino Linotype"/>
                <a:cs typeface="Palatino Linotype"/>
              </a:rPr>
              <a:t> </a:t>
            </a:r>
            <a:r>
              <a:rPr sz="2600" spc="-130">
                <a:latin typeface="Palatino Linotype"/>
                <a:cs typeface="Palatino Linotype"/>
              </a:rPr>
              <a:t>the</a:t>
            </a:r>
            <a:r>
              <a:rPr sz="2600" spc="-35">
                <a:latin typeface="Palatino Linotype"/>
                <a:cs typeface="Palatino Linotype"/>
              </a:rPr>
              <a:t> </a:t>
            </a:r>
            <a:r>
              <a:rPr sz="2600" spc="-140">
                <a:latin typeface="Palatino Linotype"/>
                <a:cs typeface="Palatino Linotype"/>
              </a:rPr>
              <a:t>agent</a:t>
            </a:r>
            <a:r>
              <a:rPr sz="2600" spc="-40">
                <a:latin typeface="Palatino Linotype"/>
                <a:cs typeface="Palatino Linotype"/>
              </a:rPr>
              <a:t> </a:t>
            </a:r>
            <a:r>
              <a:rPr sz="2600" spc="-110">
                <a:latin typeface="Palatino Linotype"/>
                <a:cs typeface="Palatino Linotype"/>
              </a:rPr>
              <a:t>can</a:t>
            </a:r>
            <a:r>
              <a:rPr sz="2600" spc="-35">
                <a:latin typeface="Palatino Linotype"/>
                <a:cs typeface="Palatino Linotype"/>
              </a:rPr>
              <a:t> </a:t>
            </a:r>
            <a:r>
              <a:rPr sz="2600" spc="-185">
                <a:latin typeface="Palatino Linotype"/>
                <a:cs typeface="Palatino Linotype"/>
              </a:rPr>
              <a:t>move</a:t>
            </a:r>
            <a:r>
              <a:rPr sz="2600" spc="-35">
                <a:latin typeface="Palatino Linotype"/>
                <a:cs typeface="Palatino Linotype"/>
              </a:rPr>
              <a:t> </a:t>
            </a:r>
            <a:r>
              <a:rPr sz="2600" spc="-140">
                <a:latin typeface="Palatino Linotype"/>
                <a:cs typeface="Palatino Linotype"/>
              </a:rPr>
              <a:t>through</a:t>
            </a:r>
            <a:r>
              <a:rPr sz="2600" spc="-40">
                <a:latin typeface="Palatino Linotype"/>
                <a:cs typeface="Palatino Linotype"/>
              </a:rPr>
              <a:t> </a:t>
            </a:r>
            <a:r>
              <a:rPr sz="2600" spc="-150">
                <a:latin typeface="Palatino Linotype"/>
                <a:cs typeface="Palatino Linotype"/>
              </a:rPr>
              <a:t>walls </a:t>
            </a:r>
            <a:r>
              <a:rPr sz="2600" b="1" spc="-120">
                <a:latin typeface="Palatino Linotype"/>
                <a:cs typeface="Palatino Linotype"/>
              </a:rPr>
              <a:t>8puzzle:</a:t>
            </a:r>
            <a:r>
              <a:rPr sz="2600" b="1" spc="-40">
                <a:latin typeface="Palatino Linotype"/>
                <a:cs typeface="Palatino Linotype"/>
              </a:rPr>
              <a:t> </a:t>
            </a:r>
            <a:r>
              <a:rPr sz="2600">
                <a:latin typeface="Palatino Linotype"/>
                <a:cs typeface="Palatino Linotype"/>
              </a:rPr>
              <a:t>(1)</a:t>
            </a:r>
            <a:r>
              <a:rPr sz="2600" spc="-35">
                <a:latin typeface="Palatino Linotype"/>
                <a:cs typeface="Palatino Linotype"/>
              </a:rPr>
              <a:t> </a:t>
            </a:r>
            <a:r>
              <a:rPr sz="2600" spc="-105">
                <a:latin typeface="Palatino Linotype"/>
                <a:cs typeface="Palatino Linotype"/>
              </a:rPr>
              <a:t>tiles</a:t>
            </a:r>
            <a:r>
              <a:rPr sz="2600" spc="-35">
                <a:latin typeface="Palatino Linotype"/>
                <a:cs typeface="Palatino Linotype"/>
              </a:rPr>
              <a:t> </a:t>
            </a:r>
            <a:r>
              <a:rPr sz="2600" spc="-110">
                <a:latin typeface="Palatino Linotype"/>
                <a:cs typeface="Palatino Linotype"/>
              </a:rPr>
              <a:t>can</a:t>
            </a:r>
            <a:r>
              <a:rPr sz="2600" spc="-35">
                <a:latin typeface="Palatino Linotype"/>
                <a:cs typeface="Palatino Linotype"/>
              </a:rPr>
              <a:t> </a:t>
            </a:r>
            <a:r>
              <a:rPr sz="2600" spc="-185">
                <a:latin typeface="Palatino Linotype"/>
                <a:cs typeface="Palatino Linotype"/>
              </a:rPr>
              <a:t>move</a:t>
            </a:r>
            <a:r>
              <a:rPr sz="2600" spc="-40">
                <a:latin typeface="Palatino Linotype"/>
                <a:cs typeface="Palatino Linotype"/>
              </a:rPr>
              <a:t> </a:t>
            </a:r>
            <a:r>
              <a:rPr sz="2600" spc="-50">
                <a:latin typeface="Palatino Linotype"/>
                <a:cs typeface="Palatino Linotype"/>
              </a:rPr>
              <a:t>anywhere</a:t>
            </a:r>
            <a:endParaRPr sz="2600">
              <a:latin typeface="Palatino Linotype"/>
              <a:cs typeface="Palatino Linotype"/>
            </a:endParaRPr>
          </a:p>
          <a:p>
            <a:pPr marL="1372870">
              <a:lnSpc>
                <a:spcPct val="100000"/>
              </a:lnSpc>
              <a:spcBef>
                <a:spcPts val="869"/>
              </a:spcBef>
            </a:pPr>
            <a:r>
              <a:rPr sz="2600">
                <a:latin typeface="Palatino Linotype"/>
                <a:cs typeface="Palatino Linotype"/>
              </a:rPr>
              <a:t>(2)</a:t>
            </a:r>
            <a:r>
              <a:rPr sz="2600" spc="-50">
                <a:latin typeface="Palatino Linotype"/>
                <a:cs typeface="Palatino Linotype"/>
              </a:rPr>
              <a:t> </a:t>
            </a:r>
            <a:r>
              <a:rPr sz="2600" spc="-105">
                <a:latin typeface="Palatino Linotype"/>
                <a:cs typeface="Palatino Linotype"/>
              </a:rPr>
              <a:t>tiles</a:t>
            </a:r>
            <a:r>
              <a:rPr sz="2600" spc="-45">
                <a:latin typeface="Palatino Linotype"/>
                <a:cs typeface="Palatino Linotype"/>
              </a:rPr>
              <a:t> </a:t>
            </a:r>
            <a:r>
              <a:rPr sz="2600" spc="-110">
                <a:latin typeface="Palatino Linotype"/>
                <a:cs typeface="Palatino Linotype"/>
              </a:rPr>
              <a:t>can</a:t>
            </a:r>
            <a:r>
              <a:rPr sz="2600" spc="-45">
                <a:latin typeface="Palatino Linotype"/>
                <a:cs typeface="Palatino Linotype"/>
              </a:rPr>
              <a:t> </a:t>
            </a:r>
            <a:r>
              <a:rPr sz="2600" spc="-185">
                <a:latin typeface="Palatino Linotype"/>
                <a:cs typeface="Palatino Linotype"/>
              </a:rPr>
              <a:t>move</a:t>
            </a:r>
            <a:r>
              <a:rPr sz="2600" spc="-45">
                <a:latin typeface="Palatino Linotype"/>
                <a:cs typeface="Palatino Linotype"/>
              </a:rPr>
              <a:t> </a:t>
            </a:r>
            <a:r>
              <a:rPr sz="2600" spc="-60">
                <a:latin typeface="Palatino Linotype"/>
                <a:cs typeface="Palatino Linotype"/>
              </a:rPr>
              <a:t>to</a:t>
            </a:r>
            <a:r>
              <a:rPr sz="2600" spc="-50">
                <a:latin typeface="Palatino Linotype"/>
                <a:cs typeface="Palatino Linotype"/>
              </a:rPr>
              <a:t> </a:t>
            </a:r>
            <a:r>
              <a:rPr sz="2600" spc="-180">
                <a:latin typeface="Palatino Linotype"/>
                <a:cs typeface="Palatino Linotype"/>
              </a:rPr>
              <a:t>any</a:t>
            </a:r>
            <a:r>
              <a:rPr sz="2600" spc="-45">
                <a:latin typeface="Palatino Linotype"/>
                <a:cs typeface="Palatino Linotype"/>
              </a:rPr>
              <a:t> </a:t>
            </a:r>
            <a:r>
              <a:rPr sz="2600" spc="-114">
                <a:latin typeface="Palatino Linotype"/>
                <a:cs typeface="Palatino Linotype"/>
              </a:rPr>
              <a:t>adjacent</a:t>
            </a:r>
            <a:r>
              <a:rPr sz="2600" spc="-45">
                <a:latin typeface="Palatino Linotype"/>
                <a:cs typeface="Palatino Linotype"/>
              </a:rPr>
              <a:t> </a:t>
            </a:r>
            <a:r>
              <a:rPr sz="2600" spc="-10">
                <a:latin typeface="Palatino Linotype"/>
                <a:cs typeface="Palatino Linotype"/>
              </a:rPr>
              <a:t>square</a:t>
            </a:r>
            <a:endParaRPr sz="2600">
              <a:latin typeface="Palatino Linotype"/>
              <a:cs typeface="Palatino Linotype"/>
            </a:endParaRPr>
          </a:p>
          <a:p>
            <a:pPr marL="400050" marR="5080">
              <a:lnSpc>
                <a:spcPct val="116700"/>
              </a:lnSpc>
              <a:spcBef>
                <a:spcPts val="3115"/>
              </a:spcBef>
            </a:pPr>
            <a:r>
              <a:rPr sz="2600" spc="-130">
                <a:latin typeface="Palatino Linotype"/>
                <a:cs typeface="Palatino Linotype"/>
              </a:rPr>
              <a:t>Result:</a:t>
            </a:r>
            <a:r>
              <a:rPr sz="2600" spc="-40">
                <a:latin typeface="Palatino Linotype"/>
                <a:cs typeface="Palatino Linotype"/>
              </a:rPr>
              <a:t> </a:t>
            </a:r>
            <a:r>
              <a:rPr sz="2600" spc="-85">
                <a:latin typeface="Palatino Linotype"/>
                <a:cs typeface="Palatino Linotype"/>
              </a:rPr>
              <a:t>The</a:t>
            </a:r>
            <a:r>
              <a:rPr sz="2600" spc="-40">
                <a:latin typeface="Palatino Linotype"/>
                <a:cs typeface="Palatino Linotype"/>
              </a:rPr>
              <a:t> </a:t>
            </a:r>
            <a:r>
              <a:rPr sz="2600" spc="-95">
                <a:latin typeface="Palatino Linotype"/>
                <a:cs typeface="Palatino Linotype"/>
              </a:rPr>
              <a:t>cost</a:t>
            </a:r>
            <a:r>
              <a:rPr sz="2600" spc="-40">
                <a:latin typeface="Palatino Linotype"/>
                <a:cs typeface="Palatino Linotype"/>
              </a:rPr>
              <a:t> </a:t>
            </a:r>
            <a:r>
              <a:rPr sz="2600" spc="-105">
                <a:latin typeface="Palatino Linotype"/>
                <a:cs typeface="Palatino Linotype"/>
              </a:rPr>
              <a:t>of</a:t>
            </a:r>
            <a:r>
              <a:rPr sz="2600" spc="-40">
                <a:latin typeface="Palatino Linotype"/>
                <a:cs typeface="Palatino Linotype"/>
              </a:rPr>
              <a:t> </a:t>
            </a:r>
            <a:r>
              <a:rPr sz="2600" spc="-135">
                <a:latin typeface="Palatino Linotype"/>
                <a:cs typeface="Palatino Linotype"/>
              </a:rPr>
              <a:t>an</a:t>
            </a:r>
            <a:r>
              <a:rPr sz="2600" spc="-40">
                <a:latin typeface="Palatino Linotype"/>
                <a:cs typeface="Palatino Linotype"/>
              </a:rPr>
              <a:t> </a:t>
            </a:r>
            <a:r>
              <a:rPr sz="2600" spc="-135">
                <a:latin typeface="Palatino Linotype"/>
                <a:cs typeface="Palatino Linotype"/>
              </a:rPr>
              <a:t>optimal</a:t>
            </a:r>
            <a:r>
              <a:rPr sz="2600" spc="-40">
                <a:latin typeface="Palatino Linotype"/>
                <a:cs typeface="Palatino Linotype"/>
              </a:rPr>
              <a:t> </a:t>
            </a:r>
            <a:r>
              <a:rPr sz="2600" spc="-110">
                <a:latin typeface="Palatino Linotype"/>
                <a:cs typeface="Palatino Linotype"/>
              </a:rPr>
              <a:t>solution</a:t>
            </a:r>
            <a:r>
              <a:rPr sz="2600" spc="-40">
                <a:latin typeface="Palatino Linotype"/>
                <a:cs typeface="Palatino Linotype"/>
              </a:rPr>
              <a:t> </a:t>
            </a:r>
            <a:r>
              <a:rPr sz="2600" spc="-60">
                <a:latin typeface="Palatino Linotype"/>
                <a:cs typeface="Palatino Linotype"/>
              </a:rPr>
              <a:t>in</a:t>
            </a:r>
            <a:r>
              <a:rPr sz="2600" spc="-40">
                <a:latin typeface="Palatino Linotype"/>
                <a:cs typeface="Palatino Linotype"/>
              </a:rPr>
              <a:t> </a:t>
            </a:r>
            <a:r>
              <a:rPr sz="2600" spc="-130">
                <a:latin typeface="Palatino Linotype"/>
                <a:cs typeface="Palatino Linotype"/>
              </a:rPr>
              <a:t>the</a:t>
            </a:r>
            <a:r>
              <a:rPr sz="2600" spc="-40">
                <a:latin typeface="Palatino Linotype"/>
                <a:cs typeface="Palatino Linotype"/>
              </a:rPr>
              <a:t> </a:t>
            </a:r>
            <a:r>
              <a:rPr sz="2600" spc="-155">
                <a:latin typeface="Palatino Linotype"/>
                <a:cs typeface="Palatino Linotype"/>
              </a:rPr>
              <a:t>relaxed</a:t>
            </a:r>
            <a:r>
              <a:rPr sz="2600" spc="-40">
                <a:latin typeface="Palatino Linotype"/>
                <a:cs typeface="Palatino Linotype"/>
              </a:rPr>
              <a:t> </a:t>
            </a:r>
            <a:r>
              <a:rPr sz="2600" spc="-145">
                <a:latin typeface="Palatino Linotype"/>
                <a:cs typeface="Palatino Linotype"/>
              </a:rPr>
              <a:t>problem</a:t>
            </a:r>
            <a:r>
              <a:rPr sz="2600" spc="-40">
                <a:latin typeface="Palatino Linotype"/>
                <a:cs typeface="Palatino Linotype"/>
              </a:rPr>
              <a:t> </a:t>
            </a:r>
            <a:r>
              <a:rPr sz="2600" spc="-114">
                <a:latin typeface="Palatino Linotype"/>
                <a:cs typeface="Palatino Linotype"/>
              </a:rPr>
              <a:t>is</a:t>
            </a:r>
            <a:r>
              <a:rPr sz="2600" spc="-45">
                <a:latin typeface="Palatino Linotype"/>
                <a:cs typeface="Palatino Linotype"/>
              </a:rPr>
              <a:t> </a:t>
            </a:r>
            <a:r>
              <a:rPr sz="2600" spc="-135">
                <a:solidFill>
                  <a:srgbClr val="FF5400"/>
                </a:solidFill>
                <a:latin typeface="Palatino Linotype"/>
                <a:cs typeface="Palatino Linotype"/>
              </a:rPr>
              <a:t>a</a:t>
            </a:r>
            <a:r>
              <a:rPr sz="2600" spc="-135">
                <a:solidFill>
                  <a:srgbClr val="FF0000"/>
                </a:solidFill>
                <a:latin typeface="Palatino Linotype"/>
                <a:cs typeface="Palatino Linotype"/>
              </a:rPr>
              <a:t>n</a:t>
            </a:r>
            <a:r>
              <a:rPr sz="2600" spc="-4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600" spc="-105">
                <a:solidFill>
                  <a:srgbClr val="FF0000"/>
                </a:solidFill>
                <a:latin typeface="Palatino Linotype"/>
                <a:cs typeface="Palatino Linotype"/>
              </a:rPr>
              <a:t>admissible heuristic</a:t>
            </a:r>
            <a:r>
              <a:rPr sz="2600" spc="-25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600" spc="-90">
                <a:solidFill>
                  <a:srgbClr val="FF0000"/>
                </a:solidFill>
                <a:latin typeface="Palatino Linotype"/>
                <a:cs typeface="Palatino Linotype"/>
              </a:rPr>
              <a:t>for</a:t>
            </a:r>
            <a:r>
              <a:rPr sz="2600" spc="-25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600" spc="-130">
                <a:solidFill>
                  <a:srgbClr val="FF0000"/>
                </a:solidFill>
                <a:latin typeface="Palatino Linotype"/>
                <a:cs typeface="Palatino Linotype"/>
              </a:rPr>
              <a:t>the</a:t>
            </a:r>
            <a:r>
              <a:rPr sz="2600" spc="-25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600" spc="-120">
                <a:solidFill>
                  <a:srgbClr val="FF0000"/>
                </a:solidFill>
                <a:latin typeface="Palatino Linotype"/>
                <a:cs typeface="Palatino Linotype"/>
              </a:rPr>
              <a:t>original</a:t>
            </a:r>
            <a:r>
              <a:rPr sz="2600" spc="-25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600" spc="-10">
                <a:solidFill>
                  <a:srgbClr val="FF0000"/>
                </a:solidFill>
                <a:latin typeface="Palatino Linotype"/>
                <a:cs typeface="Palatino Linotype"/>
              </a:rPr>
              <a:t>problem</a:t>
            </a:r>
            <a:endParaRPr sz="26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654" y="358988"/>
            <a:ext cx="11694688" cy="601634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06056" y="6162649"/>
            <a:ext cx="4385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60">
                <a:latin typeface="Palatino Linotype"/>
                <a:cs typeface="Palatino Linotype"/>
              </a:rPr>
              <a:t>how</a:t>
            </a:r>
            <a:r>
              <a:rPr sz="1800" spc="-30">
                <a:latin typeface="Palatino Linotype"/>
                <a:cs typeface="Palatino Linotype"/>
              </a:rPr>
              <a:t> </a:t>
            </a:r>
            <a:r>
              <a:rPr sz="1800" spc="-85">
                <a:latin typeface="Palatino Linotype"/>
                <a:cs typeface="Palatino Linotype"/>
              </a:rPr>
              <a:t>far</a:t>
            </a:r>
            <a:r>
              <a:rPr sz="1800" spc="-30">
                <a:latin typeface="Palatino Linotype"/>
                <a:cs typeface="Palatino Linotype"/>
              </a:rPr>
              <a:t> </a:t>
            </a:r>
            <a:r>
              <a:rPr sz="1800" spc="-85">
                <a:latin typeface="Palatino Linotype"/>
                <a:cs typeface="Palatino Linotype"/>
              </a:rPr>
              <a:t>from</a:t>
            </a:r>
            <a:r>
              <a:rPr sz="1800" spc="-30">
                <a:latin typeface="Palatino Linotype"/>
                <a:cs typeface="Palatino Linotype"/>
              </a:rPr>
              <a:t> </a:t>
            </a:r>
            <a:r>
              <a:rPr sz="1800" spc="-75">
                <a:latin typeface="Palatino Linotype"/>
                <a:cs typeface="Palatino Linotype"/>
              </a:rPr>
              <a:t>final</a:t>
            </a:r>
            <a:r>
              <a:rPr sz="1800" spc="-30">
                <a:latin typeface="Palatino Linotype"/>
                <a:cs typeface="Palatino Linotype"/>
              </a:rPr>
              <a:t> </a:t>
            </a:r>
            <a:r>
              <a:rPr sz="1800" spc="-90">
                <a:latin typeface="Palatino Linotype"/>
                <a:cs typeface="Palatino Linotype"/>
              </a:rPr>
              <a:t>state</a:t>
            </a:r>
            <a:r>
              <a:rPr sz="1800" spc="-30">
                <a:latin typeface="Palatino Linotype"/>
                <a:cs typeface="Palatino Linotype"/>
              </a:rPr>
              <a:t> </a:t>
            </a:r>
            <a:r>
              <a:rPr sz="1800" spc="-20">
                <a:latin typeface="Palatino Linotype"/>
                <a:cs typeface="Palatino Linotype"/>
              </a:rPr>
              <a:t>..</a:t>
            </a:r>
            <a:r>
              <a:rPr sz="1800" spc="-30">
                <a:latin typeface="Palatino Linotype"/>
                <a:cs typeface="Palatino Linotype"/>
              </a:rPr>
              <a:t> </a:t>
            </a:r>
            <a:r>
              <a:rPr sz="1800" spc="-140">
                <a:latin typeface="Palatino Linotype"/>
                <a:cs typeface="Palatino Linotype"/>
              </a:rPr>
              <a:t>And</a:t>
            </a:r>
            <a:r>
              <a:rPr sz="1800" spc="-30">
                <a:latin typeface="Palatino Linotype"/>
                <a:cs typeface="Palatino Linotype"/>
              </a:rPr>
              <a:t> </a:t>
            </a:r>
            <a:r>
              <a:rPr sz="1800" spc="-160">
                <a:latin typeface="Palatino Linotype"/>
                <a:cs typeface="Palatino Linotype"/>
              </a:rPr>
              <a:t>how</a:t>
            </a:r>
            <a:r>
              <a:rPr sz="1800" spc="-30">
                <a:latin typeface="Palatino Linotype"/>
                <a:cs typeface="Palatino Linotype"/>
              </a:rPr>
              <a:t> </a:t>
            </a:r>
            <a:r>
              <a:rPr sz="1800" spc="-195">
                <a:latin typeface="Palatino Linotype"/>
                <a:cs typeface="Palatino Linotype"/>
              </a:rPr>
              <a:t>we</a:t>
            </a:r>
            <a:r>
              <a:rPr sz="1800" spc="-30">
                <a:latin typeface="Palatino Linotype"/>
                <a:cs typeface="Palatino Linotype"/>
              </a:rPr>
              <a:t> </a:t>
            </a:r>
            <a:r>
              <a:rPr sz="1800" spc="-65">
                <a:latin typeface="Palatino Linotype"/>
                <a:cs typeface="Palatino Linotype"/>
              </a:rPr>
              <a:t>calculate </a:t>
            </a:r>
            <a:r>
              <a:rPr sz="1800" spc="-75">
                <a:latin typeface="Palatino Linotype"/>
                <a:cs typeface="Palatino Linotype"/>
              </a:rPr>
              <a:t>this</a:t>
            </a:r>
            <a:r>
              <a:rPr sz="1800" spc="-35">
                <a:latin typeface="Palatino Linotype"/>
                <a:cs typeface="Palatino Linotype"/>
              </a:rPr>
              <a:t> </a:t>
            </a:r>
            <a:r>
              <a:rPr sz="1800" spc="-10">
                <a:latin typeface="Palatino Linotype"/>
                <a:cs typeface="Palatino Linotype"/>
              </a:rPr>
              <a:t>heuristics</a:t>
            </a:r>
            <a:endParaRPr sz="18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5075" y="6167411"/>
            <a:ext cx="43237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20">
                <a:solidFill>
                  <a:srgbClr val="0000FF"/>
                </a:solidFill>
                <a:latin typeface="Palatino Linotype"/>
                <a:cs typeface="Palatino Linotype"/>
              </a:rPr>
              <a:t>Every</a:t>
            </a:r>
            <a:r>
              <a:rPr sz="2200" b="1" spc="-55">
                <a:solidFill>
                  <a:srgbClr val="0000FF"/>
                </a:solidFill>
                <a:latin typeface="Palatino Linotype"/>
                <a:cs typeface="Palatino Linotype"/>
              </a:rPr>
              <a:t> </a:t>
            </a:r>
            <a:r>
              <a:rPr sz="2200" b="1" spc="-85">
                <a:solidFill>
                  <a:srgbClr val="0000FF"/>
                </a:solidFill>
                <a:latin typeface="Palatino Linotype"/>
                <a:cs typeface="Palatino Linotype"/>
              </a:rPr>
              <a:t>time</a:t>
            </a:r>
            <a:r>
              <a:rPr sz="2200" b="1" spc="-55">
                <a:solidFill>
                  <a:srgbClr val="0000FF"/>
                </a:solidFill>
                <a:latin typeface="Palatino Linotype"/>
                <a:cs typeface="Palatino Linotype"/>
              </a:rPr>
              <a:t> </a:t>
            </a:r>
            <a:r>
              <a:rPr sz="2200" b="1" spc="-254">
                <a:solidFill>
                  <a:srgbClr val="0000FF"/>
                </a:solidFill>
                <a:latin typeface="Palatino Linotype"/>
                <a:cs typeface="Palatino Linotype"/>
              </a:rPr>
              <a:t>we</a:t>
            </a:r>
            <a:r>
              <a:rPr sz="2200" b="1" spc="-55">
                <a:solidFill>
                  <a:srgbClr val="0000FF"/>
                </a:solidFill>
                <a:latin typeface="Palatino Linotype"/>
                <a:cs typeface="Palatino Linotype"/>
              </a:rPr>
              <a:t> </a:t>
            </a:r>
            <a:r>
              <a:rPr sz="2200" b="1" spc="-145">
                <a:solidFill>
                  <a:srgbClr val="0000FF"/>
                </a:solidFill>
                <a:latin typeface="Palatino Linotype"/>
                <a:cs typeface="Palatino Linotype"/>
              </a:rPr>
              <a:t>move</a:t>
            </a:r>
            <a:r>
              <a:rPr sz="2200" b="1" spc="-50">
                <a:solidFill>
                  <a:srgbClr val="0000FF"/>
                </a:solidFill>
                <a:latin typeface="Palatino Linotype"/>
                <a:cs typeface="Palatino Linotype"/>
              </a:rPr>
              <a:t> </a:t>
            </a:r>
            <a:r>
              <a:rPr sz="2200" b="1" spc="-80">
                <a:solidFill>
                  <a:srgbClr val="0000FF"/>
                </a:solidFill>
                <a:latin typeface="Palatino Linotype"/>
                <a:cs typeface="Palatino Linotype"/>
              </a:rPr>
              <a:t>a</a:t>
            </a:r>
            <a:r>
              <a:rPr sz="2200" b="1" spc="-55">
                <a:solidFill>
                  <a:srgbClr val="0000FF"/>
                </a:solidFill>
                <a:latin typeface="Palatino Linotype"/>
                <a:cs typeface="Palatino Linotype"/>
              </a:rPr>
              <a:t> </a:t>
            </a:r>
            <a:r>
              <a:rPr sz="2200" b="1" spc="-120">
                <a:solidFill>
                  <a:srgbClr val="0000FF"/>
                </a:solidFill>
                <a:latin typeface="Palatino Linotype"/>
                <a:cs typeface="Palatino Linotype"/>
              </a:rPr>
              <a:t>Tile</a:t>
            </a:r>
            <a:r>
              <a:rPr sz="2200" b="1" spc="-55">
                <a:solidFill>
                  <a:srgbClr val="0000FF"/>
                </a:solidFill>
                <a:latin typeface="Palatino Linotype"/>
                <a:cs typeface="Palatino Linotype"/>
              </a:rPr>
              <a:t> </a:t>
            </a:r>
            <a:r>
              <a:rPr sz="2200" b="1" spc="-75">
                <a:solidFill>
                  <a:srgbClr val="0000FF"/>
                </a:solidFill>
                <a:latin typeface="Palatino Linotype"/>
                <a:cs typeface="Palatino Linotype"/>
              </a:rPr>
              <a:t>cost</a:t>
            </a:r>
            <a:r>
              <a:rPr sz="2200" b="1" spc="-50">
                <a:solidFill>
                  <a:srgbClr val="0000FF"/>
                </a:solidFill>
                <a:latin typeface="Palatino Linotype"/>
                <a:cs typeface="Palatino Linotype"/>
              </a:rPr>
              <a:t> </a:t>
            </a:r>
            <a:r>
              <a:rPr sz="2200" b="1" spc="-120">
                <a:solidFill>
                  <a:srgbClr val="0000FF"/>
                </a:solidFill>
                <a:latin typeface="Palatino Linotype"/>
                <a:cs typeface="Palatino Linotype"/>
              </a:rPr>
              <a:t>is</a:t>
            </a:r>
            <a:r>
              <a:rPr sz="2200" b="1" spc="-55">
                <a:solidFill>
                  <a:srgbClr val="0000FF"/>
                </a:solidFill>
                <a:latin typeface="Palatino Linotype"/>
                <a:cs typeface="Palatino Linotype"/>
              </a:rPr>
              <a:t> </a:t>
            </a:r>
            <a:r>
              <a:rPr sz="2200" b="1" spc="-35">
                <a:solidFill>
                  <a:srgbClr val="0000FF"/>
                </a:solidFill>
                <a:latin typeface="Palatino Linotype"/>
                <a:cs typeface="Palatino Linotype"/>
              </a:rPr>
              <a:t>one</a:t>
            </a:r>
            <a:endParaRPr sz="2200">
              <a:latin typeface="Palatino Linotype"/>
              <a:cs typeface="Palatino Linotyp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959" y="137119"/>
            <a:ext cx="10467476" cy="580262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6701" y="6243573"/>
            <a:ext cx="41440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spc="-95">
                <a:solidFill>
                  <a:srgbClr val="0000FF"/>
                </a:solidFill>
                <a:latin typeface="Palatino Linotype"/>
                <a:cs typeface="Palatino Linotype"/>
              </a:rPr>
              <a:t>Option to grab a tile and move to original place</a:t>
            </a:r>
            <a:endParaRPr sz="1600">
              <a:latin typeface="Palatino Linotype"/>
              <a:cs typeface="Palatino Linotyp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707" y="283319"/>
            <a:ext cx="10643463" cy="572637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6417" y="236918"/>
            <a:ext cx="8914130" cy="6334760"/>
            <a:chOff x="306417" y="236918"/>
            <a:chExt cx="8914130" cy="6334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4926" y="600809"/>
              <a:ext cx="7125602" cy="597045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6417" y="236918"/>
              <a:ext cx="5439544" cy="4738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115" y="6308737"/>
            <a:ext cx="5770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14">
                <a:latin typeface="Palatino Linotype"/>
                <a:cs typeface="Palatino Linotype"/>
              </a:rPr>
              <a:t>distance</a:t>
            </a:r>
            <a:r>
              <a:rPr sz="2400" spc="-35">
                <a:latin typeface="Palatino Linotype"/>
                <a:cs typeface="Palatino Linotype"/>
              </a:rPr>
              <a:t> </a:t>
            </a:r>
            <a:r>
              <a:rPr sz="2400" spc="-110">
                <a:latin typeface="Palatino Linotype"/>
                <a:cs typeface="Palatino Linotype"/>
              </a:rPr>
              <a:t>from</a:t>
            </a:r>
            <a:r>
              <a:rPr sz="2400" spc="-30">
                <a:latin typeface="Palatino Linotype"/>
                <a:cs typeface="Palatino Linotype"/>
              </a:rPr>
              <a:t> </a:t>
            </a:r>
            <a:r>
              <a:rPr sz="2400" spc="-95">
                <a:latin typeface="Palatino Linotype"/>
                <a:cs typeface="Palatino Linotype"/>
              </a:rPr>
              <a:t>current</a:t>
            </a:r>
            <a:r>
              <a:rPr sz="2400" spc="-35">
                <a:latin typeface="Palatino Linotype"/>
                <a:cs typeface="Palatino Linotype"/>
              </a:rPr>
              <a:t> </a:t>
            </a:r>
            <a:r>
              <a:rPr sz="2400" spc="-105">
                <a:latin typeface="Palatino Linotype"/>
                <a:cs typeface="Palatino Linotype"/>
              </a:rPr>
              <a:t>position</a:t>
            </a:r>
            <a:r>
              <a:rPr sz="2400" spc="-30">
                <a:latin typeface="Palatino Linotype"/>
                <a:cs typeface="Palatino Linotype"/>
              </a:rPr>
              <a:t> </a:t>
            </a:r>
            <a:r>
              <a:rPr sz="2400" spc="-60">
                <a:latin typeface="Palatino Linotype"/>
                <a:cs typeface="Palatino Linotype"/>
              </a:rPr>
              <a:t>to</a:t>
            </a:r>
            <a:r>
              <a:rPr sz="2400" spc="-35">
                <a:latin typeface="Palatino Linotype"/>
                <a:cs typeface="Palatino Linotype"/>
              </a:rPr>
              <a:t> </a:t>
            </a:r>
            <a:r>
              <a:rPr sz="2400" spc="-100">
                <a:latin typeface="Palatino Linotype"/>
                <a:cs typeface="Palatino Linotype"/>
              </a:rPr>
              <a:t>final</a:t>
            </a:r>
            <a:r>
              <a:rPr sz="2400" spc="-30">
                <a:latin typeface="Palatino Linotype"/>
                <a:cs typeface="Palatino Linotype"/>
              </a:rPr>
              <a:t> </a:t>
            </a:r>
            <a:r>
              <a:rPr sz="2400" spc="-80">
                <a:latin typeface="Palatino Linotype"/>
                <a:cs typeface="Palatino Linotype"/>
              </a:rPr>
              <a:t>position</a:t>
            </a:r>
            <a:endParaRPr sz="2400">
              <a:latin typeface="Palatino Linotype"/>
              <a:cs typeface="Palatino Linotyp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" y="35064"/>
            <a:ext cx="11490750" cy="631937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5391" y="338899"/>
            <a:ext cx="3619754" cy="50012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5457" y="1034033"/>
            <a:ext cx="5091430" cy="470916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Video</a:t>
            </a:r>
            <a:r>
              <a:rPr sz="3200" spc="-4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20">
                <a:solidFill>
                  <a:srgbClr val="333399"/>
                </a:solidFill>
                <a:latin typeface="Calibri"/>
                <a:cs typeface="Calibri"/>
              </a:rPr>
              <a:t>games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Pathing</a:t>
            </a:r>
            <a:r>
              <a:rPr sz="3200" spc="-10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/</a:t>
            </a:r>
            <a:r>
              <a:rPr sz="3200" spc="9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routing</a:t>
            </a:r>
            <a:r>
              <a:rPr sz="3200" spc="-11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>
                <a:solidFill>
                  <a:srgbClr val="333399"/>
                </a:solidFill>
                <a:latin typeface="Calibri"/>
                <a:cs typeface="Calibri"/>
              </a:rPr>
              <a:t>problems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Resource</a:t>
            </a:r>
            <a:r>
              <a:rPr sz="3200" spc="1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planning</a:t>
            </a:r>
            <a:r>
              <a:rPr sz="3200" spc="-14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>
                <a:solidFill>
                  <a:srgbClr val="333399"/>
                </a:solidFill>
                <a:latin typeface="Calibri"/>
                <a:cs typeface="Calibri"/>
              </a:rPr>
              <a:t>problems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Robot</a:t>
            </a:r>
            <a:r>
              <a:rPr sz="3200" spc="-9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motion</a:t>
            </a:r>
            <a:r>
              <a:rPr sz="3200" spc="-9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>
                <a:solidFill>
                  <a:srgbClr val="333399"/>
                </a:solidFill>
                <a:latin typeface="Calibri"/>
                <a:cs typeface="Calibri"/>
              </a:rPr>
              <a:t>planning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19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Language</a:t>
            </a:r>
            <a:r>
              <a:rPr sz="3200" spc="-10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>
                <a:solidFill>
                  <a:srgbClr val="333399"/>
                </a:solidFill>
                <a:latin typeface="Calibri"/>
                <a:cs typeface="Calibri"/>
              </a:rPr>
              <a:t>analysis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Machine</a:t>
            </a:r>
            <a:r>
              <a:rPr sz="3200" spc="-6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>
                <a:solidFill>
                  <a:srgbClr val="333399"/>
                </a:solidFill>
                <a:latin typeface="Calibri"/>
                <a:cs typeface="Calibri"/>
              </a:rPr>
              <a:t>translation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>
                <a:solidFill>
                  <a:srgbClr val="333399"/>
                </a:solidFill>
                <a:latin typeface="Calibri"/>
                <a:cs typeface="Calibri"/>
              </a:rPr>
              <a:t>Speech</a:t>
            </a:r>
            <a:r>
              <a:rPr sz="3200" spc="-3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>
                <a:solidFill>
                  <a:srgbClr val="333399"/>
                </a:solidFill>
                <a:latin typeface="Calibri"/>
                <a:cs typeface="Calibri"/>
              </a:rPr>
              <a:t>recognition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45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spc="-50">
                <a:solidFill>
                  <a:srgbClr val="333399"/>
                </a:solidFill>
                <a:latin typeface="Calibri"/>
                <a:cs typeface="Calibri"/>
              </a:rPr>
              <a:t>…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19800" y="1524000"/>
            <a:ext cx="5638800" cy="42767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83cb9b3dcaf276b9eb74d806d95a1dd8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5722cf350847c68a0f09e51844e1376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D51D46A-4B7F-464F-ADC4-A7F9D0F8270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D2CD31-681F-482F-B34C-E3C757530DF5}">
  <ds:schemaRefs>
    <ds:schemaRef ds:uri="6bf15077-4e46-4e3a-99a0-3fd5e4d406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29B3E17-A566-4335-B7A1-776008793D6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36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Informed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 this state space what could be a good heuristic Function?</vt:lpstr>
      <vt:lpstr>Heuristic: the number (id) of the largest pancake that is still out of place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Estimation of future steps what would be the cost of them</vt:lpstr>
      <vt:lpstr>PowerPoint Presentation</vt:lpstr>
      <vt:lpstr>PowerPoint Presentation</vt:lpstr>
      <vt:lpstr>PowerPoint Presentation</vt:lpstr>
      <vt:lpstr>PowerPoint Presentation</vt:lpstr>
      <vt:lpstr>Uniform-Cost</vt:lpstr>
      <vt:lpstr>PowerPoint Presentation</vt:lpstr>
      <vt:lpstr>How to Construct an Admissible Heuristic</vt:lpstr>
      <vt:lpstr>PowerPoint Presentation</vt:lpstr>
      <vt:lpstr>PowerPoint Presentation</vt:lpstr>
      <vt:lpstr>PowerPoint Presentation</vt:lpstr>
      <vt:lpstr>PowerPoint Presentation</vt:lpstr>
      <vt:lpstr>distance from current position to final position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294-5: Statistical Natural Language Processing</dc:title>
  <dc:creator>Preferred Customer</dc:creator>
  <cp:revision>7</cp:revision>
  <dcterms:created xsi:type="dcterms:W3CDTF">2025-09-26T05:44:00Z</dcterms:created>
  <dcterms:modified xsi:type="dcterms:W3CDTF">2025-10-14T12:18:40Z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2020-08-28T00:00:00Z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2025-09-26T00:00:00Z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ContentTypeId">
    <vt:lpwstr>0x0101006E4823951FA9BF42B980A03718EB0B18</vt:lpwstr>
  </property>
</Properties>
</file>