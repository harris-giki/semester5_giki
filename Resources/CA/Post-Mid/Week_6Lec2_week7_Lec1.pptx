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 id="2147483660" r:id="rId5"/>
    <p:sldMasterId id="2147483672" r:id="rId6"/>
    <p:sldMasterId id="2147483678" r:id="rId7"/>
  </p:sldMasterIdLst>
  <p:notesMasterIdLst>
    <p:notesMasterId r:id="rId4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9144000" cy="6858000" type="screen4x3"/>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hpI0j/UFmCM7RLIA1X1NiD/MR9c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92040-2062-7C8D-5915-7EE67CC153C5}" v="2" dt="2025-10-13T10:56:53.841"/>
  </p1510:revLst>
</p1510:revInfo>
</file>

<file path=ppt/tableStyles.xml><?xml version="1.0" encoding="utf-8"?>
<a:tblStyleLst xmlns:a="http://schemas.openxmlformats.org/drawingml/2006/main" def="{99E32415-C451-4EA8-B95F-1B1F5F90AFCD}">
  <a:tblStyle styleId="{99E32415-C451-4EA8-B95F-1B1F5F90AFCD}"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5753283-4A8C-4E0F-A51D-A43B3EB80709}"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8" Type="http://schemas.openxmlformats.org/officeDocument/2006/relationships/slide" Target="slides/slide1.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heed Ahmad Lecturer FCSE" userId="S::waheed.ahmad@giki.edu.pk::90d1b5d8-ec65-420d-8ce2-52bbd69507e5" providerId="AD" clId="Web-{D3B92040-2062-7C8D-5915-7EE67CC153C5}"/>
    <pc:docChg chg="modSld">
      <pc:chgData name="Waheed Ahmad Lecturer FCSE" userId="S::waheed.ahmad@giki.edu.pk::90d1b5d8-ec65-420d-8ce2-52bbd69507e5" providerId="AD" clId="Web-{D3B92040-2062-7C8D-5915-7EE67CC153C5}" dt="2025-10-13T10:56:52.528" v="0" actId="20577"/>
      <pc:docMkLst>
        <pc:docMk/>
      </pc:docMkLst>
      <pc:sldChg chg="modSp">
        <pc:chgData name="Waheed Ahmad Lecturer FCSE" userId="S::waheed.ahmad@giki.edu.pk::90d1b5d8-ec65-420d-8ce2-52bbd69507e5" providerId="AD" clId="Web-{D3B92040-2062-7C8D-5915-7EE67CC153C5}" dt="2025-10-13T10:56:52.528" v="0" actId="20577"/>
        <pc:sldMkLst>
          <pc:docMk/>
          <pc:sldMk cId="0" sldId="256"/>
        </pc:sldMkLst>
        <pc:spChg chg="mod">
          <ac:chgData name="Waheed Ahmad Lecturer FCSE" userId="S::waheed.ahmad@giki.edu.pk::90d1b5d8-ec65-420d-8ce2-52bbd69507e5" providerId="AD" clId="Web-{D3B92040-2062-7C8D-5915-7EE67CC153C5}" dt="2025-10-13T10:56:52.528" v="0" actId="20577"/>
          <ac:spMkLst>
            <pc:docMk/>
            <pc:sldMk cId="0" sldId="256"/>
            <ac:spMk id="26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44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180013" y="0"/>
            <a:ext cx="3962400" cy="3444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6513513"/>
            <a:ext cx="3962400" cy="3444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p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p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4" name="Google Shape;314;p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0: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10: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1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1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1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1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8" name="Google Shape;358;p1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1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4" name="Google Shape;374;p1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1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1" name="Google Shape;381;p1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1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8" name="Google Shape;388;p1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1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1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3" name="Google Shape;403;p1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1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0" name="Google Shape;410;p1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20: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p20: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2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4" name="Google Shape;424;p2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2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1" name="Google Shape;431;p2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2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p2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2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7" name="Google Shape;447;p2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2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4" name="Google Shape;454;p2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2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2" name="Google Shape;462;p2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0" name="Google Shape;470;p2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28: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p2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2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8" name="Google Shape;518;p2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30: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30: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31: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1" name="Google Shape;551;p3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32: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6" name="Google Shape;566;p3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33: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2" name="Google Shape;582;p3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34: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3" name="Google Shape;603;p3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35: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1" name="Google Shape;621;p3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36: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4" name="Google Shape;644;p3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37: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3" name="Google Shape;663;p3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p3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3" name="Google Shape;673;p38: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4" name="Google Shape;674;p38: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39:notes"/>
          <p:cNvSpPr txBox="1">
            <a:spLocks noGrp="1"/>
          </p:cNvSpPr>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4" name="Google Shape;694;p3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5"/>
          <p:cNvSpPr txBox="1">
            <a:spLocks noGrp="1"/>
          </p:cNvSpPr>
          <p:nvPr>
            <p:ph type="title"/>
          </p:nvPr>
        </p:nvSpPr>
        <p:spPr>
          <a:xfrm>
            <a:off x="822960" y="286604"/>
            <a:ext cx="75438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5"/>
          <p:cNvSpPr txBox="1">
            <a:spLocks noGrp="1"/>
          </p:cNvSpPr>
          <p:nvPr>
            <p:ph type="body" idx="1"/>
          </p:nvPr>
        </p:nvSpPr>
        <p:spPr>
          <a:xfrm>
            <a:off x="822960" y="1845734"/>
            <a:ext cx="75438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900"/>
              </a:spcBef>
              <a:spcAft>
                <a:spcPts val="0"/>
              </a:spcAft>
              <a:buSzPts val="1800"/>
              <a:buChar char=" "/>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20" name="Google Shape;20;p45"/>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5"/>
          <p:cNvSpPr txBox="1">
            <a:spLocks noGrp="1"/>
          </p:cNvSpPr>
          <p:nvPr>
            <p:ph type="ftr" idx="11"/>
          </p:nvPr>
        </p:nvSpPr>
        <p:spPr>
          <a:xfrm>
            <a:off x="2764639" y="6459786"/>
            <a:ext cx="36171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 name="Google Shape;22;p45"/>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3"/>
        <p:cNvGrpSpPr/>
        <p:nvPr/>
      </p:nvGrpSpPr>
      <p:grpSpPr>
        <a:xfrm>
          <a:off x="0" y="0"/>
          <a:ext cx="0" cy="0"/>
          <a:chOff x="0" y="0"/>
          <a:chExt cx="0" cy="0"/>
        </a:xfrm>
      </p:grpSpPr>
      <p:sp>
        <p:nvSpPr>
          <p:cNvPr id="24" name="Google Shape;24;p70"/>
          <p:cNvSpPr/>
          <p:nvPr/>
        </p:nvSpPr>
        <p:spPr>
          <a:xfrm>
            <a:off x="2382" y="6400800"/>
            <a:ext cx="9141619" cy="4572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Calibri"/>
              <a:ea typeface="Calibri"/>
              <a:cs typeface="Calibri"/>
              <a:sym typeface="Calibri"/>
            </a:endParaRPr>
          </a:p>
        </p:txBody>
      </p:sp>
      <p:sp>
        <p:nvSpPr>
          <p:cNvPr id="25" name="Google Shape;25;p70"/>
          <p:cNvSpPr/>
          <p:nvPr/>
        </p:nvSpPr>
        <p:spPr>
          <a:xfrm>
            <a:off x="12" y="6334316"/>
            <a:ext cx="9141619" cy="64008"/>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Calibri"/>
              <a:ea typeface="Calibri"/>
              <a:cs typeface="Calibri"/>
              <a:sym typeface="Calibri"/>
            </a:endParaRPr>
          </a:p>
        </p:txBody>
      </p:sp>
      <p:sp>
        <p:nvSpPr>
          <p:cNvPr id="26" name="Google Shape;26;p70"/>
          <p:cNvSpPr txBox="1">
            <a:spLocks noGrp="1"/>
          </p:cNvSpPr>
          <p:nvPr>
            <p:ph type="ctrTitle"/>
          </p:nvPr>
        </p:nvSpPr>
        <p:spPr>
          <a:xfrm>
            <a:off x="822960" y="758952"/>
            <a:ext cx="75438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6000"/>
              <a:buFont typeface="Calibri"/>
              <a:buNone/>
              <a:defRPr sz="6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70"/>
          <p:cNvSpPr txBox="1">
            <a:spLocks noGrp="1"/>
          </p:cNvSpPr>
          <p:nvPr>
            <p:ph type="subTitle" idx="1"/>
          </p:nvPr>
        </p:nvSpPr>
        <p:spPr>
          <a:xfrm>
            <a:off x="825038" y="4455620"/>
            <a:ext cx="75438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900"/>
              </a:spcBef>
              <a:spcAft>
                <a:spcPts val="0"/>
              </a:spcAft>
              <a:buSzPts val="1800"/>
              <a:buNone/>
              <a:defRPr sz="1800" cap="none">
                <a:solidFill>
                  <a:schemeClr val="dk2"/>
                </a:solidFill>
                <a:latin typeface="Calibri"/>
                <a:ea typeface="Calibri"/>
                <a:cs typeface="Calibri"/>
                <a:sym typeface="Calibri"/>
              </a:defRPr>
            </a:lvl1pPr>
            <a:lvl2pPr lvl="1" algn="ctr">
              <a:lnSpc>
                <a:spcPct val="90000"/>
              </a:lnSpc>
              <a:spcBef>
                <a:spcPts val="150"/>
              </a:spcBef>
              <a:spcAft>
                <a:spcPts val="0"/>
              </a:spcAft>
              <a:buSzPts val="1800"/>
              <a:buNone/>
              <a:defRPr sz="1800"/>
            </a:lvl2pPr>
            <a:lvl3pPr lvl="2" algn="ctr">
              <a:lnSpc>
                <a:spcPct val="90000"/>
              </a:lnSpc>
              <a:spcBef>
                <a:spcPts val="300"/>
              </a:spcBef>
              <a:spcAft>
                <a:spcPts val="0"/>
              </a:spcAft>
              <a:buSzPts val="1800"/>
              <a:buNone/>
              <a:defRPr sz="1800"/>
            </a:lvl3pPr>
            <a:lvl4pPr lvl="3" algn="ctr">
              <a:lnSpc>
                <a:spcPct val="90000"/>
              </a:lnSpc>
              <a:spcBef>
                <a:spcPts val="300"/>
              </a:spcBef>
              <a:spcAft>
                <a:spcPts val="0"/>
              </a:spcAft>
              <a:buSzPts val="1500"/>
              <a:buNone/>
              <a:defRPr sz="1500"/>
            </a:lvl4pPr>
            <a:lvl5pPr lvl="4" algn="ctr">
              <a:lnSpc>
                <a:spcPct val="90000"/>
              </a:lnSpc>
              <a:spcBef>
                <a:spcPts val="300"/>
              </a:spcBef>
              <a:spcAft>
                <a:spcPts val="0"/>
              </a:spcAft>
              <a:buSzPts val="1500"/>
              <a:buNone/>
              <a:defRPr sz="1500"/>
            </a:lvl5pPr>
            <a:lvl6pPr lvl="5" algn="ctr">
              <a:lnSpc>
                <a:spcPct val="90000"/>
              </a:lnSpc>
              <a:spcBef>
                <a:spcPts val="300"/>
              </a:spcBef>
              <a:spcAft>
                <a:spcPts val="0"/>
              </a:spcAft>
              <a:buSzPts val="1500"/>
              <a:buNone/>
              <a:defRPr sz="1500"/>
            </a:lvl6pPr>
            <a:lvl7pPr lvl="6" algn="ctr">
              <a:lnSpc>
                <a:spcPct val="90000"/>
              </a:lnSpc>
              <a:spcBef>
                <a:spcPts val="300"/>
              </a:spcBef>
              <a:spcAft>
                <a:spcPts val="0"/>
              </a:spcAft>
              <a:buSzPts val="1500"/>
              <a:buNone/>
              <a:defRPr sz="1500"/>
            </a:lvl7pPr>
            <a:lvl8pPr lvl="7" algn="ctr">
              <a:lnSpc>
                <a:spcPct val="90000"/>
              </a:lnSpc>
              <a:spcBef>
                <a:spcPts val="300"/>
              </a:spcBef>
              <a:spcAft>
                <a:spcPts val="0"/>
              </a:spcAft>
              <a:buSzPts val="1500"/>
              <a:buNone/>
              <a:defRPr sz="1500"/>
            </a:lvl8pPr>
            <a:lvl9pPr lvl="8" algn="ctr">
              <a:lnSpc>
                <a:spcPct val="90000"/>
              </a:lnSpc>
              <a:spcBef>
                <a:spcPts val="300"/>
              </a:spcBef>
              <a:spcAft>
                <a:spcPts val="300"/>
              </a:spcAft>
              <a:buSzPts val="1500"/>
              <a:buNone/>
              <a:defRPr sz="1500"/>
            </a:lvl9pPr>
          </a:lstStyle>
          <a:p>
            <a:endParaRPr/>
          </a:p>
        </p:txBody>
      </p:sp>
      <p:sp>
        <p:nvSpPr>
          <p:cNvPr id="28" name="Google Shape;28;p70"/>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70"/>
          <p:cNvSpPr txBox="1">
            <a:spLocks noGrp="1"/>
          </p:cNvSpPr>
          <p:nvPr>
            <p:ph type="ftr" idx="11"/>
          </p:nvPr>
        </p:nvSpPr>
        <p:spPr>
          <a:xfrm>
            <a:off x="2764639" y="6459786"/>
            <a:ext cx="36171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0" name="Google Shape;30;p70"/>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31" name="Google Shape;31;p70"/>
          <p:cNvCxnSpPr/>
          <p:nvPr/>
        </p:nvCxnSpPr>
        <p:spPr>
          <a:xfrm>
            <a:off x="905744" y="4343400"/>
            <a:ext cx="740664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32"/>
        <p:cNvGrpSpPr/>
        <p:nvPr/>
      </p:nvGrpSpPr>
      <p:grpSpPr>
        <a:xfrm>
          <a:off x="0" y="0"/>
          <a:ext cx="0" cy="0"/>
          <a:chOff x="0" y="0"/>
          <a:chExt cx="0" cy="0"/>
        </a:xfrm>
      </p:grpSpPr>
      <p:sp>
        <p:nvSpPr>
          <p:cNvPr id="33" name="Google Shape;33;p71"/>
          <p:cNvSpPr/>
          <p:nvPr/>
        </p:nvSpPr>
        <p:spPr>
          <a:xfrm>
            <a:off x="2382" y="6400800"/>
            <a:ext cx="9141619"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71"/>
          <p:cNvSpPr/>
          <p:nvPr/>
        </p:nvSpPr>
        <p:spPr>
          <a:xfrm>
            <a:off x="12" y="6334316"/>
            <a:ext cx="9141619"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71"/>
          <p:cNvSpPr txBox="1">
            <a:spLocks noGrp="1"/>
          </p:cNvSpPr>
          <p:nvPr>
            <p:ph type="title"/>
          </p:nvPr>
        </p:nvSpPr>
        <p:spPr>
          <a:xfrm>
            <a:off x="822960" y="758952"/>
            <a:ext cx="75438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6000"/>
              <a:buFont typeface="Calibri"/>
              <a:buNone/>
              <a:defRPr sz="6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71"/>
          <p:cNvSpPr txBox="1">
            <a:spLocks noGrp="1"/>
          </p:cNvSpPr>
          <p:nvPr>
            <p:ph type="body" idx="1"/>
          </p:nvPr>
        </p:nvSpPr>
        <p:spPr>
          <a:xfrm>
            <a:off x="822960" y="4453128"/>
            <a:ext cx="75438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900"/>
              </a:spcBef>
              <a:spcAft>
                <a:spcPts val="0"/>
              </a:spcAft>
              <a:buSzPts val="1800"/>
              <a:buNone/>
              <a:defRPr sz="1800" cap="none">
                <a:solidFill>
                  <a:schemeClr val="dk2"/>
                </a:solidFill>
                <a:latin typeface="Calibri"/>
                <a:ea typeface="Calibri"/>
                <a:cs typeface="Calibri"/>
                <a:sym typeface="Calibri"/>
              </a:defRPr>
            </a:lvl1pPr>
            <a:lvl2pPr marL="914400" lvl="1" indent="-228600" algn="l">
              <a:lnSpc>
                <a:spcPct val="90000"/>
              </a:lnSpc>
              <a:spcBef>
                <a:spcPts val="150"/>
              </a:spcBef>
              <a:spcAft>
                <a:spcPts val="0"/>
              </a:spcAft>
              <a:buSzPts val="1350"/>
              <a:buNone/>
              <a:defRPr sz="1350">
                <a:solidFill>
                  <a:srgbClr val="888888"/>
                </a:solidFill>
              </a:defRPr>
            </a:lvl2pPr>
            <a:lvl3pPr marL="1371600" lvl="2" indent="-228600" algn="l">
              <a:lnSpc>
                <a:spcPct val="90000"/>
              </a:lnSpc>
              <a:spcBef>
                <a:spcPts val="300"/>
              </a:spcBef>
              <a:spcAft>
                <a:spcPts val="0"/>
              </a:spcAft>
              <a:buSzPts val="1200"/>
              <a:buNone/>
              <a:defRPr sz="1200">
                <a:solidFill>
                  <a:srgbClr val="888888"/>
                </a:solidFill>
              </a:defRPr>
            </a:lvl3pPr>
            <a:lvl4pPr marL="1828800" lvl="3" indent="-228600" algn="l">
              <a:lnSpc>
                <a:spcPct val="90000"/>
              </a:lnSpc>
              <a:spcBef>
                <a:spcPts val="300"/>
              </a:spcBef>
              <a:spcAft>
                <a:spcPts val="0"/>
              </a:spcAft>
              <a:buSzPts val="1050"/>
              <a:buNone/>
              <a:defRPr sz="1050">
                <a:solidFill>
                  <a:srgbClr val="888888"/>
                </a:solidFill>
              </a:defRPr>
            </a:lvl4pPr>
            <a:lvl5pPr marL="2286000" lvl="4" indent="-228600" algn="l">
              <a:lnSpc>
                <a:spcPct val="90000"/>
              </a:lnSpc>
              <a:spcBef>
                <a:spcPts val="300"/>
              </a:spcBef>
              <a:spcAft>
                <a:spcPts val="0"/>
              </a:spcAft>
              <a:buSzPts val="1050"/>
              <a:buNone/>
              <a:defRPr sz="1050">
                <a:solidFill>
                  <a:srgbClr val="888888"/>
                </a:solidFill>
              </a:defRPr>
            </a:lvl5pPr>
            <a:lvl6pPr marL="2743200" lvl="5" indent="-228600" algn="l">
              <a:lnSpc>
                <a:spcPct val="90000"/>
              </a:lnSpc>
              <a:spcBef>
                <a:spcPts val="300"/>
              </a:spcBef>
              <a:spcAft>
                <a:spcPts val="0"/>
              </a:spcAft>
              <a:buSzPts val="1050"/>
              <a:buNone/>
              <a:defRPr sz="1050">
                <a:solidFill>
                  <a:srgbClr val="888888"/>
                </a:solidFill>
              </a:defRPr>
            </a:lvl6pPr>
            <a:lvl7pPr marL="3200400" lvl="6" indent="-228600" algn="l">
              <a:lnSpc>
                <a:spcPct val="90000"/>
              </a:lnSpc>
              <a:spcBef>
                <a:spcPts val="300"/>
              </a:spcBef>
              <a:spcAft>
                <a:spcPts val="0"/>
              </a:spcAft>
              <a:buSzPts val="1050"/>
              <a:buNone/>
              <a:defRPr sz="1050">
                <a:solidFill>
                  <a:srgbClr val="888888"/>
                </a:solidFill>
              </a:defRPr>
            </a:lvl7pPr>
            <a:lvl8pPr marL="3657600" lvl="7" indent="-228600" algn="l">
              <a:lnSpc>
                <a:spcPct val="90000"/>
              </a:lnSpc>
              <a:spcBef>
                <a:spcPts val="300"/>
              </a:spcBef>
              <a:spcAft>
                <a:spcPts val="0"/>
              </a:spcAft>
              <a:buSzPts val="1050"/>
              <a:buNone/>
              <a:defRPr sz="1050">
                <a:solidFill>
                  <a:srgbClr val="888888"/>
                </a:solidFill>
              </a:defRPr>
            </a:lvl8pPr>
            <a:lvl9pPr marL="4114800" lvl="8" indent="-228600" algn="l">
              <a:lnSpc>
                <a:spcPct val="90000"/>
              </a:lnSpc>
              <a:spcBef>
                <a:spcPts val="300"/>
              </a:spcBef>
              <a:spcAft>
                <a:spcPts val="300"/>
              </a:spcAft>
              <a:buSzPts val="1050"/>
              <a:buNone/>
              <a:defRPr sz="1050">
                <a:solidFill>
                  <a:srgbClr val="888888"/>
                </a:solidFill>
              </a:defRPr>
            </a:lvl9pPr>
          </a:lstStyle>
          <a:p>
            <a:endParaRPr/>
          </a:p>
        </p:txBody>
      </p:sp>
      <p:sp>
        <p:nvSpPr>
          <p:cNvPr id="37" name="Google Shape;37;p71"/>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1"/>
          <p:cNvSpPr txBox="1">
            <a:spLocks noGrp="1"/>
          </p:cNvSpPr>
          <p:nvPr>
            <p:ph type="ftr" idx="11"/>
          </p:nvPr>
        </p:nvSpPr>
        <p:spPr>
          <a:xfrm>
            <a:off x="2764639" y="6459786"/>
            <a:ext cx="36171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71"/>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40" name="Google Shape;40;p71"/>
          <p:cNvCxnSpPr/>
          <p:nvPr/>
        </p:nvCxnSpPr>
        <p:spPr>
          <a:xfrm>
            <a:off x="905744" y="4343400"/>
            <a:ext cx="740664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72"/>
          <p:cNvSpPr txBox="1">
            <a:spLocks noGrp="1"/>
          </p:cNvSpPr>
          <p:nvPr>
            <p:ph type="title"/>
          </p:nvPr>
        </p:nvSpPr>
        <p:spPr>
          <a:xfrm>
            <a:off x="822960" y="286604"/>
            <a:ext cx="75438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72"/>
          <p:cNvSpPr txBox="1">
            <a:spLocks noGrp="1"/>
          </p:cNvSpPr>
          <p:nvPr>
            <p:ph type="body" idx="1"/>
          </p:nvPr>
        </p:nvSpPr>
        <p:spPr>
          <a:xfrm>
            <a:off x="822959" y="1845734"/>
            <a:ext cx="370332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900"/>
              </a:spcBef>
              <a:spcAft>
                <a:spcPts val="0"/>
              </a:spcAft>
              <a:buSzPts val="1800"/>
              <a:buChar char=" "/>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44" name="Google Shape;44;p72"/>
          <p:cNvSpPr txBox="1">
            <a:spLocks noGrp="1"/>
          </p:cNvSpPr>
          <p:nvPr>
            <p:ph type="body" idx="2"/>
          </p:nvPr>
        </p:nvSpPr>
        <p:spPr>
          <a:xfrm>
            <a:off x="4663440" y="1845735"/>
            <a:ext cx="370332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900"/>
              </a:spcBef>
              <a:spcAft>
                <a:spcPts val="0"/>
              </a:spcAft>
              <a:buSzPts val="1800"/>
              <a:buChar char=" "/>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45" name="Google Shape;45;p72"/>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72"/>
          <p:cNvSpPr txBox="1">
            <a:spLocks noGrp="1"/>
          </p:cNvSpPr>
          <p:nvPr>
            <p:ph type="ftr" idx="11"/>
          </p:nvPr>
        </p:nvSpPr>
        <p:spPr>
          <a:xfrm>
            <a:off x="2764639" y="6459786"/>
            <a:ext cx="36171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72"/>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73"/>
          <p:cNvSpPr txBox="1">
            <a:spLocks noGrp="1"/>
          </p:cNvSpPr>
          <p:nvPr>
            <p:ph type="title"/>
          </p:nvPr>
        </p:nvSpPr>
        <p:spPr>
          <a:xfrm>
            <a:off x="822960" y="286604"/>
            <a:ext cx="75438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73"/>
          <p:cNvSpPr txBox="1">
            <a:spLocks noGrp="1"/>
          </p:cNvSpPr>
          <p:nvPr>
            <p:ph type="body" idx="1"/>
          </p:nvPr>
        </p:nvSpPr>
        <p:spPr>
          <a:xfrm>
            <a:off x="822960" y="1846052"/>
            <a:ext cx="370332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900"/>
              </a:spcBef>
              <a:spcAft>
                <a:spcPts val="0"/>
              </a:spcAft>
              <a:buSzPts val="1500"/>
              <a:buNone/>
              <a:defRPr sz="1500" b="0" cap="none">
                <a:solidFill>
                  <a:schemeClr val="dk2"/>
                </a:solidFill>
              </a:defRPr>
            </a:lvl1pPr>
            <a:lvl2pPr marL="914400" lvl="1" indent="-228600" algn="l">
              <a:lnSpc>
                <a:spcPct val="90000"/>
              </a:lnSpc>
              <a:spcBef>
                <a:spcPts val="150"/>
              </a:spcBef>
              <a:spcAft>
                <a:spcPts val="0"/>
              </a:spcAft>
              <a:buSzPts val="1500"/>
              <a:buNone/>
              <a:defRPr sz="1500" b="1"/>
            </a:lvl2pPr>
            <a:lvl3pPr marL="1371600" lvl="2" indent="-228600" algn="l">
              <a:lnSpc>
                <a:spcPct val="90000"/>
              </a:lnSpc>
              <a:spcBef>
                <a:spcPts val="300"/>
              </a:spcBef>
              <a:spcAft>
                <a:spcPts val="0"/>
              </a:spcAft>
              <a:buSzPts val="1350"/>
              <a:buNone/>
              <a:defRPr sz="1350" b="1"/>
            </a:lvl3pPr>
            <a:lvl4pPr marL="1828800" lvl="3" indent="-228600" algn="l">
              <a:lnSpc>
                <a:spcPct val="90000"/>
              </a:lnSpc>
              <a:spcBef>
                <a:spcPts val="300"/>
              </a:spcBef>
              <a:spcAft>
                <a:spcPts val="0"/>
              </a:spcAft>
              <a:buSzPts val="1200"/>
              <a:buNone/>
              <a:defRPr sz="1200" b="1"/>
            </a:lvl4pPr>
            <a:lvl5pPr marL="2286000" lvl="4" indent="-228600" algn="l">
              <a:lnSpc>
                <a:spcPct val="90000"/>
              </a:lnSpc>
              <a:spcBef>
                <a:spcPts val="300"/>
              </a:spcBef>
              <a:spcAft>
                <a:spcPts val="0"/>
              </a:spcAft>
              <a:buSzPts val="1200"/>
              <a:buNone/>
              <a:defRPr sz="1200" b="1"/>
            </a:lvl5pPr>
            <a:lvl6pPr marL="2743200" lvl="5" indent="-228600" algn="l">
              <a:lnSpc>
                <a:spcPct val="90000"/>
              </a:lnSpc>
              <a:spcBef>
                <a:spcPts val="300"/>
              </a:spcBef>
              <a:spcAft>
                <a:spcPts val="0"/>
              </a:spcAft>
              <a:buSzPts val="1200"/>
              <a:buNone/>
              <a:defRPr sz="1200" b="1"/>
            </a:lvl6pPr>
            <a:lvl7pPr marL="3200400" lvl="6" indent="-228600" algn="l">
              <a:lnSpc>
                <a:spcPct val="90000"/>
              </a:lnSpc>
              <a:spcBef>
                <a:spcPts val="300"/>
              </a:spcBef>
              <a:spcAft>
                <a:spcPts val="0"/>
              </a:spcAft>
              <a:buSzPts val="1200"/>
              <a:buNone/>
              <a:defRPr sz="1200" b="1"/>
            </a:lvl7pPr>
            <a:lvl8pPr marL="3657600" lvl="7" indent="-228600" algn="l">
              <a:lnSpc>
                <a:spcPct val="90000"/>
              </a:lnSpc>
              <a:spcBef>
                <a:spcPts val="300"/>
              </a:spcBef>
              <a:spcAft>
                <a:spcPts val="0"/>
              </a:spcAft>
              <a:buSzPts val="1200"/>
              <a:buNone/>
              <a:defRPr sz="1200" b="1"/>
            </a:lvl8pPr>
            <a:lvl9pPr marL="4114800" lvl="8" indent="-228600" algn="l">
              <a:lnSpc>
                <a:spcPct val="90000"/>
              </a:lnSpc>
              <a:spcBef>
                <a:spcPts val="300"/>
              </a:spcBef>
              <a:spcAft>
                <a:spcPts val="300"/>
              </a:spcAft>
              <a:buSzPts val="1200"/>
              <a:buNone/>
              <a:defRPr sz="1200" b="1"/>
            </a:lvl9pPr>
          </a:lstStyle>
          <a:p>
            <a:endParaRPr/>
          </a:p>
        </p:txBody>
      </p:sp>
      <p:sp>
        <p:nvSpPr>
          <p:cNvPr id="51" name="Google Shape;51;p73"/>
          <p:cNvSpPr txBox="1">
            <a:spLocks noGrp="1"/>
          </p:cNvSpPr>
          <p:nvPr>
            <p:ph type="body" idx="2"/>
          </p:nvPr>
        </p:nvSpPr>
        <p:spPr>
          <a:xfrm>
            <a:off x="822960" y="2582334"/>
            <a:ext cx="370332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900"/>
              </a:spcBef>
              <a:spcAft>
                <a:spcPts val="0"/>
              </a:spcAft>
              <a:buSzPts val="1800"/>
              <a:buChar char=" "/>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52" name="Google Shape;52;p73"/>
          <p:cNvSpPr txBox="1">
            <a:spLocks noGrp="1"/>
          </p:cNvSpPr>
          <p:nvPr>
            <p:ph type="body" idx="3"/>
          </p:nvPr>
        </p:nvSpPr>
        <p:spPr>
          <a:xfrm>
            <a:off x="4663440" y="1846052"/>
            <a:ext cx="370332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900"/>
              </a:spcBef>
              <a:spcAft>
                <a:spcPts val="0"/>
              </a:spcAft>
              <a:buSzPts val="1500"/>
              <a:buNone/>
              <a:defRPr sz="1500" b="0" cap="none">
                <a:solidFill>
                  <a:schemeClr val="dk2"/>
                </a:solidFill>
              </a:defRPr>
            </a:lvl1pPr>
            <a:lvl2pPr marL="914400" lvl="1" indent="-228600" algn="l">
              <a:lnSpc>
                <a:spcPct val="90000"/>
              </a:lnSpc>
              <a:spcBef>
                <a:spcPts val="150"/>
              </a:spcBef>
              <a:spcAft>
                <a:spcPts val="0"/>
              </a:spcAft>
              <a:buSzPts val="1500"/>
              <a:buNone/>
              <a:defRPr sz="1500" b="1"/>
            </a:lvl2pPr>
            <a:lvl3pPr marL="1371600" lvl="2" indent="-228600" algn="l">
              <a:lnSpc>
                <a:spcPct val="90000"/>
              </a:lnSpc>
              <a:spcBef>
                <a:spcPts val="300"/>
              </a:spcBef>
              <a:spcAft>
                <a:spcPts val="0"/>
              </a:spcAft>
              <a:buSzPts val="1350"/>
              <a:buNone/>
              <a:defRPr sz="1350" b="1"/>
            </a:lvl3pPr>
            <a:lvl4pPr marL="1828800" lvl="3" indent="-228600" algn="l">
              <a:lnSpc>
                <a:spcPct val="90000"/>
              </a:lnSpc>
              <a:spcBef>
                <a:spcPts val="300"/>
              </a:spcBef>
              <a:spcAft>
                <a:spcPts val="0"/>
              </a:spcAft>
              <a:buSzPts val="1200"/>
              <a:buNone/>
              <a:defRPr sz="1200" b="1"/>
            </a:lvl4pPr>
            <a:lvl5pPr marL="2286000" lvl="4" indent="-228600" algn="l">
              <a:lnSpc>
                <a:spcPct val="90000"/>
              </a:lnSpc>
              <a:spcBef>
                <a:spcPts val="300"/>
              </a:spcBef>
              <a:spcAft>
                <a:spcPts val="0"/>
              </a:spcAft>
              <a:buSzPts val="1200"/>
              <a:buNone/>
              <a:defRPr sz="1200" b="1"/>
            </a:lvl5pPr>
            <a:lvl6pPr marL="2743200" lvl="5" indent="-228600" algn="l">
              <a:lnSpc>
                <a:spcPct val="90000"/>
              </a:lnSpc>
              <a:spcBef>
                <a:spcPts val="300"/>
              </a:spcBef>
              <a:spcAft>
                <a:spcPts val="0"/>
              </a:spcAft>
              <a:buSzPts val="1200"/>
              <a:buNone/>
              <a:defRPr sz="1200" b="1"/>
            </a:lvl6pPr>
            <a:lvl7pPr marL="3200400" lvl="6" indent="-228600" algn="l">
              <a:lnSpc>
                <a:spcPct val="90000"/>
              </a:lnSpc>
              <a:spcBef>
                <a:spcPts val="300"/>
              </a:spcBef>
              <a:spcAft>
                <a:spcPts val="0"/>
              </a:spcAft>
              <a:buSzPts val="1200"/>
              <a:buNone/>
              <a:defRPr sz="1200" b="1"/>
            </a:lvl7pPr>
            <a:lvl8pPr marL="3657600" lvl="7" indent="-228600" algn="l">
              <a:lnSpc>
                <a:spcPct val="90000"/>
              </a:lnSpc>
              <a:spcBef>
                <a:spcPts val="300"/>
              </a:spcBef>
              <a:spcAft>
                <a:spcPts val="0"/>
              </a:spcAft>
              <a:buSzPts val="1200"/>
              <a:buNone/>
              <a:defRPr sz="1200" b="1"/>
            </a:lvl8pPr>
            <a:lvl9pPr marL="4114800" lvl="8" indent="-228600" algn="l">
              <a:lnSpc>
                <a:spcPct val="90000"/>
              </a:lnSpc>
              <a:spcBef>
                <a:spcPts val="300"/>
              </a:spcBef>
              <a:spcAft>
                <a:spcPts val="300"/>
              </a:spcAft>
              <a:buSzPts val="1200"/>
              <a:buNone/>
              <a:defRPr sz="1200" b="1"/>
            </a:lvl9pPr>
          </a:lstStyle>
          <a:p>
            <a:endParaRPr/>
          </a:p>
        </p:txBody>
      </p:sp>
      <p:sp>
        <p:nvSpPr>
          <p:cNvPr id="53" name="Google Shape;53;p73"/>
          <p:cNvSpPr txBox="1">
            <a:spLocks noGrp="1"/>
          </p:cNvSpPr>
          <p:nvPr>
            <p:ph type="body" idx="4"/>
          </p:nvPr>
        </p:nvSpPr>
        <p:spPr>
          <a:xfrm>
            <a:off x="4663440" y="2582334"/>
            <a:ext cx="370332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900"/>
              </a:spcBef>
              <a:spcAft>
                <a:spcPts val="0"/>
              </a:spcAft>
              <a:buSzPts val="1800"/>
              <a:buChar char=" "/>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54" name="Google Shape;54;p73"/>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3"/>
          <p:cNvSpPr txBox="1">
            <a:spLocks noGrp="1"/>
          </p:cNvSpPr>
          <p:nvPr>
            <p:ph type="ftr" idx="11"/>
          </p:nvPr>
        </p:nvSpPr>
        <p:spPr>
          <a:xfrm>
            <a:off x="2764639" y="6459786"/>
            <a:ext cx="36171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73"/>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sp>
        <p:nvSpPr>
          <p:cNvPr id="58" name="Google Shape;58;p74"/>
          <p:cNvSpPr txBox="1">
            <a:spLocks noGrp="1"/>
          </p:cNvSpPr>
          <p:nvPr>
            <p:ph type="title"/>
          </p:nvPr>
        </p:nvSpPr>
        <p:spPr>
          <a:xfrm>
            <a:off x="822960" y="286604"/>
            <a:ext cx="75438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74"/>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4"/>
          <p:cNvSpPr txBox="1">
            <a:spLocks noGrp="1"/>
          </p:cNvSpPr>
          <p:nvPr>
            <p:ph type="ftr" idx="11"/>
          </p:nvPr>
        </p:nvSpPr>
        <p:spPr>
          <a:xfrm>
            <a:off x="2764639" y="6459786"/>
            <a:ext cx="36171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74"/>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2"/>
        <p:cNvGrpSpPr/>
        <p:nvPr/>
      </p:nvGrpSpPr>
      <p:grpSpPr>
        <a:xfrm>
          <a:off x="0" y="0"/>
          <a:ext cx="0" cy="0"/>
          <a:chOff x="0" y="0"/>
          <a:chExt cx="0" cy="0"/>
        </a:xfrm>
      </p:grpSpPr>
      <p:sp>
        <p:nvSpPr>
          <p:cNvPr id="63" name="Google Shape;63;p75"/>
          <p:cNvSpPr/>
          <p:nvPr/>
        </p:nvSpPr>
        <p:spPr>
          <a:xfrm>
            <a:off x="2382" y="6400800"/>
            <a:ext cx="9141619"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75"/>
          <p:cNvSpPr/>
          <p:nvPr/>
        </p:nvSpPr>
        <p:spPr>
          <a:xfrm>
            <a:off x="12" y="6334316"/>
            <a:ext cx="9141619"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5"/>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75"/>
          <p:cNvSpPr txBox="1">
            <a:spLocks noGrp="1"/>
          </p:cNvSpPr>
          <p:nvPr>
            <p:ph type="ftr" idx="11"/>
          </p:nvPr>
        </p:nvSpPr>
        <p:spPr>
          <a:xfrm>
            <a:off x="2764639" y="6459786"/>
            <a:ext cx="36171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75"/>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8"/>
        <p:cNvGrpSpPr/>
        <p:nvPr/>
      </p:nvGrpSpPr>
      <p:grpSpPr>
        <a:xfrm>
          <a:off x="0" y="0"/>
          <a:ext cx="0" cy="0"/>
          <a:chOff x="0" y="0"/>
          <a:chExt cx="0" cy="0"/>
        </a:xfrm>
      </p:grpSpPr>
      <p:sp>
        <p:nvSpPr>
          <p:cNvPr id="69" name="Google Shape;69;p76"/>
          <p:cNvSpPr/>
          <p:nvPr/>
        </p:nvSpPr>
        <p:spPr>
          <a:xfrm>
            <a:off x="13" y="0"/>
            <a:ext cx="3038093"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76"/>
          <p:cNvSpPr/>
          <p:nvPr/>
        </p:nvSpPr>
        <p:spPr>
          <a:xfrm>
            <a:off x="3030053" y="0"/>
            <a:ext cx="48006"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76"/>
          <p:cNvSpPr txBox="1">
            <a:spLocks noGrp="1"/>
          </p:cNvSpPr>
          <p:nvPr>
            <p:ph type="title"/>
          </p:nvPr>
        </p:nvSpPr>
        <p:spPr>
          <a:xfrm>
            <a:off x="342900" y="594359"/>
            <a:ext cx="24003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2700"/>
              <a:buFont typeface="Calibri"/>
              <a:buNone/>
              <a:defRPr sz="27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76"/>
          <p:cNvSpPr txBox="1">
            <a:spLocks noGrp="1"/>
          </p:cNvSpPr>
          <p:nvPr>
            <p:ph type="body" idx="1"/>
          </p:nvPr>
        </p:nvSpPr>
        <p:spPr>
          <a:xfrm>
            <a:off x="3600450" y="731520"/>
            <a:ext cx="486918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900"/>
              </a:spcBef>
              <a:spcAft>
                <a:spcPts val="0"/>
              </a:spcAft>
              <a:buSzPts val="1800"/>
              <a:buChar char=" "/>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73" name="Google Shape;73;p76"/>
          <p:cNvSpPr txBox="1">
            <a:spLocks noGrp="1"/>
          </p:cNvSpPr>
          <p:nvPr>
            <p:ph type="body" idx="2"/>
          </p:nvPr>
        </p:nvSpPr>
        <p:spPr>
          <a:xfrm>
            <a:off x="342900" y="2926080"/>
            <a:ext cx="24003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900"/>
              </a:spcBef>
              <a:spcAft>
                <a:spcPts val="0"/>
              </a:spcAft>
              <a:buSzPts val="1125"/>
              <a:buNone/>
              <a:defRPr sz="1125">
                <a:solidFill>
                  <a:srgbClr val="FFFFFF"/>
                </a:solidFill>
              </a:defRPr>
            </a:lvl1pPr>
            <a:lvl2pPr marL="914400" lvl="1" indent="-228600" algn="l">
              <a:lnSpc>
                <a:spcPct val="90000"/>
              </a:lnSpc>
              <a:spcBef>
                <a:spcPts val="150"/>
              </a:spcBef>
              <a:spcAft>
                <a:spcPts val="0"/>
              </a:spcAft>
              <a:buSzPts val="900"/>
              <a:buNone/>
              <a:defRPr sz="900"/>
            </a:lvl2pPr>
            <a:lvl3pPr marL="1371600" lvl="2" indent="-228600" algn="l">
              <a:lnSpc>
                <a:spcPct val="90000"/>
              </a:lnSpc>
              <a:spcBef>
                <a:spcPts val="300"/>
              </a:spcBef>
              <a:spcAft>
                <a:spcPts val="0"/>
              </a:spcAft>
              <a:buSzPts val="750"/>
              <a:buNone/>
              <a:defRPr sz="750"/>
            </a:lvl3pPr>
            <a:lvl4pPr marL="1828800" lvl="3" indent="-228600" algn="l">
              <a:lnSpc>
                <a:spcPct val="90000"/>
              </a:lnSpc>
              <a:spcBef>
                <a:spcPts val="300"/>
              </a:spcBef>
              <a:spcAft>
                <a:spcPts val="0"/>
              </a:spcAft>
              <a:buSzPts val="675"/>
              <a:buNone/>
              <a:defRPr sz="675"/>
            </a:lvl4pPr>
            <a:lvl5pPr marL="2286000" lvl="4" indent="-228600" algn="l">
              <a:lnSpc>
                <a:spcPct val="90000"/>
              </a:lnSpc>
              <a:spcBef>
                <a:spcPts val="300"/>
              </a:spcBef>
              <a:spcAft>
                <a:spcPts val="0"/>
              </a:spcAft>
              <a:buSzPts val="675"/>
              <a:buNone/>
              <a:defRPr sz="675"/>
            </a:lvl5pPr>
            <a:lvl6pPr marL="2743200" lvl="5" indent="-228600" algn="l">
              <a:lnSpc>
                <a:spcPct val="90000"/>
              </a:lnSpc>
              <a:spcBef>
                <a:spcPts val="300"/>
              </a:spcBef>
              <a:spcAft>
                <a:spcPts val="0"/>
              </a:spcAft>
              <a:buSzPts val="675"/>
              <a:buNone/>
              <a:defRPr sz="675"/>
            </a:lvl6pPr>
            <a:lvl7pPr marL="3200400" lvl="6" indent="-228600" algn="l">
              <a:lnSpc>
                <a:spcPct val="90000"/>
              </a:lnSpc>
              <a:spcBef>
                <a:spcPts val="300"/>
              </a:spcBef>
              <a:spcAft>
                <a:spcPts val="0"/>
              </a:spcAft>
              <a:buSzPts val="675"/>
              <a:buNone/>
              <a:defRPr sz="675"/>
            </a:lvl7pPr>
            <a:lvl8pPr marL="3657600" lvl="7" indent="-228600" algn="l">
              <a:lnSpc>
                <a:spcPct val="90000"/>
              </a:lnSpc>
              <a:spcBef>
                <a:spcPts val="300"/>
              </a:spcBef>
              <a:spcAft>
                <a:spcPts val="0"/>
              </a:spcAft>
              <a:buSzPts val="675"/>
              <a:buNone/>
              <a:defRPr sz="675"/>
            </a:lvl8pPr>
            <a:lvl9pPr marL="4114800" lvl="8" indent="-228600" algn="l">
              <a:lnSpc>
                <a:spcPct val="90000"/>
              </a:lnSpc>
              <a:spcBef>
                <a:spcPts val="300"/>
              </a:spcBef>
              <a:spcAft>
                <a:spcPts val="300"/>
              </a:spcAft>
              <a:buSzPts val="675"/>
              <a:buNone/>
              <a:defRPr sz="675"/>
            </a:lvl9pPr>
          </a:lstStyle>
          <a:p>
            <a:endParaRPr/>
          </a:p>
        </p:txBody>
      </p:sp>
      <p:sp>
        <p:nvSpPr>
          <p:cNvPr id="74" name="Google Shape;74;p76"/>
          <p:cNvSpPr txBox="1">
            <a:spLocks noGrp="1"/>
          </p:cNvSpPr>
          <p:nvPr>
            <p:ph type="dt" idx="10"/>
          </p:nvPr>
        </p:nvSpPr>
        <p:spPr>
          <a:xfrm>
            <a:off x="349134" y="6459786"/>
            <a:ext cx="196388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76"/>
          <p:cNvSpPr txBox="1">
            <a:spLocks noGrp="1"/>
          </p:cNvSpPr>
          <p:nvPr>
            <p:ph type="ftr" idx="11"/>
          </p:nvPr>
        </p:nvSpPr>
        <p:spPr>
          <a:xfrm>
            <a:off x="3600450" y="6459786"/>
            <a:ext cx="348615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2"/>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76"/>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788">
                <a:solidFill>
                  <a:schemeClr val="dk2"/>
                </a:solidFill>
                <a:latin typeface="Calibri"/>
                <a:ea typeface="Calibri"/>
                <a:cs typeface="Calibri"/>
                <a:sym typeface="Calibri"/>
              </a:defRPr>
            </a:lvl1pPr>
            <a:lvl2pPr marL="0" lvl="1" indent="0" algn="r">
              <a:spcBef>
                <a:spcPts val="0"/>
              </a:spcBef>
              <a:buNone/>
              <a:defRPr sz="788">
                <a:solidFill>
                  <a:schemeClr val="dk2"/>
                </a:solidFill>
                <a:latin typeface="Calibri"/>
                <a:ea typeface="Calibri"/>
                <a:cs typeface="Calibri"/>
                <a:sym typeface="Calibri"/>
              </a:defRPr>
            </a:lvl2pPr>
            <a:lvl3pPr marL="0" lvl="2" indent="0" algn="r">
              <a:spcBef>
                <a:spcPts val="0"/>
              </a:spcBef>
              <a:buNone/>
              <a:defRPr sz="788">
                <a:solidFill>
                  <a:schemeClr val="dk2"/>
                </a:solidFill>
                <a:latin typeface="Calibri"/>
                <a:ea typeface="Calibri"/>
                <a:cs typeface="Calibri"/>
                <a:sym typeface="Calibri"/>
              </a:defRPr>
            </a:lvl3pPr>
            <a:lvl4pPr marL="0" lvl="3" indent="0" algn="r">
              <a:spcBef>
                <a:spcPts val="0"/>
              </a:spcBef>
              <a:buNone/>
              <a:defRPr sz="788">
                <a:solidFill>
                  <a:schemeClr val="dk2"/>
                </a:solidFill>
                <a:latin typeface="Calibri"/>
                <a:ea typeface="Calibri"/>
                <a:cs typeface="Calibri"/>
                <a:sym typeface="Calibri"/>
              </a:defRPr>
            </a:lvl4pPr>
            <a:lvl5pPr marL="0" lvl="4" indent="0" algn="r">
              <a:spcBef>
                <a:spcPts val="0"/>
              </a:spcBef>
              <a:buNone/>
              <a:defRPr sz="788">
                <a:solidFill>
                  <a:schemeClr val="dk2"/>
                </a:solidFill>
                <a:latin typeface="Calibri"/>
                <a:ea typeface="Calibri"/>
                <a:cs typeface="Calibri"/>
                <a:sym typeface="Calibri"/>
              </a:defRPr>
            </a:lvl5pPr>
            <a:lvl6pPr marL="0" lvl="5" indent="0" algn="r">
              <a:spcBef>
                <a:spcPts val="0"/>
              </a:spcBef>
              <a:buNone/>
              <a:defRPr sz="788">
                <a:solidFill>
                  <a:schemeClr val="dk2"/>
                </a:solidFill>
                <a:latin typeface="Calibri"/>
                <a:ea typeface="Calibri"/>
                <a:cs typeface="Calibri"/>
                <a:sym typeface="Calibri"/>
              </a:defRPr>
            </a:lvl6pPr>
            <a:lvl7pPr marL="0" lvl="6" indent="0" algn="r">
              <a:spcBef>
                <a:spcPts val="0"/>
              </a:spcBef>
              <a:buNone/>
              <a:defRPr sz="788">
                <a:solidFill>
                  <a:schemeClr val="dk2"/>
                </a:solidFill>
                <a:latin typeface="Calibri"/>
                <a:ea typeface="Calibri"/>
                <a:cs typeface="Calibri"/>
                <a:sym typeface="Calibri"/>
              </a:defRPr>
            </a:lvl7pPr>
            <a:lvl8pPr marL="0" lvl="7" indent="0" algn="r">
              <a:spcBef>
                <a:spcPts val="0"/>
              </a:spcBef>
              <a:buNone/>
              <a:defRPr sz="788">
                <a:solidFill>
                  <a:schemeClr val="dk2"/>
                </a:solidFill>
                <a:latin typeface="Calibri"/>
                <a:ea typeface="Calibri"/>
                <a:cs typeface="Calibri"/>
                <a:sym typeface="Calibri"/>
              </a:defRPr>
            </a:lvl8pPr>
            <a:lvl9pPr marL="0" lvl="8" indent="0" algn="r">
              <a:spcBef>
                <a:spcPts val="0"/>
              </a:spcBef>
              <a:buNone/>
              <a:defRPr sz="788">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7"/>
        <p:cNvGrpSpPr/>
        <p:nvPr/>
      </p:nvGrpSpPr>
      <p:grpSpPr>
        <a:xfrm>
          <a:off x="0" y="0"/>
          <a:ext cx="0" cy="0"/>
          <a:chOff x="0" y="0"/>
          <a:chExt cx="0" cy="0"/>
        </a:xfrm>
      </p:grpSpPr>
      <p:sp>
        <p:nvSpPr>
          <p:cNvPr id="78" name="Google Shape;78;p77"/>
          <p:cNvSpPr/>
          <p:nvPr/>
        </p:nvSpPr>
        <p:spPr>
          <a:xfrm>
            <a:off x="0" y="4953000"/>
            <a:ext cx="9141619"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77"/>
          <p:cNvSpPr/>
          <p:nvPr/>
        </p:nvSpPr>
        <p:spPr>
          <a:xfrm>
            <a:off x="12" y="4915076"/>
            <a:ext cx="9141619"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77"/>
          <p:cNvSpPr txBox="1">
            <a:spLocks noGrp="1"/>
          </p:cNvSpPr>
          <p:nvPr>
            <p:ph type="title"/>
          </p:nvPr>
        </p:nvSpPr>
        <p:spPr>
          <a:xfrm>
            <a:off x="822960" y="5074920"/>
            <a:ext cx="7584948"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2700"/>
              <a:buFont typeface="Calibri"/>
              <a:buNone/>
              <a:defRPr sz="27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1" name="Google Shape;81;p77"/>
          <p:cNvPicPr preferRelativeResize="0">
            <a:picLocks noGrp="1"/>
          </p:cNvPicPr>
          <p:nvPr>
            <p:ph type="pic" idx="2"/>
          </p:nvPr>
        </p:nvPicPr>
        <p:blipFill/>
        <p:spPr>
          <a:xfrm>
            <a:off x="12" y="0"/>
            <a:ext cx="9143989" cy="4915076"/>
          </a:xfrm>
          <a:prstGeom prst="rect">
            <a:avLst/>
          </a:prstGeom>
          <a:blipFill rotWithShape="1">
            <a:blip r:embed="rId2">
              <a:alphaModFix/>
            </a:blip>
            <a:stretch>
              <a:fillRect/>
            </a:stretch>
          </a:blipFill>
          <a:ln>
            <a:noFill/>
          </a:ln>
        </p:spPr>
      </p:pic>
      <p:sp>
        <p:nvSpPr>
          <p:cNvPr id="82" name="Google Shape;82;p77"/>
          <p:cNvSpPr txBox="1">
            <a:spLocks noGrp="1"/>
          </p:cNvSpPr>
          <p:nvPr>
            <p:ph type="body" idx="1"/>
          </p:nvPr>
        </p:nvSpPr>
        <p:spPr>
          <a:xfrm>
            <a:off x="822960" y="5907023"/>
            <a:ext cx="7584948"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125"/>
              <a:buNone/>
              <a:defRPr sz="1125">
                <a:solidFill>
                  <a:srgbClr val="FFFFFF"/>
                </a:solidFill>
              </a:defRPr>
            </a:lvl1pPr>
            <a:lvl2pPr marL="914400" lvl="1" indent="-228600" algn="l">
              <a:lnSpc>
                <a:spcPct val="90000"/>
              </a:lnSpc>
              <a:spcBef>
                <a:spcPts val="450"/>
              </a:spcBef>
              <a:spcAft>
                <a:spcPts val="0"/>
              </a:spcAft>
              <a:buSzPts val="900"/>
              <a:buNone/>
              <a:defRPr sz="900"/>
            </a:lvl2pPr>
            <a:lvl3pPr marL="1371600" lvl="2" indent="-228600" algn="l">
              <a:lnSpc>
                <a:spcPct val="90000"/>
              </a:lnSpc>
              <a:spcBef>
                <a:spcPts val="300"/>
              </a:spcBef>
              <a:spcAft>
                <a:spcPts val="0"/>
              </a:spcAft>
              <a:buSzPts val="750"/>
              <a:buNone/>
              <a:defRPr sz="750"/>
            </a:lvl3pPr>
            <a:lvl4pPr marL="1828800" lvl="3" indent="-228600" algn="l">
              <a:lnSpc>
                <a:spcPct val="90000"/>
              </a:lnSpc>
              <a:spcBef>
                <a:spcPts val="300"/>
              </a:spcBef>
              <a:spcAft>
                <a:spcPts val="0"/>
              </a:spcAft>
              <a:buSzPts val="675"/>
              <a:buNone/>
              <a:defRPr sz="675"/>
            </a:lvl4pPr>
            <a:lvl5pPr marL="2286000" lvl="4" indent="-228600" algn="l">
              <a:lnSpc>
                <a:spcPct val="90000"/>
              </a:lnSpc>
              <a:spcBef>
                <a:spcPts val="300"/>
              </a:spcBef>
              <a:spcAft>
                <a:spcPts val="0"/>
              </a:spcAft>
              <a:buSzPts val="675"/>
              <a:buNone/>
              <a:defRPr sz="675"/>
            </a:lvl5pPr>
            <a:lvl6pPr marL="2743200" lvl="5" indent="-228600" algn="l">
              <a:lnSpc>
                <a:spcPct val="90000"/>
              </a:lnSpc>
              <a:spcBef>
                <a:spcPts val="300"/>
              </a:spcBef>
              <a:spcAft>
                <a:spcPts val="0"/>
              </a:spcAft>
              <a:buSzPts val="675"/>
              <a:buNone/>
              <a:defRPr sz="675"/>
            </a:lvl6pPr>
            <a:lvl7pPr marL="3200400" lvl="6" indent="-228600" algn="l">
              <a:lnSpc>
                <a:spcPct val="90000"/>
              </a:lnSpc>
              <a:spcBef>
                <a:spcPts val="300"/>
              </a:spcBef>
              <a:spcAft>
                <a:spcPts val="0"/>
              </a:spcAft>
              <a:buSzPts val="675"/>
              <a:buNone/>
              <a:defRPr sz="675"/>
            </a:lvl7pPr>
            <a:lvl8pPr marL="3657600" lvl="7" indent="-228600" algn="l">
              <a:lnSpc>
                <a:spcPct val="90000"/>
              </a:lnSpc>
              <a:spcBef>
                <a:spcPts val="300"/>
              </a:spcBef>
              <a:spcAft>
                <a:spcPts val="0"/>
              </a:spcAft>
              <a:buSzPts val="675"/>
              <a:buNone/>
              <a:defRPr sz="675"/>
            </a:lvl8pPr>
            <a:lvl9pPr marL="4114800" lvl="8" indent="-228600" algn="l">
              <a:lnSpc>
                <a:spcPct val="90000"/>
              </a:lnSpc>
              <a:spcBef>
                <a:spcPts val="300"/>
              </a:spcBef>
              <a:spcAft>
                <a:spcPts val="300"/>
              </a:spcAft>
              <a:buSzPts val="675"/>
              <a:buNone/>
              <a:defRPr sz="675"/>
            </a:lvl9pPr>
          </a:lstStyle>
          <a:p>
            <a:endParaRPr/>
          </a:p>
        </p:txBody>
      </p:sp>
      <p:sp>
        <p:nvSpPr>
          <p:cNvPr id="83" name="Google Shape;83;p77"/>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77"/>
          <p:cNvSpPr txBox="1">
            <a:spLocks noGrp="1"/>
          </p:cNvSpPr>
          <p:nvPr>
            <p:ph type="ftr" idx="11"/>
          </p:nvPr>
        </p:nvSpPr>
        <p:spPr>
          <a:xfrm>
            <a:off x="2764639" y="6459786"/>
            <a:ext cx="36171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5" name="Google Shape;85;p77"/>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6"/>
        <p:cNvGrpSpPr/>
        <p:nvPr/>
      </p:nvGrpSpPr>
      <p:grpSpPr>
        <a:xfrm>
          <a:off x="0" y="0"/>
          <a:ext cx="0" cy="0"/>
          <a:chOff x="0" y="0"/>
          <a:chExt cx="0" cy="0"/>
        </a:xfrm>
      </p:grpSpPr>
      <p:sp>
        <p:nvSpPr>
          <p:cNvPr id="87" name="Google Shape;87;p78"/>
          <p:cNvSpPr txBox="1">
            <a:spLocks noGrp="1"/>
          </p:cNvSpPr>
          <p:nvPr>
            <p:ph type="title"/>
          </p:nvPr>
        </p:nvSpPr>
        <p:spPr>
          <a:xfrm>
            <a:off x="822960" y="286604"/>
            <a:ext cx="75438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78"/>
          <p:cNvSpPr txBox="1">
            <a:spLocks noGrp="1"/>
          </p:cNvSpPr>
          <p:nvPr>
            <p:ph type="body" idx="1"/>
          </p:nvPr>
        </p:nvSpPr>
        <p:spPr>
          <a:xfrm rot="5400000">
            <a:off x="2583180" y="85514"/>
            <a:ext cx="4023360" cy="75438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900"/>
              </a:spcBef>
              <a:spcAft>
                <a:spcPts val="0"/>
              </a:spcAft>
              <a:buSzPts val="1800"/>
              <a:buChar char=" "/>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89" name="Google Shape;89;p78"/>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78"/>
          <p:cNvSpPr txBox="1">
            <a:spLocks noGrp="1"/>
          </p:cNvSpPr>
          <p:nvPr>
            <p:ph type="ftr" idx="11"/>
          </p:nvPr>
        </p:nvSpPr>
        <p:spPr>
          <a:xfrm>
            <a:off x="2764639" y="6459786"/>
            <a:ext cx="36171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 name="Google Shape;91;p78"/>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2"/>
        <p:cNvGrpSpPr/>
        <p:nvPr/>
      </p:nvGrpSpPr>
      <p:grpSpPr>
        <a:xfrm>
          <a:off x="0" y="0"/>
          <a:ext cx="0" cy="0"/>
          <a:chOff x="0" y="0"/>
          <a:chExt cx="0" cy="0"/>
        </a:xfrm>
      </p:grpSpPr>
      <p:sp>
        <p:nvSpPr>
          <p:cNvPr id="93" name="Google Shape;93;p79"/>
          <p:cNvSpPr/>
          <p:nvPr/>
        </p:nvSpPr>
        <p:spPr>
          <a:xfrm>
            <a:off x="2382" y="6400800"/>
            <a:ext cx="9141619"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79"/>
          <p:cNvSpPr/>
          <p:nvPr/>
        </p:nvSpPr>
        <p:spPr>
          <a:xfrm>
            <a:off x="12" y="6334316"/>
            <a:ext cx="9141619"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79"/>
          <p:cNvSpPr txBox="1">
            <a:spLocks noGrp="1"/>
          </p:cNvSpPr>
          <p:nvPr>
            <p:ph type="title"/>
          </p:nvPr>
        </p:nvSpPr>
        <p:spPr>
          <a:xfrm rot="5400000">
            <a:off x="4650802" y="2307652"/>
            <a:ext cx="5757421" cy="1971675"/>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79"/>
          <p:cNvSpPr txBox="1">
            <a:spLocks noGrp="1"/>
          </p:cNvSpPr>
          <p:nvPr>
            <p:ph type="body" idx="1"/>
          </p:nvPr>
        </p:nvSpPr>
        <p:spPr>
          <a:xfrm rot="5400000">
            <a:off x="650301" y="393126"/>
            <a:ext cx="5757422" cy="5800725"/>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900"/>
              </a:spcBef>
              <a:spcAft>
                <a:spcPts val="0"/>
              </a:spcAft>
              <a:buSzPts val="1800"/>
              <a:buChar char=" "/>
              <a:defRPr/>
            </a:lvl1pPr>
            <a:lvl2pPr marL="914400" lvl="1" indent="-342900" algn="l">
              <a:lnSpc>
                <a:spcPct val="90000"/>
              </a:lnSpc>
              <a:spcBef>
                <a:spcPts val="150"/>
              </a:spcBef>
              <a:spcAft>
                <a:spcPts val="0"/>
              </a:spcAft>
              <a:buSzPts val="1800"/>
              <a:buChar char="◦"/>
              <a:defRPr/>
            </a:lvl2pPr>
            <a:lvl3pPr marL="1371600" lvl="2" indent="-342900" algn="l">
              <a:lnSpc>
                <a:spcPct val="90000"/>
              </a:lnSpc>
              <a:spcBef>
                <a:spcPts val="300"/>
              </a:spcBef>
              <a:spcAft>
                <a:spcPts val="0"/>
              </a:spcAft>
              <a:buSzPts val="1800"/>
              <a:buChar char="◦"/>
              <a:defRPr/>
            </a:lvl3pPr>
            <a:lvl4pPr marL="1828800" lvl="3" indent="-342900" algn="l">
              <a:lnSpc>
                <a:spcPct val="90000"/>
              </a:lnSpc>
              <a:spcBef>
                <a:spcPts val="300"/>
              </a:spcBef>
              <a:spcAft>
                <a:spcPts val="0"/>
              </a:spcAft>
              <a:buSzPts val="1800"/>
              <a:buChar char="◦"/>
              <a:defRPr/>
            </a:lvl4pPr>
            <a:lvl5pPr marL="2286000" lvl="4" indent="-342900" algn="l">
              <a:lnSpc>
                <a:spcPct val="90000"/>
              </a:lnSpc>
              <a:spcBef>
                <a:spcPts val="300"/>
              </a:spcBef>
              <a:spcAft>
                <a:spcPts val="0"/>
              </a:spcAft>
              <a:buSzPts val="1800"/>
              <a:buChar char="◦"/>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300"/>
              </a:spcBef>
              <a:spcAft>
                <a:spcPts val="0"/>
              </a:spcAft>
              <a:buSzPts val="1800"/>
              <a:buChar char="◦"/>
              <a:defRPr/>
            </a:lvl7pPr>
            <a:lvl8pPr marL="3657600" lvl="7" indent="-342900" algn="l">
              <a:lnSpc>
                <a:spcPct val="90000"/>
              </a:lnSpc>
              <a:spcBef>
                <a:spcPts val="300"/>
              </a:spcBef>
              <a:spcAft>
                <a:spcPts val="0"/>
              </a:spcAft>
              <a:buSzPts val="1800"/>
              <a:buChar char="◦"/>
              <a:defRPr/>
            </a:lvl8pPr>
            <a:lvl9pPr marL="4114800" lvl="8" indent="-342900" algn="l">
              <a:lnSpc>
                <a:spcPct val="90000"/>
              </a:lnSpc>
              <a:spcBef>
                <a:spcPts val="300"/>
              </a:spcBef>
              <a:spcAft>
                <a:spcPts val="300"/>
              </a:spcAft>
              <a:buSzPts val="1800"/>
              <a:buChar char="◦"/>
              <a:defRPr/>
            </a:lvl9pPr>
          </a:lstStyle>
          <a:p>
            <a:endParaRPr/>
          </a:p>
        </p:txBody>
      </p:sp>
      <p:sp>
        <p:nvSpPr>
          <p:cNvPr id="97" name="Google Shape;97;p79"/>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79"/>
          <p:cNvSpPr txBox="1">
            <a:spLocks noGrp="1"/>
          </p:cNvSpPr>
          <p:nvPr>
            <p:ph type="ftr" idx="11"/>
          </p:nvPr>
        </p:nvSpPr>
        <p:spPr>
          <a:xfrm>
            <a:off x="2764639" y="6459786"/>
            <a:ext cx="36171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9" name="Google Shape;99;p79"/>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7"/>
        <p:cNvGrpSpPr/>
        <p:nvPr/>
      </p:nvGrpSpPr>
      <p:grpSpPr>
        <a:xfrm>
          <a:off x="0" y="0"/>
          <a:ext cx="0" cy="0"/>
          <a:chOff x="0" y="0"/>
          <a:chExt cx="0" cy="0"/>
        </a:xfrm>
      </p:grpSpPr>
      <p:sp>
        <p:nvSpPr>
          <p:cNvPr id="108" name="Google Shape;108;p47"/>
          <p:cNvSpPr txBox="1">
            <a:spLocks noGrp="1"/>
          </p:cNvSpPr>
          <p:nvPr>
            <p:ph type="title"/>
          </p:nvPr>
        </p:nvSpPr>
        <p:spPr>
          <a:xfrm>
            <a:off x="822960" y="286604"/>
            <a:ext cx="75438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p47"/>
          <p:cNvSpPr txBox="1">
            <a:spLocks noGrp="1"/>
          </p:cNvSpPr>
          <p:nvPr>
            <p:ph type="body" idx="1"/>
          </p:nvPr>
        </p:nvSpPr>
        <p:spPr>
          <a:xfrm>
            <a:off x="822959" y="1845734"/>
            <a:ext cx="7543801"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10" name="Google Shape;110;p47"/>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38100" lvl="0" indent="0" algn="r">
              <a:lnSpc>
                <a:spcPct val="165000"/>
              </a:lnSpc>
              <a:spcBef>
                <a:spcPts val="0"/>
              </a:spcBef>
              <a:buNone/>
              <a:defRPr/>
            </a:lvl1pPr>
            <a:lvl2pPr marL="38100" lvl="1" indent="0" algn="r">
              <a:lnSpc>
                <a:spcPct val="165000"/>
              </a:lnSpc>
              <a:spcBef>
                <a:spcPts val="0"/>
              </a:spcBef>
              <a:buNone/>
              <a:defRPr/>
            </a:lvl2pPr>
            <a:lvl3pPr marL="38100" lvl="2" indent="0" algn="r">
              <a:lnSpc>
                <a:spcPct val="165000"/>
              </a:lnSpc>
              <a:spcBef>
                <a:spcPts val="0"/>
              </a:spcBef>
              <a:buNone/>
              <a:defRPr/>
            </a:lvl3pPr>
            <a:lvl4pPr marL="38100" lvl="3" indent="0" algn="r">
              <a:lnSpc>
                <a:spcPct val="165000"/>
              </a:lnSpc>
              <a:spcBef>
                <a:spcPts val="0"/>
              </a:spcBef>
              <a:buNone/>
              <a:defRPr/>
            </a:lvl4pPr>
            <a:lvl5pPr marL="38100" lvl="4" indent="0" algn="r">
              <a:lnSpc>
                <a:spcPct val="165000"/>
              </a:lnSpc>
              <a:spcBef>
                <a:spcPts val="0"/>
              </a:spcBef>
              <a:buNone/>
              <a:defRPr/>
            </a:lvl5pPr>
            <a:lvl6pPr marL="38100" lvl="5" indent="0" algn="r">
              <a:lnSpc>
                <a:spcPct val="165000"/>
              </a:lnSpc>
              <a:spcBef>
                <a:spcPts val="0"/>
              </a:spcBef>
              <a:buNone/>
              <a:defRPr/>
            </a:lvl6pPr>
            <a:lvl7pPr marL="38100" lvl="6" indent="0" algn="r">
              <a:lnSpc>
                <a:spcPct val="165000"/>
              </a:lnSpc>
              <a:spcBef>
                <a:spcPts val="0"/>
              </a:spcBef>
              <a:buNone/>
              <a:defRPr/>
            </a:lvl7pPr>
            <a:lvl8pPr marL="38100" lvl="7" indent="0" algn="r">
              <a:lnSpc>
                <a:spcPct val="165000"/>
              </a:lnSpc>
              <a:spcBef>
                <a:spcPts val="0"/>
              </a:spcBef>
              <a:buNone/>
              <a:defRPr/>
            </a:lvl8pPr>
            <a:lvl9pPr marL="38100" lvl="8" indent="0" algn="r">
              <a:lnSpc>
                <a:spcPct val="165000"/>
              </a:lnSpc>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1"/>
        <p:cNvGrpSpPr/>
        <p:nvPr/>
      </p:nvGrpSpPr>
      <p:grpSpPr>
        <a:xfrm>
          <a:off x="0" y="0"/>
          <a:ext cx="0" cy="0"/>
          <a:chOff x="0" y="0"/>
          <a:chExt cx="0" cy="0"/>
        </a:xfrm>
      </p:grpSpPr>
      <p:sp>
        <p:nvSpPr>
          <p:cNvPr id="112" name="Google Shape;112;p48"/>
          <p:cNvSpPr txBox="1">
            <a:spLocks noGrp="1"/>
          </p:cNvSpPr>
          <p:nvPr>
            <p:ph type="title"/>
          </p:nvPr>
        </p:nvSpPr>
        <p:spPr>
          <a:xfrm>
            <a:off x="822960" y="286604"/>
            <a:ext cx="75438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 name="Google Shape;113;p48"/>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4" name="Google Shape;114;p48"/>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38100" lvl="0" indent="0" algn="r">
              <a:lnSpc>
                <a:spcPct val="165000"/>
              </a:lnSpc>
              <a:spcBef>
                <a:spcPts val="0"/>
              </a:spcBef>
              <a:buNone/>
              <a:defRPr/>
            </a:lvl1pPr>
            <a:lvl2pPr marL="38100" lvl="1" indent="0" algn="r">
              <a:lnSpc>
                <a:spcPct val="165000"/>
              </a:lnSpc>
              <a:spcBef>
                <a:spcPts val="0"/>
              </a:spcBef>
              <a:buNone/>
              <a:defRPr/>
            </a:lvl2pPr>
            <a:lvl3pPr marL="38100" lvl="2" indent="0" algn="r">
              <a:lnSpc>
                <a:spcPct val="165000"/>
              </a:lnSpc>
              <a:spcBef>
                <a:spcPts val="0"/>
              </a:spcBef>
              <a:buNone/>
              <a:defRPr/>
            </a:lvl3pPr>
            <a:lvl4pPr marL="38100" lvl="3" indent="0" algn="r">
              <a:lnSpc>
                <a:spcPct val="165000"/>
              </a:lnSpc>
              <a:spcBef>
                <a:spcPts val="0"/>
              </a:spcBef>
              <a:buNone/>
              <a:defRPr/>
            </a:lvl4pPr>
            <a:lvl5pPr marL="38100" lvl="4" indent="0" algn="r">
              <a:lnSpc>
                <a:spcPct val="165000"/>
              </a:lnSpc>
              <a:spcBef>
                <a:spcPts val="0"/>
              </a:spcBef>
              <a:buNone/>
              <a:defRPr/>
            </a:lvl5pPr>
            <a:lvl6pPr marL="38100" lvl="5" indent="0" algn="r">
              <a:lnSpc>
                <a:spcPct val="165000"/>
              </a:lnSpc>
              <a:spcBef>
                <a:spcPts val="0"/>
              </a:spcBef>
              <a:buNone/>
              <a:defRPr/>
            </a:lvl6pPr>
            <a:lvl7pPr marL="38100" lvl="6" indent="0" algn="r">
              <a:lnSpc>
                <a:spcPct val="165000"/>
              </a:lnSpc>
              <a:spcBef>
                <a:spcPts val="0"/>
              </a:spcBef>
              <a:buNone/>
              <a:defRPr/>
            </a:lvl7pPr>
            <a:lvl8pPr marL="38100" lvl="7" indent="0" algn="r">
              <a:lnSpc>
                <a:spcPct val="165000"/>
              </a:lnSpc>
              <a:spcBef>
                <a:spcPts val="0"/>
              </a:spcBef>
              <a:buNone/>
              <a:defRPr/>
            </a:lvl8pPr>
            <a:lvl9pPr marL="38100" lvl="8" indent="0" algn="r">
              <a:lnSpc>
                <a:spcPct val="165000"/>
              </a:lnSpc>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15"/>
        <p:cNvGrpSpPr/>
        <p:nvPr/>
      </p:nvGrpSpPr>
      <p:grpSpPr>
        <a:xfrm>
          <a:off x="0" y="0"/>
          <a:ext cx="0" cy="0"/>
          <a:chOff x="0" y="0"/>
          <a:chExt cx="0" cy="0"/>
        </a:xfrm>
      </p:grpSpPr>
      <p:sp>
        <p:nvSpPr>
          <p:cNvPr id="116" name="Google Shape;116;p54"/>
          <p:cNvSpPr/>
          <p:nvPr/>
        </p:nvSpPr>
        <p:spPr>
          <a:xfrm>
            <a:off x="2382" y="6400800"/>
            <a:ext cx="9141619"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4"/>
          <p:cNvSpPr/>
          <p:nvPr/>
        </p:nvSpPr>
        <p:spPr>
          <a:xfrm>
            <a:off x="12" y="6334316"/>
            <a:ext cx="9141619"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4"/>
          <p:cNvSpPr txBox="1">
            <a:spLocks noGrp="1"/>
          </p:cNvSpPr>
          <p:nvPr>
            <p:ph type="ctrTitle"/>
          </p:nvPr>
        </p:nvSpPr>
        <p:spPr>
          <a:xfrm>
            <a:off x="822960" y="758952"/>
            <a:ext cx="75438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54"/>
          <p:cNvSpPr txBox="1">
            <a:spLocks noGrp="1"/>
          </p:cNvSpPr>
          <p:nvPr>
            <p:ph type="subTitle" idx="1"/>
          </p:nvPr>
        </p:nvSpPr>
        <p:spPr>
          <a:xfrm>
            <a:off x="825038" y="4455621"/>
            <a:ext cx="75438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120" name="Google Shape;120;p54"/>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38100" lvl="0" indent="0" algn="r">
              <a:lnSpc>
                <a:spcPct val="165000"/>
              </a:lnSpc>
              <a:spcBef>
                <a:spcPts val="0"/>
              </a:spcBef>
              <a:buNone/>
              <a:defRPr/>
            </a:lvl1pPr>
            <a:lvl2pPr marL="38100" lvl="1" indent="0" algn="r">
              <a:lnSpc>
                <a:spcPct val="165000"/>
              </a:lnSpc>
              <a:spcBef>
                <a:spcPts val="0"/>
              </a:spcBef>
              <a:buNone/>
              <a:defRPr/>
            </a:lvl2pPr>
            <a:lvl3pPr marL="38100" lvl="2" indent="0" algn="r">
              <a:lnSpc>
                <a:spcPct val="165000"/>
              </a:lnSpc>
              <a:spcBef>
                <a:spcPts val="0"/>
              </a:spcBef>
              <a:buNone/>
              <a:defRPr/>
            </a:lvl3pPr>
            <a:lvl4pPr marL="38100" lvl="3" indent="0" algn="r">
              <a:lnSpc>
                <a:spcPct val="165000"/>
              </a:lnSpc>
              <a:spcBef>
                <a:spcPts val="0"/>
              </a:spcBef>
              <a:buNone/>
              <a:defRPr/>
            </a:lvl4pPr>
            <a:lvl5pPr marL="38100" lvl="4" indent="0" algn="r">
              <a:lnSpc>
                <a:spcPct val="165000"/>
              </a:lnSpc>
              <a:spcBef>
                <a:spcPts val="0"/>
              </a:spcBef>
              <a:buNone/>
              <a:defRPr/>
            </a:lvl5pPr>
            <a:lvl6pPr marL="38100" lvl="5" indent="0" algn="r">
              <a:lnSpc>
                <a:spcPct val="165000"/>
              </a:lnSpc>
              <a:spcBef>
                <a:spcPts val="0"/>
              </a:spcBef>
              <a:buNone/>
              <a:defRPr/>
            </a:lvl6pPr>
            <a:lvl7pPr marL="38100" lvl="6" indent="0" algn="r">
              <a:lnSpc>
                <a:spcPct val="165000"/>
              </a:lnSpc>
              <a:spcBef>
                <a:spcPts val="0"/>
              </a:spcBef>
              <a:buNone/>
              <a:defRPr/>
            </a:lvl7pPr>
            <a:lvl8pPr marL="38100" lvl="7" indent="0" algn="r">
              <a:lnSpc>
                <a:spcPct val="165000"/>
              </a:lnSpc>
              <a:spcBef>
                <a:spcPts val="0"/>
              </a:spcBef>
              <a:buNone/>
              <a:defRPr/>
            </a:lvl8pPr>
            <a:lvl9pPr marL="38100" lvl="8" indent="0" algn="r">
              <a:lnSpc>
                <a:spcPct val="165000"/>
              </a:lnSpc>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cxnSp>
        <p:nvCxnSpPr>
          <p:cNvPr id="121" name="Google Shape;121;p54"/>
          <p:cNvCxnSpPr/>
          <p:nvPr/>
        </p:nvCxnSpPr>
        <p:spPr>
          <a:xfrm>
            <a:off x="905744" y="4343400"/>
            <a:ext cx="740664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122"/>
        <p:cNvGrpSpPr/>
        <p:nvPr/>
      </p:nvGrpSpPr>
      <p:grpSpPr>
        <a:xfrm>
          <a:off x="0" y="0"/>
          <a:ext cx="0" cy="0"/>
          <a:chOff x="0" y="0"/>
          <a:chExt cx="0" cy="0"/>
        </a:xfrm>
      </p:grpSpPr>
      <p:sp>
        <p:nvSpPr>
          <p:cNvPr id="123" name="Google Shape;123;p55"/>
          <p:cNvSpPr/>
          <p:nvPr/>
        </p:nvSpPr>
        <p:spPr>
          <a:xfrm>
            <a:off x="2382" y="6400800"/>
            <a:ext cx="9141619"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5"/>
          <p:cNvSpPr/>
          <p:nvPr/>
        </p:nvSpPr>
        <p:spPr>
          <a:xfrm>
            <a:off x="12" y="6334316"/>
            <a:ext cx="9141619"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5"/>
          <p:cNvSpPr txBox="1">
            <a:spLocks noGrp="1"/>
          </p:cNvSpPr>
          <p:nvPr>
            <p:ph type="title"/>
          </p:nvPr>
        </p:nvSpPr>
        <p:spPr>
          <a:xfrm>
            <a:off x="822960" y="758952"/>
            <a:ext cx="75438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55"/>
          <p:cNvSpPr txBox="1">
            <a:spLocks noGrp="1"/>
          </p:cNvSpPr>
          <p:nvPr>
            <p:ph type="body" idx="1"/>
          </p:nvPr>
        </p:nvSpPr>
        <p:spPr>
          <a:xfrm>
            <a:off x="822960" y="4453128"/>
            <a:ext cx="75438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127" name="Google Shape;127;p55"/>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8" name="Google Shape;128;p55"/>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38100" lvl="0" indent="0" algn="r">
              <a:lnSpc>
                <a:spcPct val="165000"/>
              </a:lnSpc>
              <a:spcBef>
                <a:spcPts val="0"/>
              </a:spcBef>
              <a:buNone/>
              <a:defRPr/>
            </a:lvl1pPr>
            <a:lvl2pPr marL="38100" lvl="1" indent="0" algn="r">
              <a:lnSpc>
                <a:spcPct val="165000"/>
              </a:lnSpc>
              <a:spcBef>
                <a:spcPts val="0"/>
              </a:spcBef>
              <a:buNone/>
              <a:defRPr/>
            </a:lvl2pPr>
            <a:lvl3pPr marL="38100" lvl="2" indent="0" algn="r">
              <a:lnSpc>
                <a:spcPct val="165000"/>
              </a:lnSpc>
              <a:spcBef>
                <a:spcPts val="0"/>
              </a:spcBef>
              <a:buNone/>
              <a:defRPr/>
            </a:lvl3pPr>
            <a:lvl4pPr marL="38100" lvl="3" indent="0" algn="r">
              <a:lnSpc>
                <a:spcPct val="165000"/>
              </a:lnSpc>
              <a:spcBef>
                <a:spcPts val="0"/>
              </a:spcBef>
              <a:buNone/>
              <a:defRPr/>
            </a:lvl4pPr>
            <a:lvl5pPr marL="38100" lvl="4" indent="0" algn="r">
              <a:lnSpc>
                <a:spcPct val="165000"/>
              </a:lnSpc>
              <a:spcBef>
                <a:spcPts val="0"/>
              </a:spcBef>
              <a:buNone/>
              <a:defRPr/>
            </a:lvl5pPr>
            <a:lvl6pPr marL="38100" lvl="5" indent="0" algn="r">
              <a:lnSpc>
                <a:spcPct val="165000"/>
              </a:lnSpc>
              <a:spcBef>
                <a:spcPts val="0"/>
              </a:spcBef>
              <a:buNone/>
              <a:defRPr/>
            </a:lvl6pPr>
            <a:lvl7pPr marL="38100" lvl="6" indent="0" algn="r">
              <a:lnSpc>
                <a:spcPct val="165000"/>
              </a:lnSpc>
              <a:spcBef>
                <a:spcPts val="0"/>
              </a:spcBef>
              <a:buNone/>
              <a:defRPr/>
            </a:lvl7pPr>
            <a:lvl8pPr marL="38100" lvl="7" indent="0" algn="r">
              <a:lnSpc>
                <a:spcPct val="165000"/>
              </a:lnSpc>
              <a:spcBef>
                <a:spcPts val="0"/>
              </a:spcBef>
              <a:buNone/>
              <a:defRPr/>
            </a:lvl8pPr>
            <a:lvl9pPr marL="38100" lvl="8" indent="0" algn="r">
              <a:lnSpc>
                <a:spcPct val="165000"/>
              </a:lnSpc>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cxnSp>
        <p:nvCxnSpPr>
          <p:cNvPr id="129" name="Google Shape;129;p55"/>
          <p:cNvCxnSpPr/>
          <p:nvPr/>
        </p:nvCxnSpPr>
        <p:spPr>
          <a:xfrm>
            <a:off x="905744" y="4343400"/>
            <a:ext cx="740664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30"/>
        <p:cNvGrpSpPr/>
        <p:nvPr/>
      </p:nvGrpSpPr>
      <p:grpSpPr>
        <a:xfrm>
          <a:off x="0" y="0"/>
          <a:ext cx="0" cy="0"/>
          <a:chOff x="0" y="0"/>
          <a:chExt cx="0" cy="0"/>
        </a:xfrm>
      </p:grpSpPr>
      <p:sp>
        <p:nvSpPr>
          <p:cNvPr id="131" name="Google Shape;131;p56"/>
          <p:cNvSpPr txBox="1">
            <a:spLocks noGrp="1"/>
          </p:cNvSpPr>
          <p:nvPr>
            <p:ph type="title"/>
          </p:nvPr>
        </p:nvSpPr>
        <p:spPr>
          <a:xfrm>
            <a:off x="822960" y="286604"/>
            <a:ext cx="75438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2" name="Google Shape;132;p56"/>
          <p:cNvSpPr txBox="1">
            <a:spLocks noGrp="1"/>
          </p:cNvSpPr>
          <p:nvPr>
            <p:ph type="body" idx="1"/>
          </p:nvPr>
        </p:nvSpPr>
        <p:spPr>
          <a:xfrm>
            <a:off x="822960" y="1845734"/>
            <a:ext cx="370332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33" name="Google Shape;133;p56"/>
          <p:cNvSpPr txBox="1">
            <a:spLocks noGrp="1"/>
          </p:cNvSpPr>
          <p:nvPr>
            <p:ph type="body" idx="2"/>
          </p:nvPr>
        </p:nvSpPr>
        <p:spPr>
          <a:xfrm>
            <a:off x="4663440" y="1845736"/>
            <a:ext cx="3703320" cy="4023359"/>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34" name="Google Shape;134;p56"/>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5" name="Google Shape;135;p56"/>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38100" lvl="0" indent="0" algn="r">
              <a:lnSpc>
                <a:spcPct val="165000"/>
              </a:lnSpc>
              <a:spcBef>
                <a:spcPts val="0"/>
              </a:spcBef>
              <a:buNone/>
              <a:defRPr/>
            </a:lvl1pPr>
            <a:lvl2pPr marL="38100" lvl="1" indent="0" algn="r">
              <a:lnSpc>
                <a:spcPct val="165000"/>
              </a:lnSpc>
              <a:spcBef>
                <a:spcPts val="0"/>
              </a:spcBef>
              <a:buNone/>
              <a:defRPr/>
            </a:lvl2pPr>
            <a:lvl3pPr marL="38100" lvl="2" indent="0" algn="r">
              <a:lnSpc>
                <a:spcPct val="165000"/>
              </a:lnSpc>
              <a:spcBef>
                <a:spcPts val="0"/>
              </a:spcBef>
              <a:buNone/>
              <a:defRPr/>
            </a:lvl3pPr>
            <a:lvl4pPr marL="38100" lvl="3" indent="0" algn="r">
              <a:lnSpc>
                <a:spcPct val="165000"/>
              </a:lnSpc>
              <a:spcBef>
                <a:spcPts val="0"/>
              </a:spcBef>
              <a:buNone/>
              <a:defRPr/>
            </a:lvl4pPr>
            <a:lvl5pPr marL="38100" lvl="4" indent="0" algn="r">
              <a:lnSpc>
                <a:spcPct val="165000"/>
              </a:lnSpc>
              <a:spcBef>
                <a:spcPts val="0"/>
              </a:spcBef>
              <a:buNone/>
              <a:defRPr/>
            </a:lvl5pPr>
            <a:lvl6pPr marL="38100" lvl="5" indent="0" algn="r">
              <a:lnSpc>
                <a:spcPct val="165000"/>
              </a:lnSpc>
              <a:spcBef>
                <a:spcPts val="0"/>
              </a:spcBef>
              <a:buNone/>
              <a:defRPr/>
            </a:lvl6pPr>
            <a:lvl7pPr marL="38100" lvl="6" indent="0" algn="r">
              <a:lnSpc>
                <a:spcPct val="165000"/>
              </a:lnSpc>
              <a:spcBef>
                <a:spcPts val="0"/>
              </a:spcBef>
              <a:buNone/>
              <a:defRPr/>
            </a:lvl7pPr>
            <a:lvl8pPr marL="38100" lvl="7" indent="0" algn="r">
              <a:lnSpc>
                <a:spcPct val="165000"/>
              </a:lnSpc>
              <a:spcBef>
                <a:spcPts val="0"/>
              </a:spcBef>
              <a:buNone/>
              <a:defRPr/>
            </a:lvl8pPr>
            <a:lvl9pPr marL="38100" lvl="8" indent="0" algn="r">
              <a:lnSpc>
                <a:spcPct val="165000"/>
              </a:lnSpc>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36"/>
        <p:cNvGrpSpPr/>
        <p:nvPr/>
      </p:nvGrpSpPr>
      <p:grpSpPr>
        <a:xfrm>
          <a:off x="0" y="0"/>
          <a:ext cx="0" cy="0"/>
          <a:chOff x="0" y="0"/>
          <a:chExt cx="0" cy="0"/>
        </a:xfrm>
      </p:grpSpPr>
      <p:sp>
        <p:nvSpPr>
          <p:cNvPr id="137" name="Google Shape;137;p57"/>
          <p:cNvSpPr txBox="1">
            <a:spLocks noGrp="1"/>
          </p:cNvSpPr>
          <p:nvPr>
            <p:ph type="title"/>
          </p:nvPr>
        </p:nvSpPr>
        <p:spPr>
          <a:xfrm>
            <a:off x="822960" y="286604"/>
            <a:ext cx="75438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p57"/>
          <p:cNvSpPr txBox="1">
            <a:spLocks noGrp="1"/>
          </p:cNvSpPr>
          <p:nvPr>
            <p:ph type="body" idx="1"/>
          </p:nvPr>
        </p:nvSpPr>
        <p:spPr>
          <a:xfrm>
            <a:off x="822960" y="1846052"/>
            <a:ext cx="370332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139" name="Google Shape;139;p57"/>
          <p:cNvSpPr txBox="1">
            <a:spLocks noGrp="1"/>
          </p:cNvSpPr>
          <p:nvPr>
            <p:ph type="body" idx="2"/>
          </p:nvPr>
        </p:nvSpPr>
        <p:spPr>
          <a:xfrm>
            <a:off x="822960" y="2582334"/>
            <a:ext cx="3703320" cy="32867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40" name="Google Shape;140;p57"/>
          <p:cNvSpPr txBox="1">
            <a:spLocks noGrp="1"/>
          </p:cNvSpPr>
          <p:nvPr>
            <p:ph type="body" idx="3"/>
          </p:nvPr>
        </p:nvSpPr>
        <p:spPr>
          <a:xfrm>
            <a:off x="4663440" y="1846052"/>
            <a:ext cx="370332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141" name="Google Shape;141;p57"/>
          <p:cNvSpPr txBox="1">
            <a:spLocks noGrp="1"/>
          </p:cNvSpPr>
          <p:nvPr>
            <p:ph type="body" idx="4"/>
          </p:nvPr>
        </p:nvSpPr>
        <p:spPr>
          <a:xfrm>
            <a:off x="4663440" y="2582334"/>
            <a:ext cx="3703320" cy="32867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42" name="Google Shape;142;p57"/>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3" name="Google Shape;143;p57"/>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38100" lvl="0" indent="0" algn="r">
              <a:lnSpc>
                <a:spcPct val="165000"/>
              </a:lnSpc>
              <a:spcBef>
                <a:spcPts val="0"/>
              </a:spcBef>
              <a:buNone/>
              <a:defRPr/>
            </a:lvl1pPr>
            <a:lvl2pPr marL="38100" lvl="1" indent="0" algn="r">
              <a:lnSpc>
                <a:spcPct val="165000"/>
              </a:lnSpc>
              <a:spcBef>
                <a:spcPts val="0"/>
              </a:spcBef>
              <a:buNone/>
              <a:defRPr/>
            </a:lvl2pPr>
            <a:lvl3pPr marL="38100" lvl="2" indent="0" algn="r">
              <a:lnSpc>
                <a:spcPct val="165000"/>
              </a:lnSpc>
              <a:spcBef>
                <a:spcPts val="0"/>
              </a:spcBef>
              <a:buNone/>
              <a:defRPr/>
            </a:lvl3pPr>
            <a:lvl4pPr marL="38100" lvl="3" indent="0" algn="r">
              <a:lnSpc>
                <a:spcPct val="165000"/>
              </a:lnSpc>
              <a:spcBef>
                <a:spcPts val="0"/>
              </a:spcBef>
              <a:buNone/>
              <a:defRPr/>
            </a:lvl4pPr>
            <a:lvl5pPr marL="38100" lvl="4" indent="0" algn="r">
              <a:lnSpc>
                <a:spcPct val="165000"/>
              </a:lnSpc>
              <a:spcBef>
                <a:spcPts val="0"/>
              </a:spcBef>
              <a:buNone/>
              <a:defRPr/>
            </a:lvl5pPr>
            <a:lvl6pPr marL="38100" lvl="5" indent="0" algn="r">
              <a:lnSpc>
                <a:spcPct val="165000"/>
              </a:lnSpc>
              <a:spcBef>
                <a:spcPts val="0"/>
              </a:spcBef>
              <a:buNone/>
              <a:defRPr/>
            </a:lvl6pPr>
            <a:lvl7pPr marL="38100" lvl="6" indent="0" algn="r">
              <a:lnSpc>
                <a:spcPct val="165000"/>
              </a:lnSpc>
              <a:spcBef>
                <a:spcPts val="0"/>
              </a:spcBef>
              <a:buNone/>
              <a:defRPr/>
            </a:lvl7pPr>
            <a:lvl8pPr marL="38100" lvl="7" indent="0" algn="r">
              <a:lnSpc>
                <a:spcPct val="165000"/>
              </a:lnSpc>
              <a:spcBef>
                <a:spcPts val="0"/>
              </a:spcBef>
              <a:buNone/>
              <a:defRPr/>
            </a:lvl8pPr>
            <a:lvl9pPr marL="38100" lvl="8" indent="0" algn="r">
              <a:lnSpc>
                <a:spcPct val="165000"/>
              </a:lnSpc>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144"/>
        <p:cNvGrpSpPr/>
        <p:nvPr/>
      </p:nvGrpSpPr>
      <p:grpSpPr>
        <a:xfrm>
          <a:off x="0" y="0"/>
          <a:ext cx="0" cy="0"/>
          <a:chOff x="0" y="0"/>
          <a:chExt cx="0" cy="0"/>
        </a:xfrm>
      </p:grpSpPr>
      <p:sp>
        <p:nvSpPr>
          <p:cNvPr id="145" name="Google Shape;145;p58"/>
          <p:cNvSpPr/>
          <p:nvPr/>
        </p:nvSpPr>
        <p:spPr>
          <a:xfrm>
            <a:off x="2382" y="6400800"/>
            <a:ext cx="9141619"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8"/>
          <p:cNvSpPr/>
          <p:nvPr/>
        </p:nvSpPr>
        <p:spPr>
          <a:xfrm>
            <a:off x="12" y="6334316"/>
            <a:ext cx="9141619"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8"/>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8" name="Google Shape;148;p58"/>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38100" lvl="0" indent="0" algn="r">
              <a:lnSpc>
                <a:spcPct val="165000"/>
              </a:lnSpc>
              <a:spcBef>
                <a:spcPts val="0"/>
              </a:spcBef>
              <a:buNone/>
              <a:defRPr/>
            </a:lvl1pPr>
            <a:lvl2pPr marL="38100" lvl="1" indent="0" algn="r">
              <a:lnSpc>
                <a:spcPct val="165000"/>
              </a:lnSpc>
              <a:spcBef>
                <a:spcPts val="0"/>
              </a:spcBef>
              <a:buNone/>
              <a:defRPr/>
            </a:lvl2pPr>
            <a:lvl3pPr marL="38100" lvl="2" indent="0" algn="r">
              <a:lnSpc>
                <a:spcPct val="165000"/>
              </a:lnSpc>
              <a:spcBef>
                <a:spcPts val="0"/>
              </a:spcBef>
              <a:buNone/>
              <a:defRPr/>
            </a:lvl3pPr>
            <a:lvl4pPr marL="38100" lvl="3" indent="0" algn="r">
              <a:lnSpc>
                <a:spcPct val="165000"/>
              </a:lnSpc>
              <a:spcBef>
                <a:spcPts val="0"/>
              </a:spcBef>
              <a:buNone/>
              <a:defRPr/>
            </a:lvl4pPr>
            <a:lvl5pPr marL="38100" lvl="4" indent="0" algn="r">
              <a:lnSpc>
                <a:spcPct val="165000"/>
              </a:lnSpc>
              <a:spcBef>
                <a:spcPts val="0"/>
              </a:spcBef>
              <a:buNone/>
              <a:defRPr/>
            </a:lvl5pPr>
            <a:lvl6pPr marL="38100" lvl="5" indent="0" algn="r">
              <a:lnSpc>
                <a:spcPct val="165000"/>
              </a:lnSpc>
              <a:spcBef>
                <a:spcPts val="0"/>
              </a:spcBef>
              <a:buNone/>
              <a:defRPr/>
            </a:lvl6pPr>
            <a:lvl7pPr marL="38100" lvl="6" indent="0" algn="r">
              <a:lnSpc>
                <a:spcPct val="165000"/>
              </a:lnSpc>
              <a:spcBef>
                <a:spcPts val="0"/>
              </a:spcBef>
              <a:buNone/>
              <a:defRPr/>
            </a:lvl7pPr>
            <a:lvl8pPr marL="38100" lvl="7" indent="0" algn="r">
              <a:lnSpc>
                <a:spcPct val="165000"/>
              </a:lnSpc>
              <a:spcBef>
                <a:spcPts val="0"/>
              </a:spcBef>
              <a:buNone/>
              <a:defRPr/>
            </a:lvl8pPr>
            <a:lvl9pPr marL="38100" lvl="8" indent="0" algn="r">
              <a:lnSpc>
                <a:spcPct val="165000"/>
              </a:lnSpc>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149"/>
        <p:cNvGrpSpPr/>
        <p:nvPr/>
      </p:nvGrpSpPr>
      <p:grpSpPr>
        <a:xfrm>
          <a:off x="0" y="0"/>
          <a:ext cx="0" cy="0"/>
          <a:chOff x="0" y="0"/>
          <a:chExt cx="0" cy="0"/>
        </a:xfrm>
      </p:grpSpPr>
      <p:sp>
        <p:nvSpPr>
          <p:cNvPr id="150" name="Google Shape;150;p59"/>
          <p:cNvSpPr/>
          <p:nvPr/>
        </p:nvSpPr>
        <p:spPr>
          <a:xfrm>
            <a:off x="13" y="0"/>
            <a:ext cx="3038093"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9"/>
          <p:cNvSpPr/>
          <p:nvPr/>
        </p:nvSpPr>
        <p:spPr>
          <a:xfrm>
            <a:off x="3030053" y="0"/>
            <a:ext cx="48006"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9"/>
          <p:cNvSpPr txBox="1">
            <a:spLocks noGrp="1"/>
          </p:cNvSpPr>
          <p:nvPr>
            <p:ph type="title"/>
          </p:nvPr>
        </p:nvSpPr>
        <p:spPr>
          <a:xfrm>
            <a:off x="342900" y="594359"/>
            <a:ext cx="24003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3" name="Google Shape;153;p59"/>
          <p:cNvSpPr txBox="1">
            <a:spLocks noGrp="1"/>
          </p:cNvSpPr>
          <p:nvPr>
            <p:ph type="body" idx="1"/>
          </p:nvPr>
        </p:nvSpPr>
        <p:spPr>
          <a:xfrm>
            <a:off x="3460237" y="731520"/>
            <a:ext cx="5009393"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54" name="Google Shape;154;p59"/>
          <p:cNvSpPr txBox="1">
            <a:spLocks noGrp="1"/>
          </p:cNvSpPr>
          <p:nvPr>
            <p:ph type="body" idx="2"/>
          </p:nvPr>
        </p:nvSpPr>
        <p:spPr>
          <a:xfrm>
            <a:off x="342900" y="2926080"/>
            <a:ext cx="24003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155" name="Google Shape;155;p59"/>
          <p:cNvSpPr txBox="1">
            <a:spLocks noGrp="1"/>
          </p:cNvSpPr>
          <p:nvPr>
            <p:ph type="dt" idx="10"/>
          </p:nvPr>
        </p:nvSpPr>
        <p:spPr>
          <a:xfrm>
            <a:off x="349134" y="6459786"/>
            <a:ext cx="196388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6" name="Google Shape;156;p59"/>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38100" marR="0" lvl="0" indent="0" algn="r">
              <a:lnSpc>
                <a:spcPct val="157142"/>
              </a:lnSpc>
              <a:spcBef>
                <a:spcPts val="0"/>
              </a:spcBef>
              <a:buNone/>
              <a:defRPr sz="1050">
                <a:solidFill>
                  <a:schemeClr val="dk2"/>
                </a:solidFill>
                <a:latin typeface="Calibri"/>
                <a:ea typeface="Calibri"/>
                <a:cs typeface="Calibri"/>
                <a:sym typeface="Calibri"/>
              </a:defRPr>
            </a:lvl1pPr>
            <a:lvl2pPr marL="38100" marR="0" lvl="1" indent="0" algn="r">
              <a:lnSpc>
                <a:spcPct val="157142"/>
              </a:lnSpc>
              <a:spcBef>
                <a:spcPts val="0"/>
              </a:spcBef>
              <a:buNone/>
              <a:defRPr sz="1050">
                <a:solidFill>
                  <a:schemeClr val="dk2"/>
                </a:solidFill>
                <a:latin typeface="Calibri"/>
                <a:ea typeface="Calibri"/>
                <a:cs typeface="Calibri"/>
                <a:sym typeface="Calibri"/>
              </a:defRPr>
            </a:lvl2pPr>
            <a:lvl3pPr marL="38100" marR="0" lvl="2" indent="0" algn="r">
              <a:lnSpc>
                <a:spcPct val="157142"/>
              </a:lnSpc>
              <a:spcBef>
                <a:spcPts val="0"/>
              </a:spcBef>
              <a:buNone/>
              <a:defRPr sz="1050">
                <a:solidFill>
                  <a:schemeClr val="dk2"/>
                </a:solidFill>
                <a:latin typeface="Calibri"/>
                <a:ea typeface="Calibri"/>
                <a:cs typeface="Calibri"/>
                <a:sym typeface="Calibri"/>
              </a:defRPr>
            </a:lvl3pPr>
            <a:lvl4pPr marL="38100" marR="0" lvl="3" indent="0" algn="r">
              <a:lnSpc>
                <a:spcPct val="157142"/>
              </a:lnSpc>
              <a:spcBef>
                <a:spcPts val="0"/>
              </a:spcBef>
              <a:buNone/>
              <a:defRPr sz="1050">
                <a:solidFill>
                  <a:schemeClr val="dk2"/>
                </a:solidFill>
                <a:latin typeface="Calibri"/>
                <a:ea typeface="Calibri"/>
                <a:cs typeface="Calibri"/>
                <a:sym typeface="Calibri"/>
              </a:defRPr>
            </a:lvl4pPr>
            <a:lvl5pPr marL="38100" marR="0" lvl="4" indent="0" algn="r">
              <a:lnSpc>
                <a:spcPct val="157142"/>
              </a:lnSpc>
              <a:spcBef>
                <a:spcPts val="0"/>
              </a:spcBef>
              <a:buNone/>
              <a:defRPr sz="1050">
                <a:solidFill>
                  <a:schemeClr val="dk2"/>
                </a:solidFill>
                <a:latin typeface="Calibri"/>
                <a:ea typeface="Calibri"/>
                <a:cs typeface="Calibri"/>
                <a:sym typeface="Calibri"/>
              </a:defRPr>
            </a:lvl5pPr>
            <a:lvl6pPr marL="38100" marR="0" lvl="5" indent="0" algn="r">
              <a:lnSpc>
                <a:spcPct val="157142"/>
              </a:lnSpc>
              <a:spcBef>
                <a:spcPts val="0"/>
              </a:spcBef>
              <a:buNone/>
              <a:defRPr sz="1050">
                <a:solidFill>
                  <a:schemeClr val="dk2"/>
                </a:solidFill>
                <a:latin typeface="Calibri"/>
                <a:ea typeface="Calibri"/>
                <a:cs typeface="Calibri"/>
                <a:sym typeface="Calibri"/>
              </a:defRPr>
            </a:lvl6pPr>
            <a:lvl7pPr marL="38100" marR="0" lvl="6" indent="0" algn="r">
              <a:lnSpc>
                <a:spcPct val="157142"/>
              </a:lnSpc>
              <a:spcBef>
                <a:spcPts val="0"/>
              </a:spcBef>
              <a:buNone/>
              <a:defRPr sz="1050">
                <a:solidFill>
                  <a:schemeClr val="dk2"/>
                </a:solidFill>
                <a:latin typeface="Calibri"/>
                <a:ea typeface="Calibri"/>
                <a:cs typeface="Calibri"/>
                <a:sym typeface="Calibri"/>
              </a:defRPr>
            </a:lvl7pPr>
            <a:lvl8pPr marL="38100" marR="0" lvl="7" indent="0" algn="r">
              <a:lnSpc>
                <a:spcPct val="157142"/>
              </a:lnSpc>
              <a:spcBef>
                <a:spcPts val="0"/>
              </a:spcBef>
              <a:buNone/>
              <a:defRPr sz="1050">
                <a:solidFill>
                  <a:schemeClr val="dk2"/>
                </a:solidFill>
                <a:latin typeface="Calibri"/>
                <a:ea typeface="Calibri"/>
                <a:cs typeface="Calibri"/>
                <a:sym typeface="Calibri"/>
              </a:defRPr>
            </a:lvl8pPr>
            <a:lvl9pPr marL="38100" marR="0" lvl="8" indent="0" algn="r">
              <a:lnSpc>
                <a:spcPct val="157142"/>
              </a:lnSpc>
              <a:spcBef>
                <a:spcPts val="0"/>
              </a:spcBef>
              <a:buNone/>
              <a:defRPr sz="1050">
                <a:solidFill>
                  <a:schemeClr val="dk2"/>
                </a:solidFill>
                <a:latin typeface="Calibri"/>
                <a:ea typeface="Calibri"/>
                <a:cs typeface="Calibri"/>
                <a:sym typeface="Calibri"/>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157"/>
        <p:cNvGrpSpPr/>
        <p:nvPr/>
      </p:nvGrpSpPr>
      <p:grpSpPr>
        <a:xfrm>
          <a:off x="0" y="0"/>
          <a:ext cx="0" cy="0"/>
          <a:chOff x="0" y="0"/>
          <a:chExt cx="0" cy="0"/>
        </a:xfrm>
      </p:grpSpPr>
      <p:sp>
        <p:nvSpPr>
          <p:cNvPr id="158" name="Google Shape;158;p60"/>
          <p:cNvSpPr/>
          <p:nvPr/>
        </p:nvSpPr>
        <p:spPr>
          <a:xfrm>
            <a:off x="0" y="4953000"/>
            <a:ext cx="9141619"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60"/>
          <p:cNvSpPr/>
          <p:nvPr/>
        </p:nvSpPr>
        <p:spPr>
          <a:xfrm>
            <a:off x="12" y="4915076"/>
            <a:ext cx="9141619"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60"/>
          <p:cNvSpPr txBox="1">
            <a:spLocks noGrp="1"/>
          </p:cNvSpPr>
          <p:nvPr>
            <p:ph type="title"/>
          </p:nvPr>
        </p:nvSpPr>
        <p:spPr>
          <a:xfrm>
            <a:off x="822960" y="5074920"/>
            <a:ext cx="7589520"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61" name="Google Shape;161;p60"/>
          <p:cNvPicPr preferRelativeResize="0">
            <a:picLocks noGrp="1"/>
          </p:cNvPicPr>
          <p:nvPr>
            <p:ph type="pic" idx="2"/>
          </p:nvPr>
        </p:nvPicPr>
        <p:blipFill/>
        <p:spPr>
          <a:xfrm>
            <a:off x="12" y="0"/>
            <a:ext cx="9143989" cy="4915076"/>
          </a:xfrm>
          <a:prstGeom prst="rect">
            <a:avLst/>
          </a:prstGeom>
          <a:blipFill rotWithShape="1">
            <a:blip r:embed="rId2">
              <a:alphaModFix/>
            </a:blip>
            <a:stretch>
              <a:fillRect/>
            </a:stretch>
          </a:blipFill>
          <a:ln>
            <a:noFill/>
          </a:ln>
        </p:spPr>
      </p:pic>
      <p:sp>
        <p:nvSpPr>
          <p:cNvPr id="162" name="Google Shape;162;p60"/>
          <p:cNvSpPr txBox="1">
            <a:spLocks noGrp="1"/>
          </p:cNvSpPr>
          <p:nvPr>
            <p:ph type="body" idx="1"/>
          </p:nvPr>
        </p:nvSpPr>
        <p:spPr>
          <a:xfrm>
            <a:off x="822959" y="5907024"/>
            <a:ext cx="7589520"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163" name="Google Shape;163;p60"/>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4" name="Google Shape;164;p60"/>
          <p:cNvSpPr txBox="1">
            <a:spLocks noGrp="1"/>
          </p:cNvSpPr>
          <p:nvPr>
            <p:ph type="ftr" idx="11"/>
          </p:nvPr>
        </p:nvSpPr>
        <p:spPr>
          <a:xfrm>
            <a:off x="2764639" y="6459786"/>
            <a:ext cx="36171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5" name="Google Shape;165;p60"/>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38100" lvl="0" indent="0" algn="r">
              <a:lnSpc>
                <a:spcPct val="165000"/>
              </a:lnSpc>
              <a:spcBef>
                <a:spcPts val="0"/>
              </a:spcBef>
              <a:buNone/>
              <a:defRPr/>
            </a:lvl1pPr>
            <a:lvl2pPr marL="38100" lvl="1" indent="0" algn="r">
              <a:lnSpc>
                <a:spcPct val="165000"/>
              </a:lnSpc>
              <a:spcBef>
                <a:spcPts val="0"/>
              </a:spcBef>
              <a:buNone/>
              <a:defRPr/>
            </a:lvl2pPr>
            <a:lvl3pPr marL="38100" lvl="2" indent="0" algn="r">
              <a:lnSpc>
                <a:spcPct val="165000"/>
              </a:lnSpc>
              <a:spcBef>
                <a:spcPts val="0"/>
              </a:spcBef>
              <a:buNone/>
              <a:defRPr/>
            </a:lvl3pPr>
            <a:lvl4pPr marL="38100" lvl="3" indent="0" algn="r">
              <a:lnSpc>
                <a:spcPct val="165000"/>
              </a:lnSpc>
              <a:spcBef>
                <a:spcPts val="0"/>
              </a:spcBef>
              <a:buNone/>
              <a:defRPr/>
            </a:lvl4pPr>
            <a:lvl5pPr marL="38100" lvl="4" indent="0" algn="r">
              <a:lnSpc>
                <a:spcPct val="165000"/>
              </a:lnSpc>
              <a:spcBef>
                <a:spcPts val="0"/>
              </a:spcBef>
              <a:buNone/>
              <a:defRPr/>
            </a:lvl5pPr>
            <a:lvl6pPr marL="38100" lvl="5" indent="0" algn="r">
              <a:lnSpc>
                <a:spcPct val="165000"/>
              </a:lnSpc>
              <a:spcBef>
                <a:spcPts val="0"/>
              </a:spcBef>
              <a:buNone/>
              <a:defRPr/>
            </a:lvl6pPr>
            <a:lvl7pPr marL="38100" lvl="6" indent="0" algn="r">
              <a:lnSpc>
                <a:spcPct val="165000"/>
              </a:lnSpc>
              <a:spcBef>
                <a:spcPts val="0"/>
              </a:spcBef>
              <a:buNone/>
              <a:defRPr/>
            </a:lvl7pPr>
            <a:lvl8pPr marL="38100" lvl="7" indent="0" algn="r">
              <a:lnSpc>
                <a:spcPct val="165000"/>
              </a:lnSpc>
              <a:spcBef>
                <a:spcPts val="0"/>
              </a:spcBef>
              <a:buNone/>
              <a:defRPr/>
            </a:lvl8pPr>
            <a:lvl9pPr marL="38100" lvl="8" indent="0" algn="r">
              <a:lnSpc>
                <a:spcPct val="165000"/>
              </a:lnSpc>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66"/>
        <p:cNvGrpSpPr/>
        <p:nvPr/>
      </p:nvGrpSpPr>
      <p:grpSpPr>
        <a:xfrm>
          <a:off x="0" y="0"/>
          <a:ext cx="0" cy="0"/>
          <a:chOff x="0" y="0"/>
          <a:chExt cx="0" cy="0"/>
        </a:xfrm>
      </p:grpSpPr>
      <p:sp>
        <p:nvSpPr>
          <p:cNvPr id="167" name="Google Shape;167;p61"/>
          <p:cNvSpPr txBox="1">
            <a:spLocks noGrp="1"/>
          </p:cNvSpPr>
          <p:nvPr>
            <p:ph type="title"/>
          </p:nvPr>
        </p:nvSpPr>
        <p:spPr>
          <a:xfrm>
            <a:off x="822960" y="286604"/>
            <a:ext cx="75438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8" name="Google Shape;168;p61"/>
          <p:cNvSpPr txBox="1">
            <a:spLocks noGrp="1"/>
          </p:cNvSpPr>
          <p:nvPr>
            <p:ph type="body" idx="1"/>
          </p:nvPr>
        </p:nvSpPr>
        <p:spPr>
          <a:xfrm rot="5400000">
            <a:off x="2583179" y="85514"/>
            <a:ext cx="4023360" cy="7543801"/>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69" name="Google Shape;169;p61"/>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0" name="Google Shape;170;p61"/>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38100" lvl="0" indent="0" algn="r">
              <a:lnSpc>
                <a:spcPct val="165000"/>
              </a:lnSpc>
              <a:spcBef>
                <a:spcPts val="0"/>
              </a:spcBef>
              <a:buNone/>
              <a:defRPr/>
            </a:lvl1pPr>
            <a:lvl2pPr marL="38100" lvl="1" indent="0" algn="r">
              <a:lnSpc>
                <a:spcPct val="165000"/>
              </a:lnSpc>
              <a:spcBef>
                <a:spcPts val="0"/>
              </a:spcBef>
              <a:buNone/>
              <a:defRPr/>
            </a:lvl2pPr>
            <a:lvl3pPr marL="38100" lvl="2" indent="0" algn="r">
              <a:lnSpc>
                <a:spcPct val="165000"/>
              </a:lnSpc>
              <a:spcBef>
                <a:spcPts val="0"/>
              </a:spcBef>
              <a:buNone/>
              <a:defRPr/>
            </a:lvl3pPr>
            <a:lvl4pPr marL="38100" lvl="3" indent="0" algn="r">
              <a:lnSpc>
                <a:spcPct val="165000"/>
              </a:lnSpc>
              <a:spcBef>
                <a:spcPts val="0"/>
              </a:spcBef>
              <a:buNone/>
              <a:defRPr/>
            </a:lvl4pPr>
            <a:lvl5pPr marL="38100" lvl="4" indent="0" algn="r">
              <a:lnSpc>
                <a:spcPct val="165000"/>
              </a:lnSpc>
              <a:spcBef>
                <a:spcPts val="0"/>
              </a:spcBef>
              <a:buNone/>
              <a:defRPr/>
            </a:lvl5pPr>
            <a:lvl6pPr marL="38100" lvl="5" indent="0" algn="r">
              <a:lnSpc>
                <a:spcPct val="165000"/>
              </a:lnSpc>
              <a:spcBef>
                <a:spcPts val="0"/>
              </a:spcBef>
              <a:buNone/>
              <a:defRPr/>
            </a:lvl6pPr>
            <a:lvl7pPr marL="38100" lvl="6" indent="0" algn="r">
              <a:lnSpc>
                <a:spcPct val="165000"/>
              </a:lnSpc>
              <a:spcBef>
                <a:spcPts val="0"/>
              </a:spcBef>
              <a:buNone/>
              <a:defRPr/>
            </a:lvl7pPr>
            <a:lvl8pPr marL="38100" lvl="7" indent="0" algn="r">
              <a:lnSpc>
                <a:spcPct val="165000"/>
              </a:lnSpc>
              <a:spcBef>
                <a:spcPts val="0"/>
              </a:spcBef>
              <a:buNone/>
              <a:defRPr/>
            </a:lvl8pPr>
            <a:lvl9pPr marL="38100" lvl="8" indent="0" algn="r">
              <a:lnSpc>
                <a:spcPct val="165000"/>
              </a:lnSpc>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71"/>
        <p:cNvGrpSpPr/>
        <p:nvPr/>
      </p:nvGrpSpPr>
      <p:grpSpPr>
        <a:xfrm>
          <a:off x="0" y="0"/>
          <a:ext cx="0" cy="0"/>
          <a:chOff x="0" y="0"/>
          <a:chExt cx="0" cy="0"/>
        </a:xfrm>
      </p:grpSpPr>
      <p:sp>
        <p:nvSpPr>
          <p:cNvPr id="172" name="Google Shape;172;p62"/>
          <p:cNvSpPr/>
          <p:nvPr/>
        </p:nvSpPr>
        <p:spPr>
          <a:xfrm>
            <a:off x="2382" y="6400800"/>
            <a:ext cx="9141619"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62"/>
          <p:cNvSpPr/>
          <p:nvPr/>
        </p:nvSpPr>
        <p:spPr>
          <a:xfrm>
            <a:off x="12" y="6334316"/>
            <a:ext cx="9141619"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62"/>
          <p:cNvSpPr txBox="1">
            <a:spLocks noGrp="1"/>
          </p:cNvSpPr>
          <p:nvPr>
            <p:ph type="title"/>
          </p:nvPr>
        </p:nvSpPr>
        <p:spPr>
          <a:xfrm rot="5400000">
            <a:off x="4650802" y="2307652"/>
            <a:ext cx="5757421" cy="1971675"/>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62"/>
          <p:cNvSpPr txBox="1">
            <a:spLocks noGrp="1"/>
          </p:cNvSpPr>
          <p:nvPr>
            <p:ph type="body" idx="1"/>
          </p:nvPr>
        </p:nvSpPr>
        <p:spPr>
          <a:xfrm rot="5400000">
            <a:off x="650303" y="393126"/>
            <a:ext cx="5757420" cy="5800725"/>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76" name="Google Shape;176;p62"/>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7" name="Google Shape;177;p62"/>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38100" lvl="0" indent="0" algn="r">
              <a:lnSpc>
                <a:spcPct val="165000"/>
              </a:lnSpc>
              <a:spcBef>
                <a:spcPts val="0"/>
              </a:spcBef>
              <a:buNone/>
              <a:defRPr/>
            </a:lvl1pPr>
            <a:lvl2pPr marL="38100" lvl="1" indent="0" algn="r">
              <a:lnSpc>
                <a:spcPct val="165000"/>
              </a:lnSpc>
              <a:spcBef>
                <a:spcPts val="0"/>
              </a:spcBef>
              <a:buNone/>
              <a:defRPr/>
            </a:lvl2pPr>
            <a:lvl3pPr marL="38100" lvl="2" indent="0" algn="r">
              <a:lnSpc>
                <a:spcPct val="165000"/>
              </a:lnSpc>
              <a:spcBef>
                <a:spcPts val="0"/>
              </a:spcBef>
              <a:buNone/>
              <a:defRPr/>
            </a:lvl3pPr>
            <a:lvl4pPr marL="38100" lvl="3" indent="0" algn="r">
              <a:lnSpc>
                <a:spcPct val="165000"/>
              </a:lnSpc>
              <a:spcBef>
                <a:spcPts val="0"/>
              </a:spcBef>
              <a:buNone/>
              <a:defRPr/>
            </a:lvl4pPr>
            <a:lvl5pPr marL="38100" lvl="4" indent="0" algn="r">
              <a:lnSpc>
                <a:spcPct val="165000"/>
              </a:lnSpc>
              <a:spcBef>
                <a:spcPts val="0"/>
              </a:spcBef>
              <a:buNone/>
              <a:defRPr/>
            </a:lvl5pPr>
            <a:lvl6pPr marL="38100" lvl="5" indent="0" algn="r">
              <a:lnSpc>
                <a:spcPct val="165000"/>
              </a:lnSpc>
              <a:spcBef>
                <a:spcPts val="0"/>
              </a:spcBef>
              <a:buNone/>
              <a:defRPr/>
            </a:lvl6pPr>
            <a:lvl7pPr marL="38100" lvl="6" indent="0" algn="r">
              <a:lnSpc>
                <a:spcPct val="165000"/>
              </a:lnSpc>
              <a:spcBef>
                <a:spcPts val="0"/>
              </a:spcBef>
              <a:buNone/>
              <a:defRPr/>
            </a:lvl7pPr>
            <a:lvl8pPr marL="38100" lvl="7" indent="0" algn="r">
              <a:lnSpc>
                <a:spcPct val="165000"/>
              </a:lnSpc>
              <a:spcBef>
                <a:spcPts val="0"/>
              </a:spcBef>
              <a:buNone/>
              <a:defRPr/>
            </a:lvl8pPr>
            <a:lvl9pPr marL="38100" lvl="8" indent="0" algn="r">
              <a:lnSpc>
                <a:spcPct val="165000"/>
              </a:lnSpc>
              <a:spcBef>
                <a:spcPts val="0"/>
              </a:spcBef>
              <a:buNone/>
              <a:defRPr/>
            </a:lvl9pPr>
          </a:lstStyle>
          <a:p>
            <a:pPr marL="3810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6"/>
        <p:cNvGrpSpPr/>
        <p:nvPr/>
      </p:nvGrpSpPr>
      <p:grpSpPr>
        <a:xfrm>
          <a:off x="0" y="0"/>
          <a:ext cx="0" cy="0"/>
          <a:chOff x="0" y="0"/>
          <a:chExt cx="0" cy="0"/>
        </a:xfrm>
      </p:grpSpPr>
      <p:sp>
        <p:nvSpPr>
          <p:cNvPr id="187" name="Google Shape;187;p50"/>
          <p:cNvSpPr txBox="1">
            <a:spLocks noGrp="1"/>
          </p:cNvSpPr>
          <p:nvPr>
            <p:ph type="title"/>
          </p:nvPr>
        </p:nvSpPr>
        <p:spPr>
          <a:xfrm>
            <a:off x="370738" y="265557"/>
            <a:ext cx="8402523" cy="3911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1" i="0">
                <a:solidFill>
                  <a:srgbClr val="00801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8" name="Google Shape;188;p50"/>
          <p:cNvSpPr txBox="1">
            <a:spLocks noGrp="1"/>
          </p:cNvSpPr>
          <p:nvPr>
            <p:ph type="body" idx="1"/>
          </p:nvPr>
        </p:nvSpPr>
        <p:spPr>
          <a:xfrm>
            <a:off x="318566" y="1262253"/>
            <a:ext cx="8506866" cy="446468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400" b="0" i="0">
                <a:solidFill>
                  <a:srgbClr val="00801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89" name="Google Shape;189;p50"/>
          <p:cNvSpPr txBox="1">
            <a:spLocks noGrp="1"/>
          </p:cNvSpPr>
          <p:nvPr>
            <p:ph type="ftr" idx="11"/>
          </p:nvPr>
        </p:nvSpPr>
        <p:spPr>
          <a:xfrm>
            <a:off x="114401" y="6590918"/>
            <a:ext cx="2547620" cy="2247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1" i="1">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0" name="Google Shape;190;p50"/>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1" name="Google Shape;191;p50"/>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lvl1pPr marL="38100" marR="0" lvl="0" indent="0" algn="l">
              <a:lnSpc>
                <a:spcPct val="117857"/>
              </a:lnSpc>
              <a:spcBef>
                <a:spcPts val="0"/>
              </a:spcBef>
              <a:buNone/>
              <a:defRPr sz="1400" b="1" i="0">
                <a:solidFill>
                  <a:schemeClr val="dk1"/>
                </a:solidFill>
                <a:latin typeface="Arial"/>
                <a:ea typeface="Arial"/>
                <a:cs typeface="Arial"/>
                <a:sym typeface="Arial"/>
              </a:defRPr>
            </a:lvl1pPr>
            <a:lvl2pPr marL="38100" marR="0" lvl="1" indent="0" algn="l">
              <a:lnSpc>
                <a:spcPct val="117857"/>
              </a:lnSpc>
              <a:spcBef>
                <a:spcPts val="0"/>
              </a:spcBef>
              <a:buNone/>
              <a:defRPr sz="1400" b="1" i="0">
                <a:solidFill>
                  <a:schemeClr val="dk1"/>
                </a:solidFill>
                <a:latin typeface="Arial"/>
                <a:ea typeface="Arial"/>
                <a:cs typeface="Arial"/>
                <a:sym typeface="Arial"/>
              </a:defRPr>
            </a:lvl2pPr>
            <a:lvl3pPr marL="38100" marR="0" lvl="2" indent="0" algn="l">
              <a:lnSpc>
                <a:spcPct val="117857"/>
              </a:lnSpc>
              <a:spcBef>
                <a:spcPts val="0"/>
              </a:spcBef>
              <a:buNone/>
              <a:defRPr sz="1400" b="1" i="0">
                <a:solidFill>
                  <a:schemeClr val="dk1"/>
                </a:solidFill>
                <a:latin typeface="Arial"/>
                <a:ea typeface="Arial"/>
                <a:cs typeface="Arial"/>
                <a:sym typeface="Arial"/>
              </a:defRPr>
            </a:lvl3pPr>
            <a:lvl4pPr marL="38100" marR="0" lvl="3" indent="0" algn="l">
              <a:lnSpc>
                <a:spcPct val="117857"/>
              </a:lnSpc>
              <a:spcBef>
                <a:spcPts val="0"/>
              </a:spcBef>
              <a:buNone/>
              <a:defRPr sz="1400" b="1" i="0">
                <a:solidFill>
                  <a:schemeClr val="dk1"/>
                </a:solidFill>
                <a:latin typeface="Arial"/>
                <a:ea typeface="Arial"/>
                <a:cs typeface="Arial"/>
                <a:sym typeface="Arial"/>
              </a:defRPr>
            </a:lvl4pPr>
            <a:lvl5pPr marL="38100" marR="0" lvl="4" indent="0" algn="l">
              <a:lnSpc>
                <a:spcPct val="117857"/>
              </a:lnSpc>
              <a:spcBef>
                <a:spcPts val="0"/>
              </a:spcBef>
              <a:buNone/>
              <a:defRPr sz="1400" b="1" i="0">
                <a:solidFill>
                  <a:schemeClr val="dk1"/>
                </a:solidFill>
                <a:latin typeface="Arial"/>
                <a:ea typeface="Arial"/>
                <a:cs typeface="Arial"/>
                <a:sym typeface="Arial"/>
              </a:defRPr>
            </a:lvl5pPr>
            <a:lvl6pPr marL="38100" marR="0" lvl="5" indent="0" algn="l">
              <a:lnSpc>
                <a:spcPct val="117857"/>
              </a:lnSpc>
              <a:spcBef>
                <a:spcPts val="0"/>
              </a:spcBef>
              <a:buNone/>
              <a:defRPr sz="1400" b="1" i="0">
                <a:solidFill>
                  <a:schemeClr val="dk1"/>
                </a:solidFill>
                <a:latin typeface="Arial"/>
                <a:ea typeface="Arial"/>
                <a:cs typeface="Arial"/>
                <a:sym typeface="Arial"/>
              </a:defRPr>
            </a:lvl6pPr>
            <a:lvl7pPr marL="38100" marR="0" lvl="6" indent="0" algn="l">
              <a:lnSpc>
                <a:spcPct val="117857"/>
              </a:lnSpc>
              <a:spcBef>
                <a:spcPts val="0"/>
              </a:spcBef>
              <a:buNone/>
              <a:defRPr sz="1400" b="1" i="0">
                <a:solidFill>
                  <a:schemeClr val="dk1"/>
                </a:solidFill>
                <a:latin typeface="Arial"/>
                <a:ea typeface="Arial"/>
                <a:cs typeface="Arial"/>
                <a:sym typeface="Arial"/>
              </a:defRPr>
            </a:lvl7pPr>
            <a:lvl8pPr marL="38100" marR="0" lvl="7" indent="0" algn="l">
              <a:lnSpc>
                <a:spcPct val="117857"/>
              </a:lnSpc>
              <a:spcBef>
                <a:spcPts val="0"/>
              </a:spcBef>
              <a:buNone/>
              <a:defRPr sz="1400" b="1" i="0">
                <a:solidFill>
                  <a:schemeClr val="dk1"/>
                </a:solidFill>
                <a:latin typeface="Arial"/>
                <a:ea typeface="Arial"/>
                <a:cs typeface="Arial"/>
                <a:sym typeface="Arial"/>
              </a:defRPr>
            </a:lvl8pPr>
            <a:lvl9pPr marL="38100" marR="0" lvl="8" indent="0" algn="l">
              <a:lnSpc>
                <a:spcPct val="117857"/>
              </a:lnSpc>
              <a:spcBef>
                <a:spcPts val="0"/>
              </a:spcBef>
              <a:buNone/>
              <a:defRPr sz="1400" b="1" i="0">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92"/>
        <p:cNvGrpSpPr/>
        <p:nvPr/>
      </p:nvGrpSpPr>
      <p:grpSpPr>
        <a:xfrm>
          <a:off x="0" y="0"/>
          <a:ext cx="0" cy="0"/>
          <a:chOff x="0" y="0"/>
          <a:chExt cx="0" cy="0"/>
        </a:xfrm>
      </p:grpSpPr>
      <p:sp>
        <p:nvSpPr>
          <p:cNvPr id="193" name="Google Shape;193;p51"/>
          <p:cNvSpPr txBox="1">
            <a:spLocks noGrp="1"/>
          </p:cNvSpPr>
          <p:nvPr>
            <p:ph type="title"/>
          </p:nvPr>
        </p:nvSpPr>
        <p:spPr>
          <a:xfrm>
            <a:off x="370738" y="265557"/>
            <a:ext cx="8402523" cy="3911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1" i="0">
                <a:solidFill>
                  <a:srgbClr val="00801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4" name="Google Shape;194;p51"/>
          <p:cNvSpPr txBox="1">
            <a:spLocks noGrp="1"/>
          </p:cNvSpPr>
          <p:nvPr>
            <p:ph type="ftr" idx="11"/>
          </p:nvPr>
        </p:nvSpPr>
        <p:spPr>
          <a:xfrm>
            <a:off x="114401" y="6590918"/>
            <a:ext cx="2547620" cy="2247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1" i="1">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5" name="Google Shape;195;p51"/>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6" name="Google Shape;196;p51"/>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lvl1pPr marL="38100" marR="0" lvl="0" indent="0" algn="l">
              <a:lnSpc>
                <a:spcPct val="117857"/>
              </a:lnSpc>
              <a:spcBef>
                <a:spcPts val="0"/>
              </a:spcBef>
              <a:buNone/>
              <a:defRPr sz="1400" b="1" i="0">
                <a:solidFill>
                  <a:schemeClr val="dk1"/>
                </a:solidFill>
                <a:latin typeface="Arial"/>
                <a:ea typeface="Arial"/>
                <a:cs typeface="Arial"/>
                <a:sym typeface="Arial"/>
              </a:defRPr>
            </a:lvl1pPr>
            <a:lvl2pPr marL="38100" marR="0" lvl="1" indent="0" algn="l">
              <a:lnSpc>
                <a:spcPct val="117857"/>
              </a:lnSpc>
              <a:spcBef>
                <a:spcPts val="0"/>
              </a:spcBef>
              <a:buNone/>
              <a:defRPr sz="1400" b="1" i="0">
                <a:solidFill>
                  <a:schemeClr val="dk1"/>
                </a:solidFill>
                <a:latin typeface="Arial"/>
                <a:ea typeface="Arial"/>
                <a:cs typeface="Arial"/>
                <a:sym typeface="Arial"/>
              </a:defRPr>
            </a:lvl2pPr>
            <a:lvl3pPr marL="38100" marR="0" lvl="2" indent="0" algn="l">
              <a:lnSpc>
                <a:spcPct val="117857"/>
              </a:lnSpc>
              <a:spcBef>
                <a:spcPts val="0"/>
              </a:spcBef>
              <a:buNone/>
              <a:defRPr sz="1400" b="1" i="0">
                <a:solidFill>
                  <a:schemeClr val="dk1"/>
                </a:solidFill>
                <a:latin typeface="Arial"/>
                <a:ea typeface="Arial"/>
                <a:cs typeface="Arial"/>
                <a:sym typeface="Arial"/>
              </a:defRPr>
            </a:lvl3pPr>
            <a:lvl4pPr marL="38100" marR="0" lvl="3" indent="0" algn="l">
              <a:lnSpc>
                <a:spcPct val="117857"/>
              </a:lnSpc>
              <a:spcBef>
                <a:spcPts val="0"/>
              </a:spcBef>
              <a:buNone/>
              <a:defRPr sz="1400" b="1" i="0">
                <a:solidFill>
                  <a:schemeClr val="dk1"/>
                </a:solidFill>
                <a:latin typeface="Arial"/>
                <a:ea typeface="Arial"/>
                <a:cs typeface="Arial"/>
                <a:sym typeface="Arial"/>
              </a:defRPr>
            </a:lvl4pPr>
            <a:lvl5pPr marL="38100" marR="0" lvl="4" indent="0" algn="l">
              <a:lnSpc>
                <a:spcPct val="117857"/>
              </a:lnSpc>
              <a:spcBef>
                <a:spcPts val="0"/>
              </a:spcBef>
              <a:buNone/>
              <a:defRPr sz="1400" b="1" i="0">
                <a:solidFill>
                  <a:schemeClr val="dk1"/>
                </a:solidFill>
                <a:latin typeface="Arial"/>
                <a:ea typeface="Arial"/>
                <a:cs typeface="Arial"/>
                <a:sym typeface="Arial"/>
              </a:defRPr>
            </a:lvl5pPr>
            <a:lvl6pPr marL="38100" marR="0" lvl="5" indent="0" algn="l">
              <a:lnSpc>
                <a:spcPct val="117857"/>
              </a:lnSpc>
              <a:spcBef>
                <a:spcPts val="0"/>
              </a:spcBef>
              <a:buNone/>
              <a:defRPr sz="1400" b="1" i="0">
                <a:solidFill>
                  <a:schemeClr val="dk1"/>
                </a:solidFill>
                <a:latin typeface="Arial"/>
                <a:ea typeface="Arial"/>
                <a:cs typeface="Arial"/>
                <a:sym typeface="Arial"/>
              </a:defRPr>
            </a:lvl6pPr>
            <a:lvl7pPr marL="38100" marR="0" lvl="6" indent="0" algn="l">
              <a:lnSpc>
                <a:spcPct val="117857"/>
              </a:lnSpc>
              <a:spcBef>
                <a:spcPts val="0"/>
              </a:spcBef>
              <a:buNone/>
              <a:defRPr sz="1400" b="1" i="0">
                <a:solidFill>
                  <a:schemeClr val="dk1"/>
                </a:solidFill>
                <a:latin typeface="Arial"/>
                <a:ea typeface="Arial"/>
                <a:cs typeface="Arial"/>
                <a:sym typeface="Arial"/>
              </a:defRPr>
            </a:lvl7pPr>
            <a:lvl8pPr marL="38100" marR="0" lvl="7" indent="0" algn="l">
              <a:lnSpc>
                <a:spcPct val="117857"/>
              </a:lnSpc>
              <a:spcBef>
                <a:spcPts val="0"/>
              </a:spcBef>
              <a:buNone/>
              <a:defRPr sz="1400" b="1" i="0">
                <a:solidFill>
                  <a:schemeClr val="dk1"/>
                </a:solidFill>
                <a:latin typeface="Arial"/>
                <a:ea typeface="Arial"/>
                <a:cs typeface="Arial"/>
                <a:sym typeface="Arial"/>
              </a:defRPr>
            </a:lvl8pPr>
            <a:lvl9pPr marL="38100" marR="0" lvl="8" indent="0" algn="l">
              <a:lnSpc>
                <a:spcPct val="117857"/>
              </a:lnSpc>
              <a:spcBef>
                <a:spcPts val="0"/>
              </a:spcBef>
              <a:buNone/>
              <a:defRPr sz="1400" b="1" i="0">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97"/>
        <p:cNvGrpSpPr/>
        <p:nvPr/>
      </p:nvGrpSpPr>
      <p:grpSpPr>
        <a:xfrm>
          <a:off x="0" y="0"/>
          <a:ext cx="0" cy="0"/>
          <a:chOff x="0" y="0"/>
          <a:chExt cx="0" cy="0"/>
        </a:xfrm>
      </p:grpSpPr>
      <p:sp>
        <p:nvSpPr>
          <p:cNvPr id="198" name="Google Shape;198;p63"/>
          <p:cNvSpPr txBox="1">
            <a:spLocks noGrp="1"/>
          </p:cNvSpPr>
          <p:nvPr>
            <p:ph type="ctrTitle"/>
          </p:nvPr>
        </p:nvSpPr>
        <p:spPr>
          <a:xfrm>
            <a:off x="685800" y="2125980"/>
            <a:ext cx="7772400" cy="1440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1" i="0">
                <a:solidFill>
                  <a:srgbClr val="00801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9" name="Google Shape;199;p63"/>
          <p:cNvSpPr txBox="1">
            <a:spLocks noGrp="1"/>
          </p:cNvSpPr>
          <p:nvPr>
            <p:ph type="subTitle" idx="1"/>
          </p:nvPr>
        </p:nvSpPr>
        <p:spPr>
          <a:xfrm>
            <a:off x="1371600" y="3840480"/>
            <a:ext cx="64008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0" i="0">
                <a:solidFill>
                  <a:srgbClr val="00801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0" name="Google Shape;200;p63"/>
          <p:cNvSpPr txBox="1">
            <a:spLocks noGrp="1"/>
          </p:cNvSpPr>
          <p:nvPr>
            <p:ph type="ftr" idx="11"/>
          </p:nvPr>
        </p:nvSpPr>
        <p:spPr>
          <a:xfrm>
            <a:off x="114401" y="6590918"/>
            <a:ext cx="2547620" cy="2247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1" i="1">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1" name="Google Shape;201;p63"/>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p63"/>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lvl1pPr marL="38100" marR="0" lvl="0" indent="0" algn="l">
              <a:lnSpc>
                <a:spcPct val="117857"/>
              </a:lnSpc>
              <a:spcBef>
                <a:spcPts val="0"/>
              </a:spcBef>
              <a:buNone/>
              <a:defRPr sz="1400" b="1" i="0">
                <a:solidFill>
                  <a:schemeClr val="dk1"/>
                </a:solidFill>
                <a:latin typeface="Arial"/>
                <a:ea typeface="Arial"/>
                <a:cs typeface="Arial"/>
                <a:sym typeface="Arial"/>
              </a:defRPr>
            </a:lvl1pPr>
            <a:lvl2pPr marL="38100" marR="0" lvl="1" indent="0" algn="l">
              <a:lnSpc>
                <a:spcPct val="117857"/>
              </a:lnSpc>
              <a:spcBef>
                <a:spcPts val="0"/>
              </a:spcBef>
              <a:buNone/>
              <a:defRPr sz="1400" b="1" i="0">
                <a:solidFill>
                  <a:schemeClr val="dk1"/>
                </a:solidFill>
                <a:latin typeface="Arial"/>
                <a:ea typeface="Arial"/>
                <a:cs typeface="Arial"/>
                <a:sym typeface="Arial"/>
              </a:defRPr>
            </a:lvl2pPr>
            <a:lvl3pPr marL="38100" marR="0" lvl="2" indent="0" algn="l">
              <a:lnSpc>
                <a:spcPct val="117857"/>
              </a:lnSpc>
              <a:spcBef>
                <a:spcPts val="0"/>
              </a:spcBef>
              <a:buNone/>
              <a:defRPr sz="1400" b="1" i="0">
                <a:solidFill>
                  <a:schemeClr val="dk1"/>
                </a:solidFill>
                <a:latin typeface="Arial"/>
                <a:ea typeface="Arial"/>
                <a:cs typeface="Arial"/>
                <a:sym typeface="Arial"/>
              </a:defRPr>
            </a:lvl3pPr>
            <a:lvl4pPr marL="38100" marR="0" lvl="3" indent="0" algn="l">
              <a:lnSpc>
                <a:spcPct val="117857"/>
              </a:lnSpc>
              <a:spcBef>
                <a:spcPts val="0"/>
              </a:spcBef>
              <a:buNone/>
              <a:defRPr sz="1400" b="1" i="0">
                <a:solidFill>
                  <a:schemeClr val="dk1"/>
                </a:solidFill>
                <a:latin typeface="Arial"/>
                <a:ea typeface="Arial"/>
                <a:cs typeface="Arial"/>
                <a:sym typeface="Arial"/>
              </a:defRPr>
            </a:lvl4pPr>
            <a:lvl5pPr marL="38100" marR="0" lvl="4" indent="0" algn="l">
              <a:lnSpc>
                <a:spcPct val="117857"/>
              </a:lnSpc>
              <a:spcBef>
                <a:spcPts val="0"/>
              </a:spcBef>
              <a:buNone/>
              <a:defRPr sz="1400" b="1" i="0">
                <a:solidFill>
                  <a:schemeClr val="dk1"/>
                </a:solidFill>
                <a:latin typeface="Arial"/>
                <a:ea typeface="Arial"/>
                <a:cs typeface="Arial"/>
                <a:sym typeface="Arial"/>
              </a:defRPr>
            </a:lvl5pPr>
            <a:lvl6pPr marL="38100" marR="0" lvl="5" indent="0" algn="l">
              <a:lnSpc>
                <a:spcPct val="117857"/>
              </a:lnSpc>
              <a:spcBef>
                <a:spcPts val="0"/>
              </a:spcBef>
              <a:buNone/>
              <a:defRPr sz="1400" b="1" i="0">
                <a:solidFill>
                  <a:schemeClr val="dk1"/>
                </a:solidFill>
                <a:latin typeface="Arial"/>
                <a:ea typeface="Arial"/>
                <a:cs typeface="Arial"/>
                <a:sym typeface="Arial"/>
              </a:defRPr>
            </a:lvl6pPr>
            <a:lvl7pPr marL="38100" marR="0" lvl="6" indent="0" algn="l">
              <a:lnSpc>
                <a:spcPct val="117857"/>
              </a:lnSpc>
              <a:spcBef>
                <a:spcPts val="0"/>
              </a:spcBef>
              <a:buNone/>
              <a:defRPr sz="1400" b="1" i="0">
                <a:solidFill>
                  <a:schemeClr val="dk1"/>
                </a:solidFill>
                <a:latin typeface="Arial"/>
                <a:ea typeface="Arial"/>
                <a:cs typeface="Arial"/>
                <a:sym typeface="Arial"/>
              </a:defRPr>
            </a:lvl7pPr>
            <a:lvl8pPr marL="38100" marR="0" lvl="7" indent="0" algn="l">
              <a:lnSpc>
                <a:spcPct val="117857"/>
              </a:lnSpc>
              <a:spcBef>
                <a:spcPts val="0"/>
              </a:spcBef>
              <a:buNone/>
              <a:defRPr sz="1400" b="1" i="0">
                <a:solidFill>
                  <a:schemeClr val="dk1"/>
                </a:solidFill>
                <a:latin typeface="Arial"/>
                <a:ea typeface="Arial"/>
                <a:cs typeface="Arial"/>
                <a:sym typeface="Arial"/>
              </a:defRPr>
            </a:lvl8pPr>
            <a:lvl9pPr marL="38100" marR="0" lvl="8" indent="0" algn="l">
              <a:lnSpc>
                <a:spcPct val="117857"/>
              </a:lnSpc>
              <a:spcBef>
                <a:spcPts val="0"/>
              </a:spcBef>
              <a:buNone/>
              <a:defRPr sz="1400" b="1" i="0">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03"/>
        <p:cNvGrpSpPr/>
        <p:nvPr/>
      </p:nvGrpSpPr>
      <p:grpSpPr>
        <a:xfrm>
          <a:off x="0" y="0"/>
          <a:ext cx="0" cy="0"/>
          <a:chOff x="0" y="0"/>
          <a:chExt cx="0" cy="0"/>
        </a:xfrm>
      </p:grpSpPr>
      <p:sp>
        <p:nvSpPr>
          <p:cNvPr id="204" name="Google Shape;204;p64"/>
          <p:cNvSpPr txBox="1">
            <a:spLocks noGrp="1"/>
          </p:cNvSpPr>
          <p:nvPr>
            <p:ph type="title"/>
          </p:nvPr>
        </p:nvSpPr>
        <p:spPr>
          <a:xfrm>
            <a:off x="370738" y="265557"/>
            <a:ext cx="8402523" cy="3911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1" i="0">
                <a:solidFill>
                  <a:srgbClr val="00801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64"/>
          <p:cNvSpPr txBox="1">
            <a:spLocks noGrp="1"/>
          </p:cNvSpPr>
          <p:nvPr>
            <p:ph type="body" idx="1"/>
          </p:nvPr>
        </p:nvSpPr>
        <p:spPr>
          <a:xfrm>
            <a:off x="457200" y="1577340"/>
            <a:ext cx="397764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06" name="Google Shape;206;p64"/>
          <p:cNvSpPr txBox="1">
            <a:spLocks noGrp="1"/>
          </p:cNvSpPr>
          <p:nvPr>
            <p:ph type="body" idx="2"/>
          </p:nvPr>
        </p:nvSpPr>
        <p:spPr>
          <a:xfrm>
            <a:off x="4709160" y="1577340"/>
            <a:ext cx="397764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07" name="Google Shape;207;p64"/>
          <p:cNvSpPr txBox="1">
            <a:spLocks noGrp="1"/>
          </p:cNvSpPr>
          <p:nvPr>
            <p:ph type="ftr" idx="11"/>
          </p:nvPr>
        </p:nvSpPr>
        <p:spPr>
          <a:xfrm>
            <a:off x="114401" y="6590918"/>
            <a:ext cx="2547620" cy="2247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1" i="1">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8" name="Google Shape;208;p64"/>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p64"/>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lvl1pPr marL="38100" marR="0" lvl="0" indent="0" algn="l">
              <a:lnSpc>
                <a:spcPct val="117857"/>
              </a:lnSpc>
              <a:spcBef>
                <a:spcPts val="0"/>
              </a:spcBef>
              <a:buNone/>
              <a:defRPr sz="1400" b="1" i="0">
                <a:solidFill>
                  <a:schemeClr val="dk1"/>
                </a:solidFill>
                <a:latin typeface="Arial"/>
                <a:ea typeface="Arial"/>
                <a:cs typeface="Arial"/>
                <a:sym typeface="Arial"/>
              </a:defRPr>
            </a:lvl1pPr>
            <a:lvl2pPr marL="38100" marR="0" lvl="1" indent="0" algn="l">
              <a:lnSpc>
                <a:spcPct val="117857"/>
              </a:lnSpc>
              <a:spcBef>
                <a:spcPts val="0"/>
              </a:spcBef>
              <a:buNone/>
              <a:defRPr sz="1400" b="1" i="0">
                <a:solidFill>
                  <a:schemeClr val="dk1"/>
                </a:solidFill>
                <a:latin typeface="Arial"/>
                <a:ea typeface="Arial"/>
                <a:cs typeface="Arial"/>
                <a:sym typeface="Arial"/>
              </a:defRPr>
            </a:lvl2pPr>
            <a:lvl3pPr marL="38100" marR="0" lvl="2" indent="0" algn="l">
              <a:lnSpc>
                <a:spcPct val="117857"/>
              </a:lnSpc>
              <a:spcBef>
                <a:spcPts val="0"/>
              </a:spcBef>
              <a:buNone/>
              <a:defRPr sz="1400" b="1" i="0">
                <a:solidFill>
                  <a:schemeClr val="dk1"/>
                </a:solidFill>
                <a:latin typeface="Arial"/>
                <a:ea typeface="Arial"/>
                <a:cs typeface="Arial"/>
                <a:sym typeface="Arial"/>
              </a:defRPr>
            </a:lvl3pPr>
            <a:lvl4pPr marL="38100" marR="0" lvl="3" indent="0" algn="l">
              <a:lnSpc>
                <a:spcPct val="117857"/>
              </a:lnSpc>
              <a:spcBef>
                <a:spcPts val="0"/>
              </a:spcBef>
              <a:buNone/>
              <a:defRPr sz="1400" b="1" i="0">
                <a:solidFill>
                  <a:schemeClr val="dk1"/>
                </a:solidFill>
                <a:latin typeface="Arial"/>
                <a:ea typeface="Arial"/>
                <a:cs typeface="Arial"/>
                <a:sym typeface="Arial"/>
              </a:defRPr>
            </a:lvl4pPr>
            <a:lvl5pPr marL="38100" marR="0" lvl="4" indent="0" algn="l">
              <a:lnSpc>
                <a:spcPct val="117857"/>
              </a:lnSpc>
              <a:spcBef>
                <a:spcPts val="0"/>
              </a:spcBef>
              <a:buNone/>
              <a:defRPr sz="1400" b="1" i="0">
                <a:solidFill>
                  <a:schemeClr val="dk1"/>
                </a:solidFill>
                <a:latin typeface="Arial"/>
                <a:ea typeface="Arial"/>
                <a:cs typeface="Arial"/>
                <a:sym typeface="Arial"/>
              </a:defRPr>
            </a:lvl5pPr>
            <a:lvl6pPr marL="38100" marR="0" lvl="5" indent="0" algn="l">
              <a:lnSpc>
                <a:spcPct val="117857"/>
              </a:lnSpc>
              <a:spcBef>
                <a:spcPts val="0"/>
              </a:spcBef>
              <a:buNone/>
              <a:defRPr sz="1400" b="1" i="0">
                <a:solidFill>
                  <a:schemeClr val="dk1"/>
                </a:solidFill>
                <a:latin typeface="Arial"/>
                <a:ea typeface="Arial"/>
                <a:cs typeface="Arial"/>
                <a:sym typeface="Arial"/>
              </a:defRPr>
            </a:lvl6pPr>
            <a:lvl7pPr marL="38100" marR="0" lvl="6" indent="0" algn="l">
              <a:lnSpc>
                <a:spcPct val="117857"/>
              </a:lnSpc>
              <a:spcBef>
                <a:spcPts val="0"/>
              </a:spcBef>
              <a:buNone/>
              <a:defRPr sz="1400" b="1" i="0">
                <a:solidFill>
                  <a:schemeClr val="dk1"/>
                </a:solidFill>
                <a:latin typeface="Arial"/>
                <a:ea typeface="Arial"/>
                <a:cs typeface="Arial"/>
                <a:sym typeface="Arial"/>
              </a:defRPr>
            </a:lvl7pPr>
            <a:lvl8pPr marL="38100" marR="0" lvl="7" indent="0" algn="l">
              <a:lnSpc>
                <a:spcPct val="117857"/>
              </a:lnSpc>
              <a:spcBef>
                <a:spcPts val="0"/>
              </a:spcBef>
              <a:buNone/>
              <a:defRPr sz="1400" b="1" i="0">
                <a:solidFill>
                  <a:schemeClr val="dk1"/>
                </a:solidFill>
                <a:latin typeface="Arial"/>
                <a:ea typeface="Arial"/>
                <a:cs typeface="Arial"/>
                <a:sym typeface="Arial"/>
              </a:defRPr>
            </a:lvl8pPr>
            <a:lvl9pPr marL="38100" marR="0" lvl="8" indent="0" algn="l">
              <a:lnSpc>
                <a:spcPct val="117857"/>
              </a:lnSpc>
              <a:spcBef>
                <a:spcPts val="0"/>
              </a:spcBef>
              <a:buNone/>
              <a:defRPr sz="1400" b="1" i="0">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10"/>
        <p:cNvGrpSpPr/>
        <p:nvPr/>
      </p:nvGrpSpPr>
      <p:grpSpPr>
        <a:xfrm>
          <a:off x="0" y="0"/>
          <a:ext cx="0" cy="0"/>
          <a:chOff x="0" y="0"/>
          <a:chExt cx="0" cy="0"/>
        </a:xfrm>
      </p:grpSpPr>
      <p:sp>
        <p:nvSpPr>
          <p:cNvPr id="211" name="Google Shape;211;p65"/>
          <p:cNvSpPr txBox="1">
            <a:spLocks noGrp="1"/>
          </p:cNvSpPr>
          <p:nvPr>
            <p:ph type="ftr" idx="11"/>
          </p:nvPr>
        </p:nvSpPr>
        <p:spPr>
          <a:xfrm>
            <a:off x="114401" y="6590918"/>
            <a:ext cx="2547620" cy="2247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1" i="1">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2" name="Google Shape;212;p65"/>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3" name="Google Shape;213;p65"/>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lvl1pPr marL="38100" marR="0" lvl="0" indent="0" algn="l">
              <a:lnSpc>
                <a:spcPct val="117857"/>
              </a:lnSpc>
              <a:spcBef>
                <a:spcPts val="0"/>
              </a:spcBef>
              <a:buNone/>
              <a:defRPr sz="1400" b="1" i="0">
                <a:solidFill>
                  <a:schemeClr val="dk1"/>
                </a:solidFill>
                <a:latin typeface="Arial"/>
                <a:ea typeface="Arial"/>
                <a:cs typeface="Arial"/>
                <a:sym typeface="Arial"/>
              </a:defRPr>
            </a:lvl1pPr>
            <a:lvl2pPr marL="38100" marR="0" lvl="1" indent="0" algn="l">
              <a:lnSpc>
                <a:spcPct val="117857"/>
              </a:lnSpc>
              <a:spcBef>
                <a:spcPts val="0"/>
              </a:spcBef>
              <a:buNone/>
              <a:defRPr sz="1400" b="1" i="0">
                <a:solidFill>
                  <a:schemeClr val="dk1"/>
                </a:solidFill>
                <a:latin typeface="Arial"/>
                <a:ea typeface="Arial"/>
                <a:cs typeface="Arial"/>
                <a:sym typeface="Arial"/>
              </a:defRPr>
            </a:lvl2pPr>
            <a:lvl3pPr marL="38100" marR="0" lvl="2" indent="0" algn="l">
              <a:lnSpc>
                <a:spcPct val="117857"/>
              </a:lnSpc>
              <a:spcBef>
                <a:spcPts val="0"/>
              </a:spcBef>
              <a:buNone/>
              <a:defRPr sz="1400" b="1" i="0">
                <a:solidFill>
                  <a:schemeClr val="dk1"/>
                </a:solidFill>
                <a:latin typeface="Arial"/>
                <a:ea typeface="Arial"/>
                <a:cs typeface="Arial"/>
                <a:sym typeface="Arial"/>
              </a:defRPr>
            </a:lvl3pPr>
            <a:lvl4pPr marL="38100" marR="0" lvl="3" indent="0" algn="l">
              <a:lnSpc>
                <a:spcPct val="117857"/>
              </a:lnSpc>
              <a:spcBef>
                <a:spcPts val="0"/>
              </a:spcBef>
              <a:buNone/>
              <a:defRPr sz="1400" b="1" i="0">
                <a:solidFill>
                  <a:schemeClr val="dk1"/>
                </a:solidFill>
                <a:latin typeface="Arial"/>
                <a:ea typeface="Arial"/>
                <a:cs typeface="Arial"/>
                <a:sym typeface="Arial"/>
              </a:defRPr>
            </a:lvl4pPr>
            <a:lvl5pPr marL="38100" marR="0" lvl="4" indent="0" algn="l">
              <a:lnSpc>
                <a:spcPct val="117857"/>
              </a:lnSpc>
              <a:spcBef>
                <a:spcPts val="0"/>
              </a:spcBef>
              <a:buNone/>
              <a:defRPr sz="1400" b="1" i="0">
                <a:solidFill>
                  <a:schemeClr val="dk1"/>
                </a:solidFill>
                <a:latin typeface="Arial"/>
                <a:ea typeface="Arial"/>
                <a:cs typeface="Arial"/>
                <a:sym typeface="Arial"/>
              </a:defRPr>
            </a:lvl5pPr>
            <a:lvl6pPr marL="38100" marR="0" lvl="5" indent="0" algn="l">
              <a:lnSpc>
                <a:spcPct val="117857"/>
              </a:lnSpc>
              <a:spcBef>
                <a:spcPts val="0"/>
              </a:spcBef>
              <a:buNone/>
              <a:defRPr sz="1400" b="1" i="0">
                <a:solidFill>
                  <a:schemeClr val="dk1"/>
                </a:solidFill>
                <a:latin typeface="Arial"/>
                <a:ea typeface="Arial"/>
                <a:cs typeface="Arial"/>
                <a:sym typeface="Arial"/>
              </a:defRPr>
            </a:lvl6pPr>
            <a:lvl7pPr marL="38100" marR="0" lvl="6" indent="0" algn="l">
              <a:lnSpc>
                <a:spcPct val="117857"/>
              </a:lnSpc>
              <a:spcBef>
                <a:spcPts val="0"/>
              </a:spcBef>
              <a:buNone/>
              <a:defRPr sz="1400" b="1" i="0">
                <a:solidFill>
                  <a:schemeClr val="dk1"/>
                </a:solidFill>
                <a:latin typeface="Arial"/>
                <a:ea typeface="Arial"/>
                <a:cs typeface="Arial"/>
                <a:sym typeface="Arial"/>
              </a:defRPr>
            </a:lvl7pPr>
            <a:lvl8pPr marL="38100" marR="0" lvl="7" indent="0" algn="l">
              <a:lnSpc>
                <a:spcPct val="117857"/>
              </a:lnSpc>
              <a:spcBef>
                <a:spcPts val="0"/>
              </a:spcBef>
              <a:buNone/>
              <a:defRPr sz="1400" b="1" i="0">
                <a:solidFill>
                  <a:schemeClr val="dk1"/>
                </a:solidFill>
                <a:latin typeface="Arial"/>
                <a:ea typeface="Arial"/>
                <a:cs typeface="Arial"/>
                <a:sym typeface="Arial"/>
              </a:defRPr>
            </a:lvl8pPr>
            <a:lvl9pPr marL="38100" marR="0" lvl="8" indent="0" algn="l">
              <a:lnSpc>
                <a:spcPct val="117857"/>
              </a:lnSpc>
              <a:spcBef>
                <a:spcPts val="0"/>
              </a:spcBef>
              <a:buNone/>
              <a:defRPr sz="1400" b="1" i="0">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2"/>
        <p:cNvGrpSpPr/>
        <p:nvPr/>
      </p:nvGrpSpPr>
      <p:grpSpPr>
        <a:xfrm>
          <a:off x="0" y="0"/>
          <a:ext cx="0" cy="0"/>
          <a:chOff x="0" y="0"/>
          <a:chExt cx="0" cy="0"/>
        </a:xfrm>
      </p:grpSpPr>
      <p:sp>
        <p:nvSpPr>
          <p:cNvPr id="223" name="Google Shape;223;p53"/>
          <p:cNvSpPr txBox="1">
            <a:spLocks noGrp="1"/>
          </p:cNvSpPr>
          <p:nvPr>
            <p:ph type="title"/>
          </p:nvPr>
        </p:nvSpPr>
        <p:spPr>
          <a:xfrm>
            <a:off x="2596133" y="265557"/>
            <a:ext cx="3951732" cy="3911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1" i="0">
                <a:solidFill>
                  <a:srgbClr val="00801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4" name="Google Shape;224;p53"/>
          <p:cNvSpPr txBox="1">
            <a:spLocks noGrp="1"/>
          </p:cNvSpPr>
          <p:nvPr>
            <p:ph type="body" idx="1"/>
          </p:nvPr>
        </p:nvSpPr>
        <p:spPr>
          <a:xfrm>
            <a:off x="225374" y="1248410"/>
            <a:ext cx="4241800" cy="356552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25" name="Google Shape;225;p53"/>
          <p:cNvSpPr txBox="1">
            <a:spLocks noGrp="1"/>
          </p:cNvSpPr>
          <p:nvPr>
            <p:ph type="ftr" idx="11"/>
          </p:nvPr>
        </p:nvSpPr>
        <p:spPr>
          <a:xfrm>
            <a:off x="114401" y="6590918"/>
            <a:ext cx="2547620" cy="2247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1" i="1">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6" name="Google Shape;226;p53"/>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7" name="Google Shape;227;p53"/>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lvl1pPr marL="38100" marR="0" lvl="0" indent="0" algn="l">
              <a:lnSpc>
                <a:spcPct val="117857"/>
              </a:lnSpc>
              <a:spcBef>
                <a:spcPts val="0"/>
              </a:spcBef>
              <a:buNone/>
              <a:defRPr sz="1400" b="1" i="0">
                <a:solidFill>
                  <a:schemeClr val="dk1"/>
                </a:solidFill>
                <a:latin typeface="Arial"/>
                <a:ea typeface="Arial"/>
                <a:cs typeface="Arial"/>
                <a:sym typeface="Arial"/>
              </a:defRPr>
            </a:lvl1pPr>
            <a:lvl2pPr marL="38100" marR="0" lvl="1" indent="0" algn="l">
              <a:lnSpc>
                <a:spcPct val="117857"/>
              </a:lnSpc>
              <a:spcBef>
                <a:spcPts val="0"/>
              </a:spcBef>
              <a:buNone/>
              <a:defRPr sz="1400" b="1" i="0">
                <a:solidFill>
                  <a:schemeClr val="dk1"/>
                </a:solidFill>
                <a:latin typeface="Arial"/>
                <a:ea typeface="Arial"/>
                <a:cs typeface="Arial"/>
                <a:sym typeface="Arial"/>
              </a:defRPr>
            </a:lvl2pPr>
            <a:lvl3pPr marL="38100" marR="0" lvl="2" indent="0" algn="l">
              <a:lnSpc>
                <a:spcPct val="117857"/>
              </a:lnSpc>
              <a:spcBef>
                <a:spcPts val="0"/>
              </a:spcBef>
              <a:buNone/>
              <a:defRPr sz="1400" b="1" i="0">
                <a:solidFill>
                  <a:schemeClr val="dk1"/>
                </a:solidFill>
                <a:latin typeface="Arial"/>
                <a:ea typeface="Arial"/>
                <a:cs typeface="Arial"/>
                <a:sym typeface="Arial"/>
              </a:defRPr>
            </a:lvl3pPr>
            <a:lvl4pPr marL="38100" marR="0" lvl="3" indent="0" algn="l">
              <a:lnSpc>
                <a:spcPct val="117857"/>
              </a:lnSpc>
              <a:spcBef>
                <a:spcPts val="0"/>
              </a:spcBef>
              <a:buNone/>
              <a:defRPr sz="1400" b="1" i="0">
                <a:solidFill>
                  <a:schemeClr val="dk1"/>
                </a:solidFill>
                <a:latin typeface="Arial"/>
                <a:ea typeface="Arial"/>
                <a:cs typeface="Arial"/>
                <a:sym typeface="Arial"/>
              </a:defRPr>
            </a:lvl4pPr>
            <a:lvl5pPr marL="38100" marR="0" lvl="4" indent="0" algn="l">
              <a:lnSpc>
                <a:spcPct val="117857"/>
              </a:lnSpc>
              <a:spcBef>
                <a:spcPts val="0"/>
              </a:spcBef>
              <a:buNone/>
              <a:defRPr sz="1400" b="1" i="0">
                <a:solidFill>
                  <a:schemeClr val="dk1"/>
                </a:solidFill>
                <a:latin typeface="Arial"/>
                <a:ea typeface="Arial"/>
                <a:cs typeface="Arial"/>
                <a:sym typeface="Arial"/>
              </a:defRPr>
            </a:lvl5pPr>
            <a:lvl6pPr marL="38100" marR="0" lvl="5" indent="0" algn="l">
              <a:lnSpc>
                <a:spcPct val="117857"/>
              </a:lnSpc>
              <a:spcBef>
                <a:spcPts val="0"/>
              </a:spcBef>
              <a:buNone/>
              <a:defRPr sz="1400" b="1" i="0">
                <a:solidFill>
                  <a:schemeClr val="dk1"/>
                </a:solidFill>
                <a:latin typeface="Arial"/>
                <a:ea typeface="Arial"/>
                <a:cs typeface="Arial"/>
                <a:sym typeface="Arial"/>
              </a:defRPr>
            </a:lvl6pPr>
            <a:lvl7pPr marL="38100" marR="0" lvl="6" indent="0" algn="l">
              <a:lnSpc>
                <a:spcPct val="117857"/>
              </a:lnSpc>
              <a:spcBef>
                <a:spcPts val="0"/>
              </a:spcBef>
              <a:buNone/>
              <a:defRPr sz="1400" b="1" i="0">
                <a:solidFill>
                  <a:schemeClr val="dk1"/>
                </a:solidFill>
                <a:latin typeface="Arial"/>
                <a:ea typeface="Arial"/>
                <a:cs typeface="Arial"/>
                <a:sym typeface="Arial"/>
              </a:defRPr>
            </a:lvl7pPr>
            <a:lvl8pPr marL="38100" marR="0" lvl="7" indent="0" algn="l">
              <a:lnSpc>
                <a:spcPct val="117857"/>
              </a:lnSpc>
              <a:spcBef>
                <a:spcPts val="0"/>
              </a:spcBef>
              <a:buNone/>
              <a:defRPr sz="1400" b="1" i="0">
                <a:solidFill>
                  <a:schemeClr val="dk1"/>
                </a:solidFill>
                <a:latin typeface="Arial"/>
                <a:ea typeface="Arial"/>
                <a:cs typeface="Arial"/>
                <a:sym typeface="Arial"/>
              </a:defRPr>
            </a:lvl8pPr>
            <a:lvl9pPr marL="38100" marR="0" lvl="8" indent="0" algn="l">
              <a:lnSpc>
                <a:spcPct val="117857"/>
              </a:lnSpc>
              <a:spcBef>
                <a:spcPts val="0"/>
              </a:spcBef>
              <a:buNone/>
              <a:defRPr sz="1400" b="1" i="0">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28"/>
        <p:cNvGrpSpPr/>
        <p:nvPr/>
      </p:nvGrpSpPr>
      <p:grpSpPr>
        <a:xfrm>
          <a:off x="0" y="0"/>
          <a:ext cx="0" cy="0"/>
          <a:chOff x="0" y="0"/>
          <a:chExt cx="0" cy="0"/>
        </a:xfrm>
      </p:grpSpPr>
      <p:sp>
        <p:nvSpPr>
          <p:cNvPr id="229" name="Google Shape;229;p66"/>
          <p:cNvSpPr txBox="1">
            <a:spLocks noGrp="1"/>
          </p:cNvSpPr>
          <p:nvPr>
            <p:ph type="ctrTitle"/>
          </p:nvPr>
        </p:nvSpPr>
        <p:spPr>
          <a:xfrm>
            <a:off x="685800" y="2125980"/>
            <a:ext cx="7772400" cy="1440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1" i="0">
                <a:solidFill>
                  <a:srgbClr val="00801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0" name="Google Shape;230;p66"/>
          <p:cNvSpPr txBox="1">
            <a:spLocks noGrp="1"/>
          </p:cNvSpPr>
          <p:nvPr>
            <p:ph type="subTitle" idx="1"/>
          </p:nvPr>
        </p:nvSpPr>
        <p:spPr>
          <a:xfrm>
            <a:off x="1371600" y="3840480"/>
            <a:ext cx="64008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1" name="Google Shape;231;p66"/>
          <p:cNvSpPr txBox="1">
            <a:spLocks noGrp="1"/>
          </p:cNvSpPr>
          <p:nvPr>
            <p:ph type="ftr" idx="11"/>
          </p:nvPr>
        </p:nvSpPr>
        <p:spPr>
          <a:xfrm>
            <a:off x="114401" y="6590918"/>
            <a:ext cx="2547620" cy="2247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1" i="1">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2" name="Google Shape;232;p66"/>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3" name="Google Shape;233;p66"/>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lvl1pPr marL="38100" marR="0" lvl="0" indent="0" algn="l">
              <a:lnSpc>
                <a:spcPct val="117857"/>
              </a:lnSpc>
              <a:spcBef>
                <a:spcPts val="0"/>
              </a:spcBef>
              <a:buNone/>
              <a:defRPr sz="1400" b="1" i="0">
                <a:solidFill>
                  <a:schemeClr val="dk1"/>
                </a:solidFill>
                <a:latin typeface="Arial"/>
                <a:ea typeface="Arial"/>
                <a:cs typeface="Arial"/>
                <a:sym typeface="Arial"/>
              </a:defRPr>
            </a:lvl1pPr>
            <a:lvl2pPr marL="38100" marR="0" lvl="1" indent="0" algn="l">
              <a:lnSpc>
                <a:spcPct val="117857"/>
              </a:lnSpc>
              <a:spcBef>
                <a:spcPts val="0"/>
              </a:spcBef>
              <a:buNone/>
              <a:defRPr sz="1400" b="1" i="0">
                <a:solidFill>
                  <a:schemeClr val="dk1"/>
                </a:solidFill>
                <a:latin typeface="Arial"/>
                <a:ea typeface="Arial"/>
                <a:cs typeface="Arial"/>
                <a:sym typeface="Arial"/>
              </a:defRPr>
            </a:lvl2pPr>
            <a:lvl3pPr marL="38100" marR="0" lvl="2" indent="0" algn="l">
              <a:lnSpc>
                <a:spcPct val="117857"/>
              </a:lnSpc>
              <a:spcBef>
                <a:spcPts val="0"/>
              </a:spcBef>
              <a:buNone/>
              <a:defRPr sz="1400" b="1" i="0">
                <a:solidFill>
                  <a:schemeClr val="dk1"/>
                </a:solidFill>
                <a:latin typeface="Arial"/>
                <a:ea typeface="Arial"/>
                <a:cs typeface="Arial"/>
                <a:sym typeface="Arial"/>
              </a:defRPr>
            </a:lvl3pPr>
            <a:lvl4pPr marL="38100" marR="0" lvl="3" indent="0" algn="l">
              <a:lnSpc>
                <a:spcPct val="117857"/>
              </a:lnSpc>
              <a:spcBef>
                <a:spcPts val="0"/>
              </a:spcBef>
              <a:buNone/>
              <a:defRPr sz="1400" b="1" i="0">
                <a:solidFill>
                  <a:schemeClr val="dk1"/>
                </a:solidFill>
                <a:latin typeface="Arial"/>
                <a:ea typeface="Arial"/>
                <a:cs typeface="Arial"/>
                <a:sym typeface="Arial"/>
              </a:defRPr>
            </a:lvl4pPr>
            <a:lvl5pPr marL="38100" marR="0" lvl="4" indent="0" algn="l">
              <a:lnSpc>
                <a:spcPct val="117857"/>
              </a:lnSpc>
              <a:spcBef>
                <a:spcPts val="0"/>
              </a:spcBef>
              <a:buNone/>
              <a:defRPr sz="1400" b="1" i="0">
                <a:solidFill>
                  <a:schemeClr val="dk1"/>
                </a:solidFill>
                <a:latin typeface="Arial"/>
                <a:ea typeface="Arial"/>
                <a:cs typeface="Arial"/>
                <a:sym typeface="Arial"/>
              </a:defRPr>
            </a:lvl5pPr>
            <a:lvl6pPr marL="38100" marR="0" lvl="5" indent="0" algn="l">
              <a:lnSpc>
                <a:spcPct val="117857"/>
              </a:lnSpc>
              <a:spcBef>
                <a:spcPts val="0"/>
              </a:spcBef>
              <a:buNone/>
              <a:defRPr sz="1400" b="1" i="0">
                <a:solidFill>
                  <a:schemeClr val="dk1"/>
                </a:solidFill>
                <a:latin typeface="Arial"/>
                <a:ea typeface="Arial"/>
                <a:cs typeface="Arial"/>
                <a:sym typeface="Arial"/>
              </a:defRPr>
            </a:lvl6pPr>
            <a:lvl7pPr marL="38100" marR="0" lvl="6" indent="0" algn="l">
              <a:lnSpc>
                <a:spcPct val="117857"/>
              </a:lnSpc>
              <a:spcBef>
                <a:spcPts val="0"/>
              </a:spcBef>
              <a:buNone/>
              <a:defRPr sz="1400" b="1" i="0">
                <a:solidFill>
                  <a:schemeClr val="dk1"/>
                </a:solidFill>
                <a:latin typeface="Arial"/>
                <a:ea typeface="Arial"/>
                <a:cs typeface="Arial"/>
                <a:sym typeface="Arial"/>
              </a:defRPr>
            </a:lvl7pPr>
            <a:lvl8pPr marL="38100" marR="0" lvl="7" indent="0" algn="l">
              <a:lnSpc>
                <a:spcPct val="117857"/>
              </a:lnSpc>
              <a:spcBef>
                <a:spcPts val="0"/>
              </a:spcBef>
              <a:buNone/>
              <a:defRPr sz="1400" b="1" i="0">
                <a:solidFill>
                  <a:schemeClr val="dk1"/>
                </a:solidFill>
                <a:latin typeface="Arial"/>
                <a:ea typeface="Arial"/>
                <a:cs typeface="Arial"/>
                <a:sym typeface="Arial"/>
              </a:defRPr>
            </a:lvl8pPr>
            <a:lvl9pPr marL="38100" marR="0" lvl="8" indent="0" algn="l">
              <a:lnSpc>
                <a:spcPct val="117857"/>
              </a:lnSpc>
              <a:spcBef>
                <a:spcPts val="0"/>
              </a:spcBef>
              <a:buNone/>
              <a:defRPr sz="1400" b="1" i="0">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34"/>
        <p:cNvGrpSpPr/>
        <p:nvPr/>
      </p:nvGrpSpPr>
      <p:grpSpPr>
        <a:xfrm>
          <a:off x="0" y="0"/>
          <a:ext cx="0" cy="0"/>
          <a:chOff x="0" y="0"/>
          <a:chExt cx="0" cy="0"/>
        </a:xfrm>
      </p:grpSpPr>
      <p:sp>
        <p:nvSpPr>
          <p:cNvPr id="235" name="Google Shape;235;p67"/>
          <p:cNvSpPr txBox="1">
            <a:spLocks noGrp="1"/>
          </p:cNvSpPr>
          <p:nvPr>
            <p:ph type="title"/>
          </p:nvPr>
        </p:nvSpPr>
        <p:spPr>
          <a:xfrm>
            <a:off x="2596133" y="265557"/>
            <a:ext cx="3951732" cy="3911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1" i="0">
                <a:solidFill>
                  <a:srgbClr val="00801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6" name="Google Shape;236;p67"/>
          <p:cNvSpPr txBox="1">
            <a:spLocks noGrp="1"/>
          </p:cNvSpPr>
          <p:nvPr>
            <p:ph type="body" idx="1"/>
          </p:nvPr>
        </p:nvSpPr>
        <p:spPr>
          <a:xfrm>
            <a:off x="457200" y="1577340"/>
            <a:ext cx="397764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37" name="Google Shape;237;p67"/>
          <p:cNvSpPr txBox="1">
            <a:spLocks noGrp="1"/>
          </p:cNvSpPr>
          <p:nvPr>
            <p:ph type="body" idx="2"/>
          </p:nvPr>
        </p:nvSpPr>
        <p:spPr>
          <a:xfrm>
            <a:off x="4709160" y="1577340"/>
            <a:ext cx="397764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38" name="Google Shape;238;p67"/>
          <p:cNvSpPr txBox="1">
            <a:spLocks noGrp="1"/>
          </p:cNvSpPr>
          <p:nvPr>
            <p:ph type="ftr" idx="11"/>
          </p:nvPr>
        </p:nvSpPr>
        <p:spPr>
          <a:xfrm>
            <a:off x="114401" y="6590918"/>
            <a:ext cx="2547620" cy="2247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1" i="1">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9" name="Google Shape;239;p6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0" name="Google Shape;240;p67"/>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lvl1pPr marL="38100" marR="0" lvl="0" indent="0" algn="l">
              <a:lnSpc>
                <a:spcPct val="117857"/>
              </a:lnSpc>
              <a:spcBef>
                <a:spcPts val="0"/>
              </a:spcBef>
              <a:buNone/>
              <a:defRPr sz="1400" b="1" i="0">
                <a:solidFill>
                  <a:schemeClr val="dk1"/>
                </a:solidFill>
                <a:latin typeface="Arial"/>
                <a:ea typeface="Arial"/>
                <a:cs typeface="Arial"/>
                <a:sym typeface="Arial"/>
              </a:defRPr>
            </a:lvl1pPr>
            <a:lvl2pPr marL="38100" marR="0" lvl="1" indent="0" algn="l">
              <a:lnSpc>
                <a:spcPct val="117857"/>
              </a:lnSpc>
              <a:spcBef>
                <a:spcPts val="0"/>
              </a:spcBef>
              <a:buNone/>
              <a:defRPr sz="1400" b="1" i="0">
                <a:solidFill>
                  <a:schemeClr val="dk1"/>
                </a:solidFill>
                <a:latin typeface="Arial"/>
                <a:ea typeface="Arial"/>
                <a:cs typeface="Arial"/>
                <a:sym typeface="Arial"/>
              </a:defRPr>
            </a:lvl2pPr>
            <a:lvl3pPr marL="38100" marR="0" lvl="2" indent="0" algn="l">
              <a:lnSpc>
                <a:spcPct val="117857"/>
              </a:lnSpc>
              <a:spcBef>
                <a:spcPts val="0"/>
              </a:spcBef>
              <a:buNone/>
              <a:defRPr sz="1400" b="1" i="0">
                <a:solidFill>
                  <a:schemeClr val="dk1"/>
                </a:solidFill>
                <a:latin typeface="Arial"/>
                <a:ea typeface="Arial"/>
                <a:cs typeface="Arial"/>
                <a:sym typeface="Arial"/>
              </a:defRPr>
            </a:lvl3pPr>
            <a:lvl4pPr marL="38100" marR="0" lvl="3" indent="0" algn="l">
              <a:lnSpc>
                <a:spcPct val="117857"/>
              </a:lnSpc>
              <a:spcBef>
                <a:spcPts val="0"/>
              </a:spcBef>
              <a:buNone/>
              <a:defRPr sz="1400" b="1" i="0">
                <a:solidFill>
                  <a:schemeClr val="dk1"/>
                </a:solidFill>
                <a:latin typeface="Arial"/>
                <a:ea typeface="Arial"/>
                <a:cs typeface="Arial"/>
                <a:sym typeface="Arial"/>
              </a:defRPr>
            </a:lvl4pPr>
            <a:lvl5pPr marL="38100" marR="0" lvl="4" indent="0" algn="l">
              <a:lnSpc>
                <a:spcPct val="117857"/>
              </a:lnSpc>
              <a:spcBef>
                <a:spcPts val="0"/>
              </a:spcBef>
              <a:buNone/>
              <a:defRPr sz="1400" b="1" i="0">
                <a:solidFill>
                  <a:schemeClr val="dk1"/>
                </a:solidFill>
                <a:latin typeface="Arial"/>
                <a:ea typeface="Arial"/>
                <a:cs typeface="Arial"/>
                <a:sym typeface="Arial"/>
              </a:defRPr>
            </a:lvl5pPr>
            <a:lvl6pPr marL="38100" marR="0" lvl="5" indent="0" algn="l">
              <a:lnSpc>
                <a:spcPct val="117857"/>
              </a:lnSpc>
              <a:spcBef>
                <a:spcPts val="0"/>
              </a:spcBef>
              <a:buNone/>
              <a:defRPr sz="1400" b="1" i="0">
                <a:solidFill>
                  <a:schemeClr val="dk1"/>
                </a:solidFill>
                <a:latin typeface="Arial"/>
                <a:ea typeface="Arial"/>
                <a:cs typeface="Arial"/>
                <a:sym typeface="Arial"/>
              </a:defRPr>
            </a:lvl6pPr>
            <a:lvl7pPr marL="38100" marR="0" lvl="6" indent="0" algn="l">
              <a:lnSpc>
                <a:spcPct val="117857"/>
              </a:lnSpc>
              <a:spcBef>
                <a:spcPts val="0"/>
              </a:spcBef>
              <a:buNone/>
              <a:defRPr sz="1400" b="1" i="0">
                <a:solidFill>
                  <a:schemeClr val="dk1"/>
                </a:solidFill>
                <a:latin typeface="Arial"/>
                <a:ea typeface="Arial"/>
                <a:cs typeface="Arial"/>
                <a:sym typeface="Arial"/>
              </a:defRPr>
            </a:lvl7pPr>
            <a:lvl8pPr marL="38100" marR="0" lvl="7" indent="0" algn="l">
              <a:lnSpc>
                <a:spcPct val="117857"/>
              </a:lnSpc>
              <a:spcBef>
                <a:spcPts val="0"/>
              </a:spcBef>
              <a:buNone/>
              <a:defRPr sz="1400" b="1" i="0">
                <a:solidFill>
                  <a:schemeClr val="dk1"/>
                </a:solidFill>
                <a:latin typeface="Arial"/>
                <a:ea typeface="Arial"/>
                <a:cs typeface="Arial"/>
                <a:sym typeface="Arial"/>
              </a:defRPr>
            </a:lvl8pPr>
            <a:lvl9pPr marL="38100" marR="0" lvl="8" indent="0" algn="l">
              <a:lnSpc>
                <a:spcPct val="117857"/>
              </a:lnSpc>
              <a:spcBef>
                <a:spcPts val="0"/>
              </a:spcBef>
              <a:buNone/>
              <a:defRPr sz="1400" b="1" i="0">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41"/>
        <p:cNvGrpSpPr/>
        <p:nvPr/>
      </p:nvGrpSpPr>
      <p:grpSpPr>
        <a:xfrm>
          <a:off x="0" y="0"/>
          <a:ext cx="0" cy="0"/>
          <a:chOff x="0" y="0"/>
          <a:chExt cx="0" cy="0"/>
        </a:xfrm>
      </p:grpSpPr>
      <p:sp>
        <p:nvSpPr>
          <p:cNvPr id="242" name="Google Shape;242;p68"/>
          <p:cNvSpPr txBox="1">
            <a:spLocks noGrp="1"/>
          </p:cNvSpPr>
          <p:nvPr>
            <p:ph type="title"/>
          </p:nvPr>
        </p:nvSpPr>
        <p:spPr>
          <a:xfrm>
            <a:off x="2596133" y="265557"/>
            <a:ext cx="3951732" cy="39115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400" b="1" i="0">
                <a:solidFill>
                  <a:srgbClr val="00801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3" name="Google Shape;243;p68"/>
          <p:cNvSpPr txBox="1">
            <a:spLocks noGrp="1"/>
          </p:cNvSpPr>
          <p:nvPr>
            <p:ph type="ftr" idx="11"/>
          </p:nvPr>
        </p:nvSpPr>
        <p:spPr>
          <a:xfrm>
            <a:off x="114401" y="6590918"/>
            <a:ext cx="2547620" cy="2247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1" i="1">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68"/>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68"/>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lvl1pPr marL="38100" marR="0" lvl="0" indent="0" algn="l">
              <a:lnSpc>
                <a:spcPct val="117857"/>
              </a:lnSpc>
              <a:spcBef>
                <a:spcPts val="0"/>
              </a:spcBef>
              <a:buNone/>
              <a:defRPr sz="1400" b="1" i="0">
                <a:solidFill>
                  <a:schemeClr val="dk1"/>
                </a:solidFill>
                <a:latin typeface="Arial"/>
                <a:ea typeface="Arial"/>
                <a:cs typeface="Arial"/>
                <a:sym typeface="Arial"/>
              </a:defRPr>
            </a:lvl1pPr>
            <a:lvl2pPr marL="38100" marR="0" lvl="1" indent="0" algn="l">
              <a:lnSpc>
                <a:spcPct val="117857"/>
              </a:lnSpc>
              <a:spcBef>
                <a:spcPts val="0"/>
              </a:spcBef>
              <a:buNone/>
              <a:defRPr sz="1400" b="1" i="0">
                <a:solidFill>
                  <a:schemeClr val="dk1"/>
                </a:solidFill>
                <a:latin typeface="Arial"/>
                <a:ea typeface="Arial"/>
                <a:cs typeface="Arial"/>
                <a:sym typeface="Arial"/>
              </a:defRPr>
            </a:lvl2pPr>
            <a:lvl3pPr marL="38100" marR="0" lvl="2" indent="0" algn="l">
              <a:lnSpc>
                <a:spcPct val="117857"/>
              </a:lnSpc>
              <a:spcBef>
                <a:spcPts val="0"/>
              </a:spcBef>
              <a:buNone/>
              <a:defRPr sz="1400" b="1" i="0">
                <a:solidFill>
                  <a:schemeClr val="dk1"/>
                </a:solidFill>
                <a:latin typeface="Arial"/>
                <a:ea typeface="Arial"/>
                <a:cs typeface="Arial"/>
                <a:sym typeface="Arial"/>
              </a:defRPr>
            </a:lvl3pPr>
            <a:lvl4pPr marL="38100" marR="0" lvl="3" indent="0" algn="l">
              <a:lnSpc>
                <a:spcPct val="117857"/>
              </a:lnSpc>
              <a:spcBef>
                <a:spcPts val="0"/>
              </a:spcBef>
              <a:buNone/>
              <a:defRPr sz="1400" b="1" i="0">
                <a:solidFill>
                  <a:schemeClr val="dk1"/>
                </a:solidFill>
                <a:latin typeface="Arial"/>
                <a:ea typeface="Arial"/>
                <a:cs typeface="Arial"/>
                <a:sym typeface="Arial"/>
              </a:defRPr>
            </a:lvl4pPr>
            <a:lvl5pPr marL="38100" marR="0" lvl="4" indent="0" algn="l">
              <a:lnSpc>
                <a:spcPct val="117857"/>
              </a:lnSpc>
              <a:spcBef>
                <a:spcPts val="0"/>
              </a:spcBef>
              <a:buNone/>
              <a:defRPr sz="1400" b="1" i="0">
                <a:solidFill>
                  <a:schemeClr val="dk1"/>
                </a:solidFill>
                <a:latin typeface="Arial"/>
                <a:ea typeface="Arial"/>
                <a:cs typeface="Arial"/>
                <a:sym typeface="Arial"/>
              </a:defRPr>
            </a:lvl5pPr>
            <a:lvl6pPr marL="38100" marR="0" lvl="5" indent="0" algn="l">
              <a:lnSpc>
                <a:spcPct val="117857"/>
              </a:lnSpc>
              <a:spcBef>
                <a:spcPts val="0"/>
              </a:spcBef>
              <a:buNone/>
              <a:defRPr sz="1400" b="1" i="0">
                <a:solidFill>
                  <a:schemeClr val="dk1"/>
                </a:solidFill>
                <a:latin typeface="Arial"/>
                <a:ea typeface="Arial"/>
                <a:cs typeface="Arial"/>
                <a:sym typeface="Arial"/>
              </a:defRPr>
            </a:lvl6pPr>
            <a:lvl7pPr marL="38100" marR="0" lvl="6" indent="0" algn="l">
              <a:lnSpc>
                <a:spcPct val="117857"/>
              </a:lnSpc>
              <a:spcBef>
                <a:spcPts val="0"/>
              </a:spcBef>
              <a:buNone/>
              <a:defRPr sz="1400" b="1" i="0">
                <a:solidFill>
                  <a:schemeClr val="dk1"/>
                </a:solidFill>
                <a:latin typeface="Arial"/>
                <a:ea typeface="Arial"/>
                <a:cs typeface="Arial"/>
                <a:sym typeface="Arial"/>
              </a:defRPr>
            </a:lvl7pPr>
            <a:lvl8pPr marL="38100" marR="0" lvl="7" indent="0" algn="l">
              <a:lnSpc>
                <a:spcPct val="117857"/>
              </a:lnSpc>
              <a:spcBef>
                <a:spcPts val="0"/>
              </a:spcBef>
              <a:buNone/>
              <a:defRPr sz="1400" b="1" i="0">
                <a:solidFill>
                  <a:schemeClr val="dk1"/>
                </a:solidFill>
                <a:latin typeface="Arial"/>
                <a:ea typeface="Arial"/>
                <a:cs typeface="Arial"/>
                <a:sym typeface="Arial"/>
              </a:defRPr>
            </a:lvl8pPr>
            <a:lvl9pPr marL="38100" marR="0" lvl="8" indent="0" algn="l">
              <a:lnSpc>
                <a:spcPct val="117857"/>
              </a:lnSpc>
              <a:spcBef>
                <a:spcPts val="0"/>
              </a:spcBef>
              <a:buNone/>
              <a:defRPr sz="1400" b="1" i="0">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46"/>
        <p:cNvGrpSpPr/>
        <p:nvPr/>
      </p:nvGrpSpPr>
      <p:grpSpPr>
        <a:xfrm>
          <a:off x="0" y="0"/>
          <a:ext cx="0" cy="0"/>
          <a:chOff x="0" y="0"/>
          <a:chExt cx="0" cy="0"/>
        </a:xfrm>
      </p:grpSpPr>
      <p:sp>
        <p:nvSpPr>
          <p:cNvPr id="247" name="Google Shape;247;p69"/>
          <p:cNvSpPr txBox="1">
            <a:spLocks noGrp="1"/>
          </p:cNvSpPr>
          <p:nvPr>
            <p:ph type="ftr" idx="11"/>
          </p:nvPr>
        </p:nvSpPr>
        <p:spPr>
          <a:xfrm>
            <a:off x="114401" y="6590918"/>
            <a:ext cx="2547620" cy="2247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400" b="1" i="1">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8" name="Google Shape;248;p69"/>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9" name="Google Shape;249;p69"/>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lvl1pPr marL="38100" marR="0" lvl="0" indent="0" algn="l">
              <a:lnSpc>
                <a:spcPct val="117857"/>
              </a:lnSpc>
              <a:spcBef>
                <a:spcPts val="0"/>
              </a:spcBef>
              <a:buNone/>
              <a:defRPr sz="1400" b="1" i="0">
                <a:solidFill>
                  <a:schemeClr val="dk1"/>
                </a:solidFill>
                <a:latin typeface="Arial"/>
                <a:ea typeface="Arial"/>
                <a:cs typeface="Arial"/>
                <a:sym typeface="Arial"/>
              </a:defRPr>
            </a:lvl1pPr>
            <a:lvl2pPr marL="38100" marR="0" lvl="1" indent="0" algn="l">
              <a:lnSpc>
                <a:spcPct val="117857"/>
              </a:lnSpc>
              <a:spcBef>
                <a:spcPts val="0"/>
              </a:spcBef>
              <a:buNone/>
              <a:defRPr sz="1400" b="1" i="0">
                <a:solidFill>
                  <a:schemeClr val="dk1"/>
                </a:solidFill>
                <a:latin typeface="Arial"/>
                <a:ea typeface="Arial"/>
                <a:cs typeface="Arial"/>
                <a:sym typeface="Arial"/>
              </a:defRPr>
            </a:lvl2pPr>
            <a:lvl3pPr marL="38100" marR="0" lvl="2" indent="0" algn="l">
              <a:lnSpc>
                <a:spcPct val="117857"/>
              </a:lnSpc>
              <a:spcBef>
                <a:spcPts val="0"/>
              </a:spcBef>
              <a:buNone/>
              <a:defRPr sz="1400" b="1" i="0">
                <a:solidFill>
                  <a:schemeClr val="dk1"/>
                </a:solidFill>
                <a:latin typeface="Arial"/>
                <a:ea typeface="Arial"/>
                <a:cs typeface="Arial"/>
                <a:sym typeface="Arial"/>
              </a:defRPr>
            </a:lvl3pPr>
            <a:lvl4pPr marL="38100" marR="0" lvl="3" indent="0" algn="l">
              <a:lnSpc>
                <a:spcPct val="117857"/>
              </a:lnSpc>
              <a:spcBef>
                <a:spcPts val="0"/>
              </a:spcBef>
              <a:buNone/>
              <a:defRPr sz="1400" b="1" i="0">
                <a:solidFill>
                  <a:schemeClr val="dk1"/>
                </a:solidFill>
                <a:latin typeface="Arial"/>
                <a:ea typeface="Arial"/>
                <a:cs typeface="Arial"/>
                <a:sym typeface="Arial"/>
              </a:defRPr>
            </a:lvl4pPr>
            <a:lvl5pPr marL="38100" marR="0" lvl="4" indent="0" algn="l">
              <a:lnSpc>
                <a:spcPct val="117857"/>
              </a:lnSpc>
              <a:spcBef>
                <a:spcPts val="0"/>
              </a:spcBef>
              <a:buNone/>
              <a:defRPr sz="1400" b="1" i="0">
                <a:solidFill>
                  <a:schemeClr val="dk1"/>
                </a:solidFill>
                <a:latin typeface="Arial"/>
                <a:ea typeface="Arial"/>
                <a:cs typeface="Arial"/>
                <a:sym typeface="Arial"/>
              </a:defRPr>
            </a:lvl5pPr>
            <a:lvl6pPr marL="38100" marR="0" lvl="5" indent="0" algn="l">
              <a:lnSpc>
                <a:spcPct val="117857"/>
              </a:lnSpc>
              <a:spcBef>
                <a:spcPts val="0"/>
              </a:spcBef>
              <a:buNone/>
              <a:defRPr sz="1400" b="1" i="0">
                <a:solidFill>
                  <a:schemeClr val="dk1"/>
                </a:solidFill>
                <a:latin typeface="Arial"/>
                <a:ea typeface="Arial"/>
                <a:cs typeface="Arial"/>
                <a:sym typeface="Arial"/>
              </a:defRPr>
            </a:lvl6pPr>
            <a:lvl7pPr marL="38100" marR="0" lvl="6" indent="0" algn="l">
              <a:lnSpc>
                <a:spcPct val="117857"/>
              </a:lnSpc>
              <a:spcBef>
                <a:spcPts val="0"/>
              </a:spcBef>
              <a:buNone/>
              <a:defRPr sz="1400" b="1" i="0">
                <a:solidFill>
                  <a:schemeClr val="dk1"/>
                </a:solidFill>
                <a:latin typeface="Arial"/>
                <a:ea typeface="Arial"/>
                <a:cs typeface="Arial"/>
                <a:sym typeface="Arial"/>
              </a:defRPr>
            </a:lvl7pPr>
            <a:lvl8pPr marL="38100" marR="0" lvl="7" indent="0" algn="l">
              <a:lnSpc>
                <a:spcPct val="117857"/>
              </a:lnSpc>
              <a:spcBef>
                <a:spcPts val="0"/>
              </a:spcBef>
              <a:buNone/>
              <a:defRPr sz="1400" b="1" i="0">
                <a:solidFill>
                  <a:schemeClr val="dk1"/>
                </a:solidFill>
                <a:latin typeface="Arial"/>
                <a:ea typeface="Arial"/>
                <a:cs typeface="Arial"/>
                <a:sym typeface="Arial"/>
              </a:defRPr>
            </a:lvl8pPr>
            <a:lvl9pPr marL="38100" marR="0" lvl="8" indent="0" algn="l">
              <a:lnSpc>
                <a:spcPct val="117857"/>
              </a:lnSpc>
              <a:spcBef>
                <a:spcPts val="0"/>
              </a:spcBef>
              <a:buNone/>
              <a:defRPr sz="1400" b="1" i="0">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theme" Target="../theme/theme3.xml"/><Relationship Id="rId5" Type="http://schemas.openxmlformats.org/officeDocument/2006/relationships/slideLayout" Target="../slideLayouts/slideLayout27.xml"/><Relationship Id="rId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theme" Target="../theme/theme4.xml"/><Relationship Id="rId5" Type="http://schemas.openxmlformats.org/officeDocument/2006/relationships/slideLayout" Target="../slideLayouts/slideLayout32.xml"/><Relationship Id="rId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4"/>
          <p:cNvSpPr/>
          <p:nvPr/>
        </p:nvSpPr>
        <p:spPr>
          <a:xfrm>
            <a:off x="1" y="6400800"/>
            <a:ext cx="9144000" cy="4572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Calibri"/>
              <a:ea typeface="Calibri"/>
              <a:cs typeface="Calibri"/>
              <a:sym typeface="Calibri"/>
            </a:endParaRPr>
          </a:p>
        </p:txBody>
      </p:sp>
      <p:sp>
        <p:nvSpPr>
          <p:cNvPr id="11" name="Google Shape;11;p44"/>
          <p:cNvSpPr/>
          <p:nvPr/>
        </p:nvSpPr>
        <p:spPr>
          <a:xfrm>
            <a:off x="0" y="6334316"/>
            <a:ext cx="9144001" cy="65998"/>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lt1"/>
              </a:solidFill>
              <a:latin typeface="Calibri"/>
              <a:ea typeface="Calibri"/>
              <a:cs typeface="Calibri"/>
              <a:sym typeface="Calibri"/>
            </a:endParaRPr>
          </a:p>
        </p:txBody>
      </p:sp>
      <p:sp>
        <p:nvSpPr>
          <p:cNvPr id="12" name="Google Shape;12;p44"/>
          <p:cNvSpPr txBox="1">
            <a:spLocks noGrp="1"/>
          </p:cNvSpPr>
          <p:nvPr>
            <p:ph type="title"/>
          </p:nvPr>
        </p:nvSpPr>
        <p:spPr>
          <a:xfrm>
            <a:off x="822960" y="286604"/>
            <a:ext cx="75438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3600"/>
              <a:buFont typeface="Calibri"/>
              <a:buNone/>
              <a:defRPr sz="36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44"/>
          <p:cNvSpPr txBox="1">
            <a:spLocks noGrp="1"/>
          </p:cNvSpPr>
          <p:nvPr>
            <p:ph type="body" idx="1"/>
          </p:nvPr>
        </p:nvSpPr>
        <p:spPr>
          <a:xfrm>
            <a:off x="822960" y="1845734"/>
            <a:ext cx="7543800" cy="4023360"/>
          </a:xfrm>
          <a:prstGeom prst="rect">
            <a:avLst/>
          </a:prstGeom>
          <a:noFill/>
          <a:ln>
            <a:noFill/>
          </a:ln>
        </p:spPr>
        <p:txBody>
          <a:bodyPr spcFirstLastPara="1" wrap="square" lIns="0" tIns="45700" rIns="0" bIns="45700" anchor="t" anchorCtr="0">
            <a:normAutofit/>
          </a:bodyPr>
          <a:lstStyle>
            <a:lvl1pPr marL="457200" marR="0" lvl="0" indent="-323850" algn="l" rtl="0">
              <a:lnSpc>
                <a:spcPct val="90000"/>
              </a:lnSpc>
              <a:spcBef>
                <a:spcPts val="900"/>
              </a:spcBef>
              <a:spcAft>
                <a:spcPts val="0"/>
              </a:spcAft>
              <a:buClr>
                <a:schemeClr val="accent1"/>
              </a:buClr>
              <a:buSzPts val="1500"/>
              <a:buFont typeface="Calibri"/>
              <a:buChar char=" "/>
              <a:defRPr sz="1500" b="0" i="0" u="none" strike="noStrike" cap="none">
                <a:solidFill>
                  <a:srgbClr val="3F3F3F"/>
                </a:solidFill>
                <a:latin typeface="Calibri"/>
                <a:ea typeface="Calibri"/>
                <a:cs typeface="Calibri"/>
                <a:sym typeface="Calibri"/>
              </a:defRPr>
            </a:lvl1pPr>
            <a:lvl2pPr marL="914400" marR="0" lvl="1" indent="-314325" algn="l" rtl="0">
              <a:lnSpc>
                <a:spcPct val="90000"/>
              </a:lnSpc>
              <a:spcBef>
                <a:spcPts val="150"/>
              </a:spcBef>
              <a:spcAft>
                <a:spcPts val="0"/>
              </a:spcAft>
              <a:buClr>
                <a:schemeClr val="accent1"/>
              </a:buClr>
              <a:buSzPts val="1350"/>
              <a:buFont typeface="Calibri"/>
              <a:buChar char="◦"/>
              <a:defRPr sz="1350" b="0" i="0" u="none" strike="noStrike" cap="none">
                <a:solidFill>
                  <a:srgbClr val="3F3F3F"/>
                </a:solidFill>
                <a:latin typeface="Calibri"/>
                <a:ea typeface="Calibri"/>
                <a:cs typeface="Calibri"/>
                <a:sym typeface="Calibri"/>
              </a:defRPr>
            </a:lvl2pPr>
            <a:lvl3pPr marL="1371600" marR="0" lvl="2" indent="-295275" algn="l" rtl="0">
              <a:lnSpc>
                <a:spcPct val="90000"/>
              </a:lnSpc>
              <a:spcBef>
                <a:spcPts val="300"/>
              </a:spcBef>
              <a:spcAft>
                <a:spcPts val="0"/>
              </a:spcAft>
              <a:buClr>
                <a:schemeClr val="accent1"/>
              </a:buClr>
              <a:buSzPts val="1050"/>
              <a:buFont typeface="Calibri"/>
              <a:buChar char="◦"/>
              <a:defRPr sz="1050" b="0" i="0" u="none" strike="noStrike" cap="none">
                <a:solidFill>
                  <a:srgbClr val="3F3F3F"/>
                </a:solidFill>
                <a:latin typeface="Calibri"/>
                <a:ea typeface="Calibri"/>
                <a:cs typeface="Calibri"/>
                <a:sym typeface="Calibri"/>
              </a:defRPr>
            </a:lvl3pPr>
            <a:lvl4pPr marL="1828800" marR="0" lvl="3" indent="-295275" algn="l" rtl="0">
              <a:lnSpc>
                <a:spcPct val="90000"/>
              </a:lnSpc>
              <a:spcBef>
                <a:spcPts val="300"/>
              </a:spcBef>
              <a:spcAft>
                <a:spcPts val="0"/>
              </a:spcAft>
              <a:buClr>
                <a:schemeClr val="accent1"/>
              </a:buClr>
              <a:buSzPts val="1050"/>
              <a:buFont typeface="Calibri"/>
              <a:buChar char="◦"/>
              <a:defRPr sz="1050" b="0" i="0" u="none" strike="noStrike" cap="none">
                <a:solidFill>
                  <a:srgbClr val="3F3F3F"/>
                </a:solidFill>
                <a:latin typeface="Calibri"/>
                <a:ea typeface="Calibri"/>
                <a:cs typeface="Calibri"/>
                <a:sym typeface="Calibri"/>
              </a:defRPr>
            </a:lvl4pPr>
            <a:lvl5pPr marL="2286000" marR="0" lvl="4" indent="-295275" algn="l" rtl="0">
              <a:lnSpc>
                <a:spcPct val="90000"/>
              </a:lnSpc>
              <a:spcBef>
                <a:spcPts val="300"/>
              </a:spcBef>
              <a:spcAft>
                <a:spcPts val="0"/>
              </a:spcAft>
              <a:buClr>
                <a:schemeClr val="accent1"/>
              </a:buClr>
              <a:buSzPts val="1050"/>
              <a:buFont typeface="Calibri"/>
              <a:buChar char="◦"/>
              <a:defRPr sz="1050" b="0" i="0" u="none" strike="noStrike" cap="none">
                <a:solidFill>
                  <a:srgbClr val="3F3F3F"/>
                </a:solidFill>
                <a:latin typeface="Calibri"/>
                <a:ea typeface="Calibri"/>
                <a:cs typeface="Calibri"/>
                <a:sym typeface="Calibri"/>
              </a:defRPr>
            </a:lvl5pPr>
            <a:lvl6pPr marL="2743200" marR="0" lvl="5" indent="-295275" algn="l" rtl="0">
              <a:lnSpc>
                <a:spcPct val="90000"/>
              </a:lnSpc>
              <a:spcBef>
                <a:spcPts val="300"/>
              </a:spcBef>
              <a:spcAft>
                <a:spcPts val="0"/>
              </a:spcAft>
              <a:buClr>
                <a:schemeClr val="accent1"/>
              </a:buClr>
              <a:buSzPts val="1050"/>
              <a:buFont typeface="Calibri"/>
              <a:buChar char="◦"/>
              <a:defRPr sz="1050" b="0" i="0" u="none" strike="noStrike" cap="none">
                <a:solidFill>
                  <a:srgbClr val="3F3F3F"/>
                </a:solidFill>
                <a:latin typeface="Calibri"/>
                <a:ea typeface="Calibri"/>
                <a:cs typeface="Calibri"/>
                <a:sym typeface="Calibri"/>
              </a:defRPr>
            </a:lvl6pPr>
            <a:lvl7pPr marL="3200400" marR="0" lvl="6" indent="-295275" algn="l" rtl="0">
              <a:lnSpc>
                <a:spcPct val="90000"/>
              </a:lnSpc>
              <a:spcBef>
                <a:spcPts val="300"/>
              </a:spcBef>
              <a:spcAft>
                <a:spcPts val="0"/>
              </a:spcAft>
              <a:buClr>
                <a:schemeClr val="accent1"/>
              </a:buClr>
              <a:buSzPts val="1050"/>
              <a:buFont typeface="Calibri"/>
              <a:buChar char="◦"/>
              <a:defRPr sz="1050" b="0" i="0" u="none" strike="noStrike" cap="none">
                <a:solidFill>
                  <a:srgbClr val="3F3F3F"/>
                </a:solidFill>
                <a:latin typeface="Calibri"/>
                <a:ea typeface="Calibri"/>
                <a:cs typeface="Calibri"/>
                <a:sym typeface="Calibri"/>
              </a:defRPr>
            </a:lvl7pPr>
            <a:lvl8pPr marL="3657600" marR="0" lvl="7" indent="-295275" algn="l" rtl="0">
              <a:lnSpc>
                <a:spcPct val="90000"/>
              </a:lnSpc>
              <a:spcBef>
                <a:spcPts val="300"/>
              </a:spcBef>
              <a:spcAft>
                <a:spcPts val="0"/>
              </a:spcAft>
              <a:buClr>
                <a:schemeClr val="accent1"/>
              </a:buClr>
              <a:buSzPts val="1050"/>
              <a:buFont typeface="Calibri"/>
              <a:buChar char="◦"/>
              <a:defRPr sz="1050" b="0" i="0" u="none" strike="noStrike" cap="none">
                <a:solidFill>
                  <a:srgbClr val="3F3F3F"/>
                </a:solidFill>
                <a:latin typeface="Calibri"/>
                <a:ea typeface="Calibri"/>
                <a:cs typeface="Calibri"/>
                <a:sym typeface="Calibri"/>
              </a:defRPr>
            </a:lvl8pPr>
            <a:lvl9pPr marL="4114800" marR="0" lvl="8" indent="-295275" algn="l" rtl="0">
              <a:lnSpc>
                <a:spcPct val="90000"/>
              </a:lnSpc>
              <a:spcBef>
                <a:spcPts val="300"/>
              </a:spcBef>
              <a:spcAft>
                <a:spcPts val="300"/>
              </a:spcAft>
              <a:buClr>
                <a:schemeClr val="accent1"/>
              </a:buClr>
              <a:buSzPts val="1050"/>
              <a:buFont typeface="Calibri"/>
              <a:buChar char="◦"/>
              <a:defRPr sz="1050" b="0" i="0" u="none" strike="noStrike" cap="none">
                <a:solidFill>
                  <a:srgbClr val="3F3F3F"/>
                </a:solidFill>
                <a:latin typeface="Calibri"/>
                <a:ea typeface="Calibri"/>
                <a:cs typeface="Calibri"/>
                <a:sym typeface="Calibri"/>
              </a:defRPr>
            </a:lvl9pPr>
          </a:lstStyle>
          <a:p>
            <a:endParaRPr/>
          </a:p>
        </p:txBody>
      </p:sp>
      <p:sp>
        <p:nvSpPr>
          <p:cNvPr id="14" name="Google Shape;14;p44"/>
          <p:cNvSpPr txBox="1">
            <a:spLocks noGrp="1"/>
          </p:cNvSpPr>
          <p:nvPr>
            <p:ph type="dt" idx="10"/>
          </p:nvPr>
        </p:nvSpPr>
        <p:spPr>
          <a:xfrm>
            <a:off x="822961" y="6459786"/>
            <a:ext cx="1854203"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675">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44"/>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788" b="0" u="none">
                <a:solidFill>
                  <a:srgbClr val="FFFFFF"/>
                </a:solidFill>
                <a:latin typeface="Calibri"/>
                <a:ea typeface="Calibri"/>
                <a:cs typeface="Calibri"/>
                <a:sym typeface="Calibri"/>
              </a:defRPr>
            </a:lvl1pPr>
            <a:lvl2pPr marL="0" marR="0" lvl="1" indent="0" algn="r" rtl="0">
              <a:spcBef>
                <a:spcPts val="0"/>
              </a:spcBef>
              <a:buNone/>
              <a:defRPr sz="788" b="0" u="none">
                <a:solidFill>
                  <a:srgbClr val="FFFFFF"/>
                </a:solidFill>
                <a:latin typeface="Calibri"/>
                <a:ea typeface="Calibri"/>
                <a:cs typeface="Calibri"/>
                <a:sym typeface="Calibri"/>
              </a:defRPr>
            </a:lvl2pPr>
            <a:lvl3pPr marL="0" marR="0" lvl="2" indent="0" algn="r" rtl="0">
              <a:spcBef>
                <a:spcPts val="0"/>
              </a:spcBef>
              <a:buNone/>
              <a:defRPr sz="788" b="0" u="none">
                <a:solidFill>
                  <a:srgbClr val="FFFFFF"/>
                </a:solidFill>
                <a:latin typeface="Calibri"/>
                <a:ea typeface="Calibri"/>
                <a:cs typeface="Calibri"/>
                <a:sym typeface="Calibri"/>
              </a:defRPr>
            </a:lvl3pPr>
            <a:lvl4pPr marL="0" marR="0" lvl="3" indent="0" algn="r" rtl="0">
              <a:spcBef>
                <a:spcPts val="0"/>
              </a:spcBef>
              <a:buNone/>
              <a:defRPr sz="788" b="0" u="none">
                <a:solidFill>
                  <a:srgbClr val="FFFFFF"/>
                </a:solidFill>
                <a:latin typeface="Calibri"/>
                <a:ea typeface="Calibri"/>
                <a:cs typeface="Calibri"/>
                <a:sym typeface="Calibri"/>
              </a:defRPr>
            </a:lvl4pPr>
            <a:lvl5pPr marL="0" marR="0" lvl="4" indent="0" algn="r" rtl="0">
              <a:spcBef>
                <a:spcPts val="0"/>
              </a:spcBef>
              <a:buNone/>
              <a:defRPr sz="788" b="0" u="none">
                <a:solidFill>
                  <a:srgbClr val="FFFFFF"/>
                </a:solidFill>
                <a:latin typeface="Calibri"/>
                <a:ea typeface="Calibri"/>
                <a:cs typeface="Calibri"/>
                <a:sym typeface="Calibri"/>
              </a:defRPr>
            </a:lvl5pPr>
            <a:lvl6pPr marL="0" marR="0" lvl="5" indent="0" algn="r" rtl="0">
              <a:spcBef>
                <a:spcPts val="0"/>
              </a:spcBef>
              <a:buNone/>
              <a:defRPr sz="788" b="0" u="none">
                <a:solidFill>
                  <a:srgbClr val="FFFFFF"/>
                </a:solidFill>
                <a:latin typeface="Calibri"/>
                <a:ea typeface="Calibri"/>
                <a:cs typeface="Calibri"/>
                <a:sym typeface="Calibri"/>
              </a:defRPr>
            </a:lvl6pPr>
            <a:lvl7pPr marL="0" marR="0" lvl="6" indent="0" algn="r" rtl="0">
              <a:spcBef>
                <a:spcPts val="0"/>
              </a:spcBef>
              <a:buNone/>
              <a:defRPr sz="788" b="0" u="none">
                <a:solidFill>
                  <a:srgbClr val="FFFFFF"/>
                </a:solidFill>
                <a:latin typeface="Calibri"/>
                <a:ea typeface="Calibri"/>
                <a:cs typeface="Calibri"/>
                <a:sym typeface="Calibri"/>
              </a:defRPr>
            </a:lvl7pPr>
            <a:lvl8pPr marL="0" marR="0" lvl="7" indent="0" algn="r" rtl="0">
              <a:spcBef>
                <a:spcPts val="0"/>
              </a:spcBef>
              <a:buNone/>
              <a:defRPr sz="788" b="0" u="none">
                <a:solidFill>
                  <a:srgbClr val="FFFFFF"/>
                </a:solidFill>
                <a:latin typeface="Calibri"/>
                <a:ea typeface="Calibri"/>
                <a:cs typeface="Calibri"/>
                <a:sym typeface="Calibri"/>
              </a:defRPr>
            </a:lvl8pPr>
            <a:lvl9pPr marL="0" marR="0" lvl="8" indent="0" algn="r" rtl="0">
              <a:spcBef>
                <a:spcPts val="0"/>
              </a:spcBef>
              <a:buNone/>
              <a:defRPr sz="788" b="0" u="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6" name="Google Shape;16;p44"/>
          <p:cNvCxnSpPr/>
          <p:nvPr/>
        </p:nvCxnSpPr>
        <p:spPr>
          <a:xfrm>
            <a:off x="895149" y="1737845"/>
            <a:ext cx="747522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0"/>
        <p:cNvGrpSpPr/>
        <p:nvPr/>
      </p:nvGrpSpPr>
      <p:grpSpPr>
        <a:xfrm>
          <a:off x="0" y="0"/>
          <a:ext cx="0" cy="0"/>
          <a:chOff x="0" y="0"/>
          <a:chExt cx="0" cy="0"/>
        </a:xfrm>
      </p:grpSpPr>
      <p:sp>
        <p:nvSpPr>
          <p:cNvPr id="101" name="Google Shape;101;p46"/>
          <p:cNvSpPr/>
          <p:nvPr/>
        </p:nvSpPr>
        <p:spPr>
          <a:xfrm>
            <a:off x="0" y="6400800"/>
            <a:ext cx="9144001" cy="4572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02" name="Google Shape;102;p46"/>
          <p:cNvSpPr/>
          <p:nvPr/>
        </p:nvSpPr>
        <p:spPr>
          <a:xfrm>
            <a:off x="0" y="6334315"/>
            <a:ext cx="9144001" cy="65999"/>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03" name="Google Shape;103;p46"/>
          <p:cNvSpPr txBox="1">
            <a:spLocks noGrp="1"/>
          </p:cNvSpPr>
          <p:nvPr>
            <p:ph type="title"/>
          </p:nvPr>
        </p:nvSpPr>
        <p:spPr>
          <a:xfrm>
            <a:off x="822960" y="286604"/>
            <a:ext cx="75438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4" name="Google Shape;104;p46"/>
          <p:cNvSpPr txBox="1">
            <a:spLocks noGrp="1"/>
          </p:cNvSpPr>
          <p:nvPr>
            <p:ph type="body" idx="1"/>
          </p:nvPr>
        </p:nvSpPr>
        <p:spPr>
          <a:xfrm>
            <a:off x="822959" y="1845734"/>
            <a:ext cx="7543801"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05" name="Google Shape;105;p46"/>
          <p:cNvSpPr txBox="1">
            <a:spLocks noGrp="1"/>
          </p:cNvSpPr>
          <p:nvPr>
            <p:ph type="sldNum" idx="12"/>
          </p:nvPr>
        </p:nvSpPr>
        <p:spPr>
          <a:xfrm>
            <a:off x="7425344" y="6459786"/>
            <a:ext cx="984019" cy="365125"/>
          </a:xfrm>
          <a:prstGeom prst="rect">
            <a:avLst/>
          </a:prstGeom>
          <a:noFill/>
          <a:ln>
            <a:noFill/>
          </a:ln>
        </p:spPr>
        <p:txBody>
          <a:bodyPr spcFirstLastPara="1" wrap="square" lIns="91425" tIns="45700" rIns="91425" bIns="45700" anchor="ctr" anchorCtr="0">
            <a:noAutofit/>
          </a:bodyPr>
          <a:lstStyle>
            <a:lvl1pPr marL="38100" marR="0" lvl="0" indent="0" algn="r" rtl="0">
              <a:lnSpc>
                <a:spcPct val="157142"/>
              </a:lnSpc>
              <a:spcBef>
                <a:spcPts val="0"/>
              </a:spcBef>
              <a:buNone/>
              <a:defRPr sz="1050">
                <a:solidFill>
                  <a:srgbClr val="FFFFFF"/>
                </a:solidFill>
                <a:latin typeface="Calibri"/>
                <a:ea typeface="Calibri"/>
                <a:cs typeface="Calibri"/>
                <a:sym typeface="Calibri"/>
              </a:defRPr>
            </a:lvl1pPr>
            <a:lvl2pPr marL="38100" marR="0" lvl="1" indent="0" algn="r" rtl="0">
              <a:lnSpc>
                <a:spcPct val="157142"/>
              </a:lnSpc>
              <a:spcBef>
                <a:spcPts val="0"/>
              </a:spcBef>
              <a:buNone/>
              <a:defRPr sz="1050">
                <a:solidFill>
                  <a:srgbClr val="FFFFFF"/>
                </a:solidFill>
                <a:latin typeface="Calibri"/>
                <a:ea typeface="Calibri"/>
                <a:cs typeface="Calibri"/>
                <a:sym typeface="Calibri"/>
              </a:defRPr>
            </a:lvl2pPr>
            <a:lvl3pPr marL="38100" marR="0" lvl="2" indent="0" algn="r" rtl="0">
              <a:lnSpc>
                <a:spcPct val="157142"/>
              </a:lnSpc>
              <a:spcBef>
                <a:spcPts val="0"/>
              </a:spcBef>
              <a:buNone/>
              <a:defRPr sz="1050">
                <a:solidFill>
                  <a:srgbClr val="FFFFFF"/>
                </a:solidFill>
                <a:latin typeface="Calibri"/>
                <a:ea typeface="Calibri"/>
                <a:cs typeface="Calibri"/>
                <a:sym typeface="Calibri"/>
              </a:defRPr>
            </a:lvl3pPr>
            <a:lvl4pPr marL="38100" marR="0" lvl="3" indent="0" algn="r" rtl="0">
              <a:lnSpc>
                <a:spcPct val="157142"/>
              </a:lnSpc>
              <a:spcBef>
                <a:spcPts val="0"/>
              </a:spcBef>
              <a:buNone/>
              <a:defRPr sz="1050">
                <a:solidFill>
                  <a:srgbClr val="FFFFFF"/>
                </a:solidFill>
                <a:latin typeface="Calibri"/>
                <a:ea typeface="Calibri"/>
                <a:cs typeface="Calibri"/>
                <a:sym typeface="Calibri"/>
              </a:defRPr>
            </a:lvl4pPr>
            <a:lvl5pPr marL="38100" marR="0" lvl="4" indent="0" algn="r" rtl="0">
              <a:lnSpc>
                <a:spcPct val="157142"/>
              </a:lnSpc>
              <a:spcBef>
                <a:spcPts val="0"/>
              </a:spcBef>
              <a:buNone/>
              <a:defRPr sz="1050">
                <a:solidFill>
                  <a:srgbClr val="FFFFFF"/>
                </a:solidFill>
                <a:latin typeface="Calibri"/>
                <a:ea typeface="Calibri"/>
                <a:cs typeface="Calibri"/>
                <a:sym typeface="Calibri"/>
              </a:defRPr>
            </a:lvl5pPr>
            <a:lvl6pPr marL="38100" marR="0" lvl="5" indent="0" algn="r" rtl="0">
              <a:lnSpc>
                <a:spcPct val="157142"/>
              </a:lnSpc>
              <a:spcBef>
                <a:spcPts val="0"/>
              </a:spcBef>
              <a:buNone/>
              <a:defRPr sz="1050">
                <a:solidFill>
                  <a:srgbClr val="FFFFFF"/>
                </a:solidFill>
                <a:latin typeface="Calibri"/>
                <a:ea typeface="Calibri"/>
                <a:cs typeface="Calibri"/>
                <a:sym typeface="Calibri"/>
              </a:defRPr>
            </a:lvl6pPr>
            <a:lvl7pPr marL="38100" marR="0" lvl="6" indent="0" algn="r" rtl="0">
              <a:lnSpc>
                <a:spcPct val="157142"/>
              </a:lnSpc>
              <a:spcBef>
                <a:spcPts val="0"/>
              </a:spcBef>
              <a:buNone/>
              <a:defRPr sz="1050">
                <a:solidFill>
                  <a:srgbClr val="FFFFFF"/>
                </a:solidFill>
                <a:latin typeface="Calibri"/>
                <a:ea typeface="Calibri"/>
                <a:cs typeface="Calibri"/>
                <a:sym typeface="Calibri"/>
              </a:defRPr>
            </a:lvl7pPr>
            <a:lvl8pPr marL="38100" marR="0" lvl="7" indent="0" algn="r" rtl="0">
              <a:lnSpc>
                <a:spcPct val="157142"/>
              </a:lnSpc>
              <a:spcBef>
                <a:spcPts val="0"/>
              </a:spcBef>
              <a:buNone/>
              <a:defRPr sz="1050">
                <a:solidFill>
                  <a:srgbClr val="FFFFFF"/>
                </a:solidFill>
                <a:latin typeface="Calibri"/>
                <a:ea typeface="Calibri"/>
                <a:cs typeface="Calibri"/>
                <a:sym typeface="Calibri"/>
              </a:defRPr>
            </a:lvl8pPr>
            <a:lvl9pPr marL="38100" marR="0" lvl="8" indent="0" algn="r" rtl="0">
              <a:lnSpc>
                <a:spcPct val="157142"/>
              </a:lnSpc>
              <a:spcBef>
                <a:spcPts val="0"/>
              </a:spcBef>
              <a:buNone/>
              <a:defRPr sz="1050">
                <a:solidFill>
                  <a:srgbClr val="FFFFFF"/>
                </a:solidFill>
                <a:latin typeface="Calibri"/>
                <a:ea typeface="Calibri"/>
                <a:cs typeface="Calibri"/>
                <a:sym typeface="Calibri"/>
              </a:defRPr>
            </a:lvl9pPr>
          </a:lstStyle>
          <a:p>
            <a:pPr marL="38100" lvl="0" indent="0" algn="r" rtl="0">
              <a:spcBef>
                <a:spcPts val="0"/>
              </a:spcBef>
              <a:spcAft>
                <a:spcPts val="0"/>
              </a:spcAft>
              <a:buNone/>
            </a:pPr>
            <a:fld id="{00000000-1234-1234-1234-123412341234}" type="slidenum">
              <a:rPr lang="en-US"/>
              <a:t>‹#›</a:t>
            </a:fld>
            <a:endParaRPr/>
          </a:p>
        </p:txBody>
      </p:sp>
      <p:cxnSp>
        <p:nvCxnSpPr>
          <p:cNvPr id="106" name="Google Shape;106;p46"/>
          <p:cNvCxnSpPr/>
          <p:nvPr/>
        </p:nvCxnSpPr>
        <p:spPr>
          <a:xfrm>
            <a:off x="895149" y="1737845"/>
            <a:ext cx="747522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8"/>
        <p:cNvGrpSpPr/>
        <p:nvPr/>
      </p:nvGrpSpPr>
      <p:grpSpPr>
        <a:xfrm>
          <a:off x="0" y="0"/>
          <a:ext cx="0" cy="0"/>
          <a:chOff x="0" y="0"/>
          <a:chExt cx="0" cy="0"/>
        </a:xfrm>
      </p:grpSpPr>
      <p:sp>
        <p:nvSpPr>
          <p:cNvPr id="179" name="Google Shape;179;p49"/>
          <p:cNvSpPr/>
          <p:nvPr/>
        </p:nvSpPr>
        <p:spPr>
          <a:xfrm>
            <a:off x="114300" y="733043"/>
            <a:ext cx="8912860" cy="58419"/>
          </a:xfrm>
          <a:custGeom>
            <a:avLst/>
            <a:gdLst/>
            <a:ahLst/>
            <a:cxnLst/>
            <a:rect l="l" t="t" r="r" b="b"/>
            <a:pathLst>
              <a:path w="8912860" h="58420" extrusionOk="0">
                <a:moveTo>
                  <a:pt x="8912352" y="23114"/>
                </a:moveTo>
                <a:lnTo>
                  <a:pt x="0" y="23114"/>
                </a:lnTo>
                <a:lnTo>
                  <a:pt x="0" y="57912"/>
                </a:lnTo>
                <a:lnTo>
                  <a:pt x="8912352" y="57912"/>
                </a:lnTo>
                <a:lnTo>
                  <a:pt x="8912352" y="23114"/>
                </a:lnTo>
                <a:close/>
              </a:path>
              <a:path w="8912860" h="58420" extrusionOk="0">
                <a:moveTo>
                  <a:pt x="8912352" y="0"/>
                </a:moveTo>
                <a:lnTo>
                  <a:pt x="0" y="0"/>
                </a:lnTo>
                <a:lnTo>
                  <a:pt x="0" y="11557"/>
                </a:lnTo>
                <a:lnTo>
                  <a:pt x="8912352" y="11557"/>
                </a:lnTo>
                <a:lnTo>
                  <a:pt x="8912352"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0" name="Google Shape;180;p49"/>
          <p:cNvSpPr/>
          <p:nvPr/>
        </p:nvSpPr>
        <p:spPr>
          <a:xfrm>
            <a:off x="114300" y="237743"/>
            <a:ext cx="8915400" cy="6297295"/>
          </a:xfrm>
          <a:custGeom>
            <a:avLst/>
            <a:gdLst/>
            <a:ahLst/>
            <a:cxnLst/>
            <a:rect l="l" t="t" r="r" b="b"/>
            <a:pathLst>
              <a:path w="8915400" h="6297295" extrusionOk="0">
                <a:moveTo>
                  <a:pt x="0" y="6297168"/>
                </a:moveTo>
                <a:lnTo>
                  <a:pt x="8915400" y="6297168"/>
                </a:lnTo>
                <a:lnTo>
                  <a:pt x="8915400" y="0"/>
                </a:lnTo>
                <a:lnTo>
                  <a:pt x="0" y="0"/>
                </a:lnTo>
                <a:lnTo>
                  <a:pt x="0" y="6297168"/>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1" name="Google Shape;181;p49"/>
          <p:cNvSpPr txBox="1">
            <a:spLocks noGrp="1"/>
          </p:cNvSpPr>
          <p:nvPr>
            <p:ph type="title"/>
          </p:nvPr>
        </p:nvSpPr>
        <p:spPr>
          <a:xfrm>
            <a:off x="370738" y="265557"/>
            <a:ext cx="8402523" cy="391159"/>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2400" b="1" i="0" u="none" strike="noStrike" cap="none">
                <a:solidFill>
                  <a:srgbClr val="00801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2" name="Google Shape;182;p49"/>
          <p:cNvSpPr txBox="1">
            <a:spLocks noGrp="1"/>
          </p:cNvSpPr>
          <p:nvPr>
            <p:ph type="body" idx="1"/>
          </p:nvPr>
        </p:nvSpPr>
        <p:spPr>
          <a:xfrm>
            <a:off x="318566" y="1262253"/>
            <a:ext cx="8506866" cy="446468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400" b="0" i="0" u="none" strike="noStrike" cap="none">
                <a:solidFill>
                  <a:srgbClr val="00801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83" name="Google Shape;183;p49"/>
          <p:cNvSpPr txBox="1">
            <a:spLocks noGrp="1"/>
          </p:cNvSpPr>
          <p:nvPr>
            <p:ph type="ftr" idx="11"/>
          </p:nvPr>
        </p:nvSpPr>
        <p:spPr>
          <a:xfrm>
            <a:off x="114401" y="6590918"/>
            <a:ext cx="2547620" cy="22479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400" b="1" i="1">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4" name="Google Shape;184;p49"/>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5" name="Google Shape;185;p49"/>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lvl1pPr marL="38100" marR="0" lvl="0" indent="0" algn="l" rtl="0">
              <a:lnSpc>
                <a:spcPct val="117857"/>
              </a:lnSpc>
              <a:spcBef>
                <a:spcPts val="0"/>
              </a:spcBef>
              <a:buNone/>
              <a:defRPr sz="1400" b="1" i="0">
                <a:solidFill>
                  <a:schemeClr val="dk1"/>
                </a:solidFill>
                <a:latin typeface="Arial"/>
                <a:ea typeface="Arial"/>
                <a:cs typeface="Arial"/>
                <a:sym typeface="Arial"/>
              </a:defRPr>
            </a:lvl1pPr>
            <a:lvl2pPr marL="38100" marR="0" lvl="1" indent="0" algn="l" rtl="0">
              <a:lnSpc>
                <a:spcPct val="117857"/>
              </a:lnSpc>
              <a:spcBef>
                <a:spcPts val="0"/>
              </a:spcBef>
              <a:buNone/>
              <a:defRPr sz="1400" b="1" i="0">
                <a:solidFill>
                  <a:schemeClr val="dk1"/>
                </a:solidFill>
                <a:latin typeface="Arial"/>
                <a:ea typeface="Arial"/>
                <a:cs typeface="Arial"/>
                <a:sym typeface="Arial"/>
              </a:defRPr>
            </a:lvl2pPr>
            <a:lvl3pPr marL="38100" marR="0" lvl="2" indent="0" algn="l" rtl="0">
              <a:lnSpc>
                <a:spcPct val="117857"/>
              </a:lnSpc>
              <a:spcBef>
                <a:spcPts val="0"/>
              </a:spcBef>
              <a:buNone/>
              <a:defRPr sz="1400" b="1" i="0">
                <a:solidFill>
                  <a:schemeClr val="dk1"/>
                </a:solidFill>
                <a:latin typeface="Arial"/>
                <a:ea typeface="Arial"/>
                <a:cs typeface="Arial"/>
                <a:sym typeface="Arial"/>
              </a:defRPr>
            </a:lvl3pPr>
            <a:lvl4pPr marL="38100" marR="0" lvl="3" indent="0" algn="l" rtl="0">
              <a:lnSpc>
                <a:spcPct val="117857"/>
              </a:lnSpc>
              <a:spcBef>
                <a:spcPts val="0"/>
              </a:spcBef>
              <a:buNone/>
              <a:defRPr sz="1400" b="1" i="0">
                <a:solidFill>
                  <a:schemeClr val="dk1"/>
                </a:solidFill>
                <a:latin typeface="Arial"/>
                <a:ea typeface="Arial"/>
                <a:cs typeface="Arial"/>
                <a:sym typeface="Arial"/>
              </a:defRPr>
            </a:lvl4pPr>
            <a:lvl5pPr marL="38100" marR="0" lvl="4" indent="0" algn="l" rtl="0">
              <a:lnSpc>
                <a:spcPct val="117857"/>
              </a:lnSpc>
              <a:spcBef>
                <a:spcPts val="0"/>
              </a:spcBef>
              <a:buNone/>
              <a:defRPr sz="1400" b="1" i="0">
                <a:solidFill>
                  <a:schemeClr val="dk1"/>
                </a:solidFill>
                <a:latin typeface="Arial"/>
                <a:ea typeface="Arial"/>
                <a:cs typeface="Arial"/>
                <a:sym typeface="Arial"/>
              </a:defRPr>
            </a:lvl5pPr>
            <a:lvl6pPr marL="38100" marR="0" lvl="5" indent="0" algn="l" rtl="0">
              <a:lnSpc>
                <a:spcPct val="117857"/>
              </a:lnSpc>
              <a:spcBef>
                <a:spcPts val="0"/>
              </a:spcBef>
              <a:buNone/>
              <a:defRPr sz="1400" b="1" i="0">
                <a:solidFill>
                  <a:schemeClr val="dk1"/>
                </a:solidFill>
                <a:latin typeface="Arial"/>
                <a:ea typeface="Arial"/>
                <a:cs typeface="Arial"/>
                <a:sym typeface="Arial"/>
              </a:defRPr>
            </a:lvl6pPr>
            <a:lvl7pPr marL="38100" marR="0" lvl="6" indent="0" algn="l" rtl="0">
              <a:lnSpc>
                <a:spcPct val="117857"/>
              </a:lnSpc>
              <a:spcBef>
                <a:spcPts val="0"/>
              </a:spcBef>
              <a:buNone/>
              <a:defRPr sz="1400" b="1" i="0">
                <a:solidFill>
                  <a:schemeClr val="dk1"/>
                </a:solidFill>
                <a:latin typeface="Arial"/>
                <a:ea typeface="Arial"/>
                <a:cs typeface="Arial"/>
                <a:sym typeface="Arial"/>
              </a:defRPr>
            </a:lvl7pPr>
            <a:lvl8pPr marL="38100" marR="0" lvl="7" indent="0" algn="l" rtl="0">
              <a:lnSpc>
                <a:spcPct val="117857"/>
              </a:lnSpc>
              <a:spcBef>
                <a:spcPts val="0"/>
              </a:spcBef>
              <a:buNone/>
              <a:defRPr sz="1400" b="1" i="0">
                <a:solidFill>
                  <a:schemeClr val="dk1"/>
                </a:solidFill>
                <a:latin typeface="Arial"/>
                <a:ea typeface="Arial"/>
                <a:cs typeface="Arial"/>
                <a:sym typeface="Arial"/>
              </a:defRPr>
            </a:lvl8pPr>
            <a:lvl9pPr marL="38100" marR="0" lvl="8" indent="0" algn="l" rtl="0">
              <a:lnSpc>
                <a:spcPct val="117857"/>
              </a:lnSpc>
              <a:spcBef>
                <a:spcPts val="0"/>
              </a:spcBef>
              <a:buNone/>
              <a:defRPr sz="1400" b="1" i="0">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4"/>
        <p:cNvGrpSpPr/>
        <p:nvPr/>
      </p:nvGrpSpPr>
      <p:grpSpPr>
        <a:xfrm>
          <a:off x="0" y="0"/>
          <a:ext cx="0" cy="0"/>
          <a:chOff x="0" y="0"/>
          <a:chExt cx="0" cy="0"/>
        </a:xfrm>
      </p:grpSpPr>
      <p:sp>
        <p:nvSpPr>
          <p:cNvPr id="215" name="Google Shape;215;p52"/>
          <p:cNvSpPr/>
          <p:nvPr/>
        </p:nvSpPr>
        <p:spPr>
          <a:xfrm>
            <a:off x="114300" y="733043"/>
            <a:ext cx="8912860" cy="58419"/>
          </a:xfrm>
          <a:custGeom>
            <a:avLst/>
            <a:gdLst/>
            <a:ahLst/>
            <a:cxnLst/>
            <a:rect l="l" t="t" r="r" b="b"/>
            <a:pathLst>
              <a:path w="8912860" h="58420" extrusionOk="0">
                <a:moveTo>
                  <a:pt x="8912352" y="23114"/>
                </a:moveTo>
                <a:lnTo>
                  <a:pt x="0" y="23114"/>
                </a:lnTo>
                <a:lnTo>
                  <a:pt x="0" y="57912"/>
                </a:lnTo>
                <a:lnTo>
                  <a:pt x="8912352" y="57912"/>
                </a:lnTo>
                <a:lnTo>
                  <a:pt x="8912352" y="23114"/>
                </a:lnTo>
                <a:close/>
              </a:path>
              <a:path w="8912860" h="58420" extrusionOk="0">
                <a:moveTo>
                  <a:pt x="8912352" y="0"/>
                </a:moveTo>
                <a:lnTo>
                  <a:pt x="0" y="0"/>
                </a:lnTo>
                <a:lnTo>
                  <a:pt x="0" y="11557"/>
                </a:lnTo>
                <a:lnTo>
                  <a:pt x="8912352" y="11557"/>
                </a:lnTo>
                <a:lnTo>
                  <a:pt x="8912352"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6" name="Google Shape;216;p52"/>
          <p:cNvSpPr/>
          <p:nvPr/>
        </p:nvSpPr>
        <p:spPr>
          <a:xfrm>
            <a:off x="114300" y="237743"/>
            <a:ext cx="8915400" cy="6297295"/>
          </a:xfrm>
          <a:custGeom>
            <a:avLst/>
            <a:gdLst/>
            <a:ahLst/>
            <a:cxnLst/>
            <a:rect l="l" t="t" r="r" b="b"/>
            <a:pathLst>
              <a:path w="8915400" h="6297295" extrusionOk="0">
                <a:moveTo>
                  <a:pt x="0" y="6297168"/>
                </a:moveTo>
                <a:lnTo>
                  <a:pt x="8915400" y="6297168"/>
                </a:lnTo>
                <a:lnTo>
                  <a:pt x="8915400" y="0"/>
                </a:lnTo>
                <a:lnTo>
                  <a:pt x="0" y="0"/>
                </a:lnTo>
                <a:lnTo>
                  <a:pt x="0" y="6297168"/>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7" name="Google Shape;217;p52"/>
          <p:cNvSpPr txBox="1">
            <a:spLocks noGrp="1"/>
          </p:cNvSpPr>
          <p:nvPr>
            <p:ph type="title"/>
          </p:nvPr>
        </p:nvSpPr>
        <p:spPr>
          <a:xfrm>
            <a:off x="2596133" y="265557"/>
            <a:ext cx="3951732" cy="391159"/>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2400" b="1" i="0" u="none" strike="noStrike" cap="none">
                <a:solidFill>
                  <a:srgbClr val="00801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8" name="Google Shape;218;p52"/>
          <p:cNvSpPr txBox="1">
            <a:spLocks noGrp="1"/>
          </p:cNvSpPr>
          <p:nvPr>
            <p:ph type="body" idx="1"/>
          </p:nvPr>
        </p:nvSpPr>
        <p:spPr>
          <a:xfrm>
            <a:off x="225374" y="1248410"/>
            <a:ext cx="4241800" cy="356552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219" name="Google Shape;219;p52"/>
          <p:cNvSpPr txBox="1">
            <a:spLocks noGrp="1"/>
          </p:cNvSpPr>
          <p:nvPr>
            <p:ph type="ftr" idx="11"/>
          </p:nvPr>
        </p:nvSpPr>
        <p:spPr>
          <a:xfrm>
            <a:off x="114401" y="6590918"/>
            <a:ext cx="2547620" cy="22479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400" b="1" i="1">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0" name="Google Shape;220;p52"/>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1" name="Google Shape;221;p52"/>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lvl1pPr marL="38100" marR="0" lvl="0" indent="0" algn="l" rtl="0">
              <a:lnSpc>
                <a:spcPct val="117857"/>
              </a:lnSpc>
              <a:spcBef>
                <a:spcPts val="0"/>
              </a:spcBef>
              <a:buNone/>
              <a:defRPr sz="1400" b="1" i="0">
                <a:solidFill>
                  <a:schemeClr val="dk1"/>
                </a:solidFill>
                <a:latin typeface="Arial"/>
                <a:ea typeface="Arial"/>
                <a:cs typeface="Arial"/>
                <a:sym typeface="Arial"/>
              </a:defRPr>
            </a:lvl1pPr>
            <a:lvl2pPr marL="38100" marR="0" lvl="1" indent="0" algn="l" rtl="0">
              <a:lnSpc>
                <a:spcPct val="117857"/>
              </a:lnSpc>
              <a:spcBef>
                <a:spcPts val="0"/>
              </a:spcBef>
              <a:buNone/>
              <a:defRPr sz="1400" b="1" i="0">
                <a:solidFill>
                  <a:schemeClr val="dk1"/>
                </a:solidFill>
                <a:latin typeface="Arial"/>
                <a:ea typeface="Arial"/>
                <a:cs typeface="Arial"/>
                <a:sym typeface="Arial"/>
              </a:defRPr>
            </a:lvl2pPr>
            <a:lvl3pPr marL="38100" marR="0" lvl="2" indent="0" algn="l" rtl="0">
              <a:lnSpc>
                <a:spcPct val="117857"/>
              </a:lnSpc>
              <a:spcBef>
                <a:spcPts val="0"/>
              </a:spcBef>
              <a:buNone/>
              <a:defRPr sz="1400" b="1" i="0">
                <a:solidFill>
                  <a:schemeClr val="dk1"/>
                </a:solidFill>
                <a:latin typeface="Arial"/>
                <a:ea typeface="Arial"/>
                <a:cs typeface="Arial"/>
                <a:sym typeface="Arial"/>
              </a:defRPr>
            </a:lvl3pPr>
            <a:lvl4pPr marL="38100" marR="0" lvl="3" indent="0" algn="l" rtl="0">
              <a:lnSpc>
                <a:spcPct val="117857"/>
              </a:lnSpc>
              <a:spcBef>
                <a:spcPts val="0"/>
              </a:spcBef>
              <a:buNone/>
              <a:defRPr sz="1400" b="1" i="0">
                <a:solidFill>
                  <a:schemeClr val="dk1"/>
                </a:solidFill>
                <a:latin typeface="Arial"/>
                <a:ea typeface="Arial"/>
                <a:cs typeface="Arial"/>
                <a:sym typeface="Arial"/>
              </a:defRPr>
            </a:lvl4pPr>
            <a:lvl5pPr marL="38100" marR="0" lvl="4" indent="0" algn="l" rtl="0">
              <a:lnSpc>
                <a:spcPct val="117857"/>
              </a:lnSpc>
              <a:spcBef>
                <a:spcPts val="0"/>
              </a:spcBef>
              <a:buNone/>
              <a:defRPr sz="1400" b="1" i="0">
                <a:solidFill>
                  <a:schemeClr val="dk1"/>
                </a:solidFill>
                <a:latin typeface="Arial"/>
                <a:ea typeface="Arial"/>
                <a:cs typeface="Arial"/>
                <a:sym typeface="Arial"/>
              </a:defRPr>
            </a:lvl5pPr>
            <a:lvl6pPr marL="38100" marR="0" lvl="5" indent="0" algn="l" rtl="0">
              <a:lnSpc>
                <a:spcPct val="117857"/>
              </a:lnSpc>
              <a:spcBef>
                <a:spcPts val="0"/>
              </a:spcBef>
              <a:buNone/>
              <a:defRPr sz="1400" b="1" i="0">
                <a:solidFill>
                  <a:schemeClr val="dk1"/>
                </a:solidFill>
                <a:latin typeface="Arial"/>
                <a:ea typeface="Arial"/>
                <a:cs typeface="Arial"/>
                <a:sym typeface="Arial"/>
              </a:defRPr>
            </a:lvl6pPr>
            <a:lvl7pPr marL="38100" marR="0" lvl="6" indent="0" algn="l" rtl="0">
              <a:lnSpc>
                <a:spcPct val="117857"/>
              </a:lnSpc>
              <a:spcBef>
                <a:spcPts val="0"/>
              </a:spcBef>
              <a:buNone/>
              <a:defRPr sz="1400" b="1" i="0">
                <a:solidFill>
                  <a:schemeClr val="dk1"/>
                </a:solidFill>
                <a:latin typeface="Arial"/>
                <a:ea typeface="Arial"/>
                <a:cs typeface="Arial"/>
                <a:sym typeface="Arial"/>
              </a:defRPr>
            </a:lvl7pPr>
            <a:lvl8pPr marL="38100" marR="0" lvl="7" indent="0" algn="l" rtl="0">
              <a:lnSpc>
                <a:spcPct val="117857"/>
              </a:lnSpc>
              <a:spcBef>
                <a:spcPts val="0"/>
              </a:spcBef>
              <a:buNone/>
              <a:defRPr sz="1400" b="1" i="0">
                <a:solidFill>
                  <a:schemeClr val="dk1"/>
                </a:solidFill>
                <a:latin typeface="Arial"/>
                <a:ea typeface="Arial"/>
                <a:cs typeface="Arial"/>
                <a:sym typeface="Arial"/>
              </a:defRPr>
            </a:lvl8pPr>
            <a:lvl9pPr marL="38100" marR="0" lvl="8" indent="0" algn="l" rtl="0">
              <a:lnSpc>
                <a:spcPct val="117857"/>
              </a:lnSpc>
              <a:spcBef>
                <a:spcPts val="0"/>
              </a:spcBef>
              <a:buNone/>
              <a:defRPr sz="1400" b="1" i="0">
                <a:solidFill>
                  <a:schemeClr val="dk1"/>
                </a:solidFill>
                <a:latin typeface="Arial"/>
                <a:ea typeface="Arial"/>
                <a:cs typeface="Arial"/>
                <a:sym typeface="Arial"/>
              </a:defRPr>
            </a:lvl9pPr>
          </a:lstStyle>
          <a:p>
            <a:pPr marL="3810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
          <p:cNvSpPr txBox="1"/>
          <p:nvPr/>
        </p:nvSpPr>
        <p:spPr>
          <a:xfrm>
            <a:off x="1238326" y="5810192"/>
            <a:ext cx="6475095" cy="153888"/>
          </a:xfrm>
          <a:prstGeom prst="rect">
            <a:avLst/>
          </a:prstGeom>
          <a:noFill/>
          <a:ln>
            <a:noFill/>
          </a:ln>
        </p:spPr>
        <p:txBody>
          <a:bodyPr spcFirstLastPara="1" wrap="square" lIns="0" tIns="0" rIns="0" bIns="0" anchor="t" anchorCtr="0">
            <a:spAutoFit/>
          </a:bodyPr>
          <a:lstStyle/>
          <a:p>
            <a:pPr marL="0" marR="0" lvl="0" indent="0" algn="l" rtl="0">
              <a:lnSpc>
                <a:spcPct val="73841"/>
              </a:lnSpc>
              <a:spcBef>
                <a:spcPts val="0"/>
              </a:spcBef>
              <a:spcAft>
                <a:spcPts val="0"/>
              </a:spcAft>
              <a:buNone/>
            </a:pPr>
            <a:r>
              <a:rPr lang="en-US" sz="1050" b="1" i="1">
                <a:solidFill>
                  <a:srgbClr val="000000"/>
                </a:solidFill>
                <a:latin typeface="Arial"/>
                <a:ea typeface="Arial"/>
                <a:cs typeface="Arial"/>
                <a:sym typeface="Arial"/>
              </a:rPr>
              <a:t>CS324 Computer Architecture	</a:t>
            </a:r>
            <a:r>
              <a:rPr lang="en-US" sz="1575" b="1" baseline="-25000">
                <a:solidFill>
                  <a:srgbClr val="000000"/>
                </a:solidFill>
                <a:latin typeface="Arial"/>
                <a:ea typeface="Arial"/>
                <a:cs typeface="Arial"/>
                <a:sym typeface="Arial"/>
              </a:rPr>
              <a:t>1</a:t>
            </a:r>
            <a:endParaRPr sz="1575" baseline="-25000">
              <a:solidFill>
                <a:srgbClr val="000000"/>
              </a:solidFill>
              <a:latin typeface="Arial"/>
              <a:ea typeface="Arial"/>
              <a:cs typeface="Arial"/>
              <a:sym typeface="Arial"/>
            </a:endParaRPr>
          </a:p>
        </p:txBody>
      </p:sp>
      <p:grpSp>
        <p:nvGrpSpPr>
          <p:cNvPr id="255" name="Google Shape;255;p1"/>
          <p:cNvGrpSpPr/>
          <p:nvPr/>
        </p:nvGrpSpPr>
        <p:grpSpPr>
          <a:xfrm>
            <a:off x="536028" y="688356"/>
            <a:ext cx="7379001" cy="5069999"/>
            <a:chOff x="114300" y="237743"/>
            <a:chExt cx="8915400" cy="6297295"/>
          </a:xfrm>
        </p:grpSpPr>
        <p:sp>
          <p:nvSpPr>
            <p:cNvPr id="256" name="Google Shape;256;p1"/>
            <p:cNvSpPr/>
            <p:nvPr/>
          </p:nvSpPr>
          <p:spPr>
            <a:xfrm>
              <a:off x="114300" y="733424"/>
              <a:ext cx="8912860" cy="57150"/>
            </a:xfrm>
            <a:custGeom>
              <a:avLst/>
              <a:gdLst/>
              <a:ahLst/>
              <a:cxnLst/>
              <a:rect l="l" t="t" r="r" b="b"/>
              <a:pathLst>
                <a:path w="8912860" h="57150" extrusionOk="0">
                  <a:moveTo>
                    <a:pt x="8912352" y="22860"/>
                  </a:moveTo>
                  <a:lnTo>
                    <a:pt x="0" y="22860"/>
                  </a:lnTo>
                  <a:lnTo>
                    <a:pt x="0" y="57150"/>
                  </a:lnTo>
                  <a:lnTo>
                    <a:pt x="8912352" y="57150"/>
                  </a:lnTo>
                  <a:lnTo>
                    <a:pt x="8912352" y="22860"/>
                  </a:lnTo>
                  <a:close/>
                </a:path>
                <a:path w="8912860" h="57150" extrusionOk="0">
                  <a:moveTo>
                    <a:pt x="8912352" y="0"/>
                  </a:moveTo>
                  <a:lnTo>
                    <a:pt x="0" y="0"/>
                  </a:lnTo>
                  <a:lnTo>
                    <a:pt x="0" y="11430"/>
                  </a:lnTo>
                  <a:lnTo>
                    <a:pt x="8912352" y="11430"/>
                  </a:lnTo>
                  <a:lnTo>
                    <a:pt x="8912352" y="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350">
                <a:solidFill>
                  <a:srgbClr val="000000"/>
                </a:solidFill>
                <a:latin typeface="Calibri"/>
                <a:ea typeface="Calibri"/>
                <a:cs typeface="Calibri"/>
                <a:sym typeface="Calibri"/>
              </a:endParaRPr>
            </a:p>
          </p:txBody>
        </p:sp>
        <p:sp>
          <p:nvSpPr>
            <p:cNvPr id="257" name="Google Shape;257;p1"/>
            <p:cNvSpPr/>
            <p:nvPr/>
          </p:nvSpPr>
          <p:spPr>
            <a:xfrm>
              <a:off x="114300" y="237743"/>
              <a:ext cx="8915400" cy="6297295"/>
            </a:xfrm>
            <a:custGeom>
              <a:avLst/>
              <a:gdLst/>
              <a:ahLst/>
              <a:cxnLst/>
              <a:rect l="l" t="t" r="r" b="b"/>
              <a:pathLst>
                <a:path w="8915400" h="6297295" extrusionOk="0">
                  <a:moveTo>
                    <a:pt x="0" y="6297168"/>
                  </a:moveTo>
                  <a:lnTo>
                    <a:pt x="8915400" y="6297168"/>
                  </a:lnTo>
                  <a:lnTo>
                    <a:pt x="8915400" y="0"/>
                  </a:lnTo>
                  <a:lnTo>
                    <a:pt x="0" y="0"/>
                  </a:lnTo>
                  <a:lnTo>
                    <a:pt x="0" y="6297168"/>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350">
                <a:solidFill>
                  <a:srgbClr val="000000"/>
                </a:solidFill>
                <a:latin typeface="Calibri"/>
                <a:ea typeface="Calibri"/>
                <a:cs typeface="Calibri"/>
                <a:sym typeface="Calibri"/>
              </a:endParaRPr>
            </a:p>
          </p:txBody>
        </p:sp>
      </p:grpSp>
      <p:sp>
        <p:nvSpPr>
          <p:cNvPr id="258" name="Google Shape;258;p1"/>
          <p:cNvSpPr txBox="1">
            <a:spLocks noGrp="1"/>
          </p:cNvSpPr>
          <p:nvPr>
            <p:ph type="title"/>
          </p:nvPr>
        </p:nvSpPr>
        <p:spPr>
          <a:xfrm>
            <a:off x="1717965" y="1886455"/>
            <a:ext cx="5010150" cy="425116"/>
          </a:xfrm>
          <a:prstGeom prst="rect">
            <a:avLst/>
          </a:prstGeom>
          <a:noFill/>
          <a:ln>
            <a:noFill/>
          </a:ln>
        </p:spPr>
        <p:txBody>
          <a:bodyPr spcFirstLastPara="1" wrap="square" lIns="0" tIns="9525" rIns="0" bIns="0" anchor="b" anchorCtr="0">
            <a:spAutoFit/>
          </a:bodyPr>
          <a:lstStyle/>
          <a:p>
            <a:pPr marL="9525" lvl="0" indent="0" algn="l" rtl="0">
              <a:lnSpc>
                <a:spcPct val="100000"/>
              </a:lnSpc>
              <a:spcBef>
                <a:spcPts val="0"/>
              </a:spcBef>
              <a:spcAft>
                <a:spcPts val="0"/>
              </a:spcAft>
              <a:buClr>
                <a:srgbClr val="3F3F3F"/>
              </a:buClr>
              <a:buSzPts val="2700"/>
              <a:buFont typeface="Calibri"/>
              <a:buNone/>
            </a:pPr>
            <a:r>
              <a:rPr lang="en-US" sz="2700"/>
              <a:t>CS361: Computer Architecture</a:t>
            </a:r>
            <a:endParaRPr sz="2700"/>
          </a:p>
        </p:txBody>
      </p:sp>
      <p:sp>
        <p:nvSpPr>
          <p:cNvPr id="259" name="Google Shape;259;p1"/>
          <p:cNvSpPr/>
          <p:nvPr/>
        </p:nvSpPr>
        <p:spPr>
          <a:xfrm>
            <a:off x="1176148" y="5813299"/>
            <a:ext cx="6825139" cy="167164"/>
          </a:xfrm>
          <a:custGeom>
            <a:avLst/>
            <a:gdLst/>
            <a:ahLst/>
            <a:cxnLst/>
            <a:rect l="l" t="t" r="r" b="b"/>
            <a:pathLst>
              <a:path w="9100185" h="222884" extrusionOk="0">
                <a:moveTo>
                  <a:pt x="9099804" y="0"/>
                </a:moveTo>
                <a:lnTo>
                  <a:pt x="0" y="0"/>
                </a:lnTo>
                <a:lnTo>
                  <a:pt x="0" y="222503"/>
                </a:lnTo>
                <a:lnTo>
                  <a:pt x="9099804" y="222503"/>
                </a:lnTo>
                <a:lnTo>
                  <a:pt x="9099804"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350">
              <a:solidFill>
                <a:srgbClr val="000000"/>
              </a:solidFill>
              <a:latin typeface="Calibri"/>
              <a:ea typeface="Calibri"/>
              <a:cs typeface="Calibri"/>
              <a:sym typeface="Calibri"/>
            </a:endParaRPr>
          </a:p>
        </p:txBody>
      </p:sp>
      <p:pic>
        <p:nvPicPr>
          <p:cNvPr id="260" name="Google Shape;260;p1" descr="Page 98 – Ghulam Ishaq Khan Institute of Engineering ..."/>
          <p:cNvPicPr preferRelativeResize="0"/>
          <p:nvPr/>
        </p:nvPicPr>
        <p:blipFill rotWithShape="1">
          <a:blip r:embed="rId3">
            <a:alphaModFix/>
          </a:blip>
          <a:srcRect/>
          <a:stretch/>
        </p:blipFill>
        <p:spPr>
          <a:xfrm>
            <a:off x="6968526" y="2455473"/>
            <a:ext cx="2057400" cy="2057400"/>
          </a:xfrm>
          <a:prstGeom prst="rect">
            <a:avLst/>
          </a:prstGeom>
          <a:noFill/>
          <a:ln>
            <a:noFill/>
          </a:ln>
        </p:spPr>
      </p:pic>
      <p:sp>
        <p:nvSpPr>
          <p:cNvPr id="261" name="Google Shape;261;p1"/>
          <p:cNvSpPr txBox="1"/>
          <p:nvPr/>
        </p:nvSpPr>
        <p:spPr>
          <a:xfrm>
            <a:off x="810471" y="4476783"/>
            <a:ext cx="6825138" cy="936154"/>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None/>
            </a:pPr>
            <a:endParaRPr sz="18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400" b="1">
                <a:solidFill>
                  <a:srgbClr val="008011"/>
                </a:solidFill>
                <a:latin typeface="Arial"/>
                <a:ea typeface="Arial"/>
                <a:cs typeface="Arial"/>
                <a:sym typeface="Arial"/>
              </a:rPr>
              <a:t>Reading Sections</a:t>
            </a:r>
            <a:r>
              <a:rPr lang="en-US" sz="1400">
                <a:solidFill>
                  <a:srgbClr val="008011"/>
                </a:solidFill>
                <a:latin typeface="Arial"/>
                <a:ea typeface="Arial"/>
                <a:cs typeface="Arial"/>
                <a:sym typeface="Arial"/>
              </a:rPr>
              <a:t>: </a:t>
            </a:r>
            <a:r>
              <a:rPr lang="en-US" sz="1400" b="1">
                <a:solidFill>
                  <a:srgbClr val="008011"/>
                </a:solidFill>
                <a:latin typeface="Arial"/>
                <a:ea typeface="Arial"/>
                <a:cs typeface="Arial"/>
                <a:sym typeface="Arial"/>
              </a:rPr>
              <a:t>: </a:t>
            </a:r>
            <a:r>
              <a:rPr lang="en-US" sz="1400">
                <a:solidFill>
                  <a:schemeClr val="dk1"/>
                </a:solidFill>
                <a:latin typeface="Arial"/>
                <a:ea typeface="Arial"/>
                <a:cs typeface="Arial"/>
                <a:sym typeface="Arial"/>
              </a:rPr>
              <a:t>Computer Organization &amp; Design: HW/SW Interface, 5th Edition: Section 5.1</a:t>
            </a:r>
            <a:endParaRPr sz="1400">
              <a:solidFill>
                <a:schemeClr val="dk1"/>
              </a:solidFill>
              <a:latin typeface="Arial"/>
              <a:ea typeface="Arial"/>
              <a:cs typeface="Arial"/>
              <a:sym typeface="Arial"/>
            </a:endParaRPr>
          </a:p>
          <a:p>
            <a:pPr marL="12700" marR="0" lvl="0" indent="0" algn="l" rtl="0">
              <a:lnSpc>
                <a:spcPct val="100000"/>
              </a:lnSpc>
              <a:spcBef>
                <a:spcPts val="0"/>
              </a:spcBef>
              <a:spcAft>
                <a:spcPts val="0"/>
              </a:spcAft>
              <a:buNone/>
            </a:pPr>
            <a:r>
              <a:rPr lang="en-US" sz="1400">
                <a:solidFill>
                  <a:srgbClr val="7E7E7E"/>
                </a:solidFill>
                <a:latin typeface="Arial"/>
                <a:ea typeface="Arial"/>
                <a:cs typeface="Arial"/>
                <a:sym typeface="Arial"/>
              </a:rPr>
              <a:t>Computer Architecture: A Quantitative Approach, Sixth Edition, Section 2.1</a:t>
            </a:r>
            <a:endParaRPr sz="1400">
              <a:solidFill>
                <a:schemeClr val="dk1"/>
              </a:solidFill>
              <a:latin typeface="Arial"/>
              <a:ea typeface="Arial"/>
              <a:cs typeface="Arial"/>
              <a:sym typeface="Arial"/>
            </a:endParaRPr>
          </a:p>
        </p:txBody>
      </p:sp>
      <p:grpSp>
        <p:nvGrpSpPr>
          <p:cNvPr id="262" name="Google Shape;262;p1"/>
          <p:cNvGrpSpPr/>
          <p:nvPr/>
        </p:nvGrpSpPr>
        <p:grpSpPr>
          <a:xfrm>
            <a:off x="909944" y="2410526"/>
            <a:ext cx="5978843" cy="2078280"/>
            <a:chOff x="0" y="45130"/>
            <a:chExt cx="5978843" cy="2078280"/>
          </a:xfrm>
        </p:grpSpPr>
        <p:sp>
          <p:nvSpPr>
            <p:cNvPr id="263" name="Google Shape;263;p1"/>
            <p:cNvSpPr/>
            <p:nvPr/>
          </p:nvSpPr>
          <p:spPr>
            <a:xfrm>
              <a:off x="0" y="384610"/>
              <a:ext cx="5978843" cy="1738800"/>
            </a:xfrm>
            <a:prstGeom prst="rect">
              <a:avLst/>
            </a:prstGeom>
            <a:solidFill>
              <a:schemeClr val="lt1">
                <a:alpha val="89803"/>
              </a:schemeClr>
            </a:solidFill>
            <a:ln w="15875" cap="flat" cmpd="sng">
              <a:solidFill>
                <a:srgbClr val="E3831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
            <p:cNvSpPr txBox="1"/>
            <p:nvPr/>
          </p:nvSpPr>
          <p:spPr>
            <a:xfrm>
              <a:off x="0" y="384610"/>
              <a:ext cx="5978843" cy="1738800"/>
            </a:xfrm>
            <a:prstGeom prst="rect">
              <a:avLst/>
            </a:prstGeom>
            <a:noFill/>
            <a:ln>
              <a:noFill/>
            </a:ln>
          </p:spPr>
          <p:txBody>
            <a:bodyPr spcFirstLastPara="1" wrap="square" lIns="464025" tIns="479025" rIns="464025" bIns="163575" anchor="t" anchorCtr="0">
              <a:noAutofit/>
            </a:bodyPr>
            <a:lstStyle/>
            <a:p>
              <a:pPr marL="228600" marR="0" lvl="1" indent="-228600" algn="l" rtl="0">
                <a:lnSpc>
                  <a:spcPct val="90000"/>
                </a:lnSpc>
                <a:spcBef>
                  <a:spcPts val="0"/>
                </a:spcBef>
                <a:spcAft>
                  <a:spcPts val="0"/>
                </a:spcAft>
                <a:buClr>
                  <a:schemeClr val="dk1"/>
                </a:buClr>
                <a:buSzPts val="2300"/>
                <a:buFont typeface="Calibri"/>
                <a:buChar char="•"/>
              </a:pPr>
              <a:r>
                <a:rPr lang="en-US" sz="2300" b="0" i="0" u="none" strike="noStrike" cap="none">
                  <a:solidFill>
                    <a:schemeClr val="dk1"/>
                  </a:solidFill>
                  <a:latin typeface="Calibri"/>
                  <a:ea typeface="Calibri"/>
                  <a:cs typeface="Calibri"/>
                  <a:sym typeface="Calibri"/>
                </a:rPr>
                <a:t>Principle of Locality</a:t>
              </a:r>
              <a:endParaRPr/>
            </a:p>
            <a:p>
              <a:pPr marL="228600" marR="0" lvl="1" indent="-228600" algn="l" rtl="0">
                <a:lnSpc>
                  <a:spcPct val="90000"/>
                </a:lnSpc>
                <a:spcBef>
                  <a:spcPts val="345"/>
                </a:spcBef>
                <a:spcAft>
                  <a:spcPts val="0"/>
                </a:spcAft>
                <a:buClr>
                  <a:schemeClr val="dk1"/>
                </a:buClr>
                <a:buSzPts val="2300"/>
                <a:buFont typeface="Calibri"/>
                <a:buChar char="•"/>
              </a:pPr>
              <a:r>
                <a:rPr lang="en-US" sz="2300" b="0" i="0" u="none" strike="noStrike" cap="none">
                  <a:solidFill>
                    <a:schemeClr val="dk1"/>
                  </a:solidFill>
                  <a:latin typeface="Calibri"/>
                  <a:ea typeface="Calibri"/>
                  <a:cs typeface="Calibri"/>
                  <a:sym typeface="Calibri"/>
                </a:rPr>
                <a:t>Memory Hierarchy</a:t>
              </a:r>
              <a:endParaRPr/>
            </a:p>
            <a:p>
              <a:pPr marL="457200" marR="0" lvl="2" indent="-228600" algn="l" rtl="0">
                <a:lnSpc>
                  <a:spcPct val="90000"/>
                </a:lnSpc>
                <a:spcBef>
                  <a:spcPts val="345"/>
                </a:spcBef>
                <a:spcAft>
                  <a:spcPts val="0"/>
                </a:spcAft>
                <a:buClr>
                  <a:schemeClr val="dk1"/>
                </a:buClr>
                <a:buSzPts val="2300"/>
                <a:buFont typeface="Calibri"/>
                <a:buNone/>
              </a:pPr>
              <a:r>
                <a:rPr lang="en-US" sz="2300" b="1" i="0" u="none" strike="noStrike" cap="none">
                  <a:solidFill>
                    <a:schemeClr val="dk1"/>
                  </a:solidFill>
                  <a:latin typeface="Calibri"/>
                  <a:ea typeface="Calibri"/>
                  <a:cs typeface="Calibri"/>
                  <a:sym typeface="Calibri"/>
                </a:rPr>
                <a:t>Instrcutor:Waheed Ahmad</a:t>
              </a:r>
              <a:endParaRPr sz="2300" b="0" i="0" u="none" strike="noStrike" cap="none">
                <a:solidFill>
                  <a:schemeClr val="dk1"/>
                </a:solidFill>
                <a:latin typeface="Calibri"/>
                <a:ea typeface="Calibri"/>
                <a:cs typeface="Calibri"/>
                <a:sym typeface="Calibri"/>
              </a:endParaRPr>
            </a:p>
          </p:txBody>
        </p:sp>
        <p:sp>
          <p:nvSpPr>
            <p:cNvPr id="265" name="Google Shape;265;p1"/>
            <p:cNvSpPr/>
            <p:nvPr/>
          </p:nvSpPr>
          <p:spPr>
            <a:xfrm>
              <a:off x="298942" y="45130"/>
              <a:ext cx="4185190" cy="678960"/>
            </a:xfrm>
            <a:prstGeom prst="roundRect">
              <a:avLst>
                <a:gd name="adj" fmla="val 16667"/>
              </a:avLst>
            </a:prstGeom>
            <a:solidFill>
              <a:srgbClr val="E38310"/>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
            <p:cNvSpPr txBox="1"/>
            <p:nvPr/>
          </p:nvSpPr>
          <p:spPr>
            <a:xfrm>
              <a:off x="332086" y="78274"/>
              <a:ext cx="4118902" cy="612672"/>
            </a:xfrm>
            <a:prstGeom prst="rect">
              <a:avLst/>
            </a:prstGeom>
            <a:noFill/>
            <a:ln>
              <a:noFill/>
            </a:ln>
          </p:spPr>
          <p:txBody>
            <a:bodyPr spcFirstLastPara="1" wrap="square" lIns="158175" tIns="0" rIns="158175" bIns="0" anchor="ctr" anchorCtr="0">
              <a:noAutofit/>
            </a:bodyPr>
            <a:lstStyle/>
            <a:p>
              <a:pPr marL="0" marR="0" lvl="0" indent="0" algn="l" rtl="0">
                <a:lnSpc>
                  <a:spcPct val="90000"/>
                </a:lnSpc>
                <a:spcBef>
                  <a:spcPts val="0"/>
                </a:spcBef>
                <a:spcAft>
                  <a:spcPts val="0"/>
                </a:spcAft>
                <a:buClr>
                  <a:schemeClr val="lt1"/>
                </a:buClr>
                <a:buSzPts val="2300"/>
                <a:buFont typeface="Calibri"/>
                <a:buNone/>
              </a:pPr>
              <a:r>
                <a:rPr lang="en-US" sz="2300" b="1" dirty="0">
                  <a:solidFill>
                    <a:schemeClr val="lt1"/>
                  </a:solidFill>
                  <a:latin typeface="Calibri"/>
                  <a:ea typeface="Calibri"/>
                  <a:cs typeface="Calibri"/>
                  <a:sym typeface="Calibri"/>
                </a:rPr>
                <a:t>Week 6-7: Memory Performance</a:t>
              </a:r>
              <a:endParaRPr sz="2300" dirty="0">
                <a:solidFill>
                  <a:schemeClr val="lt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
          <p:cNvSpPr txBox="1">
            <a:spLocks noGrp="1"/>
          </p:cNvSpPr>
          <p:nvPr>
            <p:ph type="title"/>
          </p:nvPr>
        </p:nvSpPr>
        <p:spPr>
          <a:xfrm>
            <a:off x="822960" y="286604"/>
            <a:ext cx="7543800" cy="1450757"/>
          </a:xfrm>
          <a:prstGeom prst="rect">
            <a:avLst/>
          </a:prstGeom>
          <a:noFill/>
          <a:ln>
            <a:noFill/>
          </a:ln>
        </p:spPr>
        <p:txBody>
          <a:bodyPr spcFirstLastPara="1" wrap="square" lIns="0" tIns="12700" rIns="0" bIns="0" anchor="b" anchorCtr="0">
            <a:spAutoFit/>
          </a:bodyPr>
          <a:lstStyle/>
          <a:p>
            <a:pPr marL="46355" lvl="0" indent="0" algn="l" rtl="0">
              <a:lnSpc>
                <a:spcPct val="100000"/>
              </a:lnSpc>
              <a:spcBef>
                <a:spcPts val="0"/>
              </a:spcBef>
              <a:spcAft>
                <a:spcPts val="0"/>
              </a:spcAft>
              <a:buClr>
                <a:srgbClr val="3F3F3F"/>
              </a:buClr>
              <a:buSzPts val="4800"/>
              <a:buFont typeface="Calibri"/>
              <a:buNone/>
            </a:pPr>
            <a:r>
              <a:rPr lang="en-US"/>
              <a:t>THE MEMORY ANALOGY</a:t>
            </a:r>
            <a:endParaRPr/>
          </a:p>
        </p:txBody>
      </p:sp>
      <p:sp>
        <p:nvSpPr>
          <p:cNvPr id="272" name="Google Shape;272;p2"/>
          <p:cNvSpPr txBox="1">
            <a:spLocks noGrp="1"/>
          </p:cNvSpPr>
          <p:nvPr>
            <p:ph type="sldNum" idx="12"/>
          </p:nvPr>
        </p:nvSpPr>
        <p:spPr>
          <a:xfrm>
            <a:off x="7425344" y="6459786"/>
            <a:ext cx="984019" cy="365125"/>
          </a:xfrm>
          <a:prstGeom prst="rect">
            <a:avLst/>
          </a:prstGeom>
          <a:noFill/>
          <a:ln>
            <a:noFill/>
          </a:ln>
        </p:spPr>
        <p:txBody>
          <a:bodyPr spcFirstLastPara="1" wrap="square" lIns="0" tIns="0" rIns="0" bIns="0" anchor="ctr" anchorCtr="0">
            <a:spAutoFit/>
          </a:bodyPr>
          <a:lstStyle/>
          <a:p>
            <a:pPr marL="38100" lvl="0" indent="0" algn="r" rtl="0">
              <a:lnSpc>
                <a:spcPct val="165000"/>
              </a:lnSpc>
              <a:spcBef>
                <a:spcPts val="0"/>
              </a:spcBef>
              <a:spcAft>
                <a:spcPts val="0"/>
              </a:spcAft>
              <a:buNone/>
            </a:pPr>
            <a:fld id="{00000000-1234-1234-1234-123412341234}" type="slidenum">
              <a:rPr lang="en-US"/>
              <a:t>2</a:t>
            </a:fld>
            <a:endParaRPr/>
          </a:p>
        </p:txBody>
      </p:sp>
      <p:sp>
        <p:nvSpPr>
          <p:cNvPr id="273" name="Google Shape;273;p2"/>
          <p:cNvSpPr txBox="1"/>
          <p:nvPr/>
        </p:nvSpPr>
        <p:spPr>
          <a:xfrm>
            <a:off x="332943" y="2362327"/>
            <a:ext cx="8277225" cy="1911350"/>
          </a:xfrm>
          <a:prstGeom prst="rect">
            <a:avLst/>
          </a:prstGeom>
          <a:noFill/>
          <a:ln>
            <a:noFill/>
          </a:ln>
        </p:spPr>
        <p:txBody>
          <a:bodyPr spcFirstLastPara="1" wrap="square" lIns="0" tIns="53975" rIns="0" bIns="0" anchor="t" anchorCtr="0">
            <a:spAutoFit/>
          </a:bodyPr>
          <a:lstStyle/>
          <a:p>
            <a:pPr marL="299085" marR="960119" lvl="0" indent="-287019" algn="l" rtl="0">
              <a:lnSpc>
                <a:spcPct val="107916"/>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The memory system is a major factor in determining performance.</a:t>
            </a:r>
            <a:endParaRPr sz="2400">
              <a:solidFill>
                <a:schemeClr val="dk1"/>
              </a:solidFill>
              <a:latin typeface="Arial"/>
              <a:ea typeface="Arial"/>
              <a:cs typeface="Arial"/>
              <a:sym typeface="Arial"/>
            </a:endParaRPr>
          </a:p>
          <a:p>
            <a:pPr marL="469900" marR="0" lvl="0" indent="0" algn="l" rtl="0">
              <a:lnSpc>
                <a:spcPct val="100000"/>
              </a:lnSpc>
              <a:spcBef>
                <a:spcPts val="450"/>
              </a:spcBef>
              <a:spcAft>
                <a:spcPts val="0"/>
              </a:spcAft>
              <a:buNone/>
            </a:pPr>
            <a:r>
              <a:rPr lang="en-US" sz="2000">
                <a:solidFill>
                  <a:schemeClr val="dk1"/>
                </a:solidFill>
                <a:latin typeface="Arial"/>
                <a:ea typeface="Arial"/>
                <a:cs typeface="Arial"/>
                <a:sym typeface="Arial"/>
              </a:rPr>
              <a:t>– The library analogy</a:t>
            </a:r>
            <a:endParaRPr sz="2000">
              <a:solidFill>
                <a:schemeClr val="dk1"/>
              </a:solidFill>
              <a:latin typeface="Arial"/>
              <a:ea typeface="Arial"/>
              <a:cs typeface="Arial"/>
              <a:sym typeface="Arial"/>
            </a:endParaRPr>
          </a:p>
          <a:p>
            <a:pPr marL="1155700" marR="5080" lvl="0" indent="-229235" algn="l" rtl="0">
              <a:lnSpc>
                <a:spcPct val="107722"/>
              </a:lnSpc>
              <a:spcBef>
                <a:spcPts val="690"/>
              </a:spcBef>
              <a:spcAft>
                <a:spcPts val="0"/>
              </a:spcAft>
              <a:buNone/>
            </a:pPr>
            <a:r>
              <a:rPr lang="en-US" sz="1800">
                <a:solidFill>
                  <a:schemeClr val="dk1"/>
                </a:solidFill>
                <a:latin typeface="Arial"/>
                <a:ea typeface="Arial"/>
                <a:cs typeface="Arial"/>
                <a:sym typeface="Arial"/>
              </a:rPr>
              <a:t>» Having several books on the desk in front of you saves time compared to having only one book there and constantly having to go back to the shelves to return it and take out another.</a:t>
            </a:r>
            <a:endParaRPr sz="18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
          <p:cNvSpPr txBox="1">
            <a:spLocks noGrp="1"/>
          </p:cNvSpPr>
          <p:nvPr>
            <p:ph type="title"/>
          </p:nvPr>
        </p:nvSpPr>
        <p:spPr>
          <a:xfrm>
            <a:off x="609600" y="0"/>
            <a:ext cx="7543800" cy="1450757"/>
          </a:xfrm>
          <a:prstGeom prst="rect">
            <a:avLst/>
          </a:prstGeom>
          <a:noFill/>
          <a:ln>
            <a:noFill/>
          </a:ln>
        </p:spPr>
        <p:txBody>
          <a:bodyPr spcFirstLastPara="1" wrap="square" lIns="0" tIns="12700" rIns="0" bIns="0" anchor="b" anchorCtr="0">
            <a:spAutoFit/>
          </a:bodyPr>
          <a:lstStyle/>
          <a:p>
            <a:pPr marL="46355" lvl="0" indent="0" algn="l" rtl="0">
              <a:lnSpc>
                <a:spcPct val="100000"/>
              </a:lnSpc>
              <a:spcBef>
                <a:spcPts val="0"/>
              </a:spcBef>
              <a:spcAft>
                <a:spcPts val="0"/>
              </a:spcAft>
              <a:buClr>
                <a:srgbClr val="3F3F3F"/>
              </a:buClr>
              <a:buSzPts val="4800"/>
              <a:buFont typeface="Calibri"/>
              <a:buNone/>
            </a:pPr>
            <a:r>
              <a:rPr lang="en-US"/>
              <a:t>THE MEMORY ANALOGY</a:t>
            </a:r>
            <a:endParaRPr/>
          </a:p>
        </p:txBody>
      </p:sp>
      <p:sp>
        <p:nvSpPr>
          <p:cNvPr id="279" name="Google Shape;279;p3"/>
          <p:cNvSpPr txBox="1">
            <a:spLocks noGrp="1"/>
          </p:cNvSpPr>
          <p:nvPr>
            <p:ph type="sldNum" idx="12"/>
          </p:nvPr>
        </p:nvSpPr>
        <p:spPr>
          <a:xfrm>
            <a:off x="7425344" y="6459786"/>
            <a:ext cx="984019" cy="365125"/>
          </a:xfrm>
          <a:prstGeom prst="rect">
            <a:avLst/>
          </a:prstGeom>
          <a:noFill/>
          <a:ln>
            <a:noFill/>
          </a:ln>
        </p:spPr>
        <p:txBody>
          <a:bodyPr spcFirstLastPara="1" wrap="square" lIns="0" tIns="0" rIns="0" bIns="0" anchor="ctr" anchorCtr="0">
            <a:spAutoFit/>
          </a:bodyPr>
          <a:lstStyle/>
          <a:p>
            <a:pPr marL="38100" lvl="0" indent="0" algn="r" rtl="0">
              <a:lnSpc>
                <a:spcPct val="165000"/>
              </a:lnSpc>
              <a:spcBef>
                <a:spcPts val="0"/>
              </a:spcBef>
              <a:spcAft>
                <a:spcPts val="0"/>
              </a:spcAft>
              <a:buNone/>
            </a:pPr>
            <a:fld id="{00000000-1234-1234-1234-123412341234}" type="slidenum">
              <a:rPr lang="en-US"/>
              <a:t>3</a:t>
            </a:fld>
            <a:endParaRPr/>
          </a:p>
        </p:txBody>
      </p:sp>
      <p:sp>
        <p:nvSpPr>
          <p:cNvPr id="280" name="Google Shape;280;p3"/>
          <p:cNvSpPr txBox="1"/>
          <p:nvPr/>
        </p:nvSpPr>
        <p:spPr>
          <a:xfrm>
            <a:off x="339725" y="1828800"/>
            <a:ext cx="8464550" cy="3736340"/>
          </a:xfrm>
          <a:prstGeom prst="rect">
            <a:avLst/>
          </a:prstGeom>
          <a:noFill/>
          <a:ln>
            <a:noFill/>
          </a:ln>
        </p:spPr>
        <p:txBody>
          <a:bodyPr spcFirstLastPara="1" wrap="square" lIns="0" tIns="53975" rIns="0" bIns="0" anchor="t" anchorCtr="0">
            <a:spAutoFit/>
          </a:bodyPr>
          <a:lstStyle/>
          <a:p>
            <a:pPr marL="299085" marR="176530" lvl="0" indent="-287019" algn="l" rtl="0">
              <a:lnSpc>
                <a:spcPct val="107916"/>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Just as you did not need to access all the books in the library at once, a program does not access all of its code or data at once.</a:t>
            </a:r>
            <a:endParaRPr sz="2400">
              <a:solidFill>
                <a:schemeClr val="dk1"/>
              </a:solidFill>
              <a:latin typeface="Arial"/>
              <a:ea typeface="Arial"/>
              <a:cs typeface="Arial"/>
              <a:sym typeface="Arial"/>
            </a:endParaRPr>
          </a:p>
          <a:p>
            <a:pPr marL="0" marR="0" lvl="0" indent="0" algn="l" rtl="0">
              <a:lnSpc>
                <a:spcPct val="100000"/>
              </a:lnSpc>
              <a:spcBef>
                <a:spcPts val="250"/>
              </a:spcBef>
              <a:spcAft>
                <a:spcPts val="0"/>
              </a:spcAft>
              <a:buClr>
                <a:schemeClr val="dk1"/>
              </a:buClr>
              <a:buSzPts val="2400"/>
              <a:buFont typeface="Arial"/>
              <a:buNone/>
            </a:pPr>
            <a:endParaRPr sz="2400">
              <a:solidFill>
                <a:schemeClr val="dk1"/>
              </a:solidFill>
              <a:latin typeface="Arial"/>
              <a:ea typeface="Arial"/>
              <a:cs typeface="Arial"/>
              <a:sym typeface="Arial"/>
            </a:endParaRPr>
          </a:p>
          <a:p>
            <a:pPr marL="299085" marR="5080" lvl="0" indent="-287019" algn="l" rtl="0">
              <a:lnSpc>
                <a:spcPct val="107916"/>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You have used limited desk space to quickly search material and write the report.</a:t>
            </a:r>
            <a:endParaRPr sz="2400">
              <a:solidFill>
                <a:schemeClr val="dk1"/>
              </a:solidFill>
              <a:latin typeface="Arial"/>
              <a:ea typeface="Arial"/>
              <a:cs typeface="Arial"/>
              <a:sym typeface="Arial"/>
            </a:endParaRPr>
          </a:p>
          <a:p>
            <a:pPr marL="696595" marR="0" lvl="1" indent="-226694" algn="l" rtl="0">
              <a:lnSpc>
                <a:spcPct val="114000"/>
              </a:lnSpc>
              <a:spcBef>
                <a:spcPts val="45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It would be impossible for you to fit all the library books on your desk</a:t>
            </a:r>
            <a:endParaRPr sz="2000" b="0" i="0" u="none" strike="noStrike" cap="none">
              <a:solidFill>
                <a:schemeClr val="dk1"/>
              </a:solidFill>
              <a:latin typeface="Arial"/>
              <a:ea typeface="Arial"/>
              <a:cs typeface="Arial"/>
              <a:sym typeface="Arial"/>
            </a:endParaRPr>
          </a:p>
          <a:p>
            <a:pPr marL="697865" marR="0" lvl="0" indent="0" algn="l" rtl="0">
              <a:lnSpc>
                <a:spcPct val="114000"/>
              </a:lnSpc>
              <a:spcBef>
                <a:spcPts val="0"/>
              </a:spcBef>
              <a:spcAft>
                <a:spcPts val="0"/>
              </a:spcAft>
              <a:buNone/>
            </a:pPr>
            <a:r>
              <a:rPr lang="en-US" sz="2000">
                <a:solidFill>
                  <a:schemeClr val="dk1"/>
                </a:solidFill>
                <a:latin typeface="Arial"/>
                <a:ea typeface="Arial"/>
                <a:cs typeface="Arial"/>
                <a:sym typeface="Arial"/>
              </a:rPr>
              <a:t>and still find what you wanted quickly.</a:t>
            </a:r>
            <a:endParaRPr sz="2000">
              <a:solidFill>
                <a:schemeClr val="dk1"/>
              </a:solidFill>
              <a:latin typeface="Arial"/>
              <a:ea typeface="Arial"/>
              <a:cs typeface="Arial"/>
              <a:sym typeface="Arial"/>
            </a:endParaRPr>
          </a:p>
          <a:p>
            <a:pPr marL="695960" marR="443865" lvl="1" indent="-226694" algn="l" rtl="0">
              <a:lnSpc>
                <a:spcPct val="108000"/>
              </a:lnSpc>
              <a:spcBef>
                <a:spcPts val="755"/>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A computer uses limited (but fast-access) memory to support fast 	processing.</a:t>
            </a:r>
            <a:endParaRPr sz="2000" b="0" i="0" u="none" strike="noStrike" cap="none">
              <a:solidFill>
                <a:schemeClr val="dk1"/>
              </a:solidFill>
              <a:latin typeface="Arial"/>
              <a:ea typeface="Arial"/>
              <a:cs typeface="Arial"/>
              <a:sym typeface="Arial"/>
            </a:endParaRPr>
          </a:p>
          <a:p>
            <a:pPr marL="696595" marR="0" lvl="1" indent="-226694" algn="l" rtl="0">
              <a:lnSpc>
                <a:spcPct val="100000"/>
              </a:lnSpc>
              <a:spcBef>
                <a:spcPts val="445"/>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Compare the library analogy with the “Principle of locality”</a:t>
            </a:r>
            <a:endParaRPr sz="2000" b="0" i="0" u="none" strike="noStrike" cap="non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
          <p:cNvSpPr txBox="1">
            <a:spLocks noGrp="1"/>
          </p:cNvSpPr>
          <p:nvPr>
            <p:ph type="title"/>
          </p:nvPr>
        </p:nvSpPr>
        <p:spPr>
          <a:xfrm>
            <a:off x="822960" y="286604"/>
            <a:ext cx="7543800" cy="1450757"/>
          </a:xfrm>
          <a:prstGeom prst="rect">
            <a:avLst/>
          </a:prstGeom>
          <a:noFill/>
          <a:ln>
            <a:noFill/>
          </a:ln>
        </p:spPr>
        <p:txBody>
          <a:bodyPr spcFirstLastPara="1" wrap="square" lIns="0" tIns="12700" rIns="0" bIns="0" anchor="b" anchorCtr="0">
            <a:spAutoFit/>
          </a:bodyPr>
          <a:lstStyle/>
          <a:p>
            <a:pPr marL="12700" lvl="0" indent="0" algn="l" rtl="0">
              <a:lnSpc>
                <a:spcPct val="100000"/>
              </a:lnSpc>
              <a:spcBef>
                <a:spcPts val="0"/>
              </a:spcBef>
              <a:spcAft>
                <a:spcPts val="0"/>
              </a:spcAft>
              <a:buClr>
                <a:srgbClr val="3F3F3F"/>
              </a:buClr>
              <a:buSzPts val="4800"/>
              <a:buFont typeface="Calibri"/>
              <a:buNone/>
            </a:pPr>
            <a:r>
              <a:rPr lang="en-US"/>
              <a:t>PRINCIPLE OF LOCALITY</a:t>
            </a:r>
            <a:endParaRPr/>
          </a:p>
        </p:txBody>
      </p:sp>
      <p:sp>
        <p:nvSpPr>
          <p:cNvPr id="286" name="Google Shape;286;p4"/>
          <p:cNvSpPr txBox="1">
            <a:spLocks noGrp="1"/>
          </p:cNvSpPr>
          <p:nvPr>
            <p:ph type="sldNum" idx="12"/>
          </p:nvPr>
        </p:nvSpPr>
        <p:spPr>
          <a:xfrm>
            <a:off x="7425344" y="6459786"/>
            <a:ext cx="984019" cy="365125"/>
          </a:xfrm>
          <a:prstGeom prst="rect">
            <a:avLst/>
          </a:prstGeom>
          <a:noFill/>
          <a:ln>
            <a:noFill/>
          </a:ln>
        </p:spPr>
        <p:txBody>
          <a:bodyPr spcFirstLastPara="1" wrap="square" lIns="0" tIns="0" rIns="0" bIns="0" anchor="ctr" anchorCtr="0">
            <a:spAutoFit/>
          </a:bodyPr>
          <a:lstStyle/>
          <a:p>
            <a:pPr marL="38100" lvl="0" indent="0" algn="r" rtl="0">
              <a:lnSpc>
                <a:spcPct val="165000"/>
              </a:lnSpc>
              <a:spcBef>
                <a:spcPts val="0"/>
              </a:spcBef>
              <a:spcAft>
                <a:spcPts val="0"/>
              </a:spcAft>
              <a:buNone/>
            </a:pPr>
            <a:fld id="{00000000-1234-1234-1234-123412341234}" type="slidenum">
              <a:rPr lang="en-US"/>
              <a:t>4</a:t>
            </a:fld>
            <a:endParaRPr/>
          </a:p>
        </p:txBody>
      </p:sp>
      <p:sp>
        <p:nvSpPr>
          <p:cNvPr id="287" name="Google Shape;287;p4"/>
          <p:cNvSpPr txBox="1"/>
          <p:nvPr/>
        </p:nvSpPr>
        <p:spPr>
          <a:xfrm>
            <a:off x="332943" y="2362327"/>
            <a:ext cx="8453755" cy="2459355"/>
          </a:xfrm>
          <a:prstGeom prst="rect">
            <a:avLst/>
          </a:prstGeom>
          <a:noFill/>
          <a:ln>
            <a:noFill/>
          </a:ln>
        </p:spPr>
        <p:txBody>
          <a:bodyPr spcFirstLastPara="1" wrap="square" lIns="0" tIns="53975" rIns="0" bIns="0" anchor="t" anchorCtr="0">
            <a:spAutoFit/>
          </a:bodyPr>
          <a:lstStyle/>
          <a:p>
            <a:pPr marL="299085" marR="222884" lvl="0" indent="-287019" algn="l" rtl="0">
              <a:lnSpc>
                <a:spcPct val="107916"/>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The </a:t>
            </a:r>
            <a:r>
              <a:rPr lang="en-US" sz="2400" b="1">
                <a:solidFill>
                  <a:schemeClr val="dk1"/>
                </a:solidFill>
                <a:latin typeface="Arial"/>
                <a:ea typeface="Arial"/>
                <a:cs typeface="Arial"/>
                <a:sym typeface="Arial"/>
              </a:rPr>
              <a:t>Principle of locality </a:t>
            </a:r>
            <a:r>
              <a:rPr lang="en-US" sz="2400">
                <a:solidFill>
                  <a:schemeClr val="dk1"/>
                </a:solidFill>
                <a:latin typeface="Arial"/>
                <a:ea typeface="Arial"/>
                <a:cs typeface="Arial"/>
                <a:sym typeface="Arial"/>
              </a:rPr>
              <a:t>states that a processor accesses relatively small portions of programs at any instant of time</a:t>
            </a:r>
            <a:endParaRPr sz="2400">
              <a:solidFill>
                <a:schemeClr val="dk1"/>
              </a:solidFill>
              <a:latin typeface="Arial"/>
              <a:ea typeface="Arial"/>
              <a:cs typeface="Arial"/>
              <a:sym typeface="Arial"/>
            </a:endParaRPr>
          </a:p>
          <a:p>
            <a:pPr marL="768350" marR="0" lvl="1" indent="-298450" algn="l" rtl="0">
              <a:lnSpc>
                <a:spcPct val="100000"/>
              </a:lnSpc>
              <a:spcBef>
                <a:spcPts val="45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just as you accessed a very small portion of the library’s collection.</a:t>
            </a:r>
            <a:endParaRPr sz="2000" b="0" i="0" u="none" strike="noStrike" cap="none">
              <a:solidFill>
                <a:schemeClr val="dk1"/>
              </a:solidFill>
              <a:latin typeface="Arial"/>
              <a:ea typeface="Arial"/>
              <a:cs typeface="Arial"/>
              <a:sym typeface="Arial"/>
            </a:endParaRPr>
          </a:p>
          <a:p>
            <a:pPr marL="457200" marR="0" lvl="1" indent="0" algn="l" rtl="0">
              <a:lnSpc>
                <a:spcPct val="100000"/>
              </a:lnSpc>
              <a:spcBef>
                <a:spcPts val="1060"/>
              </a:spcBef>
              <a:spcAft>
                <a:spcPts val="0"/>
              </a:spcAft>
              <a:buClr>
                <a:schemeClr val="dk1"/>
              </a:buClr>
              <a:buSzPts val="2000"/>
              <a:buFont typeface="Arial"/>
              <a:buNone/>
            </a:pPr>
            <a:endParaRPr sz="2000" b="0" i="0" u="none" strike="noStrike" cap="none">
              <a:solidFill>
                <a:schemeClr val="dk1"/>
              </a:solidFill>
              <a:latin typeface="Arial"/>
              <a:ea typeface="Arial"/>
              <a:cs typeface="Arial"/>
              <a:sym typeface="Arial"/>
            </a:endParaRPr>
          </a:p>
          <a:p>
            <a:pPr marL="697230" marR="0" lvl="1" indent="-227329" algn="l" rtl="0">
              <a:lnSpc>
                <a:spcPct val="100000"/>
              </a:lnSpc>
              <a:spcBef>
                <a:spcPts val="0"/>
              </a:spcBef>
              <a:spcAft>
                <a:spcPts val="0"/>
              </a:spcAft>
              <a:buClr>
                <a:srgbClr val="7E7E7E"/>
              </a:buClr>
              <a:buSzPts val="2000"/>
              <a:buFont typeface="Arial"/>
              <a:buChar char="–"/>
            </a:pPr>
            <a:r>
              <a:rPr lang="en-US" sz="2000" b="0" i="0" u="none" strike="noStrike" cap="none">
                <a:solidFill>
                  <a:srgbClr val="7E7E7E"/>
                </a:solidFill>
                <a:latin typeface="Arial"/>
                <a:ea typeface="Arial"/>
                <a:cs typeface="Arial"/>
                <a:sym typeface="Arial"/>
              </a:rPr>
              <a:t>A program spends 90% of its execution time in only 10% of the code.</a:t>
            </a:r>
            <a:endParaRPr sz="2000" b="0" i="0" u="none" strike="noStrike" cap="none">
              <a:solidFill>
                <a:schemeClr val="dk1"/>
              </a:solidFill>
              <a:latin typeface="Arial"/>
              <a:ea typeface="Arial"/>
              <a:cs typeface="Arial"/>
              <a:sym typeface="Arial"/>
            </a:endParaRPr>
          </a:p>
          <a:p>
            <a:pPr marL="695960" marR="227965" lvl="1" indent="-226694" algn="l" rtl="0">
              <a:lnSpc>
                <a:spcPct val="108000"/>
              </a:lnSpc>
              <a:spcBef>
                <a:spcPts val="755"/>
              </a:spcBef>
              <a:spcAft>
                <a:spcPts val="0"/>
              </a:spcAft>
              <a:buClr>
                <a:srgbClr val="7E7E7E"/>
              </a:buClr>
              <a:buSzPts val="2000"/>
              <a:buFont typeface="Arial"/>
              <a:buChar char="–"/>
            </a:pPr>
            <a:r>
              <a:rPr lang="en-US" sz="2000" b="0" i="0" u="none" strike="noStrike" cap="none">
                <a:solidFill>
                  <a:srgbClr val="7E7E7E"/>
                </a:solidFill>
                <a:latin typeface="Arial"/>
                <a:ea typeface="Arial"/>
                <a:cs typeface="Arial"/>
                <a:sym typeface="Arial"/>
              </a:rPr>
              <a:t>This principle also applies to data accesses, though not as strongly 	as to code accesses.</a:t>
            </a:r>
            <a:endParaRPr sz="2000" b="0" i="0" u="none" strike="noStrike" cap="non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5"/>
          <p:cNvSpPr txBox="1">
            <a:spLocks noGrp="1"/>
          </p:cNvSpPr>
          <p:nvPr>
            <p:ph type="title"/>
          </p:nvPr>
        </p:nvSpPr>
        <p:spPr>
          <a:xfrm>
            <a:off x="751332" y="578815"/>
            <a:ext cx="7543800" cy="443070"/>
          </a:xfrm>
          <a:prstGeom prst="rect">
            <a:avLst/>
          </a:prstGeom>
          <a:noFill/>
          <a:ln>
            <a:noFill/>
          </a:ln>
        </p:spPr>
        <p:txBody>
          <a:bodyPr spcFirstLastPara="1" wrap="square" lIns="0" tIns="12050" rIns="0" bIns="0" anchor="b" anchorCtr="0">
            <a:spAutoFit/>
          </a:bodyPr>
          <a:lstStyle/>
          <a:p>
            <a:pPr marL="23495" lvl="0" indent="0" algn="l" rtl="0">
              <a:lnSpc>
                <a:spcPct val="100000"/>
              </a:lnSpc>
              <a:spcBef>
                <a:spcPts val="0"/>
              </a:spcBef>
              <a:spcAft>
                <a:spcPts val="0"/>
              </a:spcAft>
              <a:buClr>
                <a:srgbClr val="3F3F3F"/>
              </a:buClr>
              <a:buSzPts val="2800"/>
              <a:buFont typeface="Calibri"/>
              <a:buNone/>
            </a:pPr>
            <a:r>
              <a:rPr lang="en-US" sz="2800"/>
              <a:t>RECALL</a:t>
            </a:r>
            <a:endParaRPr/>
          </a:p>
        </p:txBody>
      </p:sp>
      <p:sp>
        <p:nvSpPr>
          <p:cNvPr id="293" name="Google Shape;293;p5"/>
          <p:cNvSpPr txBox="1">
            <a:spLocks noGrp="1"/>
          </p:cNvSpPr>
          <p:nvPr>
            <p:ph type="sldNum" idx="12"/>
          </p:nvPr>
        </p:nvSpPr>
        <p:spPr>
          <a:xfrm>
            <a:off x="7425344" y="6459786"/>
            <a:ext cx="984019" cy="365125"/>
          </a:xfrm>
          <a:prstGeom prst="rect">
            <a:avLst/>
          </a:prstGeom>
          <a:noFill/>
          <a:ln>
            <a:noFill/>
          </a:ln>
        </p:spPr>
        <p:txBody>
          <a:bodyPr spcFirstLastPara="1" wrap="square" lIns="0" tIns="0" rIns="0" bIns="0" anchor="ctr" anchorCtr="0">
            <a:spAutoFit/>
          </a:bodyPr>
          <a:lstStyle/>
          <a:p>
            <a:pPr marL="38100" lvl="0" indent="0" algn="r" rtl="0">
              <a:lnSpc>
                <a:spcPct val="165000"/>
              </a:lnSpc>
              <a:spcBef>
                <a:spcPts val="0"/>
              </a:spcBef>
              <a:spcAft>
                <a:spcPts val="0"/>
              </a:spcAft>
              <a:buNone/>
            </a:pPr>
            <a:fld id="{00000000-1234-1234-1234-123412341234}" type="slidenum">
              <a:rPr lang="en-US"/>
              <a:t>5</a:t>
            </a:fld>
            <a:endParaRPr/>
          </a:p>
        </p:txBody>
      </p:sp>
      <p:sp>
        <p:nvSpPr>
          <p:cNvPr id="294" name="Google Shape;294;p5"/>
          <p:cNvSpPr txBox="1"/>
          <p:nvPr/>
        </p:nvSpPr>
        <p:spPr>
          <a:xfrm>
            <a:off x="336608" y="1763035"/>
            <a:ext cx="8072755" cy="721360"/>
          </a:xfrm>
          <a:prstGeom prst="rect">
            <a:avLst/>
          </a:prstGeom>
          <a:noFill/>
          <a:ln>
            <a:noFill/>
          </a:ln>
        </p:spPr>
        <p:txBody>
          <a:bodyPr spcFirstLastPara="1" wrap="square" lIns="0" tIns="12700" rIns="0" bIns="0" anchor="t" anchorCtr="0">
            <a:spAutoFit/>
          </a:bodyPr>
          <a:lstStyle/>
          <a:p>
            <a:pPr marL="299085" marR="0" lvl="0" indent="-286385" algn="l" rtl="0">
              <a:lnSpc>
                <a:spcPct val="113958"/>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 memory hierarchy consists of multiple levels of memory</a:t>
            </a:r>
            <a:endParaRPr sz="2400">
              <a:solidFill>
                <a:schemeClr val="dk1"/>
              </a:solidFill>
              <a:latin typeface="Arial"/>
              <a:ea typeface="Arial"/>
              <a:cs typeface="Arial"/>
              <a:sym typeface="Arial"/>
            </a:endParaRPr>
          </a:p>
          <a:p>
            <a:pPr marL="299085" marR="0" lvl="0" indent="0" algn="l" rtl="0">
              <a:lnSpc>
                <a:spcPct val="113958"/>
              </a:lnSpc>
              <a:spcBef>
                <a:spcPts val="0"/>
              </a:spcBef>
              <a:spcAft>
                <a:spcPts val="0"/>
              </a:spcAft>
              <a:buNone/>
            </a:pPr>
            <a:r>
              <a:rPr lang="en-US" sz="2400">
                <a:solidFill>
                  <a:schemeClr val="dk1"/>
                </a:solidFill>
                <a:latin typeface="Arial"/>
                <a:ea typeface="Arial"/>
                <a:cs typeface="Arial"/>
                <a:sym typeface="Arial"/>
              </a:rPr>
              <a:t>with different speeds and sizes.</a:t>
            </a:r>
            <a:endParaRPr sz="2400">
              <a:solidFill>
                <a:schemeClr val="dk1"/>
              </a:solidFill>
              <a:latin typeface="Arial"/>
              <a:ea typeface="Arial"/>
              <a:cs typeface="Arial"/>
              <a:sym typeface="Arial"/>
            </a:endParaRPr>
          </a:p>
        </p:txBody>
      </p:sp>
      <p:sp>
        <p:nvSpPr>
          <p:cNvPr id="295" name="Google Shape;295;p5"/>
          <p:cNvSpPr txBox="1"/>
          <p:nvPr/>
        </p:nvSpPr>
        <p:spPr>
          <a:xfrm>
            <a:off x="3627882" y="3225545"/>
            <a:ext cx="1489075" cy="210820"/>
          </a:xfrm>
          <a:prstGeom prst="rect">
            <a:avLst/>
          </a:prstGeom>
          <a:noFill/>
          <a:ln w="25400" cap="flat" cmpd="sng">
            <a:solidFill>
              <a:srgbClr val="000000"/>
            </a:solidFill>
            <a:prstDash val="solid"/>
            <a:round/>
            <a:headEnd type="none" w="sm" len="sm"/>
            <a:tailEnd type="none" w="sm" len="sm"/>
          </a:ln>
        </p:spPr>
        <p:txBody>
          <a:bodyPr spcFirstLastPara="1" wrap="square" lIns="0" tIns="1900" rIns="0" bIns="0" anchor="t" anchorCtr="0">
            <a:spAutoFit/>
          </a:bodyPr>
          <a:lstStyle/>
          <a:p>
            <a:pPr marL="635" marR="0" lvl="0" indent="0" algn="ctr" rtl="0">
              <a:lnSpc>
                <a:spcPct val="100000"/>
              </a:lnSpc>
              <a:spcBef>
                <a:spcPts val="0"/>
              </a:spcBef>
              <a:spcAft>
                <a:spcPts val="0"/>
              </a:spcAft>
              <a:buNone/>
            </a:pPr>
            <a:r>
              <a:rPr lang="en-US" sz="1200">
                <a:solidFill>
                  <a:schemeClr val="dk1"/>
                </a:solidFill>
                <a:latin typeface="Arial"/>
                <a:ea typeface="Arial"/>
                <a:cs typeface="Arial"/>
                <a:sym typeface="Arial"/>
              </a:rPr>
              <a:t>Cache</a:t>
            </a:r>
            <a:endParaRPr sz="1200">
              <a:solidFill>
                <a:schemeClr val="dk1"/>
              </a:solidFill>
              <a:latin typeface="Arial"/>
              <a:ea typeface="Arial"/>
              <a:cs typeface="Arial"/>
              <a:sym typeface="Arial"/>
            </a:endParaRPr>
          </a:p>
        </p:txBody>
      </p:sp>
      <p:grpSp>
        <p:nvGrpSpPr>
          <p:cNvPr id="296" name="Google Shape;296;p5"/>
          <p:cNvGrpSpPr/>
          <p:nvPr/>
        </p:nvGrpSpPr>
        <p:grpSpPr>
          <a:xfrm>
            <a:off x="4130040" y="3439667"/>
            <a:ext cx="501395" cy="303276"/>
            <a:chOff x="4130040" y="3439667"/>
            <a:chExt cx="501395" cy="303276"/>
          </a:xfrm>
        </p:grpSpPr>
        <p:pic>
          <p:nvPicPr>
            <p:cNvPr id="297" name="Google Shape;297;p5"/>
            <p:cNvPicPr preferRelativeResize="0"/>
            <p:nvPr/>
          </p:nvPicPr>
          <p:blipFill rotWithShape="1">
            <a:blip r:embed="rId3">
              <a:alphaModFix/>
            </a:blip>
            <a:srcRect/>
            <a:stretch/>
          </p:blipFill>
          <p:spPr>
            <a:xfrm>
              <a:off x="4130040" y="3439667"/>
              <a:ext cx="106680" cy="303276"/>
            </a:xfrm>
            <a:prstGeom prst="rect">
              <a:avLst/>
            </a:prstGeom>
            <a:noFill/>
            <a:ln>
              <a:noFill/>
            </a:ln>
          </p:spPr>
        </p:pic>
        <p:pic>
          <p:nvPicPr>
            <p:cNvPr id="298" name="Google Shape;298;p5"/>
            <p:cNvPicPr preferRelativeResize="0"/>
            <p:nvPr/>
          </p:nvPicPr>
          <p:blipFill rotWithShape="1">
            <a:blip r:embed="rId4">
              <a:alphaModFix/>
            </a:blip>
            <a:srcRect/>
            <a:stretch/>
          </p:blipFill>
          <p:spPr>
            <a:xfrm>
              <a:off x="4523232" y="3439667"/>
              <a:ext cx="108203" cy="303276"/>
            </a:xfrm>
            <a:prstGeom prst="rect">
              <a:avLst/>
            </a:prstGeom>
            <a:noFill/>
            <a:ln>
              <a:noFill/>
            </a:ln>
          </p:spPr>
        </p:pic>
      </p:grpSp>
      <p:sp>
        <p:nvSpPr>
          <p:cNvPr id="299" name="Google Shape;299;p5"/>
          <p:cNvSpPr txBox="1"/>
          <p:nvPr/>
        </p:nvSpPr>
        <p:spPr>
          <a:xfrm>
            <a:off x="3388614" y="3758946"/>
            <a:ext cx="1969135" cy="300355"/>
          </a:xfrm>
          <a:prstGeom prst="rect">
            <a:avLst/>
          </a:prstGeom>
          <a:noFill/>
          <a:ln w="25400" cap="flat" cmpd="sng">
            <a:solidFill>
              <a:srgbClr val="000000"/>
            </a:solidFill>
            <a:prstDash val="solid"/>
            <a:round/>
            <a:headEnd type="none" w="sm" len="sm"/>
            <a:tailEnd type="none" w="sm" len="sm"/>
          </a:ln>
        </p:spPr>
        <p:txBody>
          <a:bodyPr spcFirstLastPara="1" wrap="square" lIns="0" tIns="40000" rIns="0" bIns="0" anchor="t" anchorCtr="0">
            <a:spAutoFit/>
          </a:bodyPr>
          <a:lstStyle/>
          <a:p>
            <a:pPr marL="511175" marR="0" lvl="0" indent="0" algn="l" rtl="0">
              <a:lnSpc>
                <a:spcPct val="100000"/>
              </a:lnSpc>
              <a:spcBef>
                <a:spcPts val="0"/>
              </a:spcBef>
              <a:spcAft>
                <a:spcPts val="0"/>
              </a:spcAft>
              <a:buNone/>
            </a:pPr>
            <a:r>
              <a:rPr lang="en-US" sz="1200">
                <a:solidFill>
                  <a:schemeClr val="dk1"/>
                </a:solidFill>
                <a:latin typeface="Arial"/>
                <a:ea typeface="Arial"/>
                <a:cs typeface="Arial"/>
                <a:sym typeface="Arial"/>
              </a:rPr>
              <a:t>Main Memory</a:t>
            </a:r>
            <a:endParaRPr sz="1200">
              <a:solidFill>
                <a:schemeClr val="dk1"/>
              </a:solidFill>
              <a:latin typeface="Arial"/>
              <a:ea typeface="Arial"/>
              <a:cs typeface="Arial"/>
              <a:sym typeface="Arial"/>
            </a:endParaRPr>
          </a:p>
        </p:txBody>
      </p:sp>
      <p:grpSp>
        <p:nvGrpSpPr>
          <p:cNvPr id="300" name="Google Shape;300;p5"/>
          <p:cNvGrpSpPr/>
          <p:nvPr/>
        </p:nvGrpSpPr>
        <p:grpSpPr>
          <a:xfrm>
            <a:off x="4130040" y="4064508"/>
            <a:ext cx="501395" cy="301752"/>
            <a:chOff x="4130040" y="4064508"/>
            <a:chExt cx="501395" cy="301752"/>
          </a:xfrm>
        </p:grpSpPr>
        <p:pic>
          <p:nvPicPr>
            <p:cNvPr id="301" name="Google Shape;301;p5"/>
            <p:cNvPicPr preferRelativeResize="0"/>
            <p:nvPr/>
          </p:nvPicPr>
          <p:blipFill rotWithShape="1">
            <a:blip r:embed="rId5">
              <a:alphaModFix/>
            </a:blip>
            <a:srcRect/>
            <a:stretch/>
          </p:blipFill>
          <p:spPr>
            <a:xfrm>
              <a:off x="4130040" y="4064508"/>
              <a:ext cx="106680" cy="301752"/>
            </a:xfrm>
            <a:prstGeom prst="rect">
              <a:avLst/>
            </a:prstGeom>
            <a:noFill/>
            <a:ln>
              <a:noFill/>
            </a:ln>
          </p:spPr>
        </p:pic>
        <p:pic>
          <p:nvPicPr>
            <p:cNvPr id="302" name="Google Shape;302;p5"/>
            <p:cNvPicPr preferRelativeResize="0"/>
            <p:nvPr/>
          </p:nvPicPr>
          <p:blipFill rotWithShape="1">
            <a:blip r:embed="rId6">
              <a:alphaModFix/>
            </a:blip>
            <a:srcRect/>
            <a:stretch/>
          </p:blipFill>
          <p:spPr>
            <a:xfrm>
              <a:off x="4523232" y="4064508"/>
              <a:ext cx="108203" cy="301752"/>
            </a:xfrm>
            <a:prstGeom prst="rect">
              <a:avLst/>
            </a:prstGeom>
            <a:noFill/>
            <a:ln>
              <a:noFill/>
            </a:ln>
          </p:spPr>
        </p:pic>
      </p:grpSp>
      <p:sp>
        <p:nvSpPr>
          <p:cNvPr id="303" name="Google Shape;303;p5"/>
          <p:cNvSpPr txBox="1"/>
          <p:nvPr/>
        </p:nvSpPr>
        <p:spPr>
          <a:xfrm>
            <a:off x="3150870" y="4380738"/>
            <a:ext cx="2444750" cy="381000"/>
          </a:xfrm>
          <a:prstGeom prst="rect">
            <a:avLst/>
          </a:prstGeom>
          <a:noFill/>
          <a:ln w="25400" cap="flat" cmpd="sng">
            <a:solidFill>
              <a:srgbClr val="000000"/>
            </a:solidFill>
            <a:prstDash val="solid"/>
            <a:round/>
            <a:headEnd type="none" w="sm" len="sm"/>
            <a:tailEnd type="none" w="sm" len="sm"/>
          </a:ln>
        </p:spPr>
        <p:txBody>
          <a:bodyPr spcFirstLastPara="1" wrap="square" lIns="0" tIns="75550" rIns="0" bIns="0" anchor="t" anchorCtr="0">
            <a:spAutoFit/>
          </a:bodyPr>
          <a:lstStyle/>
          <a:p>
            <a:pPr marL="668020" marR="0" lvl="0" indent="0" algn="l" rtl="0">
              <a:lnSpc>
                <a:spcPct val="100000"/>
              </a:lnSpc>
              <a:spcBef>
                <a:spcPts val="0"/>
              </a:spcBef>
              <a:spcAft>
                <a:spcPts val="0"/>
              </a:spcAft>
              <a:buNone/>
            </a:pPr>
            <a:r>
              <a:rPr lang="en-US" sz="1200">
                <a:solidFill>
                  <a:schemeClr val="dk1"/>
                </a:solidFill>
                <a:latin typeface="Arial"/>
                <a:ea typeface="Arial"/>
                <a:cs typeface="Arial"/>
                <a:sym typeface="Arial"/>
              </a:rPr>
              <a:t>Auxiliary memory</a:t>
            </a:r>
            <a:endParaRPr sz="1200">
              <a:solidFill>
                <a:schemeClr val="dk1"/>
              </a:solidFill>
              <a:latin typeface="Arial"/>
              <a:ea typeface="Arial"/>
              <a:cs typeface="Arial"/>
              <a:sym typeface="Arial"/>
            </a:endParaRPr>
          </a:p>
        </p:txBody>
      </p:sp>
      <p:sp>
        <p:nvSpPr>
          <p:cNvPr id="304" name="Google Shape;304;p5"/>
          <p:cNvSpPr txBox="1"/>
          <p:nvPr/>
        </p:nvSpPr>
        <p:spPr>
          <a:xfrm>
            <a:off x="1395730" y="5089093"/>
            <a:ext cx="63747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As the distance from the processor increases, so does the size</a:t>
            </a:r>
            <a:endParaRPr sz="18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6"/>
          <p:cNvSpPr txBox="1">
            <a:spLocks noGrp="1"/>
          </p:cNvSpPr>
          <p:nvPr>
            <p:ph type="title"/>
          </p:nvPr>
        </p:nvSpPr>
        <p:spPr>
          <a:xfrm>
            <a:off x="822960" y="286604"/>
            <a:ext cx="7543800" cy="1450757"/>
          </a:xfrm>
          <a:prstGeom prst="rect">
            <a:avLst/>
          </a:prstGeom>
          <a:noFill/>
          <a:ln>
            <a:noFill/>
          </a:ln>
        </p:spPr>
        <p:txBody>
          <a:bodyPr spcFirstLastPara="1" wrap="square" lIns="0" tIns="12700" rIns="0" bIns="0" anchor="b" anchorCtr="0">
            <a:spAutoFit/>
          </a:bodyPr>
          <a:lstStyle/>
          <a:p>
            <a:pPr marL="250190" lvl="0" indent="0" algn="l" rtl="0">
              <a:lnSpc>
                <a:spcPct val="100000"/>
              </a:lnSpc>
              <a:spcBef>
                <a:spcPts val="0"/>
              </a:spcBef>
              <a:spcAft>
                <a:spcPts val="0"/>
              </a:spcAft>
              <a:buClr>
                <a:srgbClr val="3F3F3F"/>
              </a:buClr>
              <a:buSzPts val="4800"/>
              <a:buFont typeface="Calibri"/>
              <a:buNone/>
            </a:pPr>
            <a:r>
              <a:rPr lang="en-US"/>
              <a:t>MEMORY HIERARCHY</a:t>
            </a:r>
            <a:endParaRPr/>
          </a:p>
        </p:txBody>
      </p:sp>
      <p:sp>
        <p:nvSpPr>
          <p:cNvPr id="310" name="Google Shape;310;p6"/>
          <p:cNvSpPr txBox="1">
            <a:spLocks noGrp="1"/>
          </p:cNvSpPr>
          <p:nvPr>
            <p:ph type="body" idx="1"/>
          </p:nvPr>
        </p:nvSpPr>
        <p:spPr>
          <a:xfrm>
            <a:off x="822959" y="1845734"/>
            <a:ext cx="7543801" cy="4023360"/>
          </a:xfrm>
          <a:prstGeom prst="rect">
            <a:avLst/>
          </a:prstGeom>
          <a:noFill/>
          <a:ln>
            <a:noFill/>
          </a:ln>
        </p:spPr>
        <p:txBody>
          <a:bodyPr spcFirstLastPara="1" wrap="square" lIns="0" tIns="12700" rIns="0" bIns="0" anchor="t" anchorCtr="0">
            <a:spAutoFit/>
          </a:bodyPr>
          <a:lstStyle/>
          <a:p>
            <a:pPr marL="299085" lvl="0" indent="-286385" algn="l" rtl="0">
              <a:lnSpc>
                <a:spcPct val="100000"/>
              </a:lnSpc>
              <a:spcBef>
                <a:spcPts val="0"/>
              </a:spcBef>
              <a:spcAft>
                <a:spcPts val="0"/>
              </a:spcAft>
              <a:buSzPts val="2000"/>
              <a:buFont typeface="Arial"/>
              <a:buChar char="•"/>
            </a:pPr>
            <a:r>
              <a:rPr lang="en-US"/>
              <a:t>Why do we need memory hierarchy?</a:t>
            </a:r>
            <a:endParaRPr/>
          </a:p>
          <a:p>
            <a:pPr marL="91440" lvl="0" indent="0" algn="l" rtl="0">
              <a:lnSpc>
                <a:spcPct val="100000"/>
              </a:lnSpc>
              <a:spcBef>
                <a:spcPts val="480"/>
              </a:spcBef>
              <a:spcAft>
                <a:spcPts val="0"/>
              </a:spcAft>
              <a:buSzPts val="2000"/>
              <a:buNone/>
            </a:pPr>
            <a:endParaRPr/>
          </a:p>
          <a:p>
            <a:pPr marL="469900" marR="955675" lvl="0" indent="-457200" algn="l" rtl="0">
              <a:lnSpc>
                <a:spcPct val="129500"/>
              </a:lnSpc>
              <a:spcBef>
                <a:spcPts val="1400"/>
              </a:spcBef>
              <a:spcAft>
                <a:spcPts val="0"/>
              </a:spcAft>
              <a:buSzPts val="2000"/>
              <a:buAutoNum type="arabicPeriod"/>
            </a:pPr>
            <a:r>
              <a:rPr lang="en-US" b="0">
                <a:solidFill>
                  <a:srgbClr val="000000"/>
                </a:solidFill>
                <a:latin typeface="Arial"/>
                <a:ea typeface="Arial"/>
                <a:cs typeface="Arial"/>
                <a:sym typeface="Arial"/>
              </a:rPr>
              <a:t>To obtain the highest possible access speed while minimizing the total cost of the memory system</a:t>
            </a:r>
            <a:endParaRPr/>
          </a:p>
          <a:p>
            <a:pPr marL="697865" marR="738505" lvl="0" indent="-228600" algn="l" rtl="0">
              <a:lnSpc>
                <a:spcPct val="108000"/>
              </a:lnSpc>
              <a:spcBef>
                <a:spcPts val="920"/>
              </a:spcBef>
              <a:spcAft>
                <a:spcPts val="0"/>
              </a:spcAft>
              <a:buSzPts val="2000"/>
              <a:buChar char=" "/>
            </a:pPr>
            <a:r>
              <a:rPr lang="en-US" sz="2000" b="0">
                <a:solidFill>
                  <a:srgbClr val="000000"/>
                </a:solidFill>
                <a:latin typeface="Arial"/>
                <a:ea typeface="Arial"/>
                <a:cs typeface="Arial"/>
                <a:sym typeface="Arial"/>
              </a:rPr>
              <a:t>– Faster memories are more expensive per bit than the slower memories and thus are smaller</a:t>
            </a:r>
            <a:endParaRPr sz="2000">
              <a:latin typeface="Arial"/>
              <a:ea typeface="Arial"/>
              <a:cs typeface="Arial"/>
              <a:sym typeface="Arial"/>
            </a:endParaRPr>
          </a:p>
          <a:p>
            <a:pPr marL="91440" lvl="0" indent="0" algn="l" rtl="0">
              <a:lnSpc>
                <a:spcPct val="100000"/>
              </a:lnSpc>
              <a:spcBef>
                <a:spcPts val="575"/>
              </a:spcBef>
              <a:spcAft>
                <a:spcPts val="0"/>
              </a:spcAft>
              <a:buSzPts val="2000"/>
              <a:buNone/>
            </a:pPr>
            <a:endParaRPr sz="2000">
              <a:latin typeface="Arial"/>
              <a:ea typeface="Arial"/>
              <a:cs typeface="Arial"/>
              <a:sym typeface="Arial"/>
            </a:endParaRPr>
          </a:p>
          <a:p>
            <a:pPr marL="469265" lvl="0" indent="-456565" algn="l" rtl="0">
              <a:lnSpc>
                <a:spcPct val="136750"/>
              </a:lnSpc>
              <a:spcBef>
                <a:spcPts val="1400"/>
              </a:spcBef>
              <a:spcAft>
                <a:spcPts val="0"/>
              </a:spcAft>
              <a:buSzPts val="2000"/>
              <a:buAutoNum type="arabicPeriod" startAt="2"/>
            </a:pPr>
            <a:r>
              <a:rPr lang="en-US" b="0">
                <a:solidFill>
                  <a:srgbClr val="000000"/>
                </a:solidFill>
                <a:latin typeface="Arial"/>
                <a:ea typeface="Arial"/>
                <a:cs typeface="Arial"/>
                <a:sym typeface="Arial"/>
              </a:rPr>
              <a:t>To take advantage of the “</a:t>
            </a:r>
            <a:r>
              <a:rPr lang="en-US">
                <a:solidFill>
                  <a:srgbClr val="000000"/>
                </a:solidFill>
              </a:rPr>
              <a:t>Principle of locality” </a:t>
            </a:r>
            <a:r>
              <a:rPr lang="en-US" b="0">
                <a:solidFill>
                  <a:srgbClr val="000000"/>
                </a:solidFill>
                <a:latin typeface="Arial"/>
                <a:ea typeface="Arial"/>
                <a:cs typeface="Arial"/>
                <a:sym typeface="Arial"/>
              </a:rPr>
              <a:t>by</a:t>
            </a:r>
            <a:endParaRPr/>
          </a:p>
          <a:p>
            <a:pPr marL="469900" lvl="0" indent="-127000" algn="l" rtl="0">
              <a:lnSpc>
                <a:spcPct val="136750"/>
              </a:lnSpc>
              <a:spcBef>
                <a:spcPts val="1400"/>
              </a:spcBef>
              <a:spcAft>
                <a:spcPts val="0"/>
              </a:spcAft>
              <a:buSzPts val="2000"/>
              <a:buChar char=" "/>
            </a:pPr>
            <a:r>
              <a:rPr lang="en-US" b="0">
                <a:solidFill>
                  <a:srgbClr val="000000"/>
                </a:solidFill>
                <a:latin typeface="Arial"/>
                <a:ea typeface="Arial"/>
                <a:cs typeface="Arial"/>
                <a:sym typeface="Arial"/>
              </a:rPr>
              <a:t>implementing the memory of a computer as a hierarchy</a:t>
            </a:r>
            <a:endParaRPr/>
          </a:p>
          <a:p>
            <a:pPr marL="91440" lvl="0" indent="0" algn="l" rtl="0">
              <a:lnSpc>
                <a:spcPct val="100000"/>
              </a:lnSpc>
              <a:spcBef>
                <a:spcPts val="805"/>
              </a:spcBef>
              <a:spcAft>
                <a:spcPts val="0"/>
              </a:spcAft>
              <a:buSzPts val="2000"/>
              <a:buNone/>
            </a:pPr>
            <a:endParaRPr b="0">
              <a:solidFill>
                <a:srgbClr val="000000"/>
              </a:solidFill>
              <a:latin typeface="Arial"/>
              <a:ea typeface="Arial"/>
              <a:cs typeface="Arial"/>
              <a:sym typeface="Arial"/>
            </a:endParaRPr>
          </a:p>
          <a:p>
            <a:pPr marL="469900" lvl="0" indent="-127000" algn="l" rtl="0">
              <a:lnSpc>
                <a:spcPct val="100000"/>
              </a:lnSpc>
              <a:spcBef>
                <a:spcPts val="1400"/>
              </a:spcBef>
              <a:spcAft>
                <a:spcPts val="0"/>
              </a:spcAft>
              <a:buSzPts val="2000"/>
              <a:buChar char=" "/>
            </a:pPr>
            <a:r>
              <a:rPr lang="en-US" sz="2000"/>
              <a:t>Performance is the major reason for having a memory hierarchy</a:t>
            </a:r>
            <a:endParaRPr sz="2000"/>
          </a:p>
        </p:txBody>
      </p:sp>
      <p:sp>
        <p:nvSpPr>
          <p:cNvPr id="311" name="Google Shape;311;p6"/>
          <p:cNvSpPr txBox="1">
            <a:spLocks noGrp="1"/>
          </p:cNvSpPr>
          <p:nvPr>
            <p:ph type="sldNum" idx="12"/>
          </p:nvPr>
        </p:nvSpPr>
        <p:spPr>
          <a:xfrm>
            <a:off x="7425344" y="6459786"/>
            <a:ext cx="984019" cy="365125"/>
          </a:xfrm>
          <a:prstGeom prst="rect">
            <a:avLst/>
          </a:prstGeom>
          <a:noFill/>
          <a:ln>
            <a:noFill/>
          </a:ln>
        </p:spPr>
        <p:txBody>
          <a:bodyPr spcFirstLastPara="1" wrap="square" lIns="0" tIns="0" rIns="0" bIns="0" anchor="ctr" anchorCtr="0">
            <a:spAutoFit/>
          </a:bodyPr>
          <a:lstStyle/>
          <a:p>
            <a:pPr marL="38100" lvl="0" indent="0" algn="r" rtl="0">
              <a:lnSpc>
                <a:spcPct val="165000"/>
              </a:lnSpc>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7"/>
          <p:cNvSpPr txBox="1">
            <a:spLocks noGrp="1"/>
          </p:cNvSpPr>
          <p:nvPr>
            <p:ph type="title"/>
          </p:nvPr>
        </p:nvSpPr>
        <p:spPr>
          <a:xfrm>
            <a:off x="-1752600" y="62279"/>
            <a:ext cx="7543800" cy="1450757"/>
          </a:xfrm>
          <a:prstGeom prst="rect">
            <a:avLst/>
          </a:prstGeom>
          <a:noFill/>
          <a:ln>
            <a:noFill/>
          </a:ln>
        </p:spPr>
        <p:txBody>
          <a:bodyPr spcFirstLastPara="1" wrap="square" lIns="0" tIns="12700" rIns="0" bIns="0" anchor="b" anchorCtr="0">
            <a:spAutoFit/>
          </a:bodyPr>
          <a:lstStyle/>
          <a:p>
            <a:pPr marL="2552065" lvl="0" indent="0" algn="l" rtl="0">
              <a:lnSpc>
                <a:spcPct val="100000"/>
              </a:lnSpc>
              <a:spcBef>
                <a:spcPts val="0"/>
              </a:spcBef>
              <a:spcAft>
                <a:spcPts val="0"/>
              </a:spcAft>
              <a:buClr>
                <a:srgbClr val="3F3F3F"/>
              </a:buClr>
              <a:buSzPts val="4800"/>
              <a:buFont typeface="Calibri"/>
              <a:buNone/>
            </a:pPr>
            <a:r>
              <a:rPr lang="en-US"/>
              <a:t>MEMORY HIERARCHY</a:t>
            </a:r>
            <a:endParaRPr/>
          </a:p>
        </p:txBody>
      </p:sp>
      <p:sp>
        <p:nvSpPr>
          <p:cNvPr id="317" name="Google Shape;317;p7"/>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None/>
            </a:pPr>
            <a:fld id="{00000000-1234-1234-1234-123412341234}" type="slidenum">
              <a:rPr lang="en-US" sz="1400" b="1" i="0">
                <a:solidFill>
                  <a:schemeClr val="dk1"/>
                </a:solidFill>
                <a:latin typeface="Arial"/>
                <a:ea typeface="Arial"/>
                <a:cs typeface="Arial"/>
                <a:sym typeface="Arial"/>
              </a:rPr>
              <a:t>7</a:t>
            </a:fld>
            <a:endParaRPr sz="1400" b="1" i="0">
              <a:solidFill>
                <a:schemeClr val="dk1"/>
              </a:solidFill>
              <a:latin typeface="Arial"/>
              <a:ea typeface="Arial"/>
              <a:cs typeface="Arial"/>
              <a:sym typeface="Arial"/>
            </a:endParaRPr>
          </a:p>
        </p:txBody>
      </p:sp>
      <p:sp>
        <p:nvSpPr>
          <p:cNvPr id="318" name="Google Shape;318;p7"/>
          <p:cNvSpPr txBox="1"/>
          <p:nvPr/>
        </p:nvSpPr>
        <p:spPr>
          <a:xfrm>
            <a:off x="432461" y="1744856"/>
            <a:ext cx="8211820" cy="4172585"/>
          </a:xfrm>
          <a:prstGeom prst="rect">
            <a:avLst/>
          </a:prstGeom>
          <a:noFill/>
          <a:ln>
            <a:noFill/>
          </a:ln>
        </p:spPr>
        <p:txBody>
          <a:bodyPr spcFirstLastPara="1" wrap="square" lIns="0" tIns="12700" rIns="0" bIns="0" anchor="t" anchorCtr="0">
            <a:spAutoFit/>
          </a:bodyPr>
          <a:lstStyle/>
          <a:p>
            <a:pPr marL="299085" marR="0" lvl="0" indent="-286385" algn="l" rtl="0">
              <a:lnSpc>
                <a:spcPct val="100000"/>
              </a:lnSpc>
              <a:spcBef>
                <a:spcPts val="0"/>
              </a:spcBef>
              <a:spcAft>
                <a:spcPts val="0"/>
              </a:spcAft>
              <a:buClr>
                <a:srgbClr val="008011"/>
              </a:buClr>
              <a:buSzPts val="2400"/>
              <a:buFont typeface="Arial"/>
              <a:buChar char="•"/>
            </a:pPr>
            <a:r>
              <a:rPr lang="en-US" sz="2400" b="1">
                <a:solidFill>
                  <a:srgbClr val="008011"/>
                </a:solidFill>
                <a:latin typeface="Arial"/>
                <a:ea typeface="Arial"/>
                <a:cs typeface="Arial"/>
                <a:sym typeface="Arial"/>
              </a:rPr>
              <a:t>Why do we need memory hierarchy?</a:t>
            </a:r>
            <a:endParaRPr sz="2400">
              <a:solidFill>
                <a:schemeClr val="dk1"/>
              </a:solidFill>
              <a:latin typeface="Arial"/>
              <a:ea typeface="Arial"/>
              <a:cs typeface="Arial"/>
              <a:sym typeface="Arial"/>
            </a:endParaRPr>
          </a:p>
          <a:p>
            <a:pPr marL="0" marR="0" lvl="0" indent="0" algn="l" rtl="0">
              <a:lnSpc>
                <a:spcPct val="100000"/>
              </a:lnSpc>
              <a:spcBef>
                <a:spcPts val="280"/>
              </a:spcBef>
              <a:spcAft>
                <a:spcPts val="0"/>
              </a:spcAft>
              <a:buNone/>
            </a:pPr>
            <a:endParaRPr sz="2400">
              <a:solidFill>
                <a:schemeClr val="dk1"/>
              </a:solidFill>
              <a:latin typeface="Arial"/>
              <a:ea typeface="Arial"/>
              <a:cs typeface="Arial"/>
              <a:sym typeface="Arial"/>
            </a:endParaRPr>
          </a:p>
          <a:p>
            <a:pPr marL="469900" marR="872489" lvl="0" indent="-457200" algn="l" rtl="0">
              <a:lnSpc>
                <a:spcPct val="107916"/>
              </a:lnSpc>
              <a:spcBef>
                <a:spcPts val="0"/>
              </a:spcBef>
              <a:spcAft>
                <a:spcPts val="0"/>
              </a:spcAft>
              <a:buClr>
                <a:schemeClr val="dk1"/>
              </a:buClr>
              <a:buSzPts val="2400"/>
              <a:buFont typeface="Arial"/>
              <a:buAutoNum type="arabicPeriod"/>
            </a:pPr>
            <a:r>
              <a:rPr lang="en-US" sz="2400">
                <a:solidFill>
                  <a:schemeClr val="dk1"/>
                </a:solidFill>
                <a:latin typeface="Arial"/>
                <a:ea typeface="Arial"/>
                <a:cs typeface="Arial"/>
                <a:sym typeface="Arial"/>
              </a:rPr>
              <a:t>To obtain the highest	possible access speed while minimizing the total cost of the memory system</a:t>
            </a:r>
            <a:endParaRPr sz="2400">
              <a:solidFill>
                <a:schemeClr val="dk1"/>
              </a:solidFill>
              <a:latin typeface="Arial"/>
              <a:ea typeface="Arial"/>
              <a:cs typeface="Arial"/>
              <a:sym typeface="Arial"/>
            </a:endParaRPr>
          </a:p>
          <a:p>
            <a:pPr marL="469900" marR="0" lvl="0" indent="0" algn="l" rtl="0">
              <a:lnSpc>
                <a:spcPct val="114000"/>
              </a:lnSpc>
              <a:spcBef>
                <a:spcPts val="450"/>
              </a:spcBef>
              <a:spcAft>
                <a:spcPts val="0"/>
              </a:spcAft>
              <a:buNone/>
            </a:pPr>
            <a:r>
              <a:rPr lang="en-US" sz="2000">
                <a:solidFill>
                  <a:schemeClr val="dk1"/>
                </a:solidFill>
                <a:latin typeface="Arial"/>
                <a:ea typeface="Arial"/>
                <a:cs typeface="Arial"/>
                <a:sym typeface="Arial"/>
              </a:rPr>
              <a:t>– The faster memories are more expensive per bit than the slower</a:t>
            </a:r>
            <a:endParaRPr sz="2000">
              <a:solidFill>
                <a:schemeClr val="dk1"/>
              </a:solidFill>
              <a:latin typeface="Arial"/>
              <a:ea typeface="Arial"/>
              <a:cs typeface="Arial"/>
              <a:sym typeface="Arial"/>
            </a:endParaRPr>
          </a:p>
          <a:p>
            <a:pPr marL="697865" marR="0" lvl="0" indent="0" algn="l" rtl="0">
              <a:lnSpc>
                <a:spcPct val="114000"/>
              </a:lnSpc>
              <a:spcBef>
                <a:spcPts val="0"/>
              </a:spcBef>
              <a:spcAft>
                <a:spcPts val="0"/>
              </a:spcAft>
              <a:buNone/>
            </a:pPr>
            <a:r>
              <a:rPr lang="en-US" sz="2000">
                <a:solidFill>
                  <a:schemeClr val="dk1"/>
                </a:solidFill>
                <a:latin typeface="Arial"/>
                <a:ea typeface="Arial"/>
                <a:cs typeface="Arial"/>
                <a:sym typeface="Arial"/>
              </a:rPr>
              <a:t>memories and thus are smaller</a:t>
            </a:r>
            <a:endParaRPr sz="2000">
              <a:solidFill>
                <a:schemeClr val="dk1"/>
              </a:solidFill>
              <a:latin typeface="Arial"/>
              <a:ea typeface="Arial"/>
              <a:cs typeface="Arial"/>
              <a:sym typeface="Arial"/>
            </a:endParaRPr>
          </a:p>
          <a:p>
            <a:pPr marL="0" marR="0" lvl="0" indent="0" algn="l" rtl="0">
              <a:lnSpc>
                <a:spcPct val="100000"/>
              </a:lnSpc>
              <a:spcBef>
                <a:spcPts val="735"/>
              </a:spcBef>
              <a:spcAft>
                <a:spcPts val="0"/>
              </a:spcAft>
              <a:buNone/>
            </a:pPr>
            <a:endParaRPr sz="2000">
              <a:solidFill>
                <a:schemeClr val="dk1"/>
              </a:solidFill>
              <a:latin typeface="Arial"/>
              <a:ea typeface="Arial"/>
              <a:cs typeface="Arial"/>
              <a:sym typeface="Arial"/>
            </a:endParaRPr>
          </a:p>
          <a:p>
            <a:pPr marL="469900" marR="430530" lvl="0" indent="-457200" algn="l" rtl="0">
              <a:lnSpc>
                <a:spcPct val="107916"/>
              </a:lnSpc>
              <a:spcBef>
                <a:spcPts val="5"/>
              </a:spcBef>
              <a:spcAft>
                <a:spcPts val="0"/>
              </a:spcAft>
              <a:buClr>
                <a:schemeClr val="dk1"/>
              </a:buClr>
              <a:buSzPts val="2400"/>
              <a:buFont typeface="Arial"/>
              <a:buAutoNum type="arabicPeriod" startAt="2"/>
            </a:pPr>
            <a:r>
              <a:rPr lang="en-US" sz="2400">
                <a:solidFill>
                  <a:schemeClr val="dk1"/>
                </a:solidFill>
                <a:latin typeface="Arial"/>
                <a:ea typeface="Arial"/>
                <a:cs typeface="Arial"/>
                <a:sym typeface="Arial"/>
              </a:rPr>
              <a:t>To take advantage of the “</a:t>
            </a:r>
            <a:r>
              <a:rPr lang="en-US" sz="2400" b="1">
                <a:solidFill>
                  <a:schemeClr val="dk1"/>
                </a:solidFill>
                <a:latin typeface="Arial"/>
                <a:ea typeface="Arial"/>
                <a:cs typeface="Arial"/>
                <a:sym typeface="Arial"/>
              </a:rPr>
              <a:t>principle of locality” </a:t>
            </a:r>
            <a:r>
              <a:rPr lang="en-US" sz="2400">
                <a:solidFill>
                  <a:schemeClr val="dk1"/>
                </a:solidFill>
                <a:latin typeface="Arial"/>
                <a:ea typeface="Arial"/>
                <a:cs typeface="Arial"/>
                <a:sym typeface="Arial"/>
              </a:rPr>
              <a:t>by implementing the memory of a computer as a memory hierarchy</a:t>
            </a:r>
            <a:endParaRPr sz="2400">
              <a:solidFill>
                <a:schemeClr val="dk1"/>
              </a:solidFill>
              <a:latin typeface="Arial"/>
              <a:ea typeface="Arial"/>
              <a:cs typeface="Arial"/>
              <a:sym typeface="Arial"/>
            </a:endParaRPr>
          </a:p>
          <a:p>
            <a:pPr marL="0" marR="0" lvl="0" indent="0" algn="l" rtl="0">
              <a:lnSpc>
                <a:spcPct val="100000"/>
              </a:lnSpc>
              <a:spcBef>
                <a:spcPts val="570"/>
              </a:spcBef>
              <a:spcAft>
                <a:spcPts val="0"/>
              </a:spcAft>
              <a:buNone/>
            </a:pPr>
            <a:endParaRPr sz="2400">
              <a:solidFill>
                <a:schemeClr val="dk1"/>
              </a:solidFill>
              <a:latin typeface="Arial"/>
              <a:ea typeface="Arial"/>
              <a:cs typeface="Arial"/>
              <a:sym typeface="Arial"/>
            </a:endParaRPr>
          </a:p>
          <a:p>
            <a:pPr marL="469900" marR="0" lvl="0" indent="0" algn="l" rtl="0">
              <a:lnSpc>
                <a:spcPct val="100000"/>
              </a:lnSpc>
              <a:spcBef>
                <a:spcPts val="0"/>
              </a:spcBef>
              <a:spcAft>
                <a:spcPts val="0"/>
              </a:spcAft>
              <a:buNone/>
            </a:pPr>
            <a:r>
              <a:rPr lang="en-US" sz="2000" b="1">
                <a:solidFill>
                  <a:srgbClr val="008011"/>
                </a:solidFill>
                <a:latin typeface="Arial"/>
                <a:ea typeface="Arial"/>
                <a:cs typeface="Arial"/>
                <a:sym typeface="Arial"/>
              </a:rPr>
              <a:t>Performance is the major reason for having a memory hierarchy</a:t>
            </a:r>
            <a:endParaRPr sz="20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8"/>
          <p:cNvSpPr txBox="1">
            <a:spLocks noGrp="1"/>
          </p:cNvSpPr>
          <p:nvPr>
            <p:ph type="title"/>
          </p:nvPr>
        </p:nvSpPr>
        <p:spPr>
          <a:xfrm>
            <a:off x="-1676400" y="562974"/>
            <a:ext cx="9128760" cy="751488"/>
          </a:xfrm>
          <a:prstGeom prst="rect">
            <a:avLst/>
          </a:prstGeom>
          <a:noFill/>
          <a:ln>
            <a:noFill/>
          </a:ln>
        </p:spPr>
        <p:txBody>
          <a:bodyPr spcFirstLastPara="1" wrap="square" lIns="0" tIns="12700" rIns="0" bIns="0" anchor="b" anchorCtr="0">
            <a:spAutoFit/>
          </a:bodyPr>
          <a:lstStyle/>
          <a:p>
            <a:pPr marL="2552065" lvl="0" indent="0" algn="l" rtl="0">
              <a:lnSpc>
                <a:spcPct val="100000"/>
              </a:lnSpc>
              <a:spcBef>
                <a:spcPts val="0"/>
              </a:spcBef>
              <a:spcAft>
                <a:spcPts val="0"/>
              </a:spcAft>
              <a:buClr>
                <a:srgbClr val="3F3F3F"/>
              </a:buClr>
              <a:buSzPts val="4800"/>
              <a:buFont typeface="Calibri"/>
              <a:buNone/>
            </a:pPr>
            <a:r>
              <a:rPr lang="en-US"/>
              <a:t>MEMORY HIERARCHY</a:t>
            </a:r>
            <a:endParaRPr/>
          </a:p>
        </p:txBody>
      </p:sp>
      <p:pic>
        <p:nvPicPr>
          <p:cNvPr id="324" name="Google Shape;324;p8"/>
          <p:cNvPicPr preferRelativeResize="0"/>
          <p:nvPr/>
        </p:nvPicPr>
        <p:blipFill rotWithShape="1">
          <a:blip r:embed="rId3">
            <a:alphaModFix/>
          </a:blip>
          <a:srcRect/>
          <a:stretch/>
        </p:blipFill>
        <p:spPr>
          <a:xfrm>
            <a:off x="1869739" y="1790382"/>
            <a:ext cx="5353592" cy="3723176"/>
          </a:xfrm>
          <a:prstGeom prst="rect">
            <a:avLst/>
          </a:prstGeom>
          <a:noFill/>
          <a:ln>
            <a:noFill/>
          </a:ln>
        </p:spPr>
      </p:pic>
      <p:sp>
        <p:nvSpPr>
          <p:cNvPr id="325" name="Google Shape;325;p8"/>
          <p:cNvSpPr txBox="1"/>
          <p:nvPr/>
        </p:nvSpPr>
        <p:spPr>
          <a:xfrm>
            <a:off x="1359153" y="5491073"/>
            <a:ext cx="63747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a:solidFill>
                  <a:schemeClr val="dk1"/>
                </a:solidFill>
                <a:latin typeface="Arial"/>
                <a:ea typeface="Arial"/>
                <a:cs typeface="Arial"/>
                <a:sym typeface="Arial"/>
              </a:rPr>
              <a:t>As the distance from the processor increases, so does the size</a:t>
            </a:r>
            <a:endParaRPr sz="1800">
              <a:solidFill>
                <a:schemeClr val="dk1"/>
              </a:solidFill>
              <a:latin typeface="Arial"/>
              <a:ea typeface="Arial"/>
              <a:cs typeface="Arial"/>
              <a:sym typeface="Arial"/>
            </a:endParaRPr>
          </a:p>
        </p:txBody>
      </p:sp>
      <p:sp>
        <p:nvSpPr>
          <p:cNvPr id="326" name="Google Shape;326;p8"/>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None/>
            </a:pPr>
            <a:fld id="{00000000-1234-1234-1234-123412341234}" type="slidenum">
              <a:rPr lang="en-US" sz="1400" b="1" i="0">
                <a:solidFill>
                  <a:schemeClr val="dk1"/>
                </a:solidFill>
                <a:latin typeface="Arial"/>
                <a:ea typeface="Arial"/>
                <a:cs typeface="Arial"/>
                <a:sym typeface="Arial"/>
              </a:rPr>
              <a:t>8</a:t>
            </a:fld>
            <a:endParaRPr sz="1400" b="1" i="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9"/>
          <p:cNvSpPr txBox="1">
            <a:spLocks noGrp="1"/>
          </p:cNvSpPr>
          <p:nvPr>
            <p:ph type="title"/>
          </p:nvPr>
        </p:nvSpPr>
        <p:spPr>
          <a:xfrm>
            <a:off x="822960" y="286604"/>
            <a:ext cx="7543800" cy="1450757"/>
          </a:xfrm>
          <a:prstGeom prst="rect">
            <a:avLst/>
          </a:prstGeom>
          <a:noFill/>
          <a:ln>
            <a:noFill/>
          </a:ln>
        </p:spPr>
        <p:txBody>
          <a:bodyPr spcFirstLastPara="1" wrap="square" lIns="0" tIns="12700" rIns="0" bIns="0" anchor="b" anchorCtr="0">
            <a:spAutoFit/>
          </a:bodyPr>
          <a:lstStyle/>
          <a:p>
            <a:pPr marL="2552065" lvl="0" indent="0" algn="l" rtl="0">
              <a:lnSpc>
                <a:spcPct val="100000"/>
              </a:lnSpc>
              <a:spcBef>
                <a:spcPts val="0"/>
              </a:spcBef>
              <a:spcAft>
                <a:spcPts val="0"/>
              </a:spcAft>
              <a:buClr>
                <a:srgbClr val="3F3F3F"/>
              </a:buClr>
              <a:buSzPts val="4800"/>
              <a:buFont typeface="Calibri"/>
              <a:buNone/>
            </a:pPr>
            <a:r>
              <a:rPr lang="en-US"/>
              <a:t>MEMORY HIERARCHY</a:t>
            </a:r>
            <a:endParaRPr/>
          </a:p>
        </p:txBody>
      </p:sp>
      <p:pic>
        <p:nvPicPr>
          <p:cNvPr id="332" name="Google Shape;332;p9"/>
          <p:cNvPicPr preferRelativeResize="0"/>
          <p:nvPr/>
        </p:nvPicPr>
        <p:blipFill rotWithShape="1">
          <a:blip r:embed="rId3">
            <a:alphaModFix/>
          </a:blip>
          <a:srcRect/>
          <a:stretch/>
        </p:blipFill>
        <p:spPr>
          <a:xfrm>
            <a:off x="748632" y="929639"/>
            <a:ext cx="7554376" cy="5393766"/>
          </a:xfrm>
          <a:prstGeom prst="rect">
            <a:avLst/>
          </a:prstGeom>
          <a:noFill/>
          <a:ln>
            <a:noFill/>
          </a:ln>
        </p:spPr>
      </p:pic>
      <p:sp>
        <p:nvSpPr>
          <p:cNvPr id="333" name="Google Shape;333;p9"/>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None/>
            </a:pPr>
            <a:fld id="{00000000-1234-1234-1234-123412341234}" type="slidenum">
              <a:rPr lang="en-US" sz="1400" b="1" i="0">
                <a:solidFill>
                  <a:schemeClr val="dk1"/>
                </a:solidFill>
                <a:latin typeface="Arial"/>
                <a:ea typeface="Arial"/>
                <a:cs typeface="Arial"/>
                <a:sym typeface="Arial"/>
              </a:rPr>
              <a:t>9</a:t>
            </a:fld>
            <a:endParaRPr sz="1400" b="1" i="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10"/>
          <p:cNvSpPr txBox="1">
            <a:spLocks noGrp="1"/>
          </p:cNvSpPr>
          <p:nvPr>
            <p:ph type="title"/>
          </p:nvPr>
        </p:nvSpPr>
        <p:spPr>
          <a:xfrm>
            <a:off x="370738" y="265557"/>
            <a:ext cx="8402523" cy="391159"/>
          </a:xfrm>
          <a:prstGeom prst="rect">
            <a:avLst/>
          </a:prstGeom>
          <a:noFill/>
          <a:ln>
            <a:noFill/>
          </a:ln>
        </p:spPr>
        <p:txBody>
          <a:bodyPr spcFirstLastPara="1" wrap="square" lIns="0" tIns="12700" rIns="0" bIns="0" anchor="t" anchorCtr="0">
            <a:spAutoFit/>
          </a:bodyPr>
          <a:lstStyle/>
          <a:p>
            <a:pPr marL="2552065" lvl="0" indent="0" algn="l" rtl="0">
              <a:lnSpc>
                <a:spcPct val="100000"/>
              </a:lnSpc>
              <a:spcBef>
                <a:spcPts val="0"/>
              </a:spcBef>
              <a:spcAft>
                <a:spcPts val="0"/>
              </a:spcAft>
              <a:buNone/>
            </a:pPr>
            <a:r>
              <a:rPr lang="en-US"/>
              <a:t>MEMORY HIERARCHY</a:t>
            </a:r>
            <a:endParaRPr/>
          </a:p>
        </p:txBody>
      </p:sp>
      <p:sp>
        <p:nvSpPr>
          <p:cNvPr id="339" name="Google Shape;339;p10"/>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10</a:t>
            </a:fld>
            <a:endParaRPr sz="1400" b="1" i="0" u="none" strike="noStrike" cap="none">
              <a:solidFill>
                <a:srgbClr val="000000"/>
              </a:solidFill>
              <a:latin typeface="Arial"/>
              <a:ea typeface="Arial"/>
              <a:cs typeface="Arial"/>
              <a:sym typeface="Arial"/>
            </a:endParaRPr>
          </a:p>
        </p:txBody>
      </p:sp>
      <p:sp>
        <p:nvSpPr>
          <p:cNvPr id="340" name="Google Shape;340;p10"/>
          <p:cNvSpPr txBox="1"/>
          <p:nvPr/>
        </p:nvSpPr>
        <p:spPr>
          <a:xfrm>
            <a:off x="332943" y="1405509"/>
            <a:ext cx="8211820" cy="4172585"/>
          </a:xfrm>
          <a:prstGeom prst="rect">
            <a:avLst/>
          </a:prstGeom>
          <a:noFill/>
          <a:ln>
            <a:noFill/>
          </a:ln>
        </p:spPr>
        <p:txBody>
          <a:bodyPr spcFirstLastPara="1" wrap="square" lIns="0" tIns="12700" rIns="0" bIns="0" anchor="t" anchorCtr="0">
            <a:spAutoFit/>
          </a:bodyPr>
          <a:lstStyle/>
          <a:p>
            <a:pPr marL="299085" marR="0" lvl="0" indent="-286385" algn="l" rtl="0">
              <a:lnSpc>
                <a:spcPct val="100000"/>
              </a:lnSpc>
              <a:spcBef>
                <a:spcPts val="0"/>
              </a:spcBef>
              <a:spcAft>
                <a:spcPts val="0"/>
              </a:spcAft>
              <a:buClr>
                <a:srgbClr val="008011"/>
              </a:buClr>
              <a:buSzPts val="2400"/>
              <a:buFont typeface="Arial"/>
              <a:buChar char="•"/>
            </a:pPr>
            <a:r>
              <a:rPr lang="en-US" sz="2400" b="1" i="0" u="none" strike="noStrike" cap="none">
                <a:solidFill>
                  <a:srgbClr val="008011"/>
                </a:solidFill>
                <a:latin typeface="Arial"/>
                <a:ea typeface="Arial"/>
                <a:cs typeface="Arial"/>
                <a:sym typeface="Arial"/>
              </a:rPr>
              <a:t>Why do we need memory hierarchy?</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280"/>
              </a:spcBef>
              <a:spcAft>
                <a:spcPts val="0"/>
              </a:spcAft>
              <a:buClr>
                <a:schemeClr val="dk1"/>
              </a:buClr>
              <a:buSzPts val="2400"/>
              <a:buFont typeface="Calibri"/>
              <a:buNone/>
            </a:pPr>
            <a:endParaRPr sz="2400" b="0" i="0" u="none" strike="noStrike" cap="none">
              <a:solidFill>
                <a:srgbClr val="000000"/>
              </a:solidFill>
              <a:latin typeface="Arial"/>
              <a:ea typeface="Arial"/>
              <a:cs typeface="Arial"/>
              <a:sym typeface="Arial"/>
            </a:endParaRPr>
          </a:p>
          <a:p>
            <a:pPr marL="469900" marR="872489" lvl="0" indent="-457200" algn="l" rtl="0">
              <a:lnSpc>
                <a:spcPct val="107916"/>
              </a:lnSpc>
              <a:spcBef>
                <a:spcPts val="0"/>
              </a:spcBef>
              <a:spcAft>
                <a:spcPts val="0"/>
              </a:spcAft>
              <a:buClr>
                <a:srgbClr val="000000"/>
              </a:buClr>
              <a:buSzPts val="2400"/>
              <a:buFont typeface="Arial"/>
              <a:buAutoNum type="arabicPeriod"/>
            </a:pPr>
            <a:r>
              <a:rPr lang="en-US" sz="2400" b="0" i="0" u="none" strike="noStrike" cap="none">
                <a:solidFill>
                  <a:srgbClr val="000000"/>
                </a:solidFill>
                <a:latin typeface="Arial"/>
                <a:ea typeface="Arial"/>
                <a:cs typeface="Arial"/>
                <a:sym typeface="Arial"/>
              </a:rPr>
              <a:t>To obtain the highest	possible access speed while minimizing the total cost of the memory system</a:t>
            </a:r>
            <a:endParaRPr sz="2400" b="0" i="0" u="none" strike="noStrike" cap="none">
              <a:solidFill>
                <a:srgbClr val="000000"/>
              </a:solidFill>
              <a:latin typeface="Arial"/>
              <a:ea typeface="Arial"/>
              <a:cs typeface="Arial"/>
              <a:sym typeface="Arial"/>
            </a:endParaRPr>
          </a:p>
          <a:p>
            <a:pPr marL="469900" marR="0" lvl="0" indent="0" algn="l" rtl="0">
              <a:lnSpc>
                <a:spcPct val="114000"/>
              </a:lnSpc>
              <a:spcBef>
                <a:spcPts val="45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 The faster memories are more expensive per bit than the slower</a:t>
            </a:r>
            <a:endParaRPr sz="2000" b="0" i="0" u="none" strike="noStrike" cap="none">
              <a:solidFill>
                <a:srgbClr val="000000"/>
              </a:solidFill>
              <a:latin typeface="Arial"/>
              <a:ea typeface="Arial"/>
              <a:cs typeface="Arial"/>
              <a:sym typeface="Arial"/>
            </a:endParaRPr>
          </a:p>
          <a:p>
            <a:pPr marL="697865" marR="0" lvl="0" indent="0" algn="l" rtl="0">
              <a:lnSpc>
                <a:spcPct val="114000"/>
              </a:lnSpc>
              <a:spcBef>
                <a:spcPts val="0"/>
              </a:spcBef>
              <a:spcAft>
                <a:spcPts val="0"/>
              </a:spcAft>
              <a:buClr>
                <a:srgbClr val="000000"/>
              </a:buClr>
              <a:buSzPts val="2000"/>
              <a:buFont typeface="Arial"/>
              <a:buNone/>
            </a:pPr>
            <a:r>
              <a:rPr lang="en-US" sz="2000" b="0" i="0" u="none" strike="noStrike" cap="none">
                <a:solidFill>
                  <a:srgbClr val="000000"/>
                </a:solidFill>
                <a:latin typeface="Arial"/>
                <a:ea typeface="Arial"/>
                <a:cs typeface="Arial"/>
                <a:sym typeface="Arial"/>
              </a:rPr>
              <a:t>memories and thus are smaller</a:t>
            </a:r>
            <a:endParaRPr sz="2000" b="0" i="0" u="none" strike="noStrike" cap="none">
              <a:solidFill>
                <a:srgbClr val="000000"/>
              </a:solidFill>
              <a:latin typeface="Arial"/>
              <a:ea typeface="Arial"/>
              <a:cs typeface="Arial"/>
              <a:sym typeface="Arial"/>
            </a:endParaRPr>
          </a:p>
          <a:p>
            <a:pPr marL="0" marR="0" lvl="0" indent="0" algn="l" rtl="0">
              <a:lnSpc>
                <a:spcPct val="100000"/>
              </a:lnSpc>
              <a:spcBef>
                <a:spcPts val="735"/>
              </a:spcBef>
              <a:spcAft>
                <a:spcPts val="0"/>
              </a:spcAft>
              <a:buClr>
                <a:schemeClr val="dk1"/>
              </a:buClr>
              <a:buSzPts val="2000"/>
              <a:buFont typeface="Calibri"/>
              <a:buNone/>
            </a:pPr>
            <a:endParaRPr sz="2000" b="0" i="0" u="none" strike="noStrike" cap="none">
              <a:solidFill>
                <a:srgbClr val="000000"/>
              </a:solidFill>
              <a:latin typeface="Arial"/>
              <a:ea typeface="Arial"/>
              <a:cs typeface="Arial"/>
              <a:sym typeface="Arial"/>
            </a:endParaRPr>
          </a:p>
          <a:p>
            <a:pPr marL="469900" marR="430530" lvl="0" indent="-457200" algn="l" rtl="0">
              <a:lnSpc>
                <a:spcPct val="107916"/>
              </a:lnSpc>
              <a:spcBef>
                <a:spcPts val="5"/>
              </a:spcBef>
              <a:spcAft>
                <a:spcPts val="0"/>
              </a:spcAft>
              <a:buClr>
                <a:srgbClr val="000000"/>
              </a:buClr>
              <a:buSzPts val="2400"/>
              <a:buFont typeface="Arial"/>
              <a:buAutoNum type="arabicPeriod" startAt="2"/>
            </a:pPr>
            <a:r>
              <a:rPr lang="en-US" sz="2400" b="0" i="0" u="none" strike="noStrike" cap="none">
                <a:solidFill>
                  <a:srgbClr val="000000"/>
                </a:solidFill>
                <a:latin typeface="Arial"/>
                <a:ea typeface="Arial"/>
                <a:cs typeface="Arial"/>
                <a:sym typeface="Arial"/>
              </a:rPr>
              <a:t>To take advantage of the “</a:t>
            </a:r>
            <a:r>
              <a:rPr lang="en-US" sz="2400" b="1" i="0" u="none" strike="noStrike" cap="none">
                <a:solidFill>
                  <a:srgbClr val="000000"/>
                </a:solidFill>
                <a:latin typeface="Arial"/>
                <a:ea typeface="Arial"/>
                <a:cs typeface="Arial"/>
                <a:sym typeface="Arial"/>
              </a:rPr>
              <a:t>principle of locality” </a:t>
            </a:r>
            <a:r>
              <a:rPr lang="en-US" sz="2400" b="0" i="0" u="none" strike="noStrike" cap="none">
                <a:solidFill>
                  <a:srgbClr val="000000"/>
                </a:solidFill>
                <a:latin typeface="Arial"/>
                <a:ea typeface="Arial"/>
                <a:cs typeface="Arial"/>
                <a:sym typeface="Arial"/>
              </a:rPr>
              <a:t>by implementing the memory of a computer as a memory hierarchy</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570"/>
              </a:spcBef>
              <a:spcAft>
                <a:spcPts val="0"/>
              </a:spcAft>
              <a:buClr>
                <a:schemeClr val="dk1"/>
              </a:buClr>
              <a:buSzPts val="2400"/>
              <a:buFont typeface="Calibri"/>
              <a:buNone/>
            </a:pPr>
            <a:endParaRPr sz="2400" b="0" i="0" u="none" strike="noStrike" cap="none">
              <a:solidFill>
                <a:srgbClr val="000000"/>
              </a:solidFill>
              <a:latin typeface="Arial"/>
              <a:ea typeface="Arial"/>
              <a:cs typeface="Arial"/>
              <a:sym typeface="Arial"/>
            </a:endParaRPr>
          </a:p>
          <a:p>
            <a:pPr marL="469900" marR="0" lvl="0" indent="0" algn="l" rtl="0">
              <a:lnSpc>
                <a:spcPct val="100000"/>
              </a:lnSpc>
              <a:spcBef>
                <a:spcPts val="0"/>
              </a:spcBef>
              <a:spcAft>
                <a:spcPts val="0"/>
              </a:spcAft>
              <a:buClr>
                <a:srgbClr val="008011"/>
              </a:buClr>
              <a:buSzPts val="2000"/>
              <a:buFont typeface="Arial"/>
              <a:buNone/>
            </a:pPr>
            <a:r>
              <a:rPr lang="en-US" sz="2000" b="1" i="0" u="none" strike="noStrike" cap="none">
                <a:solidFill>
                  <a:srgbClr val="008011"/>
                </a:solidFill>
                <a:latin typeface="Arial"/>
                <a:ea typeface="Arial"/>
                <a:cs typeface="Arial"/>
                <a:sym typeface="Arial"/>
              </a:rPr>
              <a:t>Performance is the major reason for having a memory hierarchy</a:t>
            </a: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11"/>
          <p:cNvSpPr txBox="1">
            <a:spLocks noGrp="1"/>
          </p:cNvSpPr>
          <p:nvPr>
            <p:ph type="title"/>
          </p:nvPr>
        </p:nvSpPr>
        <p:spPr>
          <a:xfrm>
            <a:off x="370738" y="265557"/>
            <a:ext cx="8402523" cy="391159"/>
          </a:xfrm>
          <a:prstGeom prst="rect">
            <a:avLst/>
          </a:prstGeom>
          <a:noFill/>
          <a:ln>
            <a:noFill/>
          </a:ln>
        </p:spPr>
        <p:txBody>
          <a:bodyPr spcFirstLastPara="1" wrap="square" lIns="0" tIns="12700" rIns="0" bIns="0" anchor="t" anchorCtr="0">
            <a:spAutoFit/>
          </a:bodyPr>
          <a:lstStyle/>
          <a:p>
            <a:pPr marL="2552065" lvl="0" indent="0" algn="l" rtl="0">
              <a:lnSpc>
                <a:spcPct val="100000"/>
              </a:lnSpc>
              <a:spcBef>
                <a:spcPts val="0"/>
              </a:spcBef>
              <a:spcAft>
                <a:spcPts val="0"/>
              </a:spcAft>
              <a:buNone/>
            </a:pPr>
            <a:r>
              <a:rPr lang="en-US"/>
              <a:t>MEMORY HIERARCHY</a:t>
            </a:r>
            <a:endParaRPr/>
          </a:p>
        </p:txBody>
      </p:sp>
      <p:pic>
        <p:nvPicPr>
          <p:cNvPr id="346" name="Google Shape;346;p11"/>
          <p:cNvPicPr preferRelativeResize="0"/>
          <p:nvPr/>
        </p:nvPicPr>
        <p:blipFill rotWithShape="1">
          <a:blip r:embed="rId3">
            <a:alphaModFix/>
          </a:blip>
          <a:srcRect/>
          <a:stretch/>
        </p:blipFill>
        <p:spPr>
          <a:xfrm>
            <a:off x="1868547" y="1326636"/>
            <a:ext cx="5353592" cy="3723176"/>
          </a:xfrm>
          <a:prstGeom prst="rect">
            <a:avLst/>
          </a:prstGeom>
          <a:noFill/>
          <a:ln>
            <a:noFill/>
          </a:ln>
        </p:spPr>
      </p:pic>
      <p:sp>
        <p:nvSpPr>
          <p:cNvPr id="347" name="Google Shape;347;p11"/>
          <p:cNvSpPr txBox="1"/>
          <p:nvPr/>
        </p:nvSpPr>
        <p:spPr>
          <a:xfrm>
            <a:off x="1359153" y="5491073"/>
            <a:ext cx="6374765" cy="30035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As the distance from the processor increases, so does the size</a:t>
            </a:r>
            <a:endParaRPr sz="1800" b="0" i="0" u="none" strike="noStrike" cap="none">
              <a:solidFill>
                <a:srgbClr val="000000"/>
              </a:solidFill>
              <a:latin typeface="Arial"/>
              <a:ea typeface="Arial"/>
              <a:cs typeface="Arial"/>
              <a:sym typeface="Arial"/>
            </a:endParaRPr>
          </a:p>
        </p:txBody>
      </p:sp>
      <p:sp>
        <p:nvSpPr>
          <p:cNvPr id="348" name="Google Shape;348;p11"/>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11</a:t>
            </a:fld>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12"/>
          <p:cNvSpPr txBox="1">
            <a:spLocks noGrp="1"/>
          </p:cNvSpPr>
          <p:nvPr>
            <p:ph type="title"/>
          </p:nvPr>
        </p:nvSpPr>
        <p:spPr>
          <a:xfrm>
            <a:off x="370738" y="265557"/>
            <a:ext cx="8402523" cy="391159"/>
          </a:xfrm>
          <a:prstGeom prst="rect">
            <a:avLst/>
          </a:prstGeom>
          <a:noFill/>
          <a:ln>
            <a:noFill/>
          </a:ln>
        </p:spPr>
        <p:txBody>
          <a:bodyPr spcFirstLastPara="1" wrap="square" lIns="0" tIns="12700" rIns="0" bIns="0" anchor="t" anchorCtr="0">
            <a:spAutoFit/>
          </a:bodyPr>
          <a:lstStyle/>
          <a:p>
            <a:pPr marL="2552065" lvl="0" indent="0" algn="l" rtl="0">
              <a:lnSpc>
                <a:spcPct val="100000"/>
              </a:lnSpc>
              <a:spcBef>
                <a:spcPts val="0"/>
              </a:spcBef>
              <a:spcAft>
                <a:spcPts val="0"/>
              </a:spcAft>
              <a:buNone/>
            </a:pPr>
            <a:r>
              <a:rPr lang="en-US"/>
              <a:t>MEMORY HIERARCHY</a:t>
            </a:r>
            <a:endParaRPr/>
          </a:p>
        </p:txBody>
      </p:sp>
      <p:pic>
        <p:nvPicPr>
          <p:cNvPr id="354" name="Google Shape;354;p12"/>
          <p:cNvPicPr preferRelativeResize="0"/>
          <p:nvPr/>
        </p:nvPicPr>
        <p:blipFill rotWithShape="1">
          <a:blip r:embed="rId3">
            <a:alphaModFix/>
          </a:blip>
          <a:srcRect/>
          <a:stretch/>
        </p:blipFill>
        <p:spPr>
          <a:xfrm>
            <a:off x="748632" y="929639"/>
            <a:ext cx="7554376" cy="5393766"/>
          </a:xfrm>
          <a:prstGeom prst="rect">
            <a:avLst/>
          </a:prstGeom>
          <a:noFill/>
          <a:ln>
            <a:noFill/>
          </a:ln>
        </p:spPr>
      </p:pic>
      <p:sp>
        <p:nvSpPr>
          <p:cNvPr id="355" name="Google Shape;355;p12"/>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12</a:t>
            </a:fld>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13"/>
          <p:cNvSpPr txBox="1">
            <a:spLocks noGrp="1"/>
          </p:cNvSpPr>
          <p:nvPr>
            <p:ph type="title"/>
          </p:nvPr>
        </p:nvSpPr>
        <p:spPr>
          <a:xfrm>
            <a:off x="370738" y="265557"/>
            <a:ext cx="8402523" cy="391159"/>
          </a:xfrm>
          <a:prstGeom prst="rect">
            <a:avLst/>
          </a:prstGeom>
          <a:noFill/>
          <a:ln>
            <a:noFill/>
          </a:ln>
        </p:spPr>
        <p:txBody>
          <a:bodyPr spcFirstLastPara="1" wrap="square" lIns="0" tIns="12700" rIns="0" bIns="0" anchor="t" anchorCtr="0">
            <a:spAutoFit/>
          </a:bodyPr>
          <a:lstStyle/>
          <a:p>
            <a:pPr marL="2236470" lvl="0" indent="0" algn="l" rtl="0">
              <a:lnSpc>
                <a:spcPct val="100000"/>
              </a:lnSpc>
              <a:spcBef>
                <a:spcPts val="0"/>
              </a:spcBef>
              <a:spcAft>
                <a:spcPts val="0"/>
              </a:spcAft>
              <a:buNone/>
            </a:pPr>
            <a:r>
              <a:rPr lang="en-US"/>
              <a:t>MEMORY TECHNOLOGIES</a:t>
            </a:r>
            <a:endParaRPr/>
          </a:p>
        </p:txBody>
      </p:sp>
      <p:sp>
        <p:nvSpPr>
          <p:cNvPr id="361" name="Google Shape;361;p13"/>
          <p:cNvSpPr txBox="1"/>
          <p:nvPr/>
        </p:nvSpPr>
        <p:spPr>
          <a:xfrm>
            <a:off x="332943" y="941578"/>
            <a:ext cx="7400290" cy="720725"/>
          </a:xfrm>
          <a:prstGeom prst="rect">
            <a:avLst/>
          </a:prstGeom>
          <a:noFill/>
          <a:ln>
            <a:noFill/>
          </a:ln>
        </p:spPr>
        <p:txBody>
          <a:bodyPr spcFirstLastPara="1" wrap="square" lIns="0" tIns="53975" rIns="0" bIns="0" anchor="t" anchorCtr="0">
            <a:spAutoFit/>
          </a:bodyPr>
          <a:lstStyle/>
          <a:p>
            <a:pPr marL="299085" marR="5080" lvl="0" indent="-287019" algn="l" rtl="0">
              <a:lnSpc>
                <a:spcPct val="107916"/>
              </a:lnSpc>
              <a:spcBef>
                <a:spcPts val="0"/>
              </a:spcBef>
              <a:spcAft>
                <a:spcPts val="0"/>
              </a:spcAft>
              <a:buClr>
                <a:srgbClr val="000000"/>
              </a:buClr>
              <a:buSzPts val="2400"/>
              <a:buFont typeface="Arial"/>
              <a:buChar char="•"/>
            </a:pPr>
            <a:r>
              <a:rPr lang="en-US" sz="2400" b="0" i="0" u="none" strike="noStrike" cap="none">
                <a:solidFill>
                  <a:srgbClr val="000000"/>
                </a:solidFill>
                <a:latin typeface="Arial"/>
                <a:ea typeface="Arial"/>
                <a:cs typeface="Arial"/>
                <a:sym typeface="Arial"/>
              </a:rPr>
              <a:t>Three primary technologies used in building memory hierarchies</a:t>
            </a:r>
            <a:endParaRPr sz="2400" b="0" i="0" u="none" strike="noStrike" cap="none">
              <a:solidFill>
                <a:srgbClr val="000000"/>
              </a:solidFill>
              <a:latin typeface="Arial"/>
              <a:ea typeface="Arial"/>
              <a:cs typeface="Arial"/>
              <a:sym typeface="Arial"/>
            </a:endParaRPr>
          </a:p>
        </p:txBody>
      </p:sp>
      <p:sp>
        <p:nvSpPr>
          <p:cNvPr id="362" name="Google Shape;362;p13"/>
          <p:cNvSpPr txBox="1"/>
          <p:nvPr/>
        </p:nvSpPr>
        <p:spPr>
          <a:xfrm>
            <a:off x="1228750" y="1713991"/>
            <a:ext cx="4356735" cy="793750"/>
          </a:xfrm>
          <a:prstGeom prst="rect">
            <a:avLst/>
          </a:prstGeom>
          <a:noFill/>
          <a:ln>
            <a:noFill/>
          </a:ln>
        </p:spPr>
        <p:txBody>
          <a:bodyPr spcFirstLastPara="1" wrap="square" lIns="0" tIns="43800" rIns="0" bIns="0" anchor="t" anchorCtr="0">
            <a:spAutoFit/>
          </a:bodyPr>
          <a:lstStyle/>
          <a:p>
            <a:pPr marL="355600" marR="5080" lvl="0" indent="-343535" algn="l" rtl="0">
              <a:lnSpc>
                <a:spcPct val="107722"/>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1.	Cache memory</a:t>
            </a:r>
            <a:r>
              <a:rPr lang="en-US" sz="1800" b="0" i="0" u="none" strike="noStrike" cap="none">
                <a:solidFill>
                  <a:srgbClr val="000000"/>
                </a:solidFill>
                <a:latin typeface="Arial"/>
                <a:ea typeface="Arial"/>
                <a:cs typeface="Arial"/>
                <a:sym typeface="Arial"/>
              </a:rPr>
              <a:t>: At the level closest to the processor. Cache use SRAM (static random access memory)</a:t>
            </a:r>
            <a:endParaRPr sz="1800" b="0" i="0" u="none" strike="noStrike" cap="none">
              <a:solidFill>
                <a:srgbClr val="000000"/>
              </a:solidFill>
              <a:latin typeface="Arial"/>
              <a:ea typeface="Arial"/>
              <a:cs typeface="Arial"/>
              <a:sym typeface="Arial"/>
            </a:endParaRPr>
          </a:p>
        </p:txBody>
      </p:sp>
      <p:sp>
        <p:nvSpPr>
          <p:cNvPr id="363" name="Google Shape;363;p13"/>
          <p:cNvSpPr txBox="1"/>
          <p:nvPr/>
        </p:nvSpPr>
        <p:spPr>
          <a:xfrm>
            <a:off x="1228750" y="2683255"/>
            <a:ext cx="4054475" cy="793750"/>
          </a:xfrm>
          <a:prstGeom prst="rect">
            <a:avLst/>
          </a:prstGeom>
          <a:noFill/>
          <a:ln>
            <a:noFill/>
          </a:ln>
        </p:spPr>
        <p:txBody>
          <a:bodyPr spcFirstLastPara="1" wrap="square" lIns="0" tIns="43800" rIns="0" bIns="0" anchor="t" anchorCtr="0">
            <a:spAutoFit/>
          </a:bodyPr>
          <a:lstStyle/>
          <a:p>
            <a:pPr marL="355600" marR="5080" lvl="0" indent="-343535" algn="l" rtl="0">
              <a:lnSpc>
                <a:spcPct val="107722"/>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2.	Main memory </a:t>
            </a:r>
            <a:r>
              <a:rPr lang="en-US" sz="1800" b="0" i="0" u="none" strike="noStrike" cap="none">
                <a:solidFill>
                  <a:srgbClr val="000000"/>
                </a:solidFill>
                <a:latin typeface="Arial"/>
                <a:ea typeface="Arial"/>
                <a:cs typeface="Arial"/>
                <a:sym typeface="Arial"/>
              </a:rPr>
              <a:t>is implemented using DRAM (dynamic random access memory) technology</a:t>
            </a:r>
            <a:endParaRPr sz="1800" b="0" i="0" u="none" strike="noStrike" cap="none">
              <a:solidFill>
                <a:srgbClr val="000000"/>
              </a:solidFill>
              <a:latin typeface="Arial"/>
              <a:ea typeface="Arial"/>
              <a:cs typeface="Arial"/>
              <a:sym typeface="Arial"/>
            </a:endParaRPr>
          </a:p>
        </p:txBody>
      </p:sp>
      <p:sp>
        <p:nvSpPr>
          <p:cNvPr id="364" name="Google Shape;364;p13"/>
          <p:cNvSpPr txBox="1"/>
          <p:nvPr/>
        </p:nvSpPr>
        <p:spPr>
          <a:xfrm>
            <a:off x="1228750" y="3652773"/>
            <a:ext cx="3873500" cy="546735"/>
          </a:xfrm>
          <a:prstGeom prst="rect">
            <a:avLst/>
          </a:prstGeom>
          <a:noFill/>
          <a:ln>
            <a:noFill/>
          </a:ln>
        </p:spPr>
        <p:txBody>
          <a:bodyPr spcFirstLastPara="1" wrap="square" lIns="0" tIns="43800" rIns="0" bIns="0" anchor="t" anchorCtr="0">
            <a:spAutoFit/>
          </a:bodyPr>
          <a:lstStyle/>
          <a:p>
            <a:pPr marL="355600" marR="5080" lvl="0" indent="-343535" algn="l" rtl="0">
              <a:lnSpc>
                <a:spcPct val="107722"/>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3.	Auxiliary memory: </a:t>
            </a:r>
            <a:r>
              <a:rPr lang="en-US" sz="1800" b="0" i="0" u="none" strike="noStrike" cap="none">
                <a:solidFill>
                  <a:srgbClr val="000000"/>
                </a:solidFill>
                <a:latin typeface="Arial"/>
                <a:ea typeface="Arial"/>
                <a:cs typeface="Arial"/>
                <a:sym typeface="Arial"/>
              </a:rPr>
              <a:t>Flash memory and/or Magnetic disk</a:t>
            </a:r>
            <a:endParaRPr sz="1800" b="0" i="0" u="none" strike="noStrike" cap="none">
              <a:solidFill>
                <a:srgbClr val="000000"/>
              </a:solidFill>
              <a:latin typeface="Arial"/>
              <a:ea typeface="Arial"/>
              <a:cs typeface="Arial"/>
              <a:sym typeface="Arial"/>
            </a:endParaRPr>
          </a:p>
        </p:txBody>
      </p:sp>
      <p:sp>
        <p:nvSpPr>
          <p:cNvPr id="365" name="Google Shape;365;p13"/>
          <p:cNvSpPr txBox="1"/>
          <p:nvPr/>
        </p:nvSpPr>
        <p:spPr>
          <a:xfrm>
            <a:off x="6415278" y="1828038"/>
            <a:ext cx="1489075" cy="212090"/>
          </a:xfrm>
          <a:prstGeom prst="rect">
            <a:avLst/>
          </a:prstGeom>
          <a:noFill/>
          <a:ln w="25900" cap="flat" cmpd="sng">
            <a:solidFill>
              <a:srgbClr val="000000"/>
            </a:solidFill>
            <a:prstDash val="solid"/>
            <a:round/>
            <a:headEnd type="none" w="sm" len="sm"/>
            <a:tailEnd type="none" w="sm" len="sm"/>
          </a:ln>
        </p:spPr>
        <p:txBody>
          <a:bodyPr spcFirstLastPara="1" wrap="square" lIns="0" tIns="2525" rIns="0" bIns="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Cache</a:t>
            </a:r>
            <a:endParaRPr sz="1200" b="0" i="0" u="none" strike="noStrike" cap="none">
              <a:solidFill>
                <a:srgbClr val="000000"/>
              </a:solidFill>
              <a:latin typeface="Arial"/>
              <a:ea typeface="Arial"/>
              <a:cs typeface="Arial"/>
              <a:sym typeface="Arial"/>
            </a:endParaRPr>
          </a:p>
        </p:txBody>
      </p:sp>
      <p:sp>
        <p:nvSpPr>
          <p:cNvPr id="366" name="Google Shape;366;p13"/>
          <p:cNvSpPr txBox="1"/>
          <p:nvPr/>
        </p:nvSpPr>
        <p:spPr>
          <a:xfrm>
            <a:off x="6218682" y="2884170"/>
            <a:ext cx="1969135" cy="302260"/>
          </a:xfrm>
          <a:prstGeom prst="rect">
            <a:avLst/>
          </a:prstGeom>
          <a:noFill/>
          <a:ln w="25900" cap="flat" cmpd="sng">
            <a:solidFill>
              <a:srgbClr val="000000"/>
            </a:solidFill>
            <a:prstDash val="solid"/>
            <a:round/>
            <a:headEnd type="none" w="sm" len="sm"/>
            <a:tailEnd type="none" w="sm" len="sm"/>
          </a:ln>
        </p:spPr>
        <p:txBody>
          <a:bodyPr spcFirstLastPara="1" wrap="square" lIns="0" tIns="40625" rIns="0" bIns="0" anchor="t" anchorCtr="0">
            <a:spAutoFit/>
          </a:bodyPr>
          <a:lstStyle/>
          <a:p>
            <a:pPr marL="511809"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Main Memory</a:t>
            </a:r>
            <a:endParaRPr sz="1200" b="0" i="0" u="none" strike="noStrike" cap="none">
              <a:solidFill>
                <a:srgbClr val="000000"/>
              </a:solidFill>
              <a:latin typeface="Arial"/>
              <a:ea typeface="Arial"/>
              <a:cs typeface="Arial"/>
              <a:sym typeface="Arial"/>
            </a:endParaRPr>
          </a:p>
        </p:txBody>
      </p:sp>
      <p:sp>
        <p:nvSpPr>
          <p:cNvPr id="367" name="Google Shape;367;p13"/>
          <p:cNvSpPr txBox="1"/>
          <p:nvPr/>
        </p:nvSpPr>
        <p:spPr>
          <a:xfrm>
            <a:off x="6038850" y="3665982"/>
            <a:ext cx="2444750" cy="381000"/>
          </a:xfrm>
          <a:prstGeom prst="rect">
            <a:avLst/>
          </a:prstGeom>
          <a:noFill/>
          <a:ln w="25900" cap="flat" cmpd="sng">
            <a:solidFill>
              <a:srgbClr val="000000"/>
            </a:solidFill>
            <a:prstDash val="solid"/>
            <a:round/>
            <a:headEnd type="none" w="sm" len="sm"/>
            <a:tailEnd type="none" w="sm" len="sm"/>
          </a:ln>
        </p:spPr>
        <p:txBody>
          <a:bodyPr spcFirstLastPara="1" wrap="square" lIns="0" tIns="61575" rIns="0" bIns="0" anchor="t" anchorCtr="0">
            <a:spAutoFit/>
          </a:bodyPr>
          <a:lstStyle/>
          <a:p>
            <a:pPr marL="64008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Auxiliary memory</a:t>
            </a:r>
            <a:endParaRPr sz="1200" b="0" i="0" u="none" strike="noStrike" cap="none">
              <a:solidFill>
                <a:srgbClr val="000000"/>
              </a:solidFill>
              <a:latin typeface="Arial"/>
              <a:ea typeface="Arial"/>
              <a:cs typeface="Arial"/>
              <a:sym typeface="Arial"/>
            </a:endParaRPr>
          </a:p>
        </p:txBody>
      </p:sp>
      <p:sp>
        <p:nvSpPr>
          <p:cNvPr id="368" name="Google Shape;368;p13"/>
          <p:cNvSpPr/>
          <p:nvPr/>
        </p:nvSpPr>
        <p:spPr>
          <a:xfrm>
            <a:off x="6778244" y="2039873"/>
            <a:ext cx="911860" cy="1603375"/>
          </a:xfrm>
          <a:custGeom>
            <a:avLst/>
            <a:gdLst/>
            <a:ahLst/>
            <a:cxnLst/>
            <a:rect l="l" t="t" r="r" b="b"/>
            <a:pathLst>
              <a:path w="911859" h="1603375" extrusionOk="0">
                <a:moveTo>
                  <a:pt x="125603" y="672084"/>
                </a:moveTo>
                <a:lnTo>
                  <a:pt x="123444" y="664210"/>
                </a:lnTo>
                <a:lnTo>
                  <a:pt x="110998" y="657098"/>
                </a:lnTo>
                <a:lnTo>
                  <a:pt x="103124" y="659257"/>
                </a:lnTo>
                <a:lnTo>
                  <a:pt x="78663" y="702221"/>
                </a:lnTo>
                <a:lnTo>
                  <a:pt x="79057" y="743458"/>
                </a:lnTo>
                <a:lnTo>
                  <a:pt x="79057" y="743712"/>
                </a:lnTo>
                <a:lnTo>
                  <a:pt x="78663" y="702221"/>
                </a:lnTo>
                <a:lnTo>
                  <a:pt x="65989" y="724420"/>
                </a:lnTo>
                <a:lnTo>
                  <a:pt x="78638" y="702221"/>
                </a:lnTo>
                <a:lnTo>
                  <a:pt x="78447" y="679450"/>
                </a:lnTo>
                <a:lnTo>
                  <a:pt x="72834" y="87274"/>
                </a:lnTo>
                <a:lnTo>
                  <a:pt x="59601" y="65024"/>
                </a:lnTo>
                <a:lnTo>
                  <a:pt x="72859" y="87274"/>
                </a:lnTo>
                <a:lnTo>
                  <a:pt x="94361" y="123317"/>
                </a:lnTo>
                <a:lnTo>
                  <a:pt x="98044" y="129413"/>
                </a:lnTo>
                <a:lnTo>
                  <a:pt x="106045" y="131445"/>
                </a:lnTo>
                <a:lnTo>
                  <a:pt x="118237" y="124079"/>
                </a:lnTo>
                <a:lnTo>
                  <a:pt x="120269" y="116205"/>
                </a:lnTo>
                <a:lnTo>
                  <a:pt x="116586" y="109982"/>
                </a:lnTo>
                <a:lnTo>
                  <a:pt x="74396" y="39243"/>
                </a:lnTo>
                <a:lnTo>
                  <a:pt x="59182" y="13716"/>
                </a:lnTo>
                <a:lnTo>
                  <a:pt x="0" y="117348"/>
                </a:lnTo>
                <a:lnTo>
                  <a:pt x="2159" y="125222"/>
                </a:lnTo>
                <a:lnTo>
                  <a:pt x="14605" y="132334"/>
                </a:lnTo>
                <a:lnTo>
                  <a:pt x="22479" y="130175"/>
                </a:lnTo>
                <a:lnTo>
                  <a:pt x="46926" y="87274"/>
                </a:lnTo>
                <a:lnTo>
                  <a:pt x="52755" y="702221"/>
                </a:lnTo>
                <a:lnTo>
                  <a:pt x="31242" y="666115"/>
                </a:lnTo>
                <a:lnTo>
                  <a:pt x="27559" y="660019"/>
                </a:lnTo>
                <a:lnTo>
                  <a:pt x="19685" y="657987"/>
                </a:lnTo>
                <a:lnTo>
                  <a:pt x="13462" y="661670"/>
                </a:lnTo>
                <a:lnTo>
                  <a:pt x="7366" y="665353"/>
                </a:lnTo>
                <a:lnTo>
                  <a:pt x="5334" y="673227"/>
                </a:lnTo>
                <a:lnTo>
                  <a:pt x="9017" y="679450"/>
                </a:lnTo>
                <a:lnTo>
                  <a:pt x="66421" y="775843"/>
                </a:lnTo>
                <a:lnTo>
                  <a:pt x="81051" y="750189"/>
                </a:lnTo>
                <a:lnTo>
                  <a:pt x="125603" y="672084"/>
                </a:lnTo>
                <a:close/>
              </a:path>
              <a:path w="911859" h="1603375" extrusionOk="0">
                <a:moveTo>
                  <a:pt x="148209" y="1249045"/>
                </a:moveTo>
                <a:lnTo>
                  <a:pt x="103098" y="1171702"/>
                </a:lnTo>
                <a:lnTo>
                  <a:pt x="88138" y="1146048"/>
                </a:lnTo>
                <a:lnTo>
                  <a:pt x="31623" y="1242949"/>
                </a:lnTo>
                <a:lnTo>
                  <a:pt x="27940" y="1249045"/>
                </a:lnTo>
                <a:lnTo>
                  <a:pt x="30099" y="1257046"/>
                </a:lnTo>
                <a:lnTo>
                  <a:pt x="36322" y="1260602"/>
                </a:lnTo>
                <a:lnTo>
                  <a:pt x="42418" y="1264158"/>
                </a:lnTo>
                <a:lnTo>
                  <a:pt x="50419" y="1262126"/>
                </a:lnTo>
                <a:lnTo>
                  <a:pt x="53975" y="1255903"/>
                </a:lnTo>
                <a:lnTo>
                  <a:pt x="75184" y="1219555"/>
                </a:lnTo>
                <a:lnTo>
                  <a:pt x="75184" y="1507909"/>
                </a:lnTo>
                <a:lnTo>
                  <a:pt x="50419" y="1465453"/>
                </a:lnTo>
                <a:lnTo>
                  <a:pt x="42418" y="1463294"/>
                </a:lnTo>
                <a:lnTo>
                  <a:pt x="30099" y="1470533"/>
                </a:lnTo>
                <a:lnTo>
                  <a:pt x="27940" y="1478407"/>
                </a:lnTo>
                <a:lnTo>
                  <a:pt x="31623" y="1484630"/>
                </a:lnTo>
                <a:lnTo>
                  <a:pt x="88138" y="1581531"/>
                </a:lnTo>
                <a:lnTo>
                  <a:pt x="103098" y="1555877"/>
                </a:lnTo>
                <a:lnTo>
                  <a:pt x="144653" y="1484630"/>
                </a:lnTo>
                <a:lnTo>
                  <a:pt x="148209" y="1478407"/>
                </a:lnTo>
                <a:lnTo>
                  <a:pt x="146177" y="1470533"/>
                </a:lnTo>
                <a:lnTo>
                  <a:pt x="133858" y="1463294"/>
                </a:lnTo>
                <a:lnTo>
                  <a:pt x="125857" y="1465453"/>
                </a:lnTo>
                <a:lnTo>
                  <a:pt x="101092" y="1507909"/>
                </a:lnTo>
                <a:lnTo>
                  <a:pt x="101092" y="1219555"/>
                </a:lnTo>
                <a:lnTo>
                  <a:pt x="122301" y="1255903"/>
                </a:lnTo>
                <a:lnTo>
                  <a:pt x="125857" y="1262126"/>
                </a:lnTo>
                <a:lnTo>
                  <a:pt x="133858" y="1264158"/>
                </a:lnTo>
                <a:lnTo>
                  <a:pt x="139954" y="1260602"/>
                </a:lnTo>
                <a:lnTo>
                  <a:pt x="146177" y="1257046"/>
                </a:lnTo>
                <a:lnTo>
                  <a:pt x="148209" y="1249045"/>
                </a:lnTo>
                <a:close/>
              </a:path>
              <a:path w="911859" h="1603375" extrusionOk="0">
                <a:moveTo>
                  <a:pt x="898906" y="693166"/>
                </a:moveTo>
                <a:lnTo>
                  <a:pt x="896721" y="685673"/>
                </a:lnTo>
                <a:lnTo>
                  <a:pt x="896620" y="685292"/>
                </a:lnTo>
                <a:lnTo>
                  <a:pt x="890270" y="681863"/>
                </a:lnTo>
                <a:lnTo>
                  <a:pt x="883920" y="678561"/>
                </a:lnTo>
                <a:lnTo>
                  <a:pt x="876046" y="680847"/>
                </a:lnTo>
                <a:lnTo>
                  <a:pt x="872744" y="687197"/>
                </a:lnTo>
                <a:lnTo>
                  <a:pt x="852830" y="724331"/>
                </a:lnTo>
                <a:lnTo>
                  <a:pt x="829183" y="74117"/>
                </a:lnTo>
                <a:lnTo>
                  <a:pt x="829144" y="72999"/>
                </a:lnTo>
                <a:lnTo>
                  <a:pt x="851738" y="108712"/>
                </a:lnTo>
                <a:lnTo>
                  <a:pt x="855472" y="114681"/>
                </a:lnTo>
                <a:lnTo>
                  <a:pt x="863473" y="116459"/>
                </a:lnTo>
                <a:lnTo>
                  <a:pt x="869569" y="112649"/>
                </a:lnTo>
                <a:lnTo>
                  <a:pt x="875538" y="108712"/>
                </a:lnTo>
                <a:lnTo>
                  <a:pt x="877443" y="100711"/>
                </a:lnTo>
                <a:lnTo>
                  <a:pt x="873633" y="94742"/>
                </a:lnTo>
                <a:lnTo>
                  <a:pt x="829500" y="25146"/>
                </a:lnTo>
                <a:lnTo>
                  <a:pt x="813562" y="0"/>
                </a:lnTo>
                <a:lnTo>
                  <a:pt x="760603" y="98806"/>
                </a:lnTo>
                <a:lnTo>
                  <a:pt x="757174" y="105156"/>
                </a:lnTo>
                <a:lnTo>
                  <a:pt x="759460" y="112649"/>
                </a:lnTo>
                <a:lnTo>
                  <a:pt x="759587" y="113030"/>
                </a:lnTo>
                <a:lnTo>
                  <a:pt x="765937" y="116332"/>
                </a:lnTo>
                <a:lnTo>
                  <a:pt x="772160" y="119761"/>
                </a:lnTo>
                <a:lnTo>
                  <a:pt x="780034" y="117348"/>
                </a:lnTo>
                <a:lnTo>
                  <a:pt x="783463" y="111125"/>
                </a:lnTo>
                <a:lnTo>
                  <a:pt x="803236" y="74117"/>
                </a:lnTo>
                <a:lnTo>
                  <a:pt x="801497" y="26162"/>
                </a:lnTo>
                <a:lnTo>
                  <a:pt x="803198" y="72999"/>
                </a:lnTo>
                <a:lnTo>
                  <a:pt x="803236" y="74117"/>
                </a:lnTo>
                <a:lnTo>
                  <a:pt x="826897" y="724331"/>
                </a:lnTo>
                <a:lnTo>
                  <a:pt x="826922" y="725271"/>
                </a:lnTo>
                <a:lnTo>
                  <a:pt x="804418" y="689737"/>
                </a:lnTo>
                <a:lnTo>
                  <a:pt x="800608" y="683641"/>
                </a:lnTo>
                <a:lnTo>
                  <a:pt x="792607" y="681863"/>
                </a:lnTo>
                <a:lnTo>
                  <a:pt x="786638" y="685673"/>
                </a:lnTo>
                <a:lnTo>
                  <a:pt x="780542" y="689483"/>
                </a:lnTo>
                <a:lnTo>
                  <a:pt x="778764" y="697484"/>
                </a:lnTo>
                <a:lnTo>
                  <a:pt x="782574" y="703580"/>
                </a:lnTo>
                <a:lnTo>
                  <a:pt x="842645" y="798322"/>
                </a:lnTo>
                <a:lnTo>
                  <a:pt x="856094" y="773176"/>
                </a:lnTo>
                <a:lnTo>
                  <a:pt x="895604" y="699389"/>
                </a:lnTo>
                <a:lnTo>
                  <a:pt x="898906" y="693166"/>
                </a:lnTo>
                <a:close/>
              </a:path>
              <a:path w="911859" h="1603375" extrusionOk="0">
                <a:moveTo>
                  <a:pt x="911860" y="1251839"/>
                </a:moveTo>
                <a:lnTo>
                  <a:pt x="869683" y="1171067"/>
                </a:lnTo>
                <a:lnTo>
                  <a:pt x="856615" y="1146048"/>
                </a:lnTo>
                <a:lnTo>
                  <a:pt x="795655" y="1240155"/>
                </a:lnTo>
                <a:lnTo>
                  <a:pt x="791718" y="1246124"/>
                </a:lnTo>
                <a:lnTo>
                  <a:pt x="793394" y="1254252"/>
                </a:lnTo>
                <a:lnTo>
                  <a:pt x="793559" y="1254252"/>
                </a:lnTo>
                <a:lnTo>
                  <a:pt x="805434" y="1261872"/>
                </a:lnTo>
                <a:lnTo>
                  <a:pt x="813435" y="1260221"/>
                </a:lnTo>
                <a:lnTo>
                  <a:pt x="817372" y="1254252"/>
                </a:lnTo>
                <a:lnTo>
                  <a:pt x="840232" y="1218907"/>
                </a:lnTo>
                <a:lnTo>
                  <a:pt x="825487" y="1529168"/>
                </a:lnTo>
                <a:lnTo>
                  <a:pt x="802767" y="1485519"/>
                </a:lnTo>
                <a:lnTo>
                  <a:pt x="794893" y="1482979"/>
                </a:lnTo>
                <a:lnTo>
                  <a:pt x="788543" y="1486408"/>
                </a:lnTo>
                <a:lnTo>
                  <a:pt x="782193" y="1489722"/>
                </a:lnTo>
                <a:lnTo>
                  <a:pt x="779780" y="1497457"/>
                </a:lnTo>
                <a:lnTo>
                  <a:pt x="834898" y="1603248"/>
                </a:lnTo>
                <a:lnTo>
                  <a:pt x="851128" y="1578229"/>
                </a:lnTo>
                <a:lnTo>
                  <a:pt x="895985" y="1509141"/>
                </a:lnTo>
                <a:lnTo>
                  <a:pt x="899922" y="1503184"/>
                </a:lnTo>
                <a:lnTo>
                  <a:pt x="898144" y="1495183"/>
                </a:lnTo>
                <a:lnTo>
                  <a:pt x="892175" y="1491246"/>
                </a:lnTo>
                <a:lnTo>
                  <a:pt x="886206" y="1487424"/>
                </a:lnTo>
                <a:lnTo>
                  <a:pt x="878078" y="1489075"/>
                </a:lnTo>
                <a:lnTo>
                  <a:pt x="874268" y="1495044"/>
                </a:lnTo>
                <a:lnTo>
                  <a:pt x="851268" y="1530489"/>
                </a:lnTo>
                <a:lnTo>
                  <a:pt x="866127" y="1220228"/>
                </a:lnTo>
                <a:lnTo>
                  <a:pt x="888873" y="1263777"/>
                </a:lnTo>
                <a:lnTo>
                  <a:pt x="896747" y="1266317"/>
                </a:lnTo>
                <a:lnTo>
                  <a:pt x="902970" y="1262888"/>
                </a:lnTo>
                <a:lnTo>
                  <a:pt x="909320" y="1259586"/>
                </a:lnTo>
                <a:lnTo>
                  <a:pt x="911860" y="125183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69" name="Google Shape;369;p13"/>
          <p:cNvSpPr txBox="1"/>
          <p:nvPr/>
        </p:nvSpPr>
        <p:spPr>
          <a:xfrm>
            <a:off x="332943" y="4340428"/>
            <a:ext cx="8380095" cy="360680"/>
          </a:xfrm>
          <a:prstGeom prst="rect">
            <a:avLst/>
          </a:prstGeom>
          <a:noFill/>
          <a:ln>
            <a:noFill/>
          </a:ln>
        </p:spPr>
        <p:txBody>
          <a:bodyPr spcFirstLastPara="1" wrap="square" lIns="0" tIns="12050" rIns="0" bIns="0" anchor="t" anchorCtr="0">
            <a:spAutoFit/>
          </a:bodyPr>
          <a:lstStyle/>
          <a:p>
            <a:pPr marL="299085" marR="0" lvl="0" indent="-286385" algn="l" rtl="0">
              <a:lnSpc>
                <a:spcPct val="100000"/>
              </a:lnSpc>
              <a:spcBef>
                <a:spcPts val="0"/>
              </a:spcBef>
              <a:spcAft>
                <a:spcPts val="0"/>
              </a:spcAft>
              <a:buClr>
                <a:srgbClr val="000000"/>
              </a:buClr>
              <a:buSzPts val="2200"/>
              <a:buFont typeface="Arial"/>
              <a:buChar char="•"/>
            </a:pPr>
            <a:r>
              <a:rPr lang="en-US" sz="2200" b="0" i="0" u="none" strike="noStrike" cap="none">
                <a:solidFill>
                  <a:srgbClr val="000000"/>
                </a:solidFill>
                <a:latin typeface="Arial"/>
                <a:ea typeface="Arial"/>
                <a:cs typeface="Arial"/>
                <a:sym typeface="Arial"/>
              </a:rPr>
              <a:t>The access time and price per bit vary among these technologies</a:t>
            </a:r>
            <a:endParaRPr sz="2200" b="0" i="0" u="none" strike="noStrike" cap="none">
              <a:solidFill>
                <a:srgbClr val="000000"/>
              </a:solidFill>
              <a:latin typeface="Arial"/>
              <a:ea typeface="Arial"/>
              <a:cs typeface="Arial"/>
              <a:sym typeface="Arial"/>
            </a:endParaRPr>
          </a:p>
        </p:txBody>
      </p:sp>
      <p:sp>
        <p:nvSpPr>
          <p:cNvPr id="370" name="Google Shape;370;p13"/>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13</a:t>
            </a:fld>
            <a:endParaRPr sz="1400" b="1" i="0" u="none" strike="noStrike" cap="none">
              <a:solidFill>
                <a:srgbClr val="000000"/>
              </a:solidFill>
              <a:latin typeface="Arial"/>
              <a:ea typeface="Arial"/>
              <a:cs typeface="Arial"/>
              <a:sym typeface="Arial"/>
            </a:endParaRPr>
          </a:p>
        </p:txBody>
      </p:sp>
      <p:graphicFrame>
        <p:nvGraphicFramePr>
          <p:cNvPr id="371" name="Google Shape;371;p13"/>
          <p:cNvGraphicFramePr/>
          <p:nvPr/>
        </p:nvGraphicFramePr>
        <p:xfrm>
          <a:off x="1180376" y="4824476"/>
          <a:ext cx="6847850" cy="1522750"/>
        </p:xfrm>
        <a:graphic>
          <a:graphicData uri="http://schemas.openxmlformats.org/drawingml/2006/table">
            <a:tbl>
              <a:tblPr firstRow="1" bandRow="1">
                <a:noFill/>
                <a:tableStyleId>{99E32415-C451-4EA8-B95F-1B1F5F90AFCD}</a:tableStyleId>
              </a:tblPr>
              <a:tblGrid>
                <a:gridCol w="2762250">
                  <a:extLst>
                    <a:ext uri="{9D8B030D-6E8A-4147-A177-3AD203B41FA5}">
                      <a16:colId xmlns:a16="http://schemas.microsoft.com/office/drawing/2014/main" val="20000"/>
                    </a:ext>
                  </a:extLst>
                </a:gridCol>
                <a:gridCol w="2220600">
                  <a:extLst>
                    <a:ext uri="{9D8B030D-6E8A-4147-A177-3AD203B41FA5}">
                      <a16:colId xmlns:a16="http://schemas.microsoft.com/office/drawing/2014/main" val="20001"/>
                    </a:ext>
                  </a:extLst>
                </a:gridCol>
                <a:gridCol w="1865000">
                  <a:extLst>
                    <a:ext uri="{9D8B030D-6E8A-4147-A177-3AD203B41FA5}">
                      <a16:colId xmlns:a16="http://schemas.microsoft.com/office/drawing/2014/main" val="20002"/>
                    </a:ext>
                  </a:extLst>
                </a:gridCol>
              </a:tblGrid>
              <a:tr h="304800">
                <a:tc>
                  <a:txBody>
                    <a:bodyPr/>
                    <a:lstStyle/>
                    <a:p>
                      <a:pPr marL="1905" marR="0" lvl="0" indent="0" algn="ctr" rtl="0">
                        <a:lnSpc>
                          <a:spcPct val="100000"/>
                        </a:lnSpc>
                        <a:spcBef>
                          <a:spcPts val="0"/>
                        </a:spcBef>
                        <a:spcAft>
                          <a:spcPts val="0"/>
                        </a:spcAft>
                        <a:buNone/>
                      </a:pPr>
                      <a:r>
                        <a:rPr lang="en-US" sz="1400" b="1" u="none" strike="noStrike" cap="none">
                          <a:solidFill>
                            <a:srgbClr val="FFFFFF"/>
                          </a:solidFill>
                          <a:latin typeface="Calibri"/>
                          <a:ea typeface="Calibri"/>
                          <a:cs typeface="Calibri"/>
                          <a:sym typeface="Calibri"/>
                        </a:rPr>
                        <a:t>Memory technology</a:t>
                      </a:r>
                      <a:endParaRPr sz="1400" u="none" strike="noStrike" cap="none">
                        <a:latin typeface="Calibri"/>
                        <a:ea typeface="Calibri"/>
                        <a:cs typeface="Calibri"/>
                        <a:sym typeface="Calibri"/>
                      </a:endParaRPr>
                    </a:p>
                  </a:txBody>
                  <a:tcPr marL="0" marR="0" marT="349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00D3"/>
                    </a:solidFill>
                  </a:tcPr>
                </a:tc>
                <a:tc>
                  <a:txBody>
                    <a:bodyPr/>
                    <a:lstStyle/>
                    <a:p>
                      <a:pPr marL="0" marR="0" lvl="0" indent="0" algn="ctr" rtl="0">
                        <a:lnSpc>
                          <a:spcPct val="100000"/>
                        </a:lnSpc>
                        <a:spcBef>
                          <a:spcPts val="0"/>
                        </a:spcBef>
                        <a:spcAft>
                          <a:spcPts val="0"/>
                        </a:spcAft>
                        <a:buNone/>
                      </a:pPr>
                      <a:r>
                        <a:rPr lang="en-US" sz="1400" b="1" u="none" strike="noStrike" cap="none">
                          <a:solidFill>
                            <a:srgbClr val="FFFFFF"/>
                          </a:solidFill>
                          <a:latin typeface="Calibri"/>
                          <a:ea typeface="Calibri"/>
                          <a:cs typeface="Calibri"/>
                          <a:sym typeface="Calibri"/>
                        </a:rPr>
                        <a:t>Typical access time (ns)</a:t>
                      </a:r>
                      <a:endParaRPr sz="1400" u="none" strike="noStrike" cap="none">
                        <a:latin typeface="Calibri"/>
                        <a:ea typeface="Calibri"/>
                        <a:cs typeface="Calibri"/>
                        <a:sym typeface="Calibri"/>
                      </a:endParaRPr>
                    </a:p>
                  </a:txBody>
                  <a:tcPr marL="0" marR="0" marT="349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00D3"/>
                    </a:solidFill>
                  </a:tcPr>
                </a:tc>
                <a:tc>
                  <a:txBody>
                    <a:bodyPr/>
                    <a:lstStyle/>
                    <a:p>
                      <a:pPr marL="635" marR="0" lvl="0" indent="0" algn="ctr" rtl="0">
                        <a:lnSpc>
                          <a:spcPct val="100000"/>
                        </a:lnSpc>
                        <a:spcBef>
                          <a:spcPts val="0"/>
                        </a:spcBef>
                        <a:spcAft>
                          <a:spcPts val="0"/>
                        </a:spcAft>
                        <a:buNone/>
                      </a:pPr>
                      <a:r>
                        <a:rPr lang="en-US" sz="1400" b="1" u="none" strike="noStrike" cap="none">
                          <a:solidFill>
                            <a:srgbClr val="FFFFFF"/>
                          </a:solidFill>
                          <a:latin typeface="Calibri"/>
                          <a:ea typeface="Calibri"/>
                          <a:cs typeface="Calibri"/>
                          <a:sym typeface="Calibri"/>
                        </a:rPr>
                        <a:t>$ per GB</a:t>
                      </a:r>
                      <a:endParaRPr sz="1400" u="none" strike="noStrike" cap="none">
                        <a:latin typeface="Calibri"/>
                        <a:ea typeface="Calibri"/>
                        <a:cs typeface="Calibri"/>
                        <a:sym typeface="Calibri"/>
                      </a:endParaRPr>
                    </a:p>
                  </a:txBody>
                  <a:tcPr marL="0" marR="0" marT="349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00D3"/>
                    </a:solidFill>
                  </a:tcPr>
                </a:tc>
                <a:extLst>
                  <a:ext uri="{0D108BD9-81ED-4DB2-BD59-A6C34878D82A}">
                    <a16:rowId xmlns:a16="http://schemas.microsoft.com/office/drawing/2014/main" val="10000"/>
                  </a:ext>
                </a:extLst>
              </a:tr>
              <a:tr h="304800">
                <a:tc>
                  <a:txBody>
                    <a:bodyPr/>
                    <a:lstStyle/>
                    <a:p>
                      <a:pPr marL="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SRAM semiconductor memory</a:t>
                      </a:r>
                      <a:endParaRPr sz="1400" u="none" strike="noStrike" cap="none">
                        <a:latin typeface="Calibri"/>
                        <a:ea typeface="Calibri"/>
                        <a:cs typeface="Calibri"/>
                        <a:sym typeface="Calibri"/>
                      </a:endParaRPr>
                    </a:p>
                  </a:txBody>
                  <a:tcPr marL="0" marR="0" marT="349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801370" marR="0" lvl="0" indent="0" algn="l" rtl="0">
                        <a:lnSpc>
                          <a:spcPct val="100000"/>
                        </a:lnSpc>
                        <a:spcBef>
                          <a:spcPts val="0"/>
                        </a:spcBef>
                        <a:spcAft>
                          <a:spcPts val="0"/>
                        </a:spcAft>
                        <a:buNone/>
                      </a:pPr>
                      <a:r>
                        <a:rPr lang="en-US" sz="1400" u="none" strike="noStrike" cap="none">
                          <a:latin typeface="Calibri"/>
                          <a:ea typeface="Calibri"/>
                          <a:cs typeface="Calibri"/>
                          <a:sym typeface="Calibri"/>
                        </a:rPr>
                        <a:t>0.5 ─ 2.5</a:t>
                      </a:r>
                      <a:endParaRPr sz="1400" u="none" strike="noStrike" cap="none">
                        <a:latin typeface="Calibri"/>
                        <a:ea typeface="Calibri"/>
                        <a:cs typeface="Calibri"/>
                        <a:sym typeface="Calibri"/>
                      </a:endParaRPr>
                    </a:p>
                  </a:txBody>
                  <a:tcPr marL="0" marR="0" marT="349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1905"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500 ─ 1000</a:t>
                      </a:r>
                      <a:endParaRPr sz="1400" u="none" strike="noStrike" cap="none">
                        <a:latin typeface="Calibri"/>
                        <a:ea typeface="Calibri"/>
                        <a:cs typeface="Calibri"/>
                        <a:sym typeface="Calibri"/>
                      </a:endParaRPr>
                    </a:p>
                  </a:txBody>
                  <a:tcPr marL="0" marR="0" marT="349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1"/>
                  </a:ext>
                </a:extLst>
              </a:tr>
              <a:tr h="304175">
                <a:tc>
                  <a:txBody>
                    <a:bodyPr/>
                    <a:lstStyle/>
                    <a:p>
                      <a:pPr marL="635"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DRAM semiconductor memory</a:t>
                      </a:r>
                      <a:endParaRPr sz="1400" u="none" strike="noStrike" cap="none">
                        <a:latin typeface="Calibri"/>
                        <a:ea typeface="Calibri"/>
                        <a:cs typeface="Calibri"/>
                        <a:sym typeface="Calibri"/>
                      </a:endParaRPr>
                    </a:p>
                  </a:txBody>
                  <a:tcPr marL="0" marR="0" marT="349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50 ─ 70</a:t>
                      </a:r>
                      <a:endParaRPr sz="1400" u="none" strike="noStrike" cap="none">
                        <a:latin typeface="Calibri"/>
                        <a:ea typeface="Calibri"/>
                        <a:cs typeface="Calibri"/>
                        <a:sym typeface="Calibri"/>
                      </a:endParaRPr>
                    </a:p>
                  </a:txBody>
                  <a:tcPr marL="0" marR="0" marT="349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254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10 ─ 20</a:t>
                      </a:r>
                      <a:endParaRPr sz="1400" u="none" strike="noStrike" cap="none">
                        <a:latin typeface="Calibri"/>
                        <a:ea typeface="Calibri"/>
                        <a:cs typeface="Calibri"/>
                        <a:sym typeface="Calibri"/>
                      </a:endParaRPr>
                    </a:p>
                  </a:txBody>
                  <a:tcPr marL="0" marR="0" marT="349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2"/>
                  </a:ext>
                </a:extLst>
              </a:tr>
              <a:tr h="304175">
                <a:tc>
                  <a:txBody>
                    <a:bodyPr/>
                    <a:lstStyle/>
                    <a:p>
                      <a:pPr marL="635"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Flash semiconductor memory</a:t>
                      </a:r>
                      <a:endParaRPr sz="1400" u="none" strike="noStrike" cap="none">
                        <a:latin typeface="Calibri"/>
                        <a:ea typeface="Calibri"/>
                        <a:cs typeface="Calibri"/>
                        <a:sym typeface="Calibri"/>
                      </a:endParaRPr>
                    </a:p>
                  </a:txBody>
                  <a:tcPr marL="0" marR="0" marT="349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5,000 ─ 50,000</a:t>
                      </a:r>
                      <a:endParaRPr sz="1400" u="none" strike="noStrike" cap="none">
                        <a:latin typeface="Calibri"/>
                        <a:ea typeface="Calibri"/>
                        <a:cs typeface="Calibri"/>
                        <a:sym typeface="Calibri"/>
                      </a:endParaRPr>
                    </a:p>
                  </a:txBody>
                  <a:tcPr marL="0" marR="0" marT="349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577215" marR="0" lvl="0" indent="0" algn="l" rtl="0">
                        <a:lnSpc>
                          <a:spcPct val="100000"/>
                        </a:lnSpc>
                        <a:spcBef>
                          <a:spcPts val="0"/>
                        </a:spcBef>
                        <a:spcAft>
                          <a:spcPts val="0"/>
                        </a:spcAft>
                        <a:buNone/>
                      </a:pPr>
                      <a:r>
                        <a:rPr lang="en-US" sz="1400" u="none" strike="noStrike" cap="none">
                          <a:latin typeface="Calibri"/>
                          <a:ea typeface="Calibri"/>
                          <a:cs typeface="Calibri"/>
                          <a:sym typeface="Calibri"/>
                        </a:rPr>
                        <a:t>0.75 ─ 1.0</a:t>
                      </a:r>
                      <a:endParaRPr sz="1400" u="none" strike="noStrike" cap="none">
                        <a:latin typeface="Calibri"/>
                        <a:ea typeface="Calibri"/>
                        <a:cs typeface="Calibri"/>
                        <a:sym typeface="Calibri"/>
                      </a:endParaRPr>
                    </a:p>
                  </a:txBody>
                  <a:tcPr marL="0" marR="0" marT="349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04800">
                <a:tc>
                  <a:txBody>
                    <a:bodyPr/>
                    <a:lstStyle/>
                    <a:p>
                      <a:pPr marL="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Magnetic disk</a:t>
                      </a:r>
                      <a:endParaRPr sz="1400" u="none" strike="noStrike" cap="none">
                        <a:latin typeface="Calibri"/>
                        <a:ea typeface="Calibri"/>
                        <a:cs typeface="Calibri"/>
                        <a:sym typeface="Calibri"/>
                      </a:endParaRPr>
                    </a:p>
                  </a:txBody>
                  <a:tcPr marL="0" marR="0" marT="349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5,000,000 ─ 20,000,000</a:t>
                      </a:r>
                      <a:endParaRPr sz="1400" u="none" strike="noStrike" cap="none">
                        <a:latin typeface="Calibri"/>
                        <a:ea typeface="Calibri"/>
                        <a:cs typeface="Calibri"/>
                        <a:sym typeface="Calibri"/>
                      </a:endParaRPr>
                    </a:p>
                  </a:txBody>
                  <a:tcPr marL="0" marR="0" marT="349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533400" marR="0" lvl="0" indent="0" algn="l" rtl="0">
                        <a:lnSpc>
                          <a:spcPct val="100000"/>
                        </a:lnSpc>
                        <a:spcBef>
                          <a:spcPts val="0"/>
                        </a:spcBef>
                        <a:spcAft>
                          <a:spcPts val="0"/>
                        </a:spcAft>
                        <a:buNone/>
                      </a:pPr>
                      <a:r>
                        <a:rPr lang="en-US" sz="1400" u="none" strike="noStrike" cap="none">
                          <a:latin typeface="Calibri"/>
                          <a:ea typeface="Calibri"/>
                          <a:cs typeface="Calibri"/>
                          <a:sym typeface="Calibri"/>
                        </a:rPr>
                        <a:t>0.05 ─ 0.10</a:t>
                      </a:r>
                      <a:endParaRPr sz="1400" u="none" strike="noStrike" cap="none">
                        <a:latin typeface="Calibri"/>
                        <a:ea typeface="Calibri"/>
                        <a:cs typeface="Calibri"/>
                        <a:sym typeface="Calibri"/>
                      </a:endParaRPr>
                    </a:p>
                  </a:txBody>
                  <a:tcPr marL="0" marR="0" marT="349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14"/>
          <p:cNvSpPr txBox="1">
            <a:spLocks noGrp="1"/>
          </p:cNvSpPr>
          <p:nvPr>
            <p:ph type="title"/>
          </p:nvPr>
        </p:nvSpPr>
        <p:spPr>
          <a:xfrm>
            <a:off x="370738" y="265557"/>
            <a:ext cx="8402523" cy="391159"/>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300"/>
              <a:t>PROCESSOR V</a:t>
            </a:r>
            <a:r>
              <a:rPr lang="en-US" sz="2000"/>
              <a:t>S </a:t>
            </a:r>
            <a:r>
              <a:rPr lang="en-US" sz="2300"/>
              <a:t>MEMORY PERFORMANCE IMPROVEMENT</a:t>
            </a:r>
            <a:endParaRPr sz="2300"/>
          </a:p>
        </p:txBody>
      </p:sp>
      <p:pic>
        <p:nvPicPr>
          <p:cNvPr id="377" name="Google Shape;377;p14"/>
          <p:cNvPicPr preferRelativeResize="0"/>
          <p:nvPr/>
        </p:nvPicPr>
        <p:blipFill rotWithShape="1">
          <a:blip r:embed="rId3">
            <a:alphaModFix/>
          </a:blip>
          <a:srcRect/>
          <a:stretch/>
        </p:blipFill>
        <p:spPr>
          <a:xfrm>
            <a:off x="327898" y="1557174"/>
            <a:ext cx="8445680" cy="3904620"/>
          </a:xfrm>
          <a:prstGeom prst="rect">
            <a:avLst/>
          </a:prstGeom>
          <a:noFill/>
          <a:ln>
            <a:noFill/>
          </a:ln>
        </p:spPr>
      </p:pic>
      <p:sp>
        <p:nvSpPr>
          <p:cNvPr id="378" name="Google Shape;378;p14"/>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14</a:t>
            </a:fld>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15"/>
          <p:cNvSpPr txBox="1">
            <a:spLocks noGrp="1"/>
          </p:cNvSpPr>
          <p:nvPr>
            <p:ph type="title"/>
          </p:nvPr>
        </p:nvSpPr>
        <p:spPr>
          <a:xfrm>
            <a:off x="370738" y="265557"/>
            <a:ext cx="8402523" cy="391159"/>
          </a:xfrm>
          <a:prstGeom prst="rect">
            <a:avLst/>
          </a:prstGeom>
          <a:noFill/>
          <a:ln>
            <a:noFill/>
          </a:ln>
        </p:spPr>
        <p:txBody>
          <a:bodyPr spcFirstLastPara="1" wrap="square" lIns="0" tIns="12700" rIns="0" bIns="0" anchor="t" anchorCtr="0">
            <a:spAutoFit/>
          </a:bodyPr>
          <a:lstStyle/>
          <a:p>
            <a:pPr marL="2814320" lvl="0" indent="0" algn="l" rtl="0">
              <a:lnSpc>
                <a:spcPct val="100000"/>
              </a:lnSpc>
              <a:spcBef>
                <a:spcPts val="0"/>
              </a:spcBef>
              <a:spcAft>
                <a:spcPts val="0"/>
              </a:spcAft>
              <a:buNone/>
            </a:pPr>
            <a:r>
              <a:rPr lang="en-US"/>
              <a:t>DATA HIERARCHY</a:t>
            </a:r>
            <a:endParaRPr/>
          </a:p>
        </p:txBody>
      </p:sp>
      <p:sp>
        <p:nvSpPr>
          <p:cNvPr id="384" name="Google Shape;384;p15"/>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15</a:t>
            </a:fld>
            <a:endParaRPr sz="1400" b="1" i="0" u="none" strike="noStrike" cap="none">
              <a:solidFill>
                <a:srgbClr val="000000"/>
              </a:solidFill>
              <a:latin typeface="Arial"/>
              <a:ea typeface="Arial"/>
              <a:cs typeface="Arial"/>
              <a:sym typeface="Arial"/>
            </a:endParaRPr>
          </a:p>
        </p:txBody>
      </p:sp>
      <p:sp>
        <p:nvSpPr>
          <p:cNvPr id="385" name="Google Shape;385;p15"/>
          <p:cNvSpPr txBox="1"/>
          <p:nvPr/>
        </p:nvSpPr>
        <p:spPr>
          <a:xfrm>
            <a:off x="332943" y="941578"/>
            <a:ext cx="8312784" cy="4608195"/>
          </a:xfrm>
          <a:prstGeom prst="rect">
            <a:avLst/>
          </a:prstGeom>
          <a:noFill/>
          <a:ln>
            <a:noFill/>
          </a:ln>
        </p:spPr>
        <p:txBody>
          <a:bodyPr spcFirstLastPara="1" wrap="square" lIns="0" tIns="53975" rIns="0" bIns="0" anchor="t" anchorCtr="0">
            <a:spAutoFit/>
          </a:bodyPr>
          <a:lstStyle/>
          <a:p>
            <a:pPr marL="299085" marR="329565" lvl="0" indent="-287019" algn="l" rtl="0">
              <a:lnSpc>
                <a:spcPct val="107916"/>
              </a:lnSpc>
              <a:spcBef>
                <a:spcPts val="0"/>
              </a:spcBef>
              <a:spcAft>
                <a:spcPts val="0"/>
              </a:spcAft>
              <a:buClr>
                <a:srgbClr val="000000"/>
              </a:buClr>
              <a:buSzPts val="2400"/>
              <a:buFont typeface="Arial"/>
              <a:buChar char="•"/>
            </a:pPr>
            <a:r>
              <a:rPr lang="en-US" sz="2400" b="0" i="0" u="none" strike="noStrike" cap="none">
                <a:solidFill>
                  <a:srgbClr val="000000"/>
                </a:solidFill>
                <a:latin typeface="Arial"/>
                <a:ea typeface="Arial"/>
                <a:cs typeface="Arial"/>
                <a:sym typeface="Arial"/>
              </a:rPr>
              <a:t>The data is similarly hierarchical: A level closer to the processor is generally a subset of any level further away, and all the data is stored at the lowest level.</a:t>
            </a:r>
            <a:endParaRPr sz="2400" b="0" i="0" u="none" strike="noStrike" cap="none">
              <a:solidFill>
                <a:srgbClr val="000000"/>
              </a:solidFill>
              <a:latin typeface="Arial"/>
              <a:ea typeface="Arial"/>
              <a:cs typeface="Arial"/>
              <a:sym typeface="Arial"/>
            </a:endParaRPr>
          </a:p>
          <a:p>
            <a:pPr marL="0" marR="0" lvl="0" indent="0" algn="l" rtl="0">
              <a:lnSpc>
                <a:spcPct val="100000"/>
              </a:lnSpc>
              <a:spcBef>
                <a:spcPts val="250"/>
              </a:spcBef>
              <a:spcAft>
                <a:spcPts val="0"/>
              </a:spcAft>
              <a:buClr>
                <a:schemeClr val="dk1"/>
              </a:buClr>
              <a:buSzPts val="2400"/>
              <a:buFont typeface="Arial"/>
              <a:buNone/>
            </a:pPr>
            <a:endParaRPr sz="2400" b="0" i="0" u="none" strike="noStrike" cap="none">
              <a:solidFill>
                <a:srgbClr val="000000"/>
              </a:solidFill>
              <a:latin typeface="Arial"/>
              <a:ea typeface="Arial"/>
              <a:cs typeface="Arial"/>
              <a:sym typeface="Arial"/>
            </a:endParaRPr>
          </a:p>
          <a:p>
            <a:pPr marL="299085" marR="5080" lvl="0" indent="-287019" algn="l" rtl="0">
              <a:lnSpc>
                <a:spcPct val="107916"/>
              </a:lnSpc>
              <a:spcBef>
                <a:spcPts val="0"/>
              </a:spcBef>
              <a:spcAft>
                <a:spcPts val="0"/>
              </a:spcAft>
              <a:buClr>
                <a:srgbClr val="000000"/>
              </a:buClr>
              <a:buSzPts val="2400"/>
              <a:buFont typeface="Arial"/>
              <a:buChar char="•"/>
            </a:pPr>
            <a:r>
              <a:rPr lang="en-US" sz="2400" b="0" i="0" u="none" strike="noStrike" cap="none">
                <a:solidFill>
                  <a:srgbClr val="000000"/>
                </a:solidFill>
                <a:latin typeface="Arial"/>
                <a:ea typeface="Arial"/>
                <a:cs typeface="Arial"/>
                <a:sym typeface="Arial"/>
              </a:rPr>
              <a:t>Data is copied between only two adjacent levels of memory at a time.</a:t>
            </a:r>
            <a:endParaRPr sz="2400" b="0" i="0" u="none" strike="noStrike" cap="none">
              <a:solidFill>
                <a:srgbClr val="000000"/>
              </a:solidFill>
              <a:latin typeface="Arial"/>
              <a:ea typeface="Arial"/>
              <a:cs typeface="Arial"/>
              <a:sym typeface="Arial"/>
            </a:endParaRPr>
          </a:p>
          <a:p>
            <a:pPr marL="299085" marR="0" lvl="0" indent="-286385" algn="l" rtl="0">
              <a:lnSpc>
                <a:spcPct val="100000"/>
              </a:lnSpc>
              <a:spcBef>
                <a:spcPts val="2675"/>
              </a:spcBef>
              <a:spcAft>
                <a:spcPts val="0"/>
              </a:spcAft>
              <a:buClr>
                <a:srgbClr val="000000"/>
              </a:buClr>
              <a:buSzPts val="2400"/>
              <a:buFont typeface="Arial"/>
              <a:buChar char="•"/>
            </a:pPr>
            <a:r>
              <a:rPr lang="en-US" sz="2400" b="0" i="0" u="none" strike="noStrike" cap="none">
                <a:solidFill>
                  <a:srgbClr val="000000"/>
                </a:solidFill>
                <a:latin typeface="Arial"/>
                <a:ea typeface="Arial"/>
                <a:cs typeface="Arial"/>
                <a:sym typeface="Arial"/>
              </a:rPr>
              <a:t>The upper level</a:t>
            </a:r>
            <a:endParaRPr sz="2400" b="0" i="0" u="none" strike="noStrike" cap="none">
              <a:solidFill>
                <a:srgbClr val="000000"/>
              </a:solidFill>
              <a:latin typeface="Arial"/>
              <a:ea typeface="Arial"/>
              <a:cs typeface="Arial"/>
              <a:sym typeface="Arial"/>
            </a:endParaRPr>
          </a:p>
          <a:p>
            <a:pPr marL="696595" marR="0" lvl="1" indent="-226694" algn="l" rtl="0">
              <a:lnSpc>
                <a:spcPct val="100000"/>
              </a:lnSpc>
              <a:spcBef>
                <a:spcPts val="489"/>
              </a:spcBef>
              <a:spcAft>
                <a:spcPts val="0"/>
              </a:spcAft>
              <a:buClr>
                <a:srgbClr val="000000"/>
              </a:buClr>
              <a:buSzPts val="2000"/>
              <a:buFont typeface="Arial"/>
              <a:buChar char="–"/>
            </a:pPr>
            <a:r>
              <a:rPr lang="en-US" sz="2000" b="0" i="0" u="none" strike="noStrike" cap="none">
                <a:solidFill>
                  <a:srgbClr val="000000"/>
                </a:solidFill>
                <a:latin typeface="Arial"/>
                <a:ea typeface="Arial"/>
                <a:cs typeface="Arial"/>
                <a:sym typeface="Arial"/>
              </a:rPr>
              <a:t>The one closer to the processor</a:t>
            </a:r>
            <a:endParaRPr sz="2000" b="0" i="0" u="none" strike="noStrike" cap="none">
              <a:solidFill>
                <a:srgbClr val="000000"/>
              </a:solidFill>
              <a:latin typeface="Arial"/>
              <a:ea typeface="Arial"/>
              <a:cs typeface="Arial"/>
              <a:sym typeface="Arial"/>
            </a:endParaRPr>
          </a:p>
          <a:p>
            <a:pPr marL="696595" marR="0" lvl="1" indent="-226694" algn="l" rtl="0">
              <a:lnSpc>
                <a:spcPct val="100000"/>
              </a:lnSpc>
              <a:spcBef>
                <a:spcPts val="480"/>
              </a:spcBef>
              <a:spcAft>
                <a:spcPts val="0"/>
              </a:spcAft>
              <a:buClr>
                <a:srgbClr val="000000"/>
              </a:buClr>
              <a:buSzPts val="2000"/>
              <a:buFont typeface="Arial"/>
              <a:buChar char="–"/>
            </a:pPr>
            <a:r>
              <a:rPr lang="en-US" sz="2000" b="0" i="0" u="none" strike="noStrike" cap="none">
                <a:solidFill>
                  <a:srgbClr val="000000"/>
                </a:solidFill>
                <a:latin typeface="Arial"/>
                <a:ea typeface="Arial"/>
                <a:cs typeface="Arial"/>
                <a:sym typeface="Arial"/>
              </a:rPr>
              <a:t>smaller and faster but more expensive</a:t>
            </a:r>
            <a:endParaRPr sz="2000" b="0" i="0" u="none" strike="noStrike" cap="none">
              <a:solidFill>
                <a:srgbClr val="000000"/>
              </a:solidFill>
              <a:latin typeface="Arial"/>
              <a:ea typeface="Arial"/>
              <a:cs typeface="Arial"/>
              <a:sym typeface="Arial"/>
            </a:endParaRPr>
          </a:p>
          <a:p>
            <a:pPr marL="0" marR="0" lvl="1" indent="0" algn="l" rtl="0">
              <a:lnSpc>
                <a:spcPct val="100000"/>
              </a:lnSpc>
              <a:spcBef>
                <a:spcPts val="405"/>
              </a:spcBef>
              <a:spcAft>
                <a:spcPts val="0"/>
              </a:spcAft>
              <a:buClr>
                <a:schemeClr val="dk1"/>
              </a:buClr>
              <a:buSzPts val="2000"/>
              <a:buFont typeface="Arial"/>
              <a:buNone/>
            </a:pPr>
            <a:endParaRPr sz="2000" b="0" i="0" u="none" strike="noStrike" cap="none">
              <a:solidFill>
                <a:srgbClr val="000000"/>
              </a:solidFill>
              <a:latin typeface="Arial"/>
              <a:ea typeface="Arial"/>
              <a:cs typeface="Arial"/>
              <a:sym typeface="Arial"/>
            </a:endParaRPr>
          </a:p>
          <a:p>
            <a:pPr marL="299085" marR="0" lvl="0" indent="-286385" algn="l"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Arial"/>
                <a:ea typeface="Arial"/>
                <a:cs typeface="Arial"/>
                <a:sym typeface="Arial"/>
              </a:rPr>
              <a:t>Lower level</a:t>
            </a:r>
            <a:endParaRPr sz="2400" b="0" i="0" u="none" strike="noStrike" cap="none">
              <a:solidFill>
                <a:srgbClr val="000000"/>
              </a:solidFill>
              <a:latin typeface="Arial"/>
              <a:ea typeface="Arial"/>
              <a:cs typeface="Arial"/>
              <a:sym typeface="Arial"/>
            </a:endParaRPr>
          </a:p>
          <a:p>
            <a:pPr marL="696595" marR="0" lvl="1" indent="-226694" algn="l" rtl="0">
              <a:lnSpc>
                <a:spcPct val="100000"/>
              </a:lnSpc>
              <a:spcBef>
                <a:spcPts val="489"/>
              </a:spcBef>
              <a:spcAft>
                <a:spcPts val="0"/>
              </a:spcAft>
              <a:buClr>
                <a:srgbClr val="000000"/>
              </a:buClr>
              <a:buSzPts val="2000"/>
              <a:buFont typeface="Arial"/>
              <a:buChar char="–"/>
            </a:pPr>
            <a:r>
              <a:rPr lang="en-US" sz="2000" b="0" i="0" u="none" strike="noStrike" cap="none">
                <a:solidFill>
                  <a:srgbClr val="000000"/>
                </a:solidFill>
                <a:latin typeface="Arial"/>
                <a:ea typeface="Arial"/>
                <a:cs typeface="Arial"/>
                <a:sym typeface="Arial"/>
              </a:rPr>
              <a:t>Larger but slower and less expensive</a:t>
            </a: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16"/>
          <p:cNvSpPr txBox="1">
            <a:spLocks noGrp="1"/>
          </p:cNvSpPr>
          <p:nvPr>
            <p:ph type="title"/>
          </p:nvPr>
        </p:nvSpPr>
        <p:spPr>
          <a:xfrm>
            <a:off x="370738" y="265557"/>
            <a:ext cx="8402523" cy="391159"/>
          </a:xfrm>
          <a:prstGeom prst="rect">
            <a:avLst/>
          </a:prstGeom>
          <a:noFill/>
          <a:ln>
            <a:noFill/>
          </a:ln>
        </p:spPr>
        <p:txBody>
          <a:bodyPr spcFirstLastPara="1" wrap="square" lIns="0" tIns="12700" rIns="0" bIns="0" anchor="t" anchorCtr="0">
            <a:spAutoFit/>
          </a:bodyPr>
          <a:lstStyle/>
          <a:p>
            <a:pPr marL="2814320" lvl="0" indent="0" algn="l" rtl="0">
              <a:lnSpc>
                <a:spcPct val="100000"/>
              </a:lnSpc>
              <a:spcBef>
                <a:spcPts val="0"/>
              </a:spcBef>
              <a:spcAft>
                <a:spcPts val="0"/>
              </a:spcAft>
              <a:buNone/>
            </a:pPr>
            <a:r>
              <a:rPr lang="en-US"/>
              <a:t>DATA HIERARCHY</a:t>
            </a:r>
            <a:endParaRPr/>
          </a:p>
        </p:txBody>
      </p:sp>
      <p:sp>
        <p:nvSpPr>
          <p:cNvPr id="391" name="Google Shape;391;p16"/>
          <p:cNvSpPr txBox="1"/>
          <p:nvPr/>
        </p:nvSpPr>
        <p:spPr>
          <a:xfrm>
            <a:off x="332943" y="3676231"/>
            <a:ext cx="7783830" cy="2817495"/>
          </a:xfrm>
          <a:prstGeom prst="rect">
            <a:avLst/>
          </a:prstGeom>
          <a:noFill/>
          <a:ln>
            <a:noFill/>
          </a:ln>
        </p:spPr>
        <p:txBody>
          <a:bodyPr spcFirstLastPara="1" wrap="square" lIns="0" tIns="85075" rIns="0" bIns="0" anchor="t" anchorCtr="0">
            <a:spAutoFit/>
          </a:bodyPr>
          <a:lstStyle/>
          <a:p>
            <a:pPr marL="299085" marR="0" lvl="0" indent="-286385" algn="l" rtl="0">
              <a:lnSpc>
                <a:spcPct val="100000"/>
              </a:lnSpc>
              <a:spcBef>
                <a:spcPts val="0"/>
              </a:spcBef>
              <a:spcAft>
                <a:spcPts val="0"/>
              </a:spcAft>
              <a:buClr>
                <a:srgbClr val="000000"/>
              </a:buClr>
              <a:buSzPts val="2400"/>
              <a:buFont typeface="Arial"/>
              <a:buChar char="•"/>
            </a:pPr>
            <a:r>
              <a:rPr lang="en-US" sz="2400" b="1" i="0" u="none" strike="noStrike" cap="none">
                <a:solidFill>
                  <a:srgbClr val="000000"/>
                </a:solidFill>
                <a:latin typeface="Arial"/>
                <a:ea typeface="Arial"/>
                <a:cs typeface="Arial"/>
                <a:sym typeface="Arial"/>
              </a:rPr>
              <a:t>Block</a:t>
            </a:r>
            <a:endParaRPr sz="2400" b="0" i="0" u="none" strike="noStrike" cap="none">
              <a:solidFill>
                <a:srgbClr val="000000"/>
              </a:solidFill>
              <a:latin typeface="Arial"/>
              <a:ea typeface="Arial"/>
              <a:cs typeface="Arial"/>
              <a:sym typeface="Arial"/>
            </a:endParaRPr>
          </a:p>
          <a:p>
            <a:pPr marL="697230" marR="0" lvl="1" indent="-227329" algn="l" rtl="0">
              <a:lnSpc>
                <a:spcPct val="100000"/>
              </a:lnSpc>
              <a:spcBef>
                <a:spcPts val="484"/>
              </a:spcBef>
              <a:spcAft>
                <a:spcPts val="0"/>
              </a:spcAft>
              <a:buClr>
                <a:srgbClr val="000000"/>
              </a:buClr>
              <a:buSzPts val="2000"/>
              <a:buFont typeface="Arial"/>
              <a:buChar char="–"/>
            </a:pPr>
            <a:r>
              <a:rPr lang="en-US" sz="2000" b="0" i="0" u="none" strike="noStrike" cap="none">
                <a:solidFill>
                  <a:srgbClr val="000000"/>
                </a:solidFill>
                <a:latin typeface="Arial"/>
                <a:ea typeface="Arial"/>
                <a:cs typeface="Arial"/>
                <a:sym typeface="Arial"/>
              </a:rPr>
              <a:t>The minimum unit of information present in a cache</a:t>
            </a:r>
            <a:endParaRPr sz="2000" b="0" i="0" u="none" strike="noStrike" cap="none">
              <a:solidFill>
                <a:srgbClr val="000000"/>
              </a:solidFill>
              <a:latin typeface="Arial"/>
              <a:ea typeface="Arial"/>
              <a:cs typeface="Arial"/>
              <a:sym typeface="Arial"/>
            </a:endParaRPr>
          </a:p>
          <a:p>
            <a:pPr marL="696595" marR="0" lvl="1" indent="-226694" algn="l" rtl="0">
              <a:lnSpc>
                <a:spcPct val="100000"/>
              </a:lnSpc>
              <a:spcBef>
                <a:spcPts val="480"/>
              </a:spcBef>
              <a:spcAft>
                <a:spcPts val="0"/>
              </a:spcAft>
              <a:buClr>
                <a:srgbClr val="000000"/>
              </a:buClr>
              <a:buSzPts val="2000"/>
              <a:buFont typeface="Arial"/>
              <a:buChar char="–"/>
            </a:pPr>
            <a:r>
              <a:rPr lang="en-US" sz="2000" b="0" i="0" u="none" strike="noStrike" cap="none">
                <a:solidFill>
                  <a:srgbClr val="000000"/>
                </a:solidFill>
                <a:latin typeface="Arial"/>
                <a:ea typeface="Arial"/>
                <a:cs typeface="Arial"/>
                <a:sym typeface="Arial"/>
              </a:rPr>
              <a:t>For instance, one book in the analogy considered</a:t>
            </a:r>
            <a:endParaRPr sz="2000" b="0" i="0" u="none" strike="noStrike" cap="none">
              <a:solidFill>
                <a:srgbClr val="000000"/>
              </a:solidFill>
              <a:latin typeface="Arial"/>
              <a:ea typeface="Arial"/>
              <a:cs typeface="Arial"/>
              <a:sym typeface="Arial"/>
            </a:endParaRPr>
          </a:p>
          <a:p>
            <a:pPr marL="299085" marR="5080" lvl="0" indent="-287019" algn="l" rtl="0">
              <a:lnSpc>
                <a:spcPct val="107916"/>
              </a:lnSpc>
              <a:spcBef>
                <a:spcPts val="1240"/>
              </a:spcBef>
              <a:spcAft>
                <a:spcPts val="0"/>
              </a:spcAft>
              <a:buClr>
                <a:srgbClr val="000000"/>
              </a:buClr>
              <a:buSzPts val="2400"/>
              <a:buFont typeface="Arial"/>
              <a:buChar char="•"/>
            </a:pPr>
            <a:r>
              <a:rPr lang="en-US" sz="2400" b="0" i="0" u="none" strike="noStrike" cap="none">
                <a:solidFill>
                  <a:srgbClr val="000000"/>
                </a:solidFill>
                <a:latin typeface="Arial"/>
                <a:ea typeface="Arial"/>
                <a:cs typeface="Arial"/>
                <a:sym typeface="Arial"/>
              </a:rPr>
              <a:t>If the data requested by the processor appears in some block in the upper level, this is called a </a:t>
            </a:r>
            <a:r>
              <a:rPr lang="en-US" sz="2400" b="1" i="0" u="none" strike="noStrike" cap="none">
                <a:solidFill>
                  <a:srgbClr val="008011"/>
                </a:solidFill>
                <a:latin typeface="Arial"/>
                <a:ea typeface="Arial"/>
                <a:cs typeface="Arial"/>
                <a:sym typeface="Arial"/>
              </a:rPr>
              <a:t>hit</a:t>
            </a:r>
            <a:endParaRPr sz="2400" b="0" i="0" u="none" strike="noStrike" cap="none">
              <a:solidFill>
                <a:srgbClr val="000000"/>
              </a:solidFill>
              <a:latin typeface="Arial"/>
              <a:ea typeface="Arial"/>
              <a:cs typeface="Arial"/>
              <a:sym typeface="Arial"/>
            </a:endParaRPr>
          </a:p>
          <a:p>
            <a:pPr marL="299085" marR="0" lvl="0" indent="-286385" algn="l" rtl="0">
              <a:lnSpc>
                <a:spcPct val="113958"/>
              </a:lnSpc>
              <a:spcBef>
                <a:spcPts val="875"/>
              </a:spcBef>
              <a:spcAft>
                <a:spcPts val="0"/>
              </a:spcAft>
              <a:buClr>
                <a:srgbClr val="000000"/>
              </a:buClr>
              <a:buSzPts val="2400"/>
              <a:buFont typeface="Arial"/>
              <a:buChar char="•"/>
            </a:pPr>
            <a:r>
              <a:rPr lang="en-US" sz="2400" b="0" i="0" u="none" strike="noStrike" cap="none">
                <a:solidFill>
                  <a:srgbClr val="000000"/>
                </a:solidFill>
                <a:latin typeface="Arial"/>
                <a:ea typeface="Arial"/>
                <a:cs typeface="Arial"/>
                <a:sym typeface="Arial"/>
              </a:rPr>
              <a:t>If the data is not found in the upper level, the request is</a:t>
            </a:r>
            <a:endParaRPr sz="2400" b="0" i="0" u="none" strike="noStrike" cap="none">
              <a:solidFill>
                <a:srgbClr val="000000"/>
              </a:solidFill>
              <a:latin typeface="Arial"/>
              <a:ea typeface="Arial"/>
              <a:cs typeface="Arial"/>
              <a:sym typeface="Arial"/>
            </a:endParaRPr>
          </a:p>
          <a:p>
            <a:pPr marL="299085" marR="0" lvl="0" indent="0" algn="l" rtl="0">
              <a:lnSpc>
                <a:spcPct val="113958"/>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called a </a:t>
            </a:r>
            <a:r>
              <a:rPr lang="en-US" sz="2400" b="1" i="0" u="none" strike="noStrike" cap="none">
                <a:solidFill>
                  <a:srgbClr val="008011"/>
                </a:solidFill>
                <a:latin typeface="Arial"/>
                <a:ea typeface="Arial"/>
                <a:cs typeface="Arial"/>
                <a:sym typeface="Arial"/>
              </a:rPr>
              <a:t>miss</a:t>
            </a:r>
            <a:endParaRPr sz="2400" b="0" i="0" u="none" strike="noStrike" cap="none">
              <a:solidFill>
                <a:srgbClr val="000000"/>
              </a:solidFill>
              <a:latin typeface="Arial"/>
              <a:ea typeface="Arial"/>
              <a:cs typeface="Arial"/>
              <a:sym typeface="Arial"/>
            </a:endParaRPr>
          </a:p>
        </p:txBody>
      </p:sp>
      <p:pic>
        <p:nvPicPr>
          <p:cNvPr id="392" name="Google Shape;392;p16"/>
          <p:cNvPicPr preferRelativeResize="0"/>
          <p:nvPr/>
        </p:nvPicPr>
        <p:blipFill rotWithShape="1">
          <a:blip r:embed="rId3">
            <a:alphaModFix/>
          </a:blip>
          <a:srcRect/>
          <a:stretch/>
        </p:blipFill>
        <p:spPr>
          <a:xfrm>
            <a:off x="3260071" y="950578"/>
            <a:ext cx="2207299" cy="2527595"/>
          </a:xfrm>
          <a:prstGeom prst="rect">
            <a:avLst/>
          </a:prstGeom>
          <a:noFill/>
          <a:ln>
            <a:noFill/>
          </a:ln>
        </p:spPr>
      </p:pic>
      <p:sp>
        <p:nvSpPr>
          <p:cNvPr id="393" name="Google Shape;393;p16"/>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16</a:t>
            </a:fld>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17"/>
          <p:cNvSpPr txBox="1">
            <a:spLocks noGrp="1"/>
          </p:cNvSpPr>
          <p:nvPr>
            <p:ph type="title"/>
          </p:nvPr>
        </p:nvSpPr>
        <p:spPr>
          <a:xfrm>
            <a:off x="370738" y="265557"/>
            <a:ext cx="8402523" cy="391159"/>
          </a:xfrm>
          <a:prstGeom prst="rect">
            <a:avLst/>
          </a:prstGeom>
          <a:noFill/>
          <a:ln>
            <a:noFill/>
          </a:ln>
        </p:spPr>
        <p:txBody>
          <a:bodyPr spcFirstLastPara="1" wrap="square" lIns="0" tIns="12700" rIns="0" bIns="0" anchor="t" anchorCtr="0">
            <a:spAutoFit/>
          </a:bodyPr>
          <a:lstStyle/>
          <a:p>
            <a:pPr marL="2814320" lvl="0" indent="0" algn="l" rtl="0">
              <a:lnSpc>
                <a:spcPct val="100000"/>
              </a:lnSpc>
              <a:spcBef>
                <a:spcPts val="0"/>
              </a:spcBef>
              <a:spcAft>
                <a:spcPts val="0"/>
              </a:spcAft>
              <a:buNone/>
            </a:pPr>
            <a:r>
              <a:rPr lang="en-US"/>
              <a:t>DATA HIERARCHY</a:t>
            </a:r>
            <a:endParaRPr/>
          </a:p>
        </p:txBody>
      </p:sp>
      <p:sp>
        <p:nvSpPr>
          <p:cNvPr id="399" name="Google Shape;399;p17"/>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17</a:t>
            </a:fld>
            <a:endParaRPr sz="1400" b="1" i="0" u="none" strike="noStrike" cap="none">
              <a:solidFill>
                <a:srgbClr val="000000"/>
              </a:solidFill>
              <a:latin typeface="Arial"/>
              <a:ea typeface="Arial"/>
              <a:cs typeface="Arial"/>
              <a:sym typeface="Arial"/>
            </a:endParaRPr>
          </a:p>
        </p:txBody>
      </p:sp>
      <p:sp>
        <p:nvSpPr>
          <p:cNvPr id="400" name="Google Shape;400;p17"/>
          <p:cNvSpPr txBox="1">
            <a:spLocks noGrp="1"/>
          </p:cNvSpPr>
          <p:nvPr>
            <p:ph type="body" idx="1"/>
          </p:nvPr>
        </p:nvSpPr>
        <p:spPr>
          <a:xfrm>
            <a:off x="318566" y="1262253"/>
            <a:ext cx="8506866" cy="4464685"/>
          </a:xfrm>
          <a:prstGeom prst="rect">
            <a:avLst/>
          </a:prstGeom>
          <a:noFill/>
          <a:ln>
            <a:noFill/>
          </a:ln>
        </p:spPr>
        <p:txBody>
          <a:bodyPr spcFirstLastPara="1" wrap="square" lIns="0" tIns="53975" rIns="0" bIns="0" anchor="t" anchorCtr="0">
            <a:spAutoFit/>
          </a:bodyPr>
          <a:lstStyle/>
          <a:p>
            <a:pPr marL="313055" marR="85090" lvl="0" indent="-287019" algn="l" rtl="0">
              <a:lnSpc>
                <a:spcPct val="107916"/>
              </a:lnSpc>
              <a:spcBef>
                <a:spcPts val="0"/>
              </a:spcBef>
              <a:spcAft>
                <a:spcPts val="0"/>
              </a:spcAft>
              <a:buClr>
                <a:srgbClr val="000000"/>
              </a:buClr>
              <a:buSzPts val="2400"/>
              <a:buFont typeface="Arial"/>
              <a:buChar char="•"/>
            </a:pPr>
            <a:r>
              <a:rPr lang="en-US">
                <a:solidFill>
                  <a:srgbClr val="000000"/>
                </a:solidFill>
              </a:rPr>
              <a:t>Since performance is the major reason for having a memory hierarchy, the time to service hits and misses is important.</a:t>
            </a:r>
            <a:endParaRPr/>
          </a:p>
          <a:p>
            <a:pPr marL="13970" lvl="0" indent="0" algn="l" rtl="0">
              <a:lnSpc>
                <a:spcPct val="100000"/>
              </a:lnSpc>
              <a:spcBef>
                <a:spcPts val="200"/>
              </a:spcBef>
              <a:spcAft>
                <a:spcPts val="0"/>
              </a:spcAft>
              <a:buClr>
                <a:srgbClr val="008011"/>
              </a:buClr>
              <a:buSzPts val="2400"/>
              <a:buFont typeface="Arial"/>
              <a:buNone/>
            </a:pPr>
            <a:endParaRPr>
              <a:solidFill>
                <a:srgbClr val="000000"/>
              </a:solidFill>
            </a:endParaRPr>
          </a:p>
          <a:p>
            <a:pPr marL="313055" marR="106679" lvl="0" indent="-287019" algn="l" rtl="0">
              <a:lnSpc>
                <a:spcPct val="90100"/>
              </a:lnSpc>
              <a:spcBef>
                <a:spcPts val="5"/>
              </a:spcBef>
              <a:spcAft>
                <a:spcPts val="0"/>
              </a:spcAft>
              <a:buClr>
                <a:srgbClr val="008011"/>
              </a:buClr>
              <a:buSzPts val="2400"/>
              <a:buFont typeface="Arial"/>
              <a:buChar char="•"/>
            </a:pPr>
            <a:r>
              <a:rPr lang="en-US" b="1">
                <a:latin typeface="Arial"/>
                <a:ea typeface="Arial"/>
                <a:cs typeface="Arial"/>
                <a:sym typeface="Arial"/>
              </a:rPr>
              <a:t>Hit time </a:t>
            </a:r>
            <a:r>
              <a:rPr lang="en-US">
                <a:solidFill>
                  <a:srgbClr val="000000"/>
                </a:solidFill>
              </a:rPr>
              <a:t>is the time to access the upper level of the memory hierarchy, which includes the time needed to determine whether the access is a hit or a miss</a:t>
            </a:r>
            <a:endParaRPr/>
          </a:p>
          <a:p>
            <a:pPr marL="710565" lvl="1" indent="-226695" algn="l" rtl="0">
              <a:lnSpc>
                <a:spcPct val="100000"/>
              </a:lnSpc>
              <a:spcBef>
                <a:spcPts val="480"/>
              </a:spcBef>
              <a:spcAft>
                <a:spcPts val="0"/>
              </a:spcAft>
              <a:buSzPts val="2000"/>
              <a:buFont typeface="Arial"/>
              <a:buChar char="–"/>
            </a:pPr>
            <a:r>
              <a:rPr lang="en-US" sz="2000">
                <a:latin typeface="Arial"/>
                <a:ea typeface="Arial"/>
                <a:cs typeface="Arial"/>
                <a:sym typeface="Arial"/>
              </a:rPr>
              <a:t>That is, the time needed to look through the books on the desk</a:t>
            </a:r>
            <a:endParaRPr sz="2000">
              <a:latin typeface="Arial"/>
              <a:ea typeface="Arial"/>
              <a:cs typeface="Arial"/>
              <a:sym typeface="Arial"/>
            </a:endParaRPr>
          </a:p>
          <a:p>
            <a:pPr marL="13970" lvl="1" indent="0" algn="l" rtl="0">
              <a:lnSpc>
                <a:spcPct val="100000"/>
              </a:lnSpc>
              <a:spcBef>
                <a:spcPts val="735"/>
              </a:spcBef>
              <a:spcAft>
                <a:spcPts val="0"/>
              </a:spcAft>
              <a:buSzPts val="2000"/>
              <a:buFont typeface="Arial"/>
              <a:buNone/>
            </a:pPr>
            <a:endParaRPr sz="2000"/>
          </a:p>
          <a:p>
            <a:pPr marL="313055" marR="5080" lvl="0" indent="-287019" algn="l" rtl="0">
              <a:lnSpc>
                <a:spcPct val="107916"/>
              </a:lnSpc>
              <a:spcBef>
                <a:spcPts val="5"/>
              </a:spcBef>
              <a:spcAft>
                <a:spcPts val="0"/>
              </a:spcAft>
              <a:buClr>
                <a:srgbClr val="008011"/>
              </a:buClr>
              <a:buSzPts val="2400"/>
              <a:buFont typeface="Arial"/>
              <a:buChar char="•"/>
            </a:pPr>
            <a:r>
              <a:rPr lang="en-US" b="1">
                <a:latin typeface="Arial"/>
                <a:ea typeface="Arial"/>
                <a:cs typeface="Arial"/>
                <a:sym typeface="Arial"/>
              </a:rPr>
              <a:t>Miss penalty </a:t>
            </a:r>
            <a:r>
              <a:rPr lang="en-US">
                <a:solidFill>
                  <a:srgbClr val="000000"/>
                </a:solidFill>
              </a:rPr>
              <a:t>is the time to replace a block in the upper level with the corresponding block from the lower level, plus the time to deliver this block to the processor</a:t>
            </a:r>
            <a:endParaRPr/>
          </a:p>
          <a:p>
            <a:pPr marL="709930" marR="207009" lvl="1" indent="-226695" algn="l" rtl="0">
              <a:lnSpc>
                <a:spcPct val="108000"/>
              </a:lnSpc>
              <a:spcBef>
                <a:spcPts val="720"/>
              </a:spcBef>
              <a:spcAft>
                <a:spcPts val="0"/>
              </a:spcAft>
              <a:buSzPts val="2000"/>
              <a:buFont typeface="Arial"/>
              <a:buChar char="–"/>
            </a:pPr>
            <a:r>
              <a:rPr lang="en-US" sz="2000">
                <a:latin typeface="Arial"/>
                <a:ea typeface="Arial"/>
                <a:cs typeface="Arial"/>
                <a:sym typeface="Arial"/>
              </a:rPr>
              <a:t>That is, in case of a miss, the time to get the required book from the 	shelf and place it on the desk</a:t>
            </a:r>
            <a:endParaRPr sz="200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18"/>
          <p:cNvSpPr txBox="1">
            <a:spLocks noGrp="1"/>
          </p:cNvSpPr>
          <p:nvPr>
            <p:ph type="title"/>
          </p:nvPr>
        </p:nvSpPr>
        <p:spPr>
          <a:xfrm>
            <a:off x="370738" y="265557"/>
            <a:ext cx="8402523" cy="391159"/>
          </a:xfrm>
          <a:prstGeom prst="rect">
            <a:avLst/>
          </a:prstGeom>
          <a:noFill/>
          <a:ln>
            <a:noFill/>
          </a:ln>
        </p:spPr>
        <p:txBody>
          <a:bodyPr spcFirstLastPara="1" wrap="square" lIns="0" tIns="12700" rIns="0" bIns="0" anchor="t" anchorCtr="0">
            <a:spAutoFit/>
          </a:bodyPr>
          <a:lstStyle/>
          <a:p>
            <a:pPr marL="2626360" lvl="0" indent="0" algn="l" rtl="0">
              <a:lnSpc>
                <a:spcPct val="100000"/>
              </a:lnSpc>
              <a:spcBef>
                <a:spcPts val="0"/>
              </a:spcBef>
              <a:spcAft>
                <a:spcPts val="0"/>
              </a:spcAft>
              <a:buNone/>
            </a:pPr>
            <a:r>
              <a:rPr lang="en-US"/>
              <a:t>TYPES OF LOCALITY</a:t>
            </a:r>
            <a:endParaRPr/>
          </a:p>
        </p:txBody>
      </p:sp>
      <p:sp>
        <p:nvSpPr>
          <p:cNvPr id="406" name="Google Shape;406;p18"/>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18</a:t>
            </a:fld>
            <a:endParaRPr sz="1400" b="1" i="0" u="none" strike="noStrike" cap="none">
              <a:solidFill>
                <a:srgbClr val="000000"/>
              </a:solidFill>
              <a:latin typeface="Arial"/>
              <a:ea typeface="Arial"/>
              <a:cs typeface="Arial"/>
              <a:sym typeface="Arial"/>
            </a:endParaRPr>
          </a:p>
        </p:txBody>
      </p:sp>
      <p:sp>
        <p:nvSpPr>
          <p:cNvPr id="407" name="Google Shape;407;p18"/>
          <p:cNvSpPr txBox="1"/>
          <p:nvPr/>
        </p:nvSpPr>
        <p:spPr>
          <a:xfrm>
            <a:off x="332943" y="2362327"/>
            <a:ext cx="5020310" cy="1101725"/>
          </a:xfrm>
          <a:prstGeom prst="rect">
            <a:avLst/>
          </a:prstGeom>
          <a:noFill/>
          <a:ln>
            <a:noFill/>
          </a:ln>
        </p:spPr>
        <p:txBody>
          <a:bodyPr spcFirstLastPara="1" wrap="square" lIns="0" tIns="12700" rIns="0" bIns="0" anchor="t" anchorCtr="0">
            <a:spAutoFit/>
          </a:bodyPr>
          <a:lstStyle/>
          <a:p>
            <a:pPr marL="299085" marR="0" lvl="0" indent="-286385" algn="l" rtl="0">
              <a:lnSpc>
                <a:spcPct val="100000"/>
              </a:lnSpc>
              <a:spcBef>
                <a:spcPts val="0"/>
              </a:spcBef>
              <a:spcAft>
                <a:spcPts val="0"/>
              </a:spcAft>
              <a:buClr>
                <a:srgbClr val="008011"/>
              </a:buClr>
              <a:buSzPts val="2400"/>
              <a:buFont typeface="Arial"/>
              <a:buChar char="•"/>
            </a:pPr>
            <a:r>
              <a:rPr lang="en-US" sz="2400" b="1" i="0" u="none" strike="noStrike" cap="none">
                <a:solidFill>
                  <a:srgbClr val="008011"/>
                </a:solidFill>
                <a:latin typeface="Arial"/>
                <a:ea typeface="Arial"/>
                <a:cs typeface="Arial"/>
                <a:sym typeface="Arial"/>
              </a:rPr>
              <a:t>Temporal locality </a:t>
            </a:r>
            <a:r>
              <a:rPr lang="en-US" sz="2400" b="0" i="0" u="none" strike="noStrike" cap="none">
                <a:solidFill>
                  <a:srgbClr val="008011"/>
                </a:solidFill>
                <a:latin typeface="Arial"/>
                <a:ea typeface="Arial"/>
                <a:cs typeface="Arial"/>
                <a:sym typeface="Arial"/>
              </a:rPr>
              <a:t>(locality in time)</a:t>
            </a:r>
            <a:endParaRPr sz="2400" b="0" i="0" u="none" strike="noStrike" cap="none">
              <a:solidFill>
                <a:srgbClr val="000000"/>
              </a:solidFill>
              <a:latin typeface="Arial"/>
              <a:ea typeface="Arial"/>
              <a:cs typeface="Arial"/>
              <a:sym typeface="Arial"/>
            </a:endParaRPr>
          </a:p>
          <a:p>
            <a:pPr marL="299085" marR="0" lvl="0" indent="-286385" algn="l" rtl="0">
              <a:lnSpc>
                <a:spcPct val="100000"/>
              </a:lnSpc>
              <a:spcBef>
                <a:spcPts val="2710"/>
              </a:spcBef>
              <a:spcAft>
                <a:spcPts val="0"/>
              </a:spcAft>
              <a:buClr>
                <a:srgbClr val="008011"/>
              </a:buClr>
              <a:buSzPts val="2400"/>
              <a:buFont typeface="Arial"/>
              <a:buChar char="•"/>
            </a:pPr>
            <a:r>
              <a:rPr lang="en-US" sz="2400" b="1" i="0" u="none" strike="noStrike" cap="none">
                <a:solidFill>
                  <a:srgbClr val="008011"/>
                </a:solidFill>
                <a:latin typeface="Arial"/>
                <a:ea typeface="Arial"/>
                <a:cs typeface="Arial"/>
                <a:sym typeface="Arial"/>
              </a:rPr>
              <a:t>Spatial locality </a:t>
            </a:r>
            <a:r>
              <a:rPr lang="en-US" sz="2400" b="0" i="0" u="none" strike="noStrike" cap="none">
                <a:solidFill>
                  <a:srgbClr val="008011"/>
                </a:solidFill>
                <a:latin typeface="Arial"/>
                <a:ea typeface="Arial"/>
                <a:cs typeface="Arial"/>
                <a:sym typeface="Arial"/>
              </a:rPr>
              <a:t>(locality in space)</a:t>
            </a: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19"/>
          <p:cNvSpPr txBox="1">
            <a:spLocks noGrp="1"/>
          </p:cNvSpPr>
          <p:nvPr>
            <p:ph type="title"/>
          </p:nvPr>
        </p:nvSpPr>
        <p:spPr>
          <a:xfrm>
            <a:off x="370738" y="265557"/>
            <a:ext cx="8402523" cy="391159"/>
          </a:xfrm>
          <a:prstGeom prst="rect">
            <a:avLst/>
          </a:prstGeom>
          <a:noFill/>
          <a:ln>
            <a:noFill/>
          </a:ln>
        </p:spPr>
        <p:txBody>
          <a:bodyPr spcFirstLastPara="1" wrap="square" lIns="0" tIns="12700" rIns="0" bIns="0" anchor="t" anchorCtr="0">
            <a:spAutoFit/>
          </a:bodyPr>
          <a:lstStyle/>
          <a:p>
            <a:pPr marL="2524760" lvl="0" indent="0" algn="l" rtl="0">
              <a:lnSpc>
                <a:spcPct val="100000"/>
              </a:lnSpc>
              <a:spcBef>
                <a:spcPts val="0"/>
              </a:spcBef>
              <a:spcAft>
                <a:spcPts val="0"/>
              </a:spcAft>
              <a:buNone/>
            </a:pPr>
            <a:r>
              <a:rPr lang="en-US"/>
              <a:t>TEMPORAL LOCALITY</a:t>
            </a:r>
            <a:endParaRPr/>
          </a:p>
        </p:txBody>
      </p:sp>
      <p:sp>
        <p:nvSpPr>
          <p:cNvPr id="413" name="Google Shape;413;p19"/>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19</a:t>
            </a:fld>
            <a:endParaRPr sz="1400" b="1" i="0" u="none" strike="noStrike" cap="none">
              <a:solidFill>
                <a:srgbClr val="000000"/>
              </a:solidFill>
              <a:latin typeface="Arial"/>
              <a:ea typeface="Arial"/>
              <a:cs typeface="Arial"/>
              <a:sym typeface="Arial"/>
            </a:endParaRPr>
          </a:p>
        </p:txBody>
      </p:sp>
      <p:sp>
        <p:nvSpPr>
          <p:cNvPr id="414" name="Google Shape;414;p19"/>
          <p:cNvSpPr txBox="1"/>
          <p:nvPr/>
        </p:nvSpPr>
        <p:spPr>
          <a:xfrm>
            <a:off x="332943" y="1577994"/>
            <a:ext cx="8399780" cy="3118485"/>
          </a:xfrm>
          <a:prstGeom prst="rect">
            <a:avLst/>
          </a:prstGeom>
          <a:noFill/>
          <a:ln>
            <a:noFill/>
          </a:ln>
        </p:spPr>
        <p:txBody>
          <a:bodyPr spcFirstLastPara="1" wrap="square" lIns="0" tIns="86350" rIns="0" bIns="0" anchor="t" anchorCtr="0">
            <a:spAutoFit/>
          </a:bodyPr>
          <a:lstStyle/>
          <a:p>
            <a:pPr marL="299085" marR="0" lvl="0" indent="-286385" algn="l" rtl="0">
              <a:lnSpc>
                <a:spcPct val="100000"/>
              </a:lnSpc>
              <a:spcBef>
                <a:spcPts val="0"/>
              </a:spcBef>
              <a:spcAft>
                <a:spcPts val="0"/>
              </a:spcAft>
              <a:buClr>
                <a:srgbClr val="008011"/>
              </a:buClr>
              <a:buSzPts val="2400"/>
              <a:buFont typeface="Arial"/>
              <a:buChar char="•"/>
            </a:pPr>
            <a:r>
              <a:rPr lang="en-US" sz="2400" b="1" i="0" u="none" strike="noStrike" cap="none">
                <a:solidFill>
                  <a:srgbClr val="008011"/>
                </a:solidFill>
                <a:latin typeface="Arial"/>
                <a:ea typeface="Arial"/>
                <a:cs typeface="Arial"/>
                <a:sym typeface="Arial"/>
              </a:rPr>
              <a:t>i.e. </a:t>
            </a:r>
            <a:r>
              <a:rPr lang="en-US" sz="2400" b="0" i="0" u="none" strike="noStrike" cap="none">
                <a:solidFill>
                  <a:srgbClr val="008011"/>
                </a:solidFill>
                <a:latin typeface="Arial"/>
                <a:ea typeface="Arial"/>
                <a:cs typeface="Arial"/>
                <a:sym typeface="Arial"/>
              </a:rPr>
              <a:t>locality in time</a:t>
            </a:r>
            <a:endParaRPr sz="2400" b="0" i="0" u="none" strike="noStrike" cap="none">
              <a:solidFill>
                <a:srgbClr val="000000"/>
              </a:solidFill>
              <a:latin typeface="Arial"/>
              <a:ea typeface="Arial"/>
              <a:cs typeface="Arial"/>
              <a:sym typeface="Arial"/>
            </a:endParaRPr>
          </a:p>
          <a:p>
            <a:pPr marL="696595" marR="0" lvl="1" indent="-226694" algn="l" rtl="0">
              <a:lnSpc>
                <a:spcPct val="100000"/>
              </a:lnSpc>
              <a:spcBef>
                <a:spcPts val="484"/>
              </a:spcBef>
              <a:spcAft>
                <a:spcPts val="0"/>
              </a:spcAft>
              <a:buClr>
                <a:srgbClr val="008011"/>
              </a:buClr>
              <a:buSzPts val="2000"/>
              <a:buFont typeface="Arial"/>
              <a:buChar char="–"/>
            </a:pPr>
            <a:r>
              <a:rPr lang="en-US" sz="2000" b="1" i="0" u="none" strike="noStrike" cap="none">
                <a:solidFill>
                  <a:srgbClr val="008011"/>
                </a:solidFill>
                <a:latin typeface="Arial"/>
                <a:ea typeface="Arial"/>
                <a:cs typeface="Arial"/>
                <a:sym typeface="Arial"/>
              </a:rPr>
              <a:t>If a data collection is used, it will tend to be used again soon.</a:t>
            </a:r>
            <a:endParaRPr sz="2000" b="0" i="0" u="none" strike="noStrike" cap="none">
              <a:solidFill>
                <a:srgbClr val="000000"/>
              </a:solidFill>
              <a:latin typeface="Arial"/>
              <a:ea typeface="Arial"/>
              <a:cs typeface="Arial"/>
              <a:sym typeface="Arial"/>
            </a:endParaRPr>
          </a:p>
          <a:p>
            <a:pPr marL="0" marR="0" lvl="1" indent="0" algn="l" rtl="0">
              <a:lnSpc>
                <a:spcPct val="100000"/>
              </a:lnSpc>
              <a:spcBef>
                <a:spcPts val="1335"/>
              </a:spcBef>
              <a:spcAft>
                <a:spcPts val="0"/>
              </a:spcAft>
              <a:buClr>
                <a:schemeClr val="dk1"/>
              </a:buClr>
              <a:buSzPts val="2000"/>
              <a:buFont typeface="Arial"/>
              <a:buNone/>
            </a:pPr>
            <a:endParaRPr sz="2000" b="0" i="0" u="none" strike="noStrike" cap="none">
              <a:solidFill>
                <a:srgbClr val="000000"/>
              </a:solidFill>
              <a:latin typeface="Arial"/>
              <a:ea typeface="Arial"/>
              <a:cs typeface="Arial"/>
              <a:sym typeface="Arial"/>
            </a:endParaRPr>
          </a:p>
          <a:p>
            <a:pPr marL="695960" marR="195580" lvl="1" indent="-226694" algn="l" rtl="0">
              <a:lnSpc>
                <a:spcPct val="108000"/>
              </a:lnSpc>
              <a:spcBef>
                <a:spcPts val="0"/>
              </a:spcBef>
              <a:spcAft>
                <a:spcPts val="0"/>
              </a:spcAft>
              <a:buClr>
                <a:srgbClr val="000000"/>
              </a:buClr>
              <a:buSzPts val="2000"/>
              <a:buFont typeface="Arial"/>
              <a:buChar char="–"/>
            </a:pPr>
            <a:r>
              <a:rPr lang="en-US" sz="2000" b="0" i="0" u="none" strike="noStrike" cap="none">
                <a:solidFill>
                  <a:srgbClr val="000000"/>
                </a:solidFill>
                <a:latin typeface="Arial"/>
                <a:ea typeface="Arial"/>
                <a:cs typeface="Arial"/>
                <a:sym typeface="Arial"/>
              </a:rPr>
              <a:t>For example, if you recently brought a book to your desk to look at, 	you will probably need to look at it again soon.</a:t>
            </a:r>
            <a:endParaRPr sz="2000" b="0" i="0" u="none" strike="noStrike" cap="none">
              <a:solidFill>
                <a:srgbClr val="000000"/>
              </a:solidFill>
              <a:latin typeface="Arial"/>
              <a:ea typeface="Arial"/>
              <a:cs typeface="Arial"/>
              <a:sym typeface="Arial"/>
            </a:endParaRPr>
          </a:p>
          <a:p>
            <a:pPr marL="0" marR="0" lvl="1" indent="0" algn="l" rtl="0">
              <a:lnSpc>
                <a:spcPct val="100000"/>
              </a:lnSpc>
              <a:spcBef>
                <a:spcPts val="1300"/>
              </a:spcBef>
              <a:spcAft>
                <a:spcPts val="0"/>
              </a:spcAft>
              <a:buClr>
                <a:schemeClr val="dk1"/>
              </a:buClr>
              <a:buSzPts val="2000"/>
              <a:buFont typeface="Arial"/>
              <a:buNone/>
            </a:pPr>
            <a:endParaRPr sz="2000" b="0" i="0" u="none" strike="noStrike" cap="none">
              <a:solidFill>
                <a:srgbClr val="000000"/>
              </a:solidFill>
              <a:latin typeface="Arial"/>
              <a:ea typeface="Arial"/>
              <a:cs typeface="Arial"/>
              <a:sym typeface="Arial"/>
            </a:endParaRPr>
          </a:p>
          <a:p>
            <a:pPr marL="695960" marR="5080" lvl="1" indent="-226694" algn="l" rtl="0">
              <a:lnSpc>
                <a:spcPct val="108000"/>
              </a:lnSpc>
              <a:spcBef>
                <a:spcPts val="0"/>
              </a:spcBef>
              <a:spcAft>
                <a:spcPts val="0"/>
              </a:spcAft>
              <a:buClr>
                <a:srgbClr val="000000"/>
              </a:buClr>
              <a:buSzPts val="2000"/>
              <a:buFont typeface="Arial"/>
              <a:buChar char="–"/>
            </a:pPr>
            <a:r>
              <a:rPr lang="en-US" sz="2000" b="0" i="0" u="none" strike="noStrike" cap="none">
                <a:solidFill>
                  <a:srgbClr val="000000"/>
                </a:solidFill>
                <a:latin typeface="Arial"/>
                <a:ea typeface="Arial"/>
                <a:cs typeface="Arial"/>
                <a:sym typeface="Arial"/>
              </a:rPr>
              <a:t>Similarly, in programs containing loops, the instructions and data are 	likely to be accessed repeatedly, showing high amounts of temporal 	locality</a:t>
            </a: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0"/>
          <p:cNvSpPr txBox="1">
            <a:spLocks noGrp="1"/>
          </p:cNvSpPr>
          <p:nvPr>
            <p:ph type="title"/>
          </p:nvPr>
        </p:nvSpPr>
        <p:spPr>
          <a:xfrm>
            <a:off x="370738" y="265557"/>
            <a:ext cx="8402523" cy="391159"/>
          </a:xfrm>
          <a:prstGeom prst="rect">
            <a:avLst/>
          </a:prstGeom>
          <a:noFill/>
          <a:ln>
            <a:noFill/>
          </a:ln>
        </p:spPr>
        <p:txBody>
          <a:bodyPr spcFirstLastPara="1" wrap="square" lIns="0" tIns="12700" rIns="0" bIns="0" anchor="t" anchorCtr="0">
            <a:spAutoFit/>
          </a:bodyPr>
          <a:lstStyle/>
          <a:p>
            <a:pPr marL="2728595" lvl="0" indent="0" algn="l" rtl="0">
              <a:lnSpc>
                <a:spcPct val="100000"/>
              </a:lnSpc>
              <a:spcBef>
                <a:spcPts val="0"/>
              </a:spcBef>
              <a:spcAft>
                <a:spcPts val="0"/>
              </a:spcAft>
              <a:buNone/>
            </a:pPr>
            <a:r>
              <a:rPr lang="en-US"/>
              <a:t>SPATIAL LOCALITY</a:t>
            </a:r>
            <a:endParaRPr/>
          </a:p>
        </p:txBody>
      </p:sp>
      <p:sp>
        <p:nvSpPr>
          <p:cNvPr id="420" name="Google Shape;420;p20"/>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20</a:t>
            </a:fld>
            <a:endParaRPr sz="1400" b="1" i="0" u="none" strike="noStrike" cap="none">
              <a:solidFill>
                <a:srgbClr val="000000"/>
              </a:solidFill>
              <a:latin typeface="Arial"/>
              <a:ea typeface="Arial"/>
              <a:cs typeface="Arial"/>
              <a:sym typeface="Arial"/>
            </a:endParaRPr>
          </a:p>
        </p:txBody>
      </p:sp>
      <p:sp>
        <p:nvSpPr>
          <p:cNvPr id="421" name="Google Shape;421;p20"/>
          <p:cNvSpPr txBox="1">
            <a:spLocks noGrp="1"/>
          </p:cNvSpPr>
          <p:nvPr>
            <p:ph type="body" idx="1"/>
          </p:nvPr>
        </p:nvSpPr>
        <p:spPr>
          <a:xfrm>
            <a:off x="318566" y="1262253"/>
            <a:ext cx="8506866" cy="4464685"/>
          </a:xfrm>
          <a:prstGeom prst="rect">
            <a:avLst/>
          </a:prstGeom>
          <a:noFill/>
          <a:ln>
            <a:noFill/>
          </a:ln>
        </p:spPr>
        <p:txBody>
          <a:bodyPr spcFirstLastPara="1" wrap="square" lIns="0" tIns="402100" rIns="0" bIns="0" anchor="t" anchorCtr="0">
            <a:spAutoFit/>
          </a:bodyPr>
          <a:lstStyle/>
          <a:p>
            <a:pPr marL="313055" lvl="0" indent="-286385" algn="l" rtl="0">
              <a:lnSpc>
                <a:spcPct val="100000"/>
              </a:lnSpc>
              <a:spcBef>
                <a:spcPts val="0"/>
              </a:spcBef>
              <a:spcAft>
                <a:spcPts val="0"/>
              </a:spcAft>
              <a:buClr>
                <a:srgbClr val="008011"/>
              </a:buClr>
              <a:buSzPts val="2400"/>
              <a:buFont typeface="Arial"/>
              <a:buChar char="•"/>
            </a:pPr>
            <a:r>
              <a:rPr lang="en-US" b="1">
                <a:latin typeface="Arial"/>
                <a:ea typeface="Arial"/>
                <a:cs typeface="Arial"/>
                <a:sym typeface="Arial"/>
              </a:rPr>
              <a:t>i.e. </a:t>
            </a:r>
            <a:r>
              <a:rPr lang="en-US"/>
              <a:t>locality in space</a:t>
            </a:r>
            <a:endParaRPr/>
          </a:p>
          <a:p>
            <a:pPr marL="709930" marR="271145" lvl="1" indent="-226695" algn="l" rtl="0">
              <a:lnSpc>
                <a:spcPct val="108000"/>
              </a:lnSpc>
              <a:spcBef>
                <a:spcPts val="760"/>
              </a:spcBef>
              <a:spcAft>
                <a:spcPts val="0"/>
              </a:spcAft>
              <a:buClr>
                <a:srgbClr val="008011"/>
              </a:buClr>
              <a:buSzPts val="2000"/>
              <a:buFont typeface="Arial"/>
              <a:buChar char="–"/>
            </a:pPr>
            <a:r>
              <a:rPr lang="en-US" sz="2000" b="1">
                <a:solidFill>
                  <a:srgbClr val="008011"/>
                </a:solidFill>
                <a:latin typeface="Arial"/>
                <a:ea typeface="Arial"/>
                <a:cs typeface="Arial"/>
                <a:sym typeface="Arial"/>
              </a:rPr>
              <a:t>If an item is used, the items whose addresses are close-by will 	also tend to be used soon.</a:t>
            </a:r>
            <a:endParaRPr sz="2000">
              <a:latin typeface="Arial"/>
              <a:ea typeface="Arial"/>
              <a:cs typeface="Arial"/>
              <a:sym typeface="Arial"/>
            </a:endParaRPr>
          </a:p>
          <a:p>
            <a:pPr marL="709930" marR="5080" lvl="1" indent="-226695" algn="l" rtl="0">
              <a:lnSpc>
                <a:spcPct val="108000"/>
              </a:lnSpc>
              <a:spcBef>
                <a:spcPts val="720"/>
              </a:spcBef>
              <a:spcAft>
                <a:spcPts val="0"/>
              </a:spcAft>
              <a:buSzPts val="2000"/>
              <a:buFont typeface="Arial"/>
              <a:buChar char="–"/>
            </a:pPr>
            <a:r>
              <a:rPr lang="en-US" sz="2000">
                <a:latin typeface="Arial"/>
                <a:ea typeface="Arial"/>
                <a:cs typeface="Arial"/>
                <a:sym typeface="Arial"/>
              </a:rPr>
              <a:t>Librarians stock books on the same topic together on the same shelfs 	to increase spatial locality</a:t>
            </a:r>
            <a:endParaRPr sz="2000">
              <a:latin typeface="Arial"/>
              <a:ea typeface="Arial"/>
              <a:cs typeface="Arial"/>
              <a:sym typeface="Arial"/>
            </a:endParaRPr>
          </a:p>
          <a:p>
            <a:pPr marL="711200" lvl="1" indent="-227329" algn="l" rtl="0">
              <a:lnSpc>
                <a:spcPct val="114000"/>
              </a:lnSpc>
              <a:spcBef>
                <a:spcPts val="445"/>
              </a:spcBef>
              <a:spcAft>
                <a:spcPts val="0"/>
              </a:spcAft>
              <a:buSzPts val="2000"/>
              <a:buFont typeface="Arial"/>
              <a:buChar char="–"/>
            </a:pPr>
            <a:r>
              <a:rPr lang="en-US" sz="2000">
                <a:latin typeface="Arial"/>
                <a:ea typeface="Arial"/>
                <a:cs typeface="Arial"/>
                <a:sym typeface="Arial"/>
              </a:rPr>
              <a:t>Since instructions are normally accessed sequentially, programs also</a:t>
            </a:r>
            <a:endParaRPr sz="2000">
              <a:latin typeface="Arial"/>
              <a:ea typeface="Arial"/>
              <a:cs typeface="Arial"/>
              <a:sym typeface="Arial"/>
            </a:endParaRPr>
          </a:p>
          <a:p>
            <a:pPr marL="711835" lvl="0" indent="0" algn="l" rtl="0">
              <a:lnSpc>
                <a:spcPct val="114000"/>
              </a:lnSpc>
              <a:spcBef>
                <a:spcPts val="0"/>
              </a:spcBef>
              <a:spcAft>
                <a:spcPts val="0"/>
              </a:spcAft>
              <a:buNone/>
            </a:pPr>
            <a:r>
              <a:rPr lang="en-US" sz="2000">
                <a:solidFill>
                  <a:srgbClr val="000000"/>
                </a:solidFill>
              </a:rPr>
              <a:t>show high spatial locality</a:t>
            </a:r>
            <a:endParaRPr sz="2000"/>
          </a:p>
          <a:p>
            <a:pPr marL="709930" marR="101600" lvl="1" indent="-226695" algn="l" rtl="0">
              <a:lnSpc>
                <a:spcPct val="108000"/>
              </a:lnSpc>
              <a:spcBef>
                <a:spcPts val="755"/>
              </a:spcBef>
              <a:spcAft>
                <a:spcPts val="0"/>
              </a:spcAft>
              <a:buSzPts val="2000"/>
              <a:buFont typeface="Arial"/>
              <a:buChar char="–"/>
            </a:pPr>
            <a:r>
              <a:rPr lang="en-US" sz="2000">
                <a:latin typeface="Arial"/>
                <a:ea typeface="Arial"/>
                <a:cs typeface="Arial"/>
                <a:sym typeface="Arial"/>
              </a:rPr>
              <a:t>Accesses to data also exhibit a natural spatial locality. For example, 	sequential accesses to elements of an array or a record will naturally 	have high degrees of spatial locality.</a:t>
            </a:r>
            <a:endParaRPr sz="2000">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21"/>
          <p:cNvSpPr txBox="1">
            <a:spLocks noGrp="1"/>
          </p:cNvSpPr>
          <p:nvPr>
            <p:ph type="title"/>
          </p:nvPr>
        </p:nvSpPr>
        <p:spPr>
          <a:xfrm>
            <a:off x="2596133" y="265557"/>
            <a:ext cx="3951732" cy="391159"/>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RECAP: WHAT IS CACHE?</a:t>
            </a:r>
            <a:endParaRPr/>
          </a:p>
        </p:txBody>
      </p:sp>
      <p:sp>
        <p:nvSpPr>
          <p:cNvPr id="427" name="Google Shape;427;p21"/>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21</a:t>
            </a:fld>
            <a:endParaRPr sz="1400" b="1" i="0" u="none" strike="noStrike" cap="none">
              <a:solidFill>
                <a:srgbClr val="000000"/>
              </a:solidFill>
              <a:latin typeface="Arial"/>
              <a:ea typeface="Arial"/>
              <a:cs typeface="Arial"/>
              <a:sym typeface="Arial"/>
            </a:endParaRPr>
          </a:p>
        </p:txBody>
      </p:sp>
      <p:sp>
        <p:nvSpPr>
          <p:cNvPr id="428" name="Google Shape;428;p21"/>
          <p:cNvSpPr txBox="1"/>
          <p:nvPr/>
        </p:nvSpPr>
        <p:spPr>
          <a:xfrm>
            <a:off x="332943" y="1501438"/>
            <a:ext cx="8311515" cy="3641725"/>
          </a:xfrm>
          <a:prstGeom prst="rect">
            <a:avLst/>
          </a:prstGeom>
          <a:noFill/>
          <a:ln>
            <a:noFill/>
          </a:ln>
        </p:spPr>
        <p:txBody>
          <a:bodyPr spcFirstLastPara="1" wrap="square" lIns="0" tIns="86350" rIns="0" bIns="0" anchor="t" anchorCtr="0">
            <a:spAutoFit/>
          </a:bodyPr>
          <a:lstStyle/>
          <a:p>
            <a:pPr marL="299085" marR="0" lvl="0" indent="-286385" algn="l"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Arial"/>
                <a:ea typeface="Arial"/>
                <a:cs typeface="Arial"/>
                <a:sym typeface="Arial"/>
              </a:rPr>
              <a:t>A secret store of valuables or money</a:t>
            </a:r>
            <a:endParaRPr sz="2400" b="0" i="0" u="none" strike="noStrike" cap="none">
              <a:solidFill>
                <a:srgbClr val="000000"/>
              </a:solidFill>
              <a:latin typeface="Arial"/>
              <a:ea typeface="Arial"/>
              <a:cs typeface="Arial"/>
              <a:sym typeface="Arial"/>
            </a:endParaRPr>
          </a:p>
          <a:p>
            <a:pPr marL="696595" marR="0" lvl="1" indent="-226694" algn="l" rtl="0">
              <a:lnSpc>
                <a:spcPct val="100000"/>
              </a:lnSpc>
              <a:spcBef>
                <a:spcPts val="484"/>
              </a:spcBef>
              <a:spcAft>
                <a:spcPts val="0"/>
              </a:spcAft>
              <a:buClr>
                <a:srgbClr val="000000"/>
              </a:buClr>
              <a:buSzPts val="2000"/>
              <a:buFont typeface="Arial"/>
              <a:buChar char="–"/>
            </a:pPr>
            <a:r>
              <a:rPr lang="en-US" sz="2000" b="0" i="0" u="none" strike="noStrike" cap="none">
                <a:solidFill>
                  <a:srgbClr val="000000"/>
                </a:solidFill>
                <a:latin typeface="Arial"/>
                <a:ea typeface="Arial"/>
                <a:cs typeface="Arial"/>
                <a:sym typeface="Arial"/>
              </a:rPr>
              <a:t>Compare with the library analogy.</a:t>
            </a:r>
            <a:endParaRPr sz="2000" b="0" i="0" u="none" strike="noStrike" cap="none">
              <a:solidFill>
                <a:srgbClr val="000000"/>
              </a:solidFill>
              <a:latin typeface="Arial"/>
              <a:ea typeface="Arial"/>
              <a:cs typeface="Arial"/>
              <a:sym typeface="Arial"/>
            </a:endParaRPr>
          </a:p>
          <a:p>
            <a:pPr marL="0" marR="0" lvl="1" indent="0" algn="l" rtl="0">
              <a:lnSpc>
                <a:spcPct val="100000"/>
              </a:lnSpc>
              <a:spcBef>
                <a:spcPts val="695"/>
              </a:spcBef>
              <a:spcAft>
                <a:spcPts val="0"/>
              </a:spcAft>
              <a:buClr>
                <a:schemeClr val="dk1"/>
              </a:buClr>
              <a:buSzPts val="2000"/>
              <a:buFont typeface="Arial"/>
              <a:buNone/>
            </a:pPr>
            <a:endParaRPr sz="2000" b="0" i="0" u="none" strike="noStrike" cap="none">
              <a:solidFill>
                <a:srgbClr val="000000"/>
              </a:solidFill>
              <a:latin typeface="Arial"/>
              <a:ea typeface="Arial"/>
              <a:cs typeface="Arial"/>
              <a:sym typeface="Arial"/>
            </a:endParaRPr>
          </a:p>
          <a:p>
            <a:pPr marL="299085" marR="5080" lvl="0" indent="-287019" algn="l" rtl="0">
              <a:lnSpc>
                <a:spcPct val="90000"/>
              </a:lnSpc>
              <a:spcBef>
                <a:spcPts val="0"/>
              </a:spcBef>
              <a:spcAft>
                <a:spcPts val="0"/>
              </a:spcAft>
              <a:buClr>
                <a:srgbClr val="000000"/>
              </a:buClr>
              <a:buSzPts val="2400"/>
              <a:buFont typeface="Arial"/>
              <a:buChar char="•"/>
            </a:pPr>
            <a:r>
              <a:rPr lang="en-US" sz="2400" b="0" i="0" u="none" strike="noStrike" cap="none">
                <a:solidFill>
                  <a:srgbClr val="000000"/>
                </a:solidFill>
                <a:latin typeface="Arial"/>
                <a:ea typeface="Arial"/>
                <a:cs typeface="Arial"/>
                <a:sym typeface="Arial"/>
              </a:rPr>
              <a:t>In computing, cache was the name chosen to represent the level of memory hierarch between the CPU and main memory in the early commercial computers, in order to:</a:t>
            </a:r>
            <a:endParaRPr sz="2400" b="0" i="0" u="none" strike="noStrike" cap="none">
              <a:solidFill>
                <a:srgbClr val="000000"/>
              </a:solidFill>
              <a:latin typeface="Arial"/>
              <a:ea typeface="Arial"/>
              <a:cs typeface="Arial"/>
              <a:sym typeface="Arial"/>
            </a:endParaRPr>
          </a:p>
          <a:p>
            <a:pPr marL="696595" marR="0" lvl="1" indent="-226694" algn="l" rtl="0">
              <a:lnSpc>
                <a:spcPct val="100000"/>
              </a:lnSpc>
              <a:spcBef>
                <a:spcPts val="484"/>
              </a:spcBef>
              <a:spcAft>
                <a:spcPts val="0"/>
              </a:spcAft>
              <a:buClr>
                <a:srgbClr val="000000"/>
              </a:buClr>
              <a:buSzPts val="2000"/>
              <a:buFont typeface="Arial"/>
              <a:buChar char="–"/>
            </a:pPr>
            <a:r>
              <a:rPr lang="en-US" sz="2000" b="0" i="0" u="none" strike="noStrike" cap="none">
                <a:solidFill>
                  <a:srgbClr val="000000"/>
                </a:solidFill>
                <a:latin typeface="Arial"/>
                <a:ea typeface="Arial"/>
                <a:cs typeface="Arial"/>
                <a:sym typeface="Arial"/>
              </a:rPr>
              <a:t>Take advantage of the </a:t>
            </a:r>
            <a:r>
              <a:rPr lang="en-US" sz="2000" b="0" i="0" u="none" strike="noStrike" cap="none">
                <a:solidFill>
                  <a:srgbClr val="008011"/>
                </a:solidFill>
                <a:latin typeface="Arial"/>
                <a:ea typeface="Arial"/>
                <a:cs typeface="Arial"/>
                <a:sym typeface="Arial"/>
              </a:rPr>
              <a:t>“Principal of locality”.</a:t>
            </a:r>
            <a:endParaRPr sz="2000" b="0" i="0" u="none" strike="noStrike" cap="none">
              <a:solidFill>
                <a:srgbClr val="000000"/>
              </a:solidFill>
              <a:latin typeface="Arial"/>
              <a:ea typeface="Arial"/>
              <a:cs typeface="Arial"/>
              <a:sym typeface="Arial"/>
            </a:endParaRPr>
          </a:p>
          <a:p>
            <a:pPr marL="696595" marR="0" lvl="1" indent="-226694" algn="l" rtl="0">
              <a:lnSpc>
                <a:spcPct val="100000"/>
              </a:lnSpc>
              <a:spcBef>
                <a:spcPts val="480"/>
              </a:spcBef>
              <a:spcAft>
                <a:spcPts val="0"/>
              </a:spcAft>
              <a:buClr>
                <a:srgbClr val="000000"/>
              </a:buClr>
              <a:buSzPts val="2000"/>
              <a:buFont typeface="Arial"/>
              <a:buChar char="–"/>
            </a:pPr>
            <a:r>
              <a:rPr lang="en-US" sz="2000" b="0" i="0" u="none" strike="noStrike" cap="none">
                <a:solidFill>
                  <a:srgbClr val="000000"/>
                </a:solidFill>
                <a:latin typeface="Arial"/>
                <a:ea typeface="Arial"/>
                <a:cs typeface="Arial"/>
                <a:sym typeface="Arial"/>
              </a:rPr>
              <a:t>Optimize data transfers.</a:t>
            </a:r>
            <a:endParaRPr sz="2000" b="0" i="0" u="none" strike="noStrike" cap="none">
              <a:solidFill>
                <a:srgbClr val="000000"/>
              </a:solidFill>
              <a:latin typeface="Arial"/>
              <a:ea typeface="Arial"/>
              <a:cs typeface="Arial"/>
              <a:sym typeface="Arial"/>
            </a:endParaRPr>
          </a:p>
          <a:p>
            <a:pPr marL="0" marR="0" lvl="1" indent="0" algn="l" rtl="0">
              <a:lnSpc>
                <a:spcPct val="100000"/>
              </a:lnSpc>
              <a:spcBef>
                <a:spcPts val="409"/>
              </a:spcBef>
              <a:spcAft>
                <a:spcPts val="0"/>
              </a:spcAft>
              <a:buClr>
                <a:schemeClr val="dk1"/>
              </a:buClr>
              <a:buSzPts val="2000"/>
              <a:buFont typeface="Arial"/>
              <a:buNone/>
            </a:pPr>
            <a:endParaRPr sz="2000" b="0" i="0" u="none" strike="noStrike" cap="none">
              <a:solidFill>
                <a:srgbClr val="000000"/>
              </a:solidFill>
              <a:latin typeface="Arial"/>
              <a:ea typeface="Arial"/>
              <a:cs typeface="Arial"/>
              <a:sym typeface="Arial"/>
            </a:endParaRPr>
          </a:p>
          <a:p>
            <a:pPr marL="299085" marR="0" lvl="0" indent="-286385" algn="l"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Arial"/>
                <a:ea typeface="Arial"/>
                <a:cs typeface="Arial"/>
                <a:sym typeface="Arial"/>
              </a:rPr>
              <a:t>Let’s look at the working of a simple cache.</a:t>
            </a: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22"/>
          <p:cNvSpPr txBox="1">
            <a:spLocks noGrp="1"/>
          </p:cNvSpPr>
          <p:nvPr>
            <p:ph type="title"/>
          </p:nvPr>
        </p:nvSpPr>
        <p:spPr>
          <a:xfrm>
            <a:off x="2596133" y="265557"/>
            <a:ext cx="3951732" cy="391159"/>
          </a:xfrm>
          <a:prstGeom prst="rect">
            <a:avLst/>
          </a:prstGeom>
          <a:noFill/>
          <a:ln>
            <a:noFill/>
          </a:ln>
        </p:spPr>
        <p:txBody>
          <a:bodyPr spcFirstLastPara="1" wrap="square" lIns="0" tIns="12700" rIns="0" bIns="0" anchor="t" anchorCtr="0">
            <a:spAutoFit/>
          </a:bodyPr>
          <a:lstStyle/>
          <a:p>
            <a:pPr marL="797560" lvl="0" indent="0" algn="l" rtl="0">
              <a:lnSpc>
                <a:spcPct val="100000"/>
              </a:lnSpc>
              <a:spcBef>
                <a:spcPts val="0"/>
              </a:spcBef>
              <a:spcAft>
                <a:spcPts val="0"/>
              </a:spcAft>
              <a:buNone/>
            </a:pPr>
            <a:r>
              <a:rPr lang="en-US"/>
              <a:t>CACHE BASICS</a:t>
            </a:r>
            <a:endParaRPr/>
          </a:p>
        </p:txBody>
      </p:sp>
      <p:sp>
        <p:nvSpPr>
          <p:cNvPr id="434" name="Google Shape;434;p22"/>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22</a:t>
            </a:fld>
            <a:endParaRPr sz="1400" b="1" i="0" u="none" strike="noStrike" cap="none">
              <a:solidFill>
                <a:srgbClr val="000000"/>
              </a:solidFill>
              <a:latin typeface="Arial"/>
              <a:ea typeface="Arial"/>
              <a:cs typeface="Arial"/>
              <a:sym typeface="Arial"/>
            </a:endParaRPr>
          </a:p>
        </p:txBody>
      </p:sp>
      <p:sp>
        <p:nvSpPr>
          <p:cNvPr id="435" name="Google Shape;435;p22"/>
          <p:cNvSpPr txBox="1"/>
          <p:nvPr/>
        </p:nvSpPr>
        <p:spPr>
          <a:xfrm>
            <a:off x="332943" y="1946275"/>
            <a:ext cx="8494395" cy="2089150"/>
          </a:xfrm>
          <a:prstGeom prst="rect">
            <a:avLst/>
          </a:prstGeom>
          <a:noFill/>
          <a:ln>
            <a:noFill/>
          </a:ln>
        </p:spPr>
        <p:txBody>
          <a:bodyPr spcFirstLastPara="1" wrap="square" lIns="0" tIns="53975" rIns="0" bIns="0" anchor="t" anchorCtr="0">
            <a:spAutoFit/>
          </a:bodyPr>
          <a:lstStyle/>
          <a:p>
            <a:pPr marL="299085" marR="292735" lvl="0" indent="-287019" algn="l" rtl="0">
              <a:lnSpc>
                <a:spcPct val="107916"/>
              </a:lnSpc>
              <a:spcBef>
                <a:spcPts val="0"/>
              </a:spcBef>
              <a:spcAft>
                <a:spcPts val="0"/>
              </a:spcAft>
              <a:buClr>
                <a:srgbClr val="000000"/>
              </a:buClr>
              <a:buSzPts val="2400"/>
              <a:buFont typeface="Arial"/>
              <a:buChar char="•"/>
            </a:pPr>
            <a:r>
              <a:rPr lang="en-US" sz="2400" b="0" i="0" u="none" strike="noStrike" cap="none">
                <a:solidFill>
                  <a:srgbClr val="000000"/>
                </a:solidFill>
                <a:latin typeface="Arial"/>
                <a:ea typeface="Arial"/>
                <a:cs typeface="Arial"/>
                <a:sym typeface="Arial"/>
              </a:rPr>
              <a:t>A processor will always use the main memory address to find an item (instruction or operand), even if a cache exists in the system.</a:t>
            </a:r>
            <a:endParaRPr sz="2400" b="0" i="0" u="none" strike="noStrike" cap="none">
              <a:solidFill>
                <a:srgbClr val="000000"/>
              </a:solidFill>
              <a:latin typeface="Arial"/>
              <a:ea typeface="Arial"/>
              <a:cs typeface="Arial"/>
              <a:sym typeface="Arial"/>
            </a:endParaRPr>
          </a:p>
          <a:p>
            <a:pPr marL="299085" marR="0" lvl="0" indent="-286385" algn="l" rtl="0">
              <a:lnSpc>
                <a:spcPct val="113958"/>
              </a:lnSpc>
              <a:spcBef>
                <a:spcPts val="2680"/>
              </a:spcBef>
              <a:spcAft>
                <a:spcPts val="0"/>
              </a:spcAft>
              <a:buClr>
                <a:srgbClr val="000000"/>
              </a:buClr>
              <a:buSzPts val="2400"/>
              <a:buFont typeface="Arial"/>
              <a:buChar char="•"/>
            </a:pPr>
            <a:r>
              <a:rPr lang="en-US" sz="2400" b="0" i="0" u="none" strike="noStrike" cap="none">
                <a:solidFill>
                  <a:srgbClr val="000000"/>
                </a:solidFill>
                <a:latin typeface="Arial"/>
                <a:ea typeface="Arial"/>
                <a:cs typeface="Arial"/>
                <a:sym typeface="Arial"/>
              </a:rPr>
              <a:t>This means that the main memory address of an item should</a:t>
            </a:r>
            <a:endParaRPr sz="2400" b="0" i="0" u="none" strike="noStrike" cap="none">
              <a:solidFill>
                <a:srgbClr val="000000"/>
              </a:solidFill>
              <a:latin typeface="Arial"/>
              <a:ea typeface="Arial"/>
              <a:cs typeface="Arial"/>
              <a:sym typeface="Arial"/>
            </a:endParaRPr>
          </a:p>
          <a:p>
            <a:pPr marL="299085" marR="0" lvl="0" indent="0" algn="l" rtl="0">
              <a:lnSpc>
                <a:spcPct val="113958"/>
              </a:lnSpc>
              <a:spcBef>
                <a:spcPts val="0"/>
              </a:spcBef>
              <a:spcAft>
                <a:spcPts val="0"/>
              </a:spcAft>
              <a:buClr>
                <a:srgbClr val="000000"/>
              </a:buClr>
              <a:buSzPts val="2400"/>
              <a:buFont typeface="Arial"/>
              <a:buNone/>
            </a:pPr>
            <a:r>
              <a:rPr lang="en-US" sz="2400" b="0" i="0" u="none" strike="noStrike" cap="none">
                <a:solidFill>
                  <a:srgbClr val="000000"/>
                </a:solidFill>
                <a:latin typeface="Arial"/>
                <a:ea typeface="Arial"/>
                <a:cs typeface="Arial"/>
                <a:sym typeface="Arial"/>
              </a:rPr>
              <a:t>also be stored inside in the cache.</a:t>
            </a: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23"/>
          <p:cNvSpPr txBox="1">
            <a:spLocks noGrp="1"/>
          </p:cNvSpPr>
          <p:nvPr>
            <p:ph type="title"/>
          </p:nvPr>
        </p:nvSpPr>
        <p:spPr>
          <a:xfrm>
            <a:off x="2596133" y="265557"/>
            <a:ext cx="3951732" cy="391159"/>
          </a:xfrm>
          <a:prstGeom prst="rect">
            <a:avLst/>
          </a:prstGeom>
          <a:noFill/>
          <a:ln>
            <a:noFill/>
          </a:ln>
        </p:spPr>
        <p:txBody>
          <a:bodyPr spcFirstLastPara="1" wrap="square" lIns="0" tIns="12700" rIns="0" bIns="0" anchor="t" anchorCtr="0">
            <a:spAutoFit/>
          </a:bodyPr>
          <a:lstStyle/>
          <a:p>
            <a:pPr marL="655955" lvl="0" indent="0" algn="l" rtl="0">
              <a:lnSpc>
                <a:spcPct val="100000"/>
              </a:lnSpc>
              <a:spcBef>
                <a:spcPts val="0"/>
              </a:spcBef>
              <a:spcAft>
                <a:spcPts val="0"/>
              </a:spcAft>
              <a:buNone/>
            </a:pPr>
            <a:r>
              <a:rPr lang="en-US"/>
              <a:t>A SIMPLE CACHE</a:t>
            </a:r>
            <a:endParaRPr/>
          </a:p>
        </p:txBody>
      </p:sp>
      <p:sp>
        <p:nvSpPr>
          <p:cNvPr id="441" name="Google Shape;441;p23"/>
          <p:cNvSpPr txBox="1"/>
          <p:nvPr/>
        </p:nvSpPr>
        <p:spPr>
          <a:xfrm>
            <a:off x="307543" y="941578"/>
            <a:ext cx="8380095" cy="1361440"/>
          </a:xfrm>
          <a:prstGeom prst="rect">
            <a:avLst/>
          </a:prstGeom>
          <a:noFill/>
          <a:ln>
            <a:noFill/>
          </a:ln>
        </p:spPr>
        <p:txBody>
          <a:bodyPr spcFirstLastPara="1" wrap="square" lIns="0" tIns="53975" rIns="0" bIns="0" anchor="t" anchorCtr="0">
            <a:spAutoFit/>
          </a:bodyPr>
          <a:lstStyle/>
          <a:p>
            <a:pPr marL="324485" marR="30480" lvl="0" indent="-287019" algn="l" rtl="0">
              <a:lnSpc>
                <a:spcPct val="107916"/>
              </a:lnSpc>
              <a:spcBef>
                <a:spcPts val="0"/>
              </a:spcBef>
              <a:spcAft>
                <a:spcPts val="0"/>
              </a:spcAft>
              <a:buClr>
                <a:srgbClr val="000000"/>
              </a:buClr>
              <a:buSzPts val="2400"/>
              <a:buFont typeface="Arial"/>
              <a:buChar char="•"/>
            </a:pPr>
            <a:r>
              <a:rPr lang="en-US" sz="2400" b="0" i="0" u="none" strike="noStrike" cap="none">
                <a:solidFill>
                  <a:srgbClr val="000000"/>
                </a:solidFill>
                <a:latin typeface="Arial"/>
                <a:ea typeface="Arial"/>
                <a:cs typeface="Arial"/>
                <a:sym typeface="Arial"/>
              </a:rPr>
              <a:t>Consider a cache in which the processor requests are each one word and the blocks also consist of a single word.</a:t>
            </a:r>
            <a:endParaRPr sz="2400" b="0" i="0" u="none" strike="noStrike" cap="none">
              <a:solidFill>
                <a:srgbClr val="000000"/>
              </a:solidFill>
              <a:latin typeface="Arial"/>
              <a:ea typeface="Arial"/>
              <a:cs typeface="Arial"/>
              <a:sym typeface="Arial"/>
            </a:endParaRPr>
          </a:p>
          <a:p>
            <a:pPr marL="495300" marR="0" lvl="0" indent="0" algn="l" rtl="0">
              <a:lnSpc>
                <a:spcPct val="114000"/>
              </a:lnSpc>
              <a:spcBef>
                <a:spcPts val="450"/>
              </a:spcBef>
              <a:spcAft>
                <a:spcPts val="0"/>
              </a:spcAft>
              <a:buClr>
                <a:srgbClr val="008011"/>
              </a:buClr>
              <a:buSzPts val="2000"/>
              <a:buFont typeface="Arial"/>
              <a:buNone/>
            </a:pPr>
            <a:r>
              <a:rPr lang="en-US" sz="2000" b="0" i="0" u="none" strike="noStrike" cap="none">
                <a:solidFill>
                  <a:srgbClr val="008011"/>
                </a:solidFill>
                <a:latin typeface="Arial"/>
                <a:ea typeface="Arial"/>
                <a:cs typeface="Arial"/>
                <a:sym typeface="Arial"/>
              </a:rPr>
              <a:t>– This reference causes a miss that forces the cache to fetch </a:t>
            </a:r>
            <a:r>
              <a:rPr lang="en-US" sz="2000" b="0" i="0" u="none" strike="noStrike" cap="none">
                <a:solidFill>
                  <a:srgbClr val="01ABEA"/>
                </a:solidFill>
                <a:latin typeface="Arial"/>
                <a:ea typeface="Arial"/>
                <a:cs typeface="Arial"/>
                <a:sym typeface="Arial"/>
              </a:rPr>
              <a:t>X</a:t>
            </a:r>
            <a:r>
              <a:rPr lang="en-US" sz="1950" b="0" i="0" u="none" strike="noStrike" cap="none" baseline="-25000">
                <a:solidFill>
                  <a:srgbClr val="01ABEA"/>
                </a:solidFill>
                <a:latin typeface="Arial"/>
                <a:ea typeface="Arial"/>
                <a:cs typeface="Arial"/>
                <a:sym typeface="Arial"/>
              </a:rPr>
              <a:t>n </a:t>
            </a:r>
            <a:r>
              <a:rPr lang="en-US" sz="2000" b="0" i="0" u="none" strike="noStrike" cap="none">
                <a:solidFill>
                  <a:srgbClr val="008011"/>
                </a:solidFill>
                <a:latin typeface="Arial"/>
                <a:ea typeface="Arial"/>
                <a:cs typeface="Arial"/>
                <a:sym typeface="Arial"/>
              </a:rPr>
              <a:t>from</a:t>
            </a:r>
            <a:endParaRPr sz="2000" b="0" i="0" u="none" strike="noStrike" cap="none">
              <a:solidFill>
                <a:srgbClr val="000000"/>
              </a:solidFill>
              <a:latin typeface="Arial"/>
              <a:ea typeface="Arial"/>
              <a:cs typeface="Arial"/>
              <a:sym typeface="Arial"/>
            </a:endParaRPr>
          </a:p>
          <a:p>
            <a:pPr marL="723265" marR="0" lvl="0" indent="0" algn="l" rtl="0">
              <a:lnSpc>
                <a:spcPct val="114000"/>
              </a:lnSpc>
              <a:spcBef>
                <a:spcPts val="0"/>
              </a:spcBef>
              <a:spcAft>
                <a:spcPts val="0"/>
              </a:spcAft>
              <a:buClr>
                <a:srgbClr val="008011"/>
              </a:buClr>
              <a:buSzPts val="2000"/>
              <a:buFont typeface="Arial"/>
              <a:buNone/>
            </a:pPr>
            <a:r>
              <a:rPr lang="en-US" sz="2000" b="0" i="0" u="none" strike="noStrike" cap="none">
                <a:solidFill>
                  <a:srgbClr val="008011"/>
                </a:solidFill>
                <a:latin typeface="Arial"/>
                <a:ea typeface="Arial"/>
                <a:cs typeface="Arial"/>
                <a:sym typeface="Arial"/>
              </a:rPr>
              <a:t>the main memory and insert it into the cache.</a:t>
            </a:r>
            <a:endParaRPr sz="2000" b="0" i="0" u="none" strike="noStrike" cap="none">
              <a:solidFill>
                <a:srgbClr val="000000"/>
              </a:solidFill>
              <a:latin typeface="Arial"/>
              <a:ea typeface="Arial"/>
              <a:cs typeface="Arial"/>
              <a:sym typeface="Arial"/>
            </a:endParaRPr>
          </a:p>
        </p:txBody>
      </p:sp>
      <p:pic>
        <p:nvPicPr>
          <p:cNvPr id="442" name="Google Shape;442;p23"/>
          <p:cNvPicPr preferRelativeResize="0"/>
          <p:nvPr/>
        </p:nvPicPr>
        <p:blipFill rotWithShape="1">
          <a:blip r:embed="rId3">
            <a:alphaModFix/>
          </a:blip>
          <a:srcRect/>
          <a:stretch/>
        </p:blipFill>
        <p:spPr>
          <a:xfrm>
            <a:off x="4125467" y="2877311"/>
            <a:ext cx="4610747" cy="3414218"/>
          </a:xfrm>
          <a:prstGeom prst="rect">
            <a:avLst/>
          </a:prstGeom>
          <a:noFill/>
          <a:ln>
            <a:noFill/>
          </a:ln>
        </p:spPr>
      </p:pic>
      <p:sp>
        <p:nvSpPr>
          <p:cNvPr id="443" name="Google Shape;443;p23"/>
          <p:cNvSpPr txBox="1"/>
          <p:nvPr/>
        </p:nvSpPr>
        <p:spPr>
          <a:xfrm>
            <a:off x="339953" y="3490867"/>
            <a:ext cx="3250565" cy="2385695"/>
          </a:xfrm>
          <a:prstGeom prst="rect">
            <a:avLst/>
          </a:prstGeom>
          <a:noFill/>
          <a:ln>
            <a:noFill/>
          </a:ln>
        </p:spPr>
        <p:txBody>
          <a:bodyPr spcFirstLastPara="1" wrap="square" lIns="0" tIns="85725" rIns="0" bIns="0" anchor="t" anchorCtr="0">
            <a:spAutoFit/>
          </a:bodyPr>
          <a:lstStyle/>
          <a:p>
            <a:pPr marL="393700" marR="0" lvl="0" indent="-381000" algn="l" rtl="0">
              <a:lnSpc>
                <a:spcPct val="100000"/>
              </a:lnSpc>
              <a:spcBef>
                <a:spcPts val="0"/>
              </a:spcBef>
              <a:spcAft>
                <a:spcPts val="0"/>
              </a:spcAft>
              <a:buClr>
                <a:srgbClr val="008011"/>
              </a:buClr>
              <a:buSzPts val="2400"/>
              <a:buFont typeface="Arial"/>
              <a:buChar char="•"/>
            </a:pPr>
            <a:r>
              <a:rPr lang="en-US" sz="2400" b="1" i="0" u="none" strike="noStrike" cap="none">
                <a:solidFill>
                  <a:srgbClr val="008011"/>
                </a:solidFill>
                <a:latin typeface="Arial"/>
                <a:ea typeface="Arial"/>
                <a:cs typeface="Arial"/>
                <a:sym typeface="Arial"/>
              </a:rPr>
              <a:t>Questions:</a:t>
            </a:r>
            <a:endParaRPr sz="2400" b="0" i="0" u="none" strike="noStrike" cap="none">
              <a:solidFill>
                <a:srgbClr val="000000"/>
              </a:solidFill>
              <a:latin typeface="Arial"/>
              <a:ea typeface="Arial"/>
              <a:cs typeface="Arial"/>
              <a:sym typeface="Arial"/>
            </a:endParaRPr>
          </a:p>
          <a:p>
            <a:pPr marL="812800" marR="113029" lvl="1" indent="-342900" algn="l" rtl="0">
              <a:lnSpc>
                <a:spcPct val="108000"/>
              </a:lnSpc>
              <a:spcBef>
                <a:spcPts val="755"/>
              </a:spcBef>
              <a:spcAft>
                <a:spcPts val="0"/>
              </a:spcAft>
              <a:buClr>
                <a:srgbClr val="000000"/>
              </a:buClr>
              <a:buSzPts val="2000"/>
              <a:buFont typeface="Arial"/>
              <a:buAutoNum type="arabicPeriod"/>
            </a:pPr>
            <a:r>
              <a:rPr lang="en-US" sz="2000" b="0" i="0" u="none" strike="noStrike" cap="none">
                <a:solidFill>
                  <a:srgbClr val="000000"/>
                </a:solidFill>
                <a:latin typeface="Arial"/>
                <a:ea typeface="Arial"/>
                <a:cs typeface="Arial"/>
                <a:sym typeface="Arial"/>
              </a:rPr>
              <a:t>How do we know if the requested data item is in the cache?</a:t>
            </a:r>
            <a:endParaRPr sz="2000" b="0" i="0" u="none" strike="noStrike" cap="none">
              <a:solidFill>
                <a:srgbClr val="000000"/>
              </a:solidFill>
              <a:latin typeface="Arial"/>
              <a:ea typeface="Arial"/>
              <a:cs typeface="Arial"/>
              <a:sym typeface="Arial"/>
            </a:endParaRPr>
          </a:p>
          <a:p>
            <a:pPr marL="0" marR="0" lvl="1" indent="0" algn="l" rtl="0">
              <a:lnSpc>
                <a:spcPct val="100000"/>
              </a:lnSpc>
              <a:spcBef>
                <a:spcPts val="1300"/>
              </a:spcBef>
              <a:spcAft>
                <a:spcPts val="0"/>
              </a:spcAft>
              <a:buClr>
                <a:schemeClr val="dk1"/>
              </a:buClr>
              <a:buSzPts val="2000"/>
              <a:buFont typeface="Arial"/>
              <a:buNone/>
            </a:pPr>
            <a:endParaRPr sz="2000" b="0" i="0" u="none" strike="noStrike" cap="none">
              <a:solidFill>
                <a:srgbClr val="000000"/>
              </a:solidFill>
              <a:latin typeface="Arial"/>
              <a:ea typeface="Arial"/>
              <a:cs typeface="Arial"/>
              <a:sym typeface="Arial"/>
            </a:endParaRPr>
          </a:p>
          <a:p>
            <a:pPr marL="812800" marR="5080" lvl="1" indent="-342900" algn="l" rtl="0">
              <a:lnSpc>
                <a:spcPct val="108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Arial"/>
                <a:ea typeface="Arial"/>
                <a:cs typeface="Arial"/>
                <a:sym typeface="Arial"/>
              </a:rPr>
              <a:t>If it is, how do we find it?</a:t>
            </a:r>
            <a:endParaRPr sz="2000" b="0" i="0" u="none" strike="noStrike" cap="none">
              <a:solidFill>
                <a:srgbClr val="000000"/>
              </a:solidFill>
              <a:latin typeface="Arial"/>
              <a:ea typeface="Arial"/>
              <a:cs typeface="Arial"/>
              <a:sym typeface="Arial"/>
            </a:endParaRPr>
          </a:p>
        </p:txBody>
      </p:sp>
      <p:sp>
        <p:nvSpPr>
          <p:cNvPr id="444" name="Google Shape;444;p23"/>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23</a:t>
            </a:fld>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24"/>
          <p:cNvSpPr txBox="1">
            <a:spLocks noGrp="1"/>
          </p:cNvSpPr>
          <p:nvPr>
            <p:ph type="title"/>
          </p:nvPr>
        </p:nvSpPr>
        <p:spPr>
          <a:xfrm>
            <a:off x="2596133" y="265557"/>
            <a:ext cx="3951732" cy="391159"/>
          </a:xfrm>
          <a:prstGeom prst="rect">
            <a:avLst/>
          </a:prstGeom>
          <a:noFill/>
          <a:ln>
            <a:noFill/>
          </a:ln>
        </p:spPr>
        <p:txBody>
          <a:bodyPr spcFirstLastPara="1" wrap="square" lIns="0" tIns="12700" rIns="0" bIns="0" anchor="t" anchorCtr="0">
            <a:spAutoFit/>
          </a:bodyPr>
          <a:lstStyle/>
          <a:p>
            <a:pPr marL="113029" lvl="0" indent="0" algn="l" rtl="0">
              <a:lnSpc>
                <a:spcPct val="100000"/>
              </a:lnSpc>
              <a:spcBef>
                <a:spcPts val="0"/>
              </a:spcBef>
              <a:spcAft>
                <a:spcPts val="0"/>
              </a:spcAft>
              <a:buNone/>
            </a:pPr>
            <a:r>
              <a:rPr lang="en-US"/>
              <a:t>DIRECT MAPPED CACHE</a:t>
            </a:r>
            <a:endParaRPr/>
          </a:p>
        </p:txBody>
      </p:sp>
      <p:sp>
        <p:nvSpPr>
          <p:cNvPr id="450" name="Google Shape;450;p24"/>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24</a:t>
            </a:fld>
            <a:endParaRPr sz="1400" b="1" i="0" u="none" strike="noStrike" cap="none">
              <a:solidFill>
                <a:srgbClr val="000000"/>
              </a:solidFill>
              <a:latin typeface="Arial"/>
              <a:ea typeface="Arial"/>
              <a:cs typeface="Arial"/>
              <a:sym typeface="Arial"/>
            </a:endParaRPr>
          </a:p>
        </p:txBody>
      </p:sp>
      <p:sp>
        <p:nvSpPr>
          <p:cNvPr id="451" name="Google Shape;451;p24"/>
          <p:cNvSpPr txBox="1"/>
          <p:nvPr/>
        </p:nvSpPr>
        <p:spPr>
          <a:xfrm>
            <a:off x="332943" y="1488694"/>
            <a:ext cx="8456930" cy="3681729"/>
          </a:xfrm>
          <a:prstGeom prst="rect">
            <a:avLst/>
          </a:prstGeom>
          <a:noFill/>
          <a:ln>
            <a:noFill/>
          </a:ln>
        </p:spPr>
        <p:txBody>
          <a:bodyPr spcFirstLastPara="1" wrap="square" lIns="0" tIns="48875" rIns="0" bIns="0" anchor="t" anchorCtr="0">
            <a:spAutoFit/>
          </a:bodyPr>
          <a:lstStyle/>
          <a:p>
            <a:pPr marL="297180" marR="219709" lvl="0" indent="-285115" algn="just" rtl="0">
              <a:lnSpc>
                <a:spcPct val="90100"/>
              </a:lnSpc>
              <a:spcBef>
                <a:spcPts val="0"/>
              </a:spcBef>
              <a:spcAft>
                <a:spcPts val="0"/>
              </a:spcAft>
              <a:buClr>
                <a:srgbClr val="000000"/>
              </a:buClr>
              <a:buSzPts val="2400"/>
              <a:buFont typeface="Arial"/>
              <a:buChar char="•"/>
            </a:pPr>
            <a:r>
              <a:rPr lang="en-US" sz="2400" b="0" i="0" u="none" strike="noStrike" cap="none">
                <a:solidFill>
                  <a:srgbClr val="000000"/>
                </a:solidFill>
                <a:latin typeface="Arial"/>
                <a:ea typeface="Arial"/>
                <a:cs typeface="Arial"/>
                <a:sym typeface="Arial"/>
              </a:rPr>
              <a:t>If each memory word (block) can go in exactly one place in 	the cache, then it becomes straightforward to find the word 	in the cache.</a:t>
            </a:r>
            <a:endParaRPr sz="2400" b="0" i="0" u="none" strike="noStrike" cap="none">
              <a:solidFill>
                <a:srgbClr val="000000"/>
              </a:solidFill>
              <a:latin typeface="Arial"/>
              <a:ea typeface="Arial"/>
              <a:cs typeface="Arial"/>
              <a:sym typeface="Arial"/>
            </a:endParaRPr>
          </a:p>
          <a:p>
            <a:pPr marL="696595" marR="0" lvl="1" indent="-226694" algn="l" rtl="0">
              <a:lnSpc>
                <a:spcPct val="100000"/>
              </a:lnSpc>
              <a:spcBef>
                <a:spcPts val="484"/>
              </a:spcBef>
              <a:spcAft>
                <a:spcPts val="0"/>
              </a:spcAft>
              <a:buClr>
                <a:srgbClr val="008011"/>
              </a:buClr>
              <a:buSzPts val="2000"/>
              <a:buFont typeface="Arial"/>
              <a:buChar char="–"/>
            </a:pPr>
            <a:r>
              <a:rPr lang="en-US" sz="2000" b="1" i="0" u="none" strike="noStrike" cap="none">
                <a:solidFill>
                  <a:srgbClr val="008011"/>
                </a:solidFill>
                <a:latin typeface="Arial"/>
                <a:ea typeface="Arial"/>
                <a:cs typeface="Arial"/>
                <a:sym typeface="Arial"/>
              </a:rPr>
              <a:t>This is called direct mapping</a:t>
            </a:r>
            <a:endParaRPr sz="2000" b="0" i="0" u="none" strike="noStrike" cap="none">
              <a:solidFill>
                <a:srgbClr val="000000"/>
              </a:solidFill>
              <a:latin typeface="Arial"/>
              <a:ea typeface="Arial"/>
              <a:cs typeface="Arial"/>
              <a:sym typeface="Arial"/>
            </a:endParaRPr>
          </a:p>
          <a:p>
            <a:pPr marL="0" marR="0" lvl="1" indent="0" algn="l" rtl="0">
              <a:lnSpc>
                <a:spcPct val="100000"/>
              </a:lnSpc>
              <a:spcBef>
                <a:spcPts val="405"/>
              </a:spcBef>
              <a:spcAft>
                <a:spcPts val="0"/>
              </a:spcAft>
              <a:buClr>
                <a:schemeClr val="dk1"/>
              </a:buClr>
              <a:buSzPts val="2000"/>
              <a:buFont typeface="Arial"/>
              <a:buNone/>
            </a:pPr>
            <a:endParaRPr sz="2000" b="0" i="0" u="none" strike="noStrike" cap="none">
              <a:solidFill>
                <a:srgbClr val="000000"/>
              </a:solidFill>
              <a:latin typeface="Arial"/>
              <a:ea typeface="Arial"/>
              <a:cs typeface="Arial"/>
              <a:sym typeface="Arial"/>
            </a:endParaRPr>
          </a:p>
          <a:p>
            <a:pPr marL="299085" marR="0" lvl="0" indent="-286385" algn="l" rtl="0">
              <a:lnSpc>
                <a:spcPct val="100000"/>
              </a:lnSpc>
              <a:spcBef>
                <a:spcPts val="0"/>
              </a:spcBef>
              <a:spcAft>
                <a:spcPts val="0"/>
              </a:spcAft>
              <a:buClr>
                <a:srgbClr val="000000"/>
              </a:buClr>
              <a:buSzPts val="2400"/>
              <a:buFont typeface="Arial"/>
              <a:buChar char="•"/>
            </a:pPr>
            <a:r>
              <a:rPr lang="en-US" sz="2400" b="1" i="0" u="none" strike="noStrike" cap="none">
                <a:solidFill>
                  <a:srgbClr val="000000"/>
                </a:solidFill>
                <a:latin typeface="Arial"/>
                <a:ea typeface="Arial"/>
                <a:cs typeface="Arial"/>
                <a:sym typeface="Arial"/>
              </a:rPr>
              <a:t>Direct-mapped cache</a:t>
            </a:r>
            <a:endParaRPr sz="2400" b="0" i="0" u="none" strike="noStrike" cap="none">
              <a:solidFill>
                <a:srgbClr val="000000"/>
              </a:solidFill>
              <a:latin typeface="Arial"/>
              <a:ea typeface="Arial"/>
              <a:cs typeface="Arial"/>
              <a:sym typeface="Arial"/>
            </a:endParaRPr>
          </a:p>
          <a:p>
            <a:pPr marL="695960" marR="178435" lvl="1" indent="-226694" algn="l" rtl="0">
              <a:lnSpc>
                <a:spcPct val="108000"/>
              </a:lnSpc>
              <a:spcBef>
                <a:spcPts val="760"/>
              </a:spcBef>
              <a:spcAft>
                <a:spcPts val="0"/>
              </a:spcAft>
              <a:buClr>
                <a:srgbClr val="000000"/>
              </a:buClr>
              <a:buSzPts val="2000"/>
              <a:buFont typeface="Arial"/>
              <a:buChar char="–"/>
            </a:pPr>
            <a:r>
              <a:rPr lang="en-US" sz="2000" b="0" i="0" u="none" strike="noStrike" cap="none">
                <a:solidFill>
                  <a:srgbClr val="000000"/>
                </a:solidFill>
                <a:latin typeface="Arial"/>
                <a:ea typeface="Arial"/>
                <a:cs typeface="Arial"/>
                <a:sym typeface="Arial"/>
              </a:rPr>
              <a:t>A cache structure in which each memory location is mapped to 	exactly one location in the cache, based on the address of the word 	in the main memory.</a:t>
            </a:r>
            <a:endParaRPr sz="2000" b="0" i="0" u="none" strike="noStrike" cap="none">
              <a:solidFill>
                <a:srgbClr val="000000"/>
              </a:solidFill>
              <a:latin typeface="Arial"/>
              <a:ea typeface="Arial"/>
              <a:cs typeface="Arial"/>
              <a:sym typeface="Arial"/>
            </a:endParaRPr>
          </a:p>
          <a:p>
            <a:pPr marL="696595" marR="0" lvl="1" indent="-226694" algn="l" rtl="0">
              <a:lnSpc>
                <a:spcPct val="114000"/>
              </a:lnSpc>
              <a:spcBef>
                <a:spcPts val="445"/>
              </a:spcBef>
              <a:spcAft>
                <a:spcPts val="0"/>
              </a:spcAft>
              <a:buClr>
                <a:srgbClr val="008011"/>
              </a:buClr>
              <a:buSzPts val="2000"/>
              <a:buFont typeface="Arial"/>
              <a:buChar char="–"/>
            </a:pPr>
            <a:r>
              <a:rPr lang="en-US" sz="2000" b="0" i="0" u="none" strike="noStrike" cap="none">
                <a:solidFill>
                  <a:srgbClr val="008011"/>
                </a:solidFill>
                <a:latin typeface="Arial"/>
                <a:ea typeface="Arial"/>
                <a:cs typeface="Arial"/>
                <a:sym typeface="Arial"/>
              </a:rPr>
              <a:t>This mapping between addresses and cache locations is used to find</a:t>
            </a:r>
            <a:endParaRPr sz="2000" b="0" i="0" u="none" strike="noStrike" cap="none">
              <a:solidFill>
                <a:srgbClr val="000000"/>
              </a:solidFill>
              <a:latin typeface="Arial"/>
              <a:ea typeface="Arial"/>
              <a:cs typeface="Arial"/>
              <a:sym typeface="Arial"/>
            </a:endParaRPr>
          </a:p>
          <a:p>
            <a:pPr marL="697865" marR="0" lvl="0" indent="0" algn="l" rtl="0">
              <a:lnSpc>
                <a:spcPct val="114000"/>
              </a:lnSpc>
              <a:spcBef>
                <a:spcPts val="0"/>
              </a:spcBef>
              <a:spcAft>
                <a:spcPts val="0"/>
              </a:spcAft>
              <a:buClr>
                <a:srgbClr val="008011"/>
              </a:buClr>
              <a:buSzPts val="2000"/>
              <a:buFont typeface="Arial"/>
              <a:buNone/>
            </a:pPr>
            <a:r>
              <a:rPr lang="en-US" sz="2000" b="0" i="0" u="none" strike="noStrike" cap="none">
                <a:solidFill>
                  <a:srgbClr val="008011"/>
                </a:solidFill>
                <a:latin typeface="Arial"/>
                <a:ea typeface="Arial"/>
                <a:cs typeface="Arial"/>
                <a:sym typeface="Arial"/>
              </a:rPr>
              <a:t>a block.</a:t>
            </a:r>
            <a:endParaRPr sz="20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25"/>
          <p:cNvSpPr txBox="1">
            <a:spLocks noGrp="1"/>
          </p:cNvSpPr>
          <p:nvPr>
            <p:ph type="title"/>
          </p:nvPr>
        </p:nvSpPr>
        <p:spPr>
          <a:xfrm>
            <a:off x="2596133" y="265557"/>
            <a:ext cx="3951732" cy="391159"/>
          </a:xfrm>
          <a:prstGeom prst="rect">
            <a:avLst/>
          </a:prstGeom>
          <a:noFill/>
          <a:ln>
            <a:noFill/>
          </a:ln>
        </p:spPr>
        <p:txBody>
          <a:bodyPr spcFirstLastPara="1" wrap="square" lIns="0" tIns="12700" rIns="0" bIns="0" anchor="t" anchorCtr="0">
            <a:spAutoFit/>
          </a:bodyPr>
          <a:lstStyle/>
          <a:p>
            <a:pPr marL="113029" lvl="0" indent="0" algn="l" rtl="0">
              <a:lnSpc>
                <a:spcPct val="100000"/>
              </a:lnSpc>
              <a:spcBef>
                <a:spcPts val="0"/>
              </a:spcBef>
              <a:spcAft>
                <a:spcPts val="0"/>
              </a:spcAft>
              <a:buNone/>
            </a:pPr>
            <a:r>
              <a:rPr lang="en-US"/>
              <a:t>DIRECT MAPPED CACHE</a:t>
            </a:r>
            <a:endParaRPr/>
          </a:p>
        </p:txBody>
      </p:sp>
      <p:sp>
        <p:nvSpPr>
          <p:cNvPr id="457" name="Google Shape;457;p25"/>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25</a:t>
            </a:fld>
            <a:endParaRPr sz="1400" b="1" i="0" u="none" strike="noStrike" cap="none">
              <a:solidFill>
                <a:srgbClr val="000000"/>
              </a:solidFill>
              <a:latin typeface="Arial"/>
              <a:ea typeface="Arial"/>
              <a:cs typeface="Arial"/>
              <a:sym typeface="Arial"/>
            </a:endParaRPr>
          </a:p>
        </p:txBody>
      </p:sp>
      <p:sp>
        <p:nvSpPr>
          <p:cNvPr id="458" name="Google Shape;458;p25"/>
          <p:cNvSpPr txBox="1"/>
          <p:nvPr/>
        </p:nvSpPr>
        <p:spPr>
          <a:xfrm>
            <a:off x="345440" y="4158742"/>
            <a:ext cx="8128000" cy="1423467"/>
          </a:xfrm>
          <a:prstGeom prst="rect">
            <a:avLst/>
          </a:prstGeom>
          <a:noFill/>
          <a:ln>
            <a:noFill/>
          </a:ln>
        </p:spPr>
        <p:txBody>
          <a:bodyPr spcFirstLastPara="1" wrap="square" lIns="0" tIns="12700" rIns="0" bIns="0" anchor="t" anchorCtr="0">
            <a:spAutoFit/>
          </a:bodyPr>
          <a:lstStyle/>
          <a:p>
            <a:pPr marL="5080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Cache size: </a:t>
            </a:r>
            <a:r>
              <a:rPr lang="en-US" sz="1800" b="1" i="0" u="none" strike="noStrike" cap="none">
                <a:solidFill>
                  <a:srgbClr val="008011"/>
                </a:solidFill>
                <a:latin typeface="Arial"/>
                <a:ea typeface="Arial"/>
                <a:cs typeface="Arial"/>
                <a:sym typeface="Arial"/>
              </a:rPr>
              <a:t>n </a:t>
            </a:r>
            <a:r>
              <a:rPr lang="en-US" sz="1800" b="0" i="0" u="none" strike="noStrike" cap="none">
                <a:solidFill>
                  <a:srgbClr val="000000"/>
                </a:solidFill>
                <a:latin typeface="Arial"/>
                <a:ea typeface="Arial"/>
                <a:cs typeface="Arial"/>
                <a:sym typeface="Arial"/>
              </a:rPr>
              <a:t>words,	for </a:t>
            </a:r>
            <a:r>
              <a:rPr lang="en-US" sz="1800" b="1" i="0" u="none" strike="noStrike" cap="none">
                <a:solidFill>
                  <a:srgbClr val="008011"/>
                </a:solidFill>
                <a:latin typeface="Arial"/>
                <a:ea typeface="Arial"/>
                <a:cs typeface="Arial"/>
                <a:sym typeface="Arial"/>
              </a:rPr>
              <a:t>n </a:t>
            </a:r>
            <a:r>
              <a:rPr lang="en-US" sz="1800" b="0" i="0" u="none" strike="noStrike" cap="none">
                <a:solidFill>
                  <a:srgbClr val="000000"/>
                </a:solidFill>
                <a:latin typeface="Arial"/>
                <a:ea typeface="Arial"/>
                <a:cs typeface="Arial"/>
                <a:sym typeface="Arial"/>
              </a:rPr>
              <a:t>= 2,4,8,16...</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9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a:p>
            <a:pPr marL="5080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log</a:t>
            </a:r>
            <a:r>
              <a:rPr lang="en-US" sz="1800" b="1" i="0" u="none" strike="noStrike" cap="none" baseline="-25000">
                <a:solidFill>
                  <a:srgbClr val="000000"/>
                </a:solidFill>
                <a:latin typeface="Arial"/>
                <a:ea typeface="Arial"/>
                <a:cs typeface="Arial"/>
                <a:sym typeface="Arial"/>
              </a:rPr>
              <a:t>2 </a:t>
            </a:r>
            <a:r>
              <a:rPr lang="en-US" sz="1800" b="1" i="0" u="none" strike="noStrike" cap="none">
                <a:solidFill>
                  <a:srgbClr val="000000"/>
                </a:solidFill>
                <a:latin typeface="Arial"/>
                <a:ea typeface="Arial"/>
                <a:cs typeface="Arial"/>
                <a:sym typeface="Arial"/>
              </a:rPr>
              <a:t>(n) </a:t>
            </a:r>
            <a:r>
              <a:rPr lang="en-US" sz="1800" b="0" i="0" u="none" strike="noStrike" cap="none">
                <a:solidFill>
                  <a:srgbClr val="000000"/>
                </a:solidFill>
                <a:latin typeface="Arial"/>
                <a:ea typeface="Arial"/>
                <a:cs typeface="Arial"/>
                <a:sym typeface="Arial"/>
              </a:rPr>
              <a:t>lower bits of address are used as the cache </a:t>
            </a:r>
            <a:r>
              <a:rPr lang="en-US" sz="1800" b="1" i="0" u="none" strike="noStrike" cap="none">
                <a:solidFill>
                  <a:srgbClr val="000000"/>
                </a:solidFill>
                <a:latin typeface="Arial"/>
                <a:ea typeface="Arial"/>
                <a:cs typeface="Arial"/>
                <a:sym typeface="Arial"/>
              </a:rPr>
              <a:t>index field</a:t>
            </a:r>
            <a:r>
              <a:rPr lang="en-US" sz="1800" b="0" i="0" u="none" strike="noStrike" cap="none">
                <a:solidFill>
                  <a:srgbClr val="000000"/>
                </a:solidFill>
                <a:latin typeface="Arial"/>
                <a:ea typeface="Arial"/>
                <a:cs typeface="Arial"/>
                <a:sym typeface="Arial"/>
              </a:rPr>
              <a:t>.</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9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a:p>
            <a:pPr marL="5080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The remaining upper bits </a:t>
            </a:r>
            <a:r>
              <a:rPr lang="en-US" sz="1800" b="0" i="0" u="none" strike="noStrike" cap="none">
                <a:solidFill>
                  <a:srgbClr val="000000"/>
                </a:solidFill>
                <a:latin typeface="Arial"/>
                <a:ea typeface="Arial"/>
                <a:cs typeface="Arial"/>
                <a:sym typeface="Arial"/>
              </a:rPr>
              <a:t>of address are used in the </a:t>
            </a:r>
            <a:r>
              <a:rPr lang="en-US" sz="1800" b="1" i="0" u="none" strike="noStrike" cap="none">
                <a:solidFill>
                  <a:srgbClr val="000000"/>
                </a:solidFill>
                <a:latin typeface="Arial"/>
                <a:ea typeface="Arial"/>
                <a:cs typeface="Arial"/>
                <a:sym typeface="Arial"/>
              </a:rPr>
              <a:t>tag field</a:t>
            </a:r>
            <a:r>
              <a:rPr lang="en-US" sz="1800" b="0" i="0" u="none" strike="noStrike" cap="none">
                <a:solidFill>
                  <a:srgbClr val="000000"/>
                </a:solidFill>
                <a:latin typeface="Arial"/>
                <a:ea typeface="Arial"/>
                <a:cs typeface="Arial"/>
                <a:sym typeface="Arial"/>
              </a:rPr>
              <a:t>.</a:t>
            </a:r>
            <a:endParaRPr sz="1800" b="0" i="0" u="none" strike="noStrike" cap="none">
              <a:solidFill>
                <a:srgbClr val="000000"/>
              </a:solidFill>
              <a:latin typeface="Arial"/>
              <a:ea typeface="Arial"/>
              <a:cs typeface="Arial"/>
              <a:sym typeface="Arial"/>
            </a:endParaRPr>
          </a:p>
        </p:txBody>
      </p:sp>
      <p:graphicFrame>
        <p:nvGraphicFramePr>
          <p:cNvPr id="459" name="Google Shape;459;p25"/>
          <p:cNvGraphicFramePr/>
          <p:nvPr/>
        </p:nvGraphicFramePr>
        <p:xfrm>
          <a:off x="2067305" y="1195832"/>
          <a:ext cx="5330825" cy="2221850"/>
        </p:xfrm>
        <a:graphic>
          <a:graphicData uri="http://schemas.openxmlformats.org/drawingml/2006/table">
            <a:tbl>
              <a:tblPr firstRow="1" bandRow="1">
                <a:noFill/>
                <a:tableStyleId>{99E32415-C451-4EA8-B95F-1B1F5F90AFCD}</a:tableStyleId>
              </a:tblPr>
              <a:tblGrid>
                <a:gridCol w="800100">
                  <a:extLst>
                    <a:ext uri="{9D8B030D-6E8A-4147-A177-3AD203B41FA5}">
                      <a16:colId xmlns:a16="http://schemas.microsoft.com/office/drawing/2014/main" val="20000"/>
                    </a:ext>
                  </a:extLst>
                </a:gridCol>
                <a:gridCol w="1059175">
                  <a:extLst>
                    <a:ext uri="{9D8B030D-6E8A-4147-A177-3AD203B41FA5}">
                      <a16:colId xmlns:a16="http://schemas.microsoft.com/office/drawing/2014/main" val="20001"/>
                    </a:ext>
                  </a:extLst>
                </a:gridCol>
                <a:gridCol w="3471550">
                  <a:extLst>
                    <a:ext uri="{9D8B030D-6E8A-4147-A177-3AD203B41FA5}">
                      <a16:colId xmlns:a16="http://schemas.microsoft.com/office/drawing/2014/main" val="20002"/>
                    </a:ext>
                  </a:extLst>
                </a:gridCol>
              </a:tblGrid>
              <a:tr h="370200">
                <a:tc gridSpan="3">
                  <a:txBody>
                    <a:bodyPr/>
                    <a:lstStyle/>
                    <a:p>
                      <a:pPr marL="0" marR="0" lvl="0" indent="0" algn="ctr" rtl="0">
                        <a:lnSpc>
                          <a:spcPct val="100000"/>
                        </a:lnSpc>
                        <a:spcBef>
                          <a:spcPts val="0"/>
                        </a:spcBef>
                        <a:spcAft>
                          <a:spcPts val="0"/>
                        </a:spcAft>
                        <a:buNone/>
                      </a:pPr>
                      <a:r>
                        <a:rPr lang="en-US" sz="1400" b="1" u="none" strike="noStrike" cap="none">
                          <a:solidFill>
                            <a:srgbClr val="FFFFFF"/>
                          </a:solidFill>
                          <a:latin typeface="Arial"/>
                          <a:ea typeface="Arial"/>
                          <a:cs typeface="Arial"/>
                          <a:sym typeface="Arial"/>
                        </a:rPr>
                        <a:t>CACHE</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00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70200">
                <a:tc>
                  <a:txBody>
                    <a:bodyPr/>
                    <a:lstStyle/>
                    <a:p>
                      <a:pPr marL="257175" marR="0" lvl="0" indent="0" algn="l"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Tag</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313055" marR="0" lvl="0" indent="0" algn="l"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Index</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1270"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Data</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extLst>
                  <a:ext uri="{0D108BD9-81ED-4DB2-BD59-A6C34878D82A}">
                    <a16:rowId xmlns:a16="http://schemas.microsoft.com/office/drawing/2014/main" val="10001"/>
                  </a:ext>
                </a:extLst>
              </a:tr>
              <a:tr h="370200">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2"/>
                  </a:ext>
                </a:extLst>
              </a:tr>
              <a:tr h="370200">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4"/>
                  </a:ext>
                </a:extLst>
              </a:tr>
              <a:tr h="370200">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26"/>
          <p:cNvSpPr txBox="1">
            <a:spLocks noGrp="1"/>
          </p:cNvSpPr>
          <p:nvPr>
            <p:ph type="title"/>
          </p:nvPr>
        </p:nvSpPr>
        <p:spPr>
          <a:xfrm>
            <a:off x="2596133" y="265557"/>
            <a:ext cx="3951732" cy="391159"/>
          </a:xfrm>
          <a:prstGeom prst="rect">
            <a:avLst/>
          </a:prstGeom>
          <a:noFill/>
          <a:ln>
            <a:noFill/>
          </a:ln>
        </p:spPr>
        <p:txBody>
          <a:bodyPr spcFirstLastPara="1" wrap="square" lIns="0" tIns="12700" rIns="0" bIns="0" anchor="t" anchorCtr="0">
            <a:spAutoFit/>
          </a:bodyPr>
          <a:lstStyle/>
          <a:p>
            <a:pPr marL="113029" lvl="0" indent="0" algn="l" rtl="0">
              <a:lnSpc>
                <a:spcPct val="100000"/>
              </a:lnSpc>
              <a:spcBef>
                <a:spcPts val="0"/>
              </a:spcBef>
              <a:spcAft>
                <a:spcPts val="0"/>
              </a:spcAft>
              <a:buNone/>
            </a:pPr>
            <a:r>
              <a:rPr lang="en-US"/>
              <a:t>DIRECT MAPPED CACHE</a:t>
            </a:r>
            <a:endParaRPr/>
          </a:p>
        </p:txBody>
      </p:sp>
      <p:pic>
        <p:nvPicPr>
          <p:cNvPr id="465" name="Google Shape;465;p26"/>
          <p:cNvPicPr preferRelativeResize="0"/>
          <p:nvPr/>
        </p:nvPicPr>
        <p:blipFill rotWithShape="1">
          <a:blip r:embed="rId3">
            <a:alphaModFix/>
          </a:blip>
          <a:srcRect/>
          <a:stretch/>
        </p:blipFill>
        <p:spPr>
          <a:xfrm>
            <a:off x="1676400" y="847830"/>
            <a:ext cx="5744496" cy="4260683"/>
          </a:xfrm>
          <a:prstGeom prst="rect">
            <a:avLst/>
          </a:prstGeom>
          <a:noFill/>
          <a:ln>
            <a:noFill/>
          </a:ln>
        </p:spPr>
      </p:pic>
      <p:sp>
        <p:nvSpPr>
          <p:cNvPr id="466" name="Google Shape;466;p26"/>
          <p:cNvSpPr txBox="1"/>
          <p:nvPr/>
        </p:nvSpPr>
        <p:spPr>
          <a:xfrm>
            <a:off x="488289" y="5158435"/>
            <a:ext cx="8484235" cy="1260475"/>
          </a:xfrm>
          <a:prstGeom prst="rect">
            <a:avLst/>
          </a:prstGeom>
          <a:noFill/>
          <a:ln>
            <a:noFill/>
          </a:ln>
        </p:spPr>
        <p:txBody>
          <a:bodyPr spcFirstLastPara="1" wrap="square" lIns="0" tIns="149850" rIns="0" bIns="0" anchor="t" anchorCtr="0">
            <a:spAutoFit/>
          </a:bodyPr>
          <a:lstStyle/>
          <a:p>
            <a:pPr marL="176530" marR="0" lvl="0" indent="-138430"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The lower order log</a:t>
            </a:r>
            <a:r>
              <a:rPr lang="en-US" sz="1800" b="0" i="0" u="none" strike="noStrike" cap="none" baseline="-25000">
                <a:solidFill>
                  <a:srgbClr val="000000"/>
                </a:solidFill>
                <a:latin typeface="Arial"/>
                <a:ea typeface="Arial"/>
                <a:cs typeface="Arial"/>
                <a:sym typeface="Arial"/>
              </a:rPr>
              <a:t>2 </a:t>
            </a:r>
            <a:r>
              <a:rPr lang="en-US" sz="1800" b="0" i="0" u="none" strike="noStrike" cap="none">
                <a:solidFill>
                  <a:srgbClr val="000000"/>
                </a:solidFill>
                <a:latin typeface="Arial"/>
                <a:ea typeface="Arial"/>
                <a:cs typeface="Arial"/>
                <a:sym typeface="Arial"/>
              </a:rPr>
              <a:t>(8) = 3 bits are used as cache index.</a:t>
            </a:r>
            <a:endParaRPr sz="1800" b="0" i="0" u="none" strike="noStrike" cap="none">
              <a:solidFill>
                <a:srgbClr val="000000"/>
              </a:solidFill>
              <a:latin typeface="Arial"/>
              <a:ea typeface="Arial"/>
              <a:cs typeface="Arial"/>
              <a:sym typeface="Arial"/>
            </a:endParaRPr>
          </a:p>
          <a:p>
            <a:pPr marL="176530" marR="0" lvl="0" indent="-138430" algn="l" rtl="0">
              <a:lnSpc>
                <a:spcPct val="100000"/>
              </a:lnSpc>
              <a:spcBef>
                <a:spcPts val="108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Thus, 00</a:t>
            </a:r>
            <a:r>
              <a:rPr lang="en-US" sz="1800" b="1" i="0" u="sng" strike="noStrike" cap="none">
                <a:solidFill>
                  <a:srgbClr val="7E7E7E"/>
                </a:solidFill>
                <a:latin typeface="Arial"/>
                <a:ea typeface="Arial"/>
                <a:cs typeface="Arial"/>
                <a:sym typeface="Arial"/>
              </a:rPr>
              <a:t>001</a:t>
            </a:r>
            <a:r>
              <a:rPr lang="en-US" sz="1800" b="0" i="0" u="none" strike="noStrike" cap="none">
                <a:solidFill>
                  <a:srgbClr val="000000"/>
                </a:solidFill>
                <a:latin typeface="Arial"/>
                <a:ea typeface="Arial"/>
                <a:cs typeface="Arial"/>
                <a:sym typeface="Arial"/>
              </a:rPr>
              <a:t>, 01</a:t>
            </a:r>
            <a:r>
              <a:rPr lang="en-US" sz="1800" b="1" i="0" u="sng" strike="noStrike" cap="none">
                <a:solidFill>
                  <a:srgbClr val="7E7E7E"/>
                </a:solidFill>
                <a:latin typeface="Arial"/>
                <a:ea typeface="Arial"/>
                <a:cs typeface="Arial"/>
                <a:sym typeface="Arial"/>
              </a:rPr>
              <a:t>001</a:t>
            </a:r>
            <a:r>
              <a:rPr lang="en-US" sz="1800" b="0" i="0" u="none" strike="noStrike" cap="none">
                <a:solidFill>
                  <a:srgbClr val="000000"/>
                </a:solidFill>
                <a:latin typeface="Arial"/>
                <a:ea typeface="Arial"/>
                <a:cs typeface="Arial"/>
                <a:sym typeface="Arial"/>
              </a:rPr>
              <a:t>, 10</a:t>
            </a:r>
            <a:r>
              <a:rPr lang="en-US" sz="1800" b="1" i="0" u="sng" strike="noStrike" cap="none">
                <a:solidFill>
                  <a:srgbClr val="7E7E7E"/>
                </a:solidFill>
                <a:latin typeface="Arial"/>
                <a:ea typeface="Arial"/>
                <a:cs typeface="Arial"/>
                <a:sym typeface="Arial"/>
              </a:rPr>
              <a:t>001</a:t>
            </a:r>
            <a:r>
              <a:rPr lang="en-US" sz="1800" b="0" i="0" u="none" strike="noStrike" cap="none">
                <a:solidFill>
                  <a:srgbClr val="000000"/>
                </a:solidFill>
                <a:latin typeface="Arial"/>
                <a:ea typeface="Arial"/>
                <a:cs typeface="Arial"/>
                <a:sym typeface="Arial"/>
              </a:rPr>
              <a:t>, and 11</a:t>
            </a:r>
            <a:r>
              <a:rPr lang="en-US" sz="1800" b="1" i="0" u="sng" strike="noStrike" cap="none">
                <a:solidFill>
                  <a:srgbClr val="7E7E7E"/>
                </a:solidFill>
                <a:latin typeface="Arial"/>
                <a:ea typeface="Arial"/>
                <a:cs typeface="Arial"/>
                <a:sym typeface="Arial"/>
              </a:rPr>
              <a:t>001</a:t>
            </a:r>
            <a:r>
              <a:rPr lang="en-US" sz="1800" b="1" i="0" u="none" strike="noStrike" cap="none">
                <a:solidFill>
                  <a:srgbClr val="7E7E7E"/>
                </a:solidFill>
                <a:latin typeface="Arial"/>
                <a:ea typeface="Arial"/>
                <a:cs typeface="Arial"/>
                <a:sym typeface="Arial"/>
              </a:rPr>
              <a:t> </a:t>
            </a:r>
            <a:r>
              <a:rPr lang="en-US" sz="1800" b="0" i="0" u="none" strike="noStrike" cap="none">
                <a:solidFill>
                  <a:srgbClr val="000000"/>
                </a:solidFill>
                <a:latin typeface="Arial"/>
                <a:ea typeface="Arial"/>
                <a:cs typeface="Arial"/>
                <a:sym typeface="Arial"/>
              </a:rPr>
              <a:t>map to entry </a:t>
            </a:r>
            <a:r>
              <a:rPr lang="en-US" sz="1800" b="1" i="0" u="sng" strike="noStrike" cap="none">
                <a:solidFill>
                  <a:srgbClr val="7E7E7E"/>
                </a:solidFill>
                <a:latin typeface="Arial"/>
                <a:ea typeface="Arial"/>
                <a:cs typeface="Arial"/>
                <a:sym typeface="Arial"/>
              </a:rPr>
              <a:t>001</a:t>
            </a:r>
            <a:r>
              <a:rPr lang="en-US" sz="1800" b="1" i="0" u="none" strike="noStrike" cap="none">
                <a:solidFill>
                  <a:srgbClr val="7E7E7E"/>
                </a:solidFill>
                <a:latin typeface="Arial"/>
                <a:ea typeface="Arial"/>
                <a:cs typeface="Arial"/>
                <a:sym typeface="Arial"/>
              </a:rPr>
              <a:t> </a:t>
            </a:r>
            <a:r>
              <a:rPr lang="en-US" sz="1800" b="0" i="0" u="none" strike="noStrike" cap="none">
                <a:solidFill>
                  <a:srgbClr val="000000"/>
                </a:solidFill>
                <a:latin typeface="Arial"/>
                <a:ea typeface="Arial"/>
                <a:cs typeface="Arial"/>
                <a:sym typeface="Arial"/>
              </a:rPr>
              <a:t>of the cache,</a:t>
            </a:r>
            <a:endParaRPr sz="1800" b="0" i="0" u="none" strike="noStrike" cap="none">
              <a:solidFill>
                <a:srgbClr val="000000"/>
              </a:solidFill>
              <a:latin typeface="Arial"/>
              <a:ea typeface="Arial"/>
              <a:cs typeface="Arial"/>
              <a:sym typeface="Arial"/>
            </a:endParaRPr>
          </a:p>
          <a:p>
            <a:pPr marL="180975" marR="0" lvl="0" indent="-142875" algn="l" rtl="0">
              <a:lnSpc>
                <a:spcPct val="100000"/>
              </a:lnSpc>
              <a:spcBef>
                <a:spcPts val="108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While 00</a:t>
            </a:r>
            <a:r>
              <a:rPr lang="en-US" sz="1800" b="1" i="0" u="sng" strike="noStrike" cap="none">
                <a:solidFill>
                  <a:srgbClr val="01ABEA"/>
                </a:solidFill>
                <a:latin typeface="Arial"/>
                <a:ea typeface="Arial"/>
                <a:cs typeface="Arial"/>
                <a:sym typeface="Arial"/>
              </a:rPr>
              <a:t>101</a:t>
            </a:r>
            <a:r>
              <a:rPr lang="en-US" sz="1800" b="0" i="0" u="none" strike="noStrike" cap="none">
                <a:solidFill>
                  <a:srgbClr val="000000"/>
                </a:solidFill>
                <a:latin typeface="Arial"/>
                <a:ea typeface="Arial"/>
                <a:cs typeface="Arial"/>
                <a:sym typeface="Arial"/>
              </a:rPr>
              <a:t>,01</a:t>
            </a:r>
            <a:r>
              <a:rPr lang="en-US" sz="1800" b="1" i="0" u="sng" strike="noStrike" cap="none">
                <a:solidFill>
                  <a:srgbClr val="01ABEA"/>
                </a:solidFill>
                <a:latin typeface="Arial"/>
                <a:ea typeface="Arial"/>
                <a:cs typeface="Arial"/>
                <a:sym typeface="Arial"/>
              </a:rPr>
              <a:t>101</a:t>
            </a:r>
            <a:r>
              <a:rPr lang="en-US" sz="1800" b="0" i="0" u="none" strike="noStrike" cap="none">
                <a:solidFill>
                  <a:srgbClr val="000000"/>
                </a:solidFill>
                <a:latin typeface="Arial"/>
                <a:ea typeface="Arial"/>
                <a:cs typeface="Arial"/>
                <a:sym typeface="Arial"/>
              </a:rPr>
              <a:t>,	10</a:t>
            </a:r>
            <a:r>
              <a:rPr lang="en-US" sz="1800" b="1" i="0" u="sng" strike="noStrike" cap="none">
                <a:solidFill>
                  <a:srgbClr val="01ABEA"/>
                </a:solidFill>
                <a:latin typeface="Arial"/>
                <a:ea typeface="Arial"/>
                <a:cs typeface="Arial"/>
                <a:sym typeface="Arial"/>
              </a:rPr>
              <a:t>101</a:t>
            </a:r>
            <a:r>
              <a:rPr lang="en-US" sz="1800" b="1" i="0" u="none" strike="noStrike" cap="none">
                <a:solidFill>
                  <a:srgbClr val="01ABEA"/>
                </a:solidFill>
                <a:latin typeface="Arial"/>
                <a:ea typeface="Arial"/>
                <a:cs typeface="Arial"/>
                <a:sym typeface="Arial"/>
              </a:rPr>
              <a:t> </a:t>
            </a:r>
            <a:r>
              <a:rPr lang="en-US" sz="1800" b="0" i="0" u="none" strike="noStrike" cap="none">
                <a:solidFill>
                  <a:srgbClr val="000000"/>
                </a:solidFill>
                <a:latin typeface="Arial"/>
                <a:ea typeface="Arial"/>
                <a:cs typeface="Arial"/>
                <a:sym typeface="Arial"/>
              </a:rPr>
              <a:t>and	11</a:t>
            </a:r>
            <a:r>
              <a:rPr lang="en-US" sz="1800" b="1" i="0" u="sng" strike="noStrike" cap="none">
                <a:solidFill>
                  <a:srgbClr val="01ABEA"/>
                </a:solidFill>
                <a:latin typeface="Arial"/>
                <a:ea typeface="Arial"/>
                <a:cs typeface="Arial"/>
                <a:sym typeface="Arial"/>
              </a:rPr>
              <a:t>101</a:t>
            </a:r>
            <a:r>
              <a:rPr lang="en-US" sz="1800" b="1" i="0" u="none" strike="noStrike" cap="none">
                <a:solidFill>
                  <a:srgbClr val="01ABEA"/>
                </a:solidFill>
                <a:latin typeface="Arial"/>
                <a:ea typeface="Arial"/>
                <a:cs typeface="Arial"/>
                <a:sym typeface="Arial"/>
              </a:rPr>
              <a:t> </a:t>
            </a:r>
            <a:r>
              <a:rPr lang="en-US" sz="1800" b="0" i="0" u="none" strike="noStrike" cap="none">
                <a:solidFill>
                  <a:srgbClr val="000000"/>
                </a:solidFill>
                <a:latin typeface="Arial"/>
                <a:ea typeface="Arial"/>
                <a:cs typeface="Arial"/>
                <a:sym typeface="Arial"/>
              </a:rPr>
              <a:t>map to entry </a:t>
            </a:r>
            <a:r>
              <a:rPr lang="en-US" sz="1800" b="1" i="0" u="sng" strike="noStrike" cap="none">
                <a:solidFill>
                  <a:srgbClr val="01ABEA"/>
                </a:solidFill>
                <a:latin typeface="Arial"/>
                <a:ea typeface="Arial"/>
                <a:cs typeface="Arial"/>
                <a:sym typeface="Arial"/>
              </a:rPr>
              <a:t>101</a:t>
            </a:r>
            <a:r>
              <a:rPr lang="en-US" sz="1800" b="1" i="0" u="none" strike="noStrike" cap="none">
                <a:solidFill>
                  <a:srgbClr val="01ABEA"/>
                </a:solidFill>
                <a:latin typeface="Arial"/>
                <a:ea typeface="Arial"/>
                <a:cs typeface="Arial"/>
                <a:sym typeface="Arial"/>
              </a:rPr>
              <a:t> </a:t>
            </a:r>
            <a:r>
              <a:rPr lang="en-US" sz="1800" b="0" i="0" u="none" strike="noStrike" cap="none">
                <a:solidFill>
                  <a:srgbClr val="000000"/>
                </a:solidFill>
                <a:latin typeface="Arial"/>
                <a:ea typeface="Arial"/>
                <a:cs typeface="Arial"/>
                <a:sym typeface="Arial"/>
              </a:rPr>
              <a:t>of the cache, and so on.</a:t>
            </a:r>
            <a:endParaRPr sz="1800" b="0" i="0" u="none" strike="noStrike" cap="none">
              <a:solidFill>
                <a:srgbClr val="000000"/>
              </a:solidFill>
              <a:latin typeface="Arial"/>
              <a:ea typeface="Arial"/>
              <a:cs typeface="Arial"/>
              <a:sym typeface="Arial"/>
            </a:endParaRPr>
          </a:p>
        </p:txBody>
      </p:sp>
      <p:sp>
        <p:nvSpPr>
          <p:cNvPr id="467" name="Google Shape;467;p26"/>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26</a:t>
            </a:fld>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27"/>
          <p:cNvSpPr txBox="1">
            <a:spLocks noGrp="1"/>
          </p:cNvSpPr>
          <p:nvPr>
            <p:ph type="title"/>
          </p:nvPr>
        </p:nvSpPr>
        <p:spPr>
          <a:xfrm>
            <a:off x="2596133" y="265557"/>
            <a:ext cx="3951732" cy="391159"/>
          </a:xfrm>
          <a:prstGeom prst="rect">
            <a:avLst/>
          </a:prstGeom>
          <a:noFill/>
          <a:ln>
            <a:noFill/>
          </a:ln>
        </p:spPr>
        <p:txBody>
          <a:bodyPr spcFirstLastPara="1" wrap="square" lIns="0" tIns="12700" rIns="0" bIns="0" anchor="t" anchorCtr="0">
            <a:spAutoFit/>
          </a:bodyPr>
          <a:lstStyle/>
          <a:p>
            <a:pPr marL="113029" lvl="0" indent="0" algn="l" rtl="0">
              <a:lnSpc>
                <a:spcPct val="100000"/>
              </a:lnSpc>
              <a:spcBef>
                <a:spcPts val="0"/>
              </a:spcBef>
              <a:spcAft>
                <a:spcPts val="0"/>
              </a:spcAft>
              <a:buNone/>
            </a:pPr>
            <a:r>
              <a:rPr lang="en-US"/>
              <a:t>DIRECT MAPPED CACHE</a:t>
            </a:r>
            <a:endParaRPr/>
          </a:p>
        </p:txBody>
      </p:sp>
      <p:sp>
        <p:nvSpPr>
          <p:cNvPr id="473" name="Google Shape;473;p27"/>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27</a:t>
            </a:fld>
            <a:endParaRPr sz="1400" b="1" i="0" u="none" strike="noStrike" cap="none">
              <a:solidFill>
                <a:srgbClr val="000000"/>
              </a:solidFill>
              <a:latin typeface="Arial"/>
              <a:ea typeface="Arial"/>
              <a:cs typeface="Arial"/>
              <a:sym typeface="Arial"/>
            </a:endParaRPr>
          </a:p>
        </p:txBody>
      </p:sp>
      <p:sp>
        <p:nvSpPr>
          <p:cNvPr id="474" name="Google Shape;474;p27"/>
          <p:cNvSpPr txBox="1"/>
          <p:nvPr/>
        </p:nvSpPr>
        <p:spPr>
          <a:xfrm>
            <a:off x="358241" y="4125214"/>
            <a:ext cx="8100695" cy="230568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To find a word in cache: (</a:t>
            </a:r>
            <a:r>
              <a:rPr lang="en-US" sz="1800" b="1" i="0" u="sng" strike="noStrike" cap="none">
                <a:solidFill>
                  <a:srgbClr val="000000"/>
                </a:solidFill>
                <a:latin typeface="Arial"/>
                <a:ea typeface="Arial"/>
                <a:cs typeface="Arial"/>
                <a:sym typeface="Arial"/>
              </a:rPr>
              <a:t>word address in main memory) </a:t>
            </a:r>
            <a:r>
              <a:rPr lang="en-US" sz="1800" b="1" i="0" u="sng" strike="noStrike" cap="none">
                <a:solidFill>
                  <a:srgbClr val="FF0000"/>
                </a:solidFill>
                <a:latin typeface="Arial"/>
                <a:ea typeface="Arial"/>
                <a:cs typeface="Arial"/>
                <a:sym typeface="Arial"/>
              </a:rPr>
              <a:t>mod </a:t>
            </a:r>
            <a:r>
              <a:rPr lang="en-US" sz="1800" b="1" i="0" u="sng" strike="noStrike" cap="none">
                <a:solidFill>
                  <a:srgbClr val="008011"/>
                </a:solidFill>
                <a:latin typeface="Arial"/>
                <a:ea typeface="Arial"/>
                <a:cs typeface="Arial"/>
                <a:sym typeface="Arial"/>
              </a:rPr>
              <a:t>n </a:t>
            </a:r>
            <a:r>
              <a:rPr lang="en-US" sz="1800" b="1" i="0" u="none" strike="noStrike" cap="none">
                <a:solidFill>
                  <a:srgbClr val="000000"/>
                </a:solidFill>
                <a:latin typeface="Arial"/>
                <a:ea typeface="Arial"/>
                <a:cs typeface="Arial"/>
                <a:sym typeface="Arial"/>
              </a:rPr>
              <a:t>=&gt; </a:t>
            </a:r>
            <a:r>
              <a:rPr lang="en-US" sz="1800" b="0" i="0" u="none" strike="noStrike" cap="none">
                <a:solidFill>
                  <a:srgbClr val="000000"/>
                </a:solidFill>
                <a:latin typeface="Arial"/>
                <a:ea typeface="Arial"/>
                <a:cs typeface="Arial"/>
                <a:sym typeface="Arial"/>
              </a:rPr>
              <a:t>index</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9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If its a hit, the tag field is used to uniquely identify the requested word.</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765"/>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a:p>
            <a:pPr marL="12700" marR="508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The index content of a cache word, together with the tag content of that word, uniquely specify the memory address of the requested word contained in cache.</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9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Let’s consider an example.</a:t>
            </a:r>
            <a:endParaRPr sz="1800" b="0" i="0" u="none" strike="noStrike" cap="none">
              <a:solidFill>
                <a:srgbClr val="000000"/>
              </a:solidFill>
              <a:latin typeface="Arial"/>
              <a:ea typeface="Arial"/>
              <a:cs typeface="Arial"/>
              <a:sym typeface="Arial"/>
            </a:endParaRPr>
          </a:p>
        </p:txBody>
      </p:sp>
      <p:graphicFrame>
        <p:nvGraphicFramePr>
          <p:cNvPr id="475" name="Google Shape;475;p27"/>
          <p:cNvGraphicFramePr/>
          <p:nvPr/>
        </p:nvGraphicFramePr>
        <p:xfrm>
          <a:off x="2067305" y="1152271"/>
          <a:ext cx="3000000" cy="3000000"/>
        </p:xfrm>
        <a:graphic>
          <a:graphicData uri="http://schemas.openxmlformats.org/drawingml/2006/table">
            <a:tbl>
              <a:tblPr firstRow="1" bandRow="1">
                <a:noFill/>
                <a:tableStyleId>{99E32415-C451-4EA8-B95F-1B1F5F90AFCD}</a:tableStyleId>
              </a:tblPr>
              <a:tblGrid>
                <a:gridCol w="800100">
                  <a:extLst>
                    <a:ext uri="{9D8B030D-6E8A-4147-A177-3AD203B41FA5}">
                      <a16:colId xmlns:a16="http://schemas.microsoft.com/office/drawing/2014/main" val="20000"/>
                    </a:ext>
                  </a:extLst>
                </a:gridCol>
                <a:gridCol w="1059175">
                  <a:extLst>
                    <a:ext uri="{9D8B030D-6E8A-4147-A177-3AD203B41FA5}">
                      <a16:colId xmlns:a16="http://schemas.microsoft.com/office/drawing/2014/main" val="20001"/>
                    </a:ext>
                  </a:extLst>
                </a:gridCol>
                <a:gridCol w="3471550">
                  <a:extLst>
                    <a:ext uri="{9D8B030D-6E8A-4147-A177-3AD203B41FA5}">
                      <a16:colId xmlns:a16="http://schemas.microsoft.com/office/drawing/2014/main" val="20002"/>
                    </a:ext>
                  </a:extLst>
                </a:gridCol>
              </a:tblGrid>
              <a:tr h="370200">
                <a:tc gridSpan="3">
                  <a:txBody>
                    <a:bodyPr/>
                    <a:lstStyle/>
                    <a:p>
                      <a:pPr marL="0" marR="0" lvl="0" indent="0" algn="ctr" rtl="0">
                        <a:lnSpc>
                          <a:spcPct val="100000"/>
                        </a:lnSpc>
                        <a:spcBef>
                          <a:spcPts val="0"/>
                        </a:spcBef>
                        <a:spcAft>
                          <a:spcPts val="0"/>
                        </a:spcAft>
                        <a:buNone/>
                      </a:pPr>
                      <a:r>
                        <a:rPr lang="en-US" sz="1400" b="1" u="none" strike="noStrike" cap="none">
                          <a:solidFill>
                            <a:srgbClr val="FFFFFF"/>
                          </a:solidFill>
                          <a:latin typeface="Arial"/>
                          <a:ea typeface="Arial"/>
                          <a:cs typeface="Arial"/>
                          <a:sym typeface="Arial"/>
                        </a:rPr>
                        <a:t>CACHE</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00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70200">
                <a:tc>
                  <a:txBody>
                    <a:bodyPr/>
                    <a:lstStyle/>
                    <a:p>
                      <a:pPr marL="257175" marR="0" lvl="0" indent="0" algn="l"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Tag</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313055" marR="0" lvl="0" indent="0" algn="l"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Index</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1270"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Data</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extLst>
                  <a:ext uri="{0D108BD9-81ED-4DB2-BD59-A6C34878D82A}">
                    <a16:rowId xmlns:a16="http://schemas.microsoft.com/office/drawing/2014/main" val="10001"/>
                  </a:ext>
                </a:extLst>
              </a:tr>
              <a:tr h="370200">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2"/>
                  </a:ext>
                </a:extLst>
              </a:tr>
              <a:tr h="370200">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4"/>
                  </a:ext>
                </a:extLst>
              </a:tr>
              <a:tr h="370200">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28"/>
          <p:cNvSpPr txBox="1">
            <a:spLocks noGrp="1"/>
          </p:cNvSpPr>
          <p:nvPr>
            <p:ph type="title"/>
          </p:nvPr>
        </p:nvSpPr>
        <p:spPr>
          <a:xfrm>
            <a:off x="2596133" y="265557"/>
            <a:ext cx="3951732" cy="391159"/>
          </a:xfrm>
          <a:prstGeom prst="rect">
            <a:avLst/>
          </a:prstGeom>
          <a:noFill/>
          <a:ln>
            <a:noFill/>
          </a:ln>
        </p:spPr>
        <p:txBody>
          <a:bodyPr spcFirstLastPara="1" wrap="square" lIns="0" tIns="12700" rIns="0" bIns="0" anchor="t" anchorCtr="0">
            <a:spAutoFit/>
          </a:bodyPr>
          <a:lstStyle/>
          <a:p>
            <a:pPr marL="316230" lvl="0" indent="0" algn="l" rtl="0">
              <a:lnSpc>
                <a:spcPct val="100000"/>
              </a:lnSpc>
              <a:spcBef>
                <a:spcPts val="0"/>
              </a:spcBef>
              <a:spcAft>
                <a:spcPts val="0"/>
              </a:spcAft>
              <a:buNone/>
            </a:pPr>
            <a:r>
              <a:rPr lang="en-US"/>
              <a:t>ACCESSING A CACHE</a:t>
            </a:r>
            <a:endParaRPr/>
          </a:p>
        </p:txBody>
      </p:sp>
      <p:grpSp>
        <p:nvGrpSpPr>
          <p:cNvPr id="481" name="Google Shape;481;p28"/>
          <p:cNvGrpSpPr/>
          <p:nvPr/>
        </p:nvGrpSpPr>
        <p:grpSpPr>
          <a:xfrm>
            <a:off x="5135245" y="1552575"/>
            <a:ext cx="3401060" cy="3060700"/>
            <a:chOff x="5135245" y="1552575"/>
            <a:chExt cx="3401060" cy="3060700"/>
          </a:xfrm>
        </p:grpSpPr>
        <p:sp>
          <p:nvSpPr>
            <p:cNvPr id="482" name="Google Shape;482;p28"/>
            <p:cNvSpPr/>
            <p:nvPr/>
          </p:nvSpPr>
          <p:spPr>
            <a:xfrm>
              <a:off x="5141595" y="1558924"/>
              <a:ext cx="3388360" cy="609600"/>
            </a:xfrm>
            <a:custGeom>
              <a:avLst/>
              <a:gdLst/>
              <a:ahLst/>
              <a:cxnLst/>
              <a:rect l="l" t="t" r="r" b="b"/>
              <a:pathLst>
                <a:path w="3388359" h="609600" extrusionOk="0">
                  <a:moveTo>
                    <a:pt x="3387852" y="304800"/>
                  </a:moveTo>
                  <a:lnTo>
                    <a:pt x="3387725" y="304800"/>
                  </a:lnTo>
                  <a:lnTo>
                    <a:pt x="3387725" y="0"/>
                  </a:lnTo>
                  <a:lnTo>
                    <a:pt x="0" y="0"/>
                  </a:lnTo>
                  <a:lnTo>
                    <a:pt x="0" y="304800"/>
                  </a:lnTo>
                  <a:lnTo>
                    <a:pt x="0" y="609600"/>
                  </a:lnTo>
                  <a:lnTo>
                    <a:pt x="659561" y="609600"/>
                  </a:lnTo>
                  <a:lnTo>
                    <a:pt x="659561" y="304800"/>
                  </a:lnTo>
                  <a:lnTo>
                    <a:pt x="659638" y="609600"/>
                  </a:lnTo>
                  <a:lnTo>
                    <a:pt x="1768856" y="609600"/>
                  </a:lnTo>
                  <a:lnTo>
                    <a:pt x="3387852" y="609600"/>
                  </a:lnTo>
                  <a:lnTo>
                    <a:pt x="3387852" y="304800"/>
                  </a:lnTo>
                  <a:close/>
                </a:path>
              </a:pathLst>
            </a:custGeom>
            <a:solidFill>
              <a:srgbClr val="0000D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83" name="Google Shape;483;p28"/>
            <p:cNvSpPr/>
            <p:nvPr/>
          </p:nvSpPr>
          <p:spPr>
            <a:xfrm>
              <a:off x="5141595" y="2168524"/>
              <a:ext cx="3388360" cy="304800"/>
            </a:xfrm>
            <a:custGeom>
              <a:avLst/>
              <a:gdLst/>
              <a:ahLst/>
              <a:cxnLst/>
              <a:rect l="l" t="t" r="r" b="b"/>
              <a:pathLst>
                <a:path w="3388359" h="304800" extrusionOk="0">
                  <a:moveTo>
                    <a:pt x="659561" y="0"/>
                  </a:moveTo>
                  <a:lnTo>
                    <a:pt x="0" y="0"/>
                  </a:lnTo>
                  <a:lnTo>
                    <a:pt x="0" y="304800"/>
                  </a:lnTo>
                  <a:lnTo>
                    <a:pt x="659561" y="304800"/>
                  </a:lnTo>
                  <a:lnTo>
                    <a:pt x="659561" y="0"/>
                  </a:lnTo>
                  <a:close/>
                </a:path>
                <a:path w="3388359" h="304800" extrusionOk="0">
                  <a:moveTo>
                    <a:pt x="3387852" y="0"/>
                  </a:moveTo>
                  <a:lnTo>
                    <a:pt x="1768906" y="0"/>
                  </a:lnTo>
                  <a:lnTo>
                    <a:pt x="659638" y="0"/>
                  </a:lnTo>
                  <a:lnTo>
                    <a:pt x="659638" y="304800"/>
                  </a:lnTo>
                  <a:lnTo>
                    <a:pt x="1768856" y="304800"/>
                  </a:lnTo>
                  <a:lnTo>
                    <a:pt x="3387852" y="304800"/>
                  </a:lnTo>
                  <a:lnTo>
                    <a:pt x="3387852"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84" name="Google Shape;484;p28"/>
            <p:cNvSpPr/>
            <p:nvPr/>
          </p:nvSpPr>
          <p:spPr>
            <a:xfrm>
              <a:off x="5141595" y="2473324"/>
              <a:ext cx="3388360" cy="304800"/>
            </a:xfrm>
            <a:custGeom>
              <a:avLst/>
              <a:gdLst/>
              <a:ahLst/>
              <a:cxnLst/>
              <a:rect l="l" t="t" r="r" b="b"/>
              <a:pathLst>
                <a:path w="3388359" h="304800" extrusionOk="0">
                  <a:moveTo>
                    <a:pt x="659561" y="0"/>
                  </a:moveTo>
                  <a:lnTo>
                    <a:pt x="0" y="0"/>
                  </a:lnTo>
                  <a:lnTo>
                    <a:pt x="0" y="304800"/>
                  </a:lnTo>
                  <a:lnTo>
                    <a:pt x="659561" y="304800"/>
                  </a:lnTo>
                  <a:lnTo>
                    <a:pt x="659561" y="0"/>
                  </a:lnTo>
                  <a:close/>
                </a:path>
                <a:path w="3388359" h="304800" extrusionOk="0">
                  <a:moveTo>
                    <a:pt x="3387852" y="0"/>
                  </a:moveTo>
                  <a:lnTo>
                    <a:pt x="1768906" y="0"/>
                  </a:lnTo>
                  <a:lnTo>
                    <a:pt x="659638" y="0"/>
                  </a:lnTo>
                  <a:lnTo>
                    <a:pt x="659638" y="304800"/>
                  </a:lnTo>
                  <a:lnTo>
                    <a:pt x="1768856" y="304800"/>
                  </a:lnTo>
                  <a:lnTo>
                    <a:pt x="3387852" y="304800"/>
                  </a:lnTo>
                  <a:lnTo>
                    <a:pt x="3387852"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85" name="Google Shape;485;p28"/>
            <p:cNvSpPr/>
            <p:nvPr/>
          </p:nvSpPr>
          <p:spPr>
            <a:xfrm>
              <a:off x="5141595" y="2778124"/>
              <a:ext cx="3388360" cy="304800"/>
            </a:xfrm>
            <a:custGeom>
              <a:avLst/>
              <a:gdLst/>
              <a:ahLst/>
              <a:cxnLst/>
              <a:rect l="l" t="t" r="r" b="b"/>
              <a:pathLst>
                <a:path w="3388359" h="304800" extrusionOk="0">
                  <a:moveTo>
                    <a:pt x="659561" y="0"/>
                  </a:moveTo>
                  <a:lnTo>
                    <a:pt x="0" y="0"/>
                  </a:lnTo>
                  <a:lnTo>
                    <a:pt x="0" y="304800"/>
                  </a:lnTo>
                  <a:lnTo>
                    <a:pt x="659561" y="304800"/>
                  </a:lnTo>
                  <a:lnTo>
                    <a:pt x="659561" y="0"/>
                  </a:lnTo>
                  <a:close/>
                </a:path>
                <a:path w="3388359" h="304800" extrusionOk="0">
                  <a:moveTo>
                    <a:pt x="3387852" y="0"/>
                  </a:moveTo>
                  <a:lnTo>
                    <a:pt x="1768906" y="0"/>
                  </a:lnTo>
                  <a:lnTo>
                    <a:pt x="659638" y="0"/>
                  </a:lnTo>
                  <a:lnTo>
                    <a:pt x="659638" y="304800"/>
                  </a:lnTo>
                  <a:lnTo>
                    <a:pt x="1768856" y="304800"/>
                  </a:lnTo>
                  <a:lnTo>
                    <a:pt x="3387852" y="304800"/>
                  </a:lnTo>
                  <a:lnTo>
                    <a:pt x="3387852"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86" name="Google Shape;486;p28"/>
            <p:cNvSpPr/>
            <p:nvPr/>
          </p:nvSpPr>
          <p:spPr>
            <a:xfrm>
              <a:off x="5141595" y="3082924"/>
              <a:ext cx="3388360" cy="304800"/>
            </a:xfrm>
            <a:custGeom>
              <a:avLst/>
              <a:gdLst/>
              <a:ahLst/>
              <a:cxnLst/>
              <a:rect l="l" t="t" r="r" b="b"/>
              <a:pathLst>
                <a:path w="3388359" h="304800" extrusionOk="0">
                  <a:moveTo>
                    <a:pt x="659561" y="0"/>
                  </a:moveTo>
                  <a:lnTo>
                    <a:pt x="0" y="0"/>
                  </a:lnTo>
                  <a:lnTo>
                    <a:pt x="0" y="304800"/>
                  </a:lnTo>
                  <a:lnTo>
                    <a:pt x="659561" y="304800"/>
                  </a:lnTo>
                  <a:lnTo>
                    <a:pt x="659561" y="0"/>
                  </a:lnTo>
                  <a:close/>
                </a:path>
                <a:path w="3388359" h="304800" extrusionOk="0">
                  <a:moveTo>
                    <a:pt x="3387852" y="0"/>
                  </a:moveTo>
                  <a:lnTo>
                    <a:pt x="1768906" y="0"/>
                  </a:lnTo>
                  <a:lnTo>
                    <a:pt x="659638" y="0"/>
                  </a:lnTo>
                  <a:lnTo>
                    <a:pt x="659638" y="304800"/>
                  </a:lnTo>
                  <a:lnTo>
                    <a:pt x="1768856" y="304800"/>
                  </a:lnTo>
                  <a:lnTo>
                    <a:pt x="3387852" y="304800"/>
                  </a:lnTo>
                  <a:lnTo>
                    <a:pt x="3387852"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87" name="Google Shape;487;p28"/>
            <p:cNvSpPr/>
            <p:nvPr/>
          </p:nvSpPr>
          <p:spPr>
            <a:xfrm>
              <a:off x="5141595" y="3387724"/>
              <a:ext cx="3388360" cy="304800"/>
            </a:xfrm>
            <a:custGeom>
              <a:avLst/>
              <a:gdLst/>
              <a:ahLst/>
              <a:cxnLst/>
              <a:rect l="l" t="t" r="r" b="b"/>
              <a:pathLst>
                <a:path w="3388359" h="304800" extrusionOk="0">
                  <a:moveTo>
                    <a:pt x="659561" y="0"/>
                  </a:moveTo>
                  <a:lnTo>
                    <a:pt x="0" y="0"/>
                  </a:lnTo>
                  <a:lnTo>
                    <a:pt x="0" y="304800"/>
                  </a:lnTo>
                  <a:lnTo>
                    <a:pt x="659561" y="304800"/>
                  </a:lnTo>
                  <a:lnTo>
                    <a:pt x="659561" y="0"/>
                  </a:lnTo>
                  <a:close/>
                </a:path>
                <a:path w="3388359" h="304800" extrusionOk="0">
                  <a:moveTo>
                    <a:pt x="3387852" y="0"/>
                  </a:moveTo>
                  <a:lnTo>
                    <a:pt x="1768906" y="0"/>
                  </a:lnTo>
                  <a:lnTo>
                    <a:pt x="659638" y="0"/>
                  </a:lnTo>
                  <a:lnTo>
                    <a:pt x="659638" y="304800"/>
                  </a:lnTo>
                  <a:lnTo>
                    <a:pt x="1768856" y="304800"/>
                  </a:lnTo>
                  <a:lnTo>
                    <a:pt x="3387852" y="304800"/>
                  </a:lnTo>
                  <a:lnTo>
                    <a:pt x="3387852"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88" name="Google Shape;488;p28"/>
            <p:cNvSpPr/>
            <p:nvPr/>
          </p:nvSpPr>
          <p:spPr>
            <a:xfrm>
              <a:off x="5141595" y="3692524"/>
              <a:ext cx="3388360" cy="304800"/>
            </a:xfrm>
            <a:custGeom>
              <a:avLst/>
              <a:gdLst/>
              <a:ahLst/>
              <a:cxnLst/>
              <a:rect l="l" t="t" r="r" b="b"/>
              <a:pathLst>
                <a:path w="3388359" h="304800" extrusionOk="0">
                  <a:moveTo>
                    <a:pt x="659561" y="0"/>
                  </a:moveTo>
                  <a:lnTo>
                    <a:pt x="0" y="0"/>
                  </a:lnTo>
                  <a:lnTo>
                    <a:pt x="0" y="304800"/>
                  </a:lnTo>
                  <a:lnTo>
                    <a:pt x="659561" y="304800"/>
                  </a:lnTo>
                  <a:lnTo>
                    <a:pt x="659561" y="0"/>
                  </a:lnTo>
                  <a:close/>
                </a:path>
                <a:path w="3388359" h="304800" extrusionOk="0">
                  <a:moveTo>
                    <a:pt x="3387852" y="0"/>
                  </a:moveTo>
                  <a:lnTo>
                    <a:pt x="1768906" y="0"/>
                  </a:lnTo>
                  <a:lnTo>
                    <a:pt x="659638" y="0"/>
                  </a:lnTo>
                  <a:lnTo>
                    <a:pt x="659638" y="304800"/>
                  </a:lnTo>
                  <a:lnTo>
                    <a:pt x="1768856" y="304800"/>
                  </a:lnTo>
                  <a:lnTo>
                    <a:pt x="3387852" y="304800"/>
                  </a:lnTo>
                  <a:lnTo>
                    <a:pt x="3387852"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89" name="Google Shape;489;p28"/>
            <p:cNvSpPr/>
            <p:nvPr/>
          </p:nvSpPr>
          <p:spPr>
            <a:xfrm>
              <a:off x="5141595" y="3997324"/>
              <a:ext cx="3388360" cy="304800"/>
            </a:xfrm>
            <a:custGeom>
              <a:avLst/>
              <a:gdLst/>
              <a:ahLst/>
              <a:cxnLst/>
              <a:rect l="l" t="t" r="r" b="b"/>
              <a:pathLst>
                <a:path w="3388359" h="304800" extrusionOk="0">
                  <a:moveTo>
                    <a:pt x="659561" y="0"/>
                  </a:moveTo>
                  <a:lnTo>
                    <a:pt x="0" y="0"/>
                  </a:lnTo>
                  <a:lnTo>
                    <a:pt x="0" y="304800"/>
                  </a:lnTo>
                  <a:lnTo>
                    <a:pt x="659561" y="304800"/>
                  </a:lnTo>
                  <a:lnTo>
                    <a:pt x="659561" y="0"/>
                  </a:lnTo>
                  <a:close/>
                </a:path>
                <a:path w="3388359" h="304800" extrusionOk="0">
                  <a:moveTo>
                    <a:pt x="3387852" y="0"/>
                  </a:moveTo>
                  <a:lnTo>
                    <a:pt x="1768906" y="0"/>
                  </a:lnTo>
                  <a:lnTo>
                    <a:pt x="659638" y="0"/>
                  </a:lnTo>
                  <a:lnTo>
                    <a:pt x="659638" y="304800"/>
                  </a:lnTo>
                  <a:lnTo>
                    <a:pt x="1768856" y="304800"/>
                  </a:lnTo>
                  <a:lnTo>
                    <a:pt x="3387852" y="304800"/>
                  </a:lnTo>
                  <a:lnTo>
                    <a:pt x="3387852"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90" name="Google Shape;490;p28"/>
            <p:cNvSpPr/>
            <p:nvPr/>
          </p:nvSpPr>
          <p:spPr>
            <a:xfrm>
              <a:off x="5141595" y="4302124"/>
              <a:ext cx="3388360" cy="304800"/>
            </a:xfrm>
            <a:custGeom>
              <a:avLst/>
              <a:gdLst/>
              <a:ahLst/>
              <a:cxnLst/>
              <a:rect l="l" t="t" r="r" b="b"/>
              <a:pathLst>
                <a:path w="3388359" h="304800" extrusionOk="0">
                  <a:moveTo>
                    <a:pt x="659561" y="0"/>
                  </a:moveTo>
                  <a:lnTo>
                    <a:pt x="0" y="0"/>
                  </a:lnTo>
                  <a:lnTo>
                    <a:pt x="0" y="304800"/>
                  </a:lnTo>
                  <a:lnTo>
                    <a:pt x="659561" y="304800"/>
                  </a:lnTo>
                  <a:lnTo>
                    <a:pt x="659561" y="0"/>
                  </a:lnTo>
                  <a:close/>
                </a:path>
                <a:path w="3388359" h="304800" extrusionOk="0">
                  <a:moveTo>
                    <a:pt x="3387852" y="0"/>
                  </a:moveTo>
                  <a:lnTo>
                    <a:pt x="1768906" y="0"/>
                  </a:lnTo>
                  <a:lnTo>
                    <a:pt x="659638" y="0"/>
                  </a:lnTo>
                  <a:lnTo>
                    <a:pt x="659638" y="304800"/>
                  </a:lnTo>
                  <a:lnTo>
                    <a:pt x="1768856" y="304800"/>
                  </a:lnTo>
                  <a:lnTo>
                    <a:pt x="3387852" y="304800"/>
                  </a:lnTo>
                  <a:lnTo>
                    <a:pt x="3387852"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91" name="Google Shape;491;p28"/>
            <p:cNvSpPr/>
            <p:nvPr/>
          </p:nvSpPr>
          <p:spPr>
            <a:xfrm>
              <a:off x="5801233" y="1844675"/>
              <a:ext cx="1109345" cy="2768600"/>
            </a:xfrm>
            <a:custGeom>
              <a:avLst/>
              <a:gdLst/>
              <a:ahLst/>
              <a:cxnLst/>
              <a:rect l="l" t="t" r="r" b="b"/>
              <a:pathLst>
                <a:path w="1109345" h="2768600" extrusionOk="0">
                  <a:moveTo>
                    <a:pt x="0" y="0"/>
                  </a:moveTo>
                  <a:lnTo>
                    <a:pt x="0" y="2768600"/>
                  </a:lnTo>
                </a:path>
                <a:path w="1109345" h="2768600" extrusionOk="0">
                  <a:moveTo>
                    <a:pt x="1109217" y="0"/>
                  </a:moveTo>
                  <a:lnTo>
                    <a:pt x="1109217" y="276860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92" name="Google Shape;492;p28"/>
            <p:cNvSpPr/>
            <p:nvPr/>
          </p:nvSpPr>
          <p:spPr>
            <a:xfrm>
              <a:off x="5135245" y="1863725"/>
              <a:ext cx="3401060" cy="0"/>
            </a:xfrm>
            <a:custGeom>
              <a:avLst/>
              <a:gdLst/>
              <a:ahLst/>
              <a:cxnLst/>
              <a:rect l="l" t="t" r="r" b="b"/>
              <a:pathLst>
                <a:path w="3401059" h="120000" extrusionOk="0">
                  <a:moveTo>
                    <a:pt x="0" y="0"/>
                  </a:moveTo>
                  <a:lnTo>
                    <a:pt x="3400552" y="0"/>
                  </a:lnTo>
                </a:path>
              </a:pathLst>
            </a:custGeom>
            <a:noFill/>
            <a:ln w="381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93" name="Google Shape;493;p28"/>
            <p:cNvSpPr/>
            <p:nvPr/>
          </p:nvSpPr>
          <p:spPr>
            <a:xfrm>
              <a:off x="5135245" y="1552575"/>
              <a:ext cx="3401060" cy="3060700"/>
            </a:xfrm>
            <a:custGeom>
              <a:avLst/>
              <a:gdLst/>
              <a:ahLst/>
              <a:cxnLst/>
              <a:rect l="l" t="t" r="r" b="b"/>
              <a:pathLst>
                <a:path w="3401059" h="3060700" extrusionOk="0">
                  <a:moveTo>
                    <a:pt x="0" y="615950"/>
                  </a:moveTo>
                  <a:lnTo>
                    <a:pt x="3400552" y="615950"/>
                  </a:lnTo>
                </a:path>
                <a:path w="3401059" h="3060700" extrusionOk="0">
                  <a:moveTo>
                    <a:pt x="0" y="920750"/>
                  </a:moveTo>
                  <a:lnTo>
                    <a:pt x="3400552" y="920750"/>
                  </a:lnTo>
                </a:path>
                <a:path w="3401059" h="3060700" extrusionOk="0">
                  <a:moveTo>
                    <a:pt x="0" y="1225550"/>
                  </a:moveTo>
                  <a:lnTo>
                    <a:pt x="3400552" y="1225550"/>
                  </a:lnTo>
                </a:path>
                <a:path w="3401059" h="3060700" extrusionOk="0">
                  <a:moveTo>
                    <a:pt x="0" y="1530350"/>
                  </a:moveTo>
                  <a:lnTo>
                    <a:pt x="3400552" y="1530350"/>
                  </a:lnTo>
                </a:path>
                <a:path w="3401059" h="3060700" extrusionOk="0">
                  <a:moveTo>
                    <a:pt x="0" y="1835150"/>
                  </a:moveTo>
                  <a:lnTo>
                    <a:pt x="3400552" y="1835150"/>
                  </a:lnTo>
                </a:path>
                <a:path w="3401059" h="3060700" extrusionOk="0">
                  <a:moveTo>
                    <a:pt x="0" y="2139950"/>
                  </a:moveTo>
                  <a:lnTo>
                    <a:pt x="3400552" y="2139950"/>
                  </a:lnTo>
                </a:path>
                <a:path w="3401059" h="3060700" extrusionOk="0">
                  <a:moveTo>
                    <a:pt x="0" y="2444750"/>
                  </a:moveTo>
                  <a:lnTo>
                    <a:pt x="3400552" y="2444750"/>
                  </a:lnTo>
                </a:path>
                <a:path w="3401059" h="3060700" extrusionOk="0">
                  <a:moveTo>
                    <a:pt x="0" y="2749550"/>
                  </a:moveTo>
                  <a:lnTo>
                    <a:pt x="3400552" y="2749550"/>
                  </a:lnTo>
                </a:path>
                <a:path w="3401059" h="3060700" extrusionOk="0">
                  <a:moveTo>
                    <a:pt x="6350" y="0"/>
                  </a:moveTo>
                  <a:lnTo>
                    <a:pt x="6350" y="3060700"/>
                  </a:lnTo>
                </a:path>
                <a:path w="3401059" h="3060700" extrusionOk="0">
                  <a:moveTo>
                    <a:pt x="3394202" y="0"/>
                  </a:moveTo>
                  <a:lnTo>
                    <a:pt x="3394202" y="3060700"/>
                  </a:lnTo>
                </a:path>
                <a:path w="3401059" h="3060700" extrusionOk="0">
                  <a:moveTo>
                    <a:pt x="0" y="6350"/>
                  </a:moveTo>
                  <a:lnTo>
                    <a:pt x="3400552" y="6350"/>
                  </a:lnTo>
                </a:path>
                <a:path w="3401059" h="3060700" extrusionOk="0">
                  <a:moveTo>
                    <a:pt x="0" y="3054350"/>
                  </a:moveTo>
                  <a:lnTo>
                    <a:pt x="3400552" y="305435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494" name="Google Shape;494;p28"/>
          <p:cNvSpPr txBox="1"/>
          <p:nvPr/>
        </p:nvSpPr>
        <p:spPr>
          <a:xfrm>
            <a:off x="6557264" y="1586230"/>
            <a:ext cx="559435" cy="239395"/>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FFFFFF"/>
              </a:buClr>
              <a:buSzPts val="1400"/>
              <a:buFont typeface="Arial"/>
              <a:buNone/>
            </a:pPr>
            <a:r>
              <a:rPr lang="en-US" sz="1400" b="1" i="0" u="none" strike="noStrike" cap="none">
                <a:solidFill>
                  <a:srgbClr val="FFFFFF"/>
                </a:solidFill>
                <a:latin typeface="Arial"/>
                <a:ea typeface="Arial"/>
                <a:cs typeface="Arial"/>
                <a:sym typeface="Arial"/>
              </a:rPr>
              <a:t>Cache</a:t>
            </a:r>
            <a:endParaRPr sz="1400" b="0" i="0" u="none" strike="noStrike" cap="none">
              <a:solidFill>
                <a:srgbClr val="000000"/>
              </a:solidFill>
              <a:latin typeface="Arial"/>
              <a:ea typeface="Arial"/>
              <a:cs typeface="Arial"/>
              <a:sym typeface="Arial"/>
            </a:endParaRPr>
          </a:p>
        </p:txBody>
      </p:sp>
      <p:sp>
        <p:nvSpPr>
          <p:cNvPr id="495" name="Google Shape;495;p28"/>
          <p:cNvSpPr txBox="1"/>
          <p:nvPr/>
        </p:nvSpPr>
        <p:spPr>
          <a:xfrm>
            <a:off x="5315839" y="1891030"/>
            <a:ext cx="312420" cy="239395"/>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Arial"/>
                <a:ea typeface="Arial"/>
                <a:cs typeface="Arial"/>
                <a:sym typeface="Arial"/>
              </a:rPr>
              <a:t>Tag</a:t>
            </a:r>
            <a:endParaRPr sz="1400" b="0" i="0" u="none" strike="noStrike" cap="none">
              <a:solidFill>
                <a:srgbClr val="000000"/>
              </a:solidFill>
              <a:latin typeface="Arial"/>
              <a:ea typeface="Arial"/>
              <a:cs typeface="Arial"/>
              <a:sym typeface="Arial"/>
            </a:endParaRPr>
          </a:p>
        </p:txBody>
      </p:sp>
      <p:sp>
        <p:nvSpPr>
          <p:cNvPr id="496" name="Google Shape;496;p28"/>
          <p:cNvSpPr txBox="1"/>
          <p:nvPr/>
        </p:nvSpPr>
        <p:spPr>
          <a:xfrm>
            <a:off x="6126860" y="1891030"/>
            <a:ext cx="462280" cy="239395"/>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Arial"/>
                <a:ea typeface="Arial"/>
                <a:cs typeface="Arial"/>
                <a:sym typeface="Arial"/>
              </a:rPr>
              <a:t>Index</a:t>
            </a:r>
            <a:endParaRPr sz="1400" b="0" i="0" u="none" strike="noStrike" cap="none">
              <a:solidFill>
                <a:srgbClr val="000000"/>
              </a:solidFill>
              <a:latin typeface="Arial"/>
              <a:ea typeface="Arial"/>
              <a:cs typeface="Arial"/>
              <a:sym typeface="Arial"/>
            </a:endParaRPr>
          </a:p>
        </p:txBody>
      </p:sp>
      <p:sp>
        <p:nvSpPr>
          <p:cNvPr id="497" name="Google Shape;497;p28"/>
          <p:cNvSpPr txBox="1"/>
          <p:nvPr/>
        </p:nvSpPr>
        <p:spPr>
          <a:xfrm>
            <a:off x="7519796" y="1891030"/>
            <a:ext cx="401955" cy="239395"/>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FFFFFF"/>
              </a:buClr>
              <a:buSzPts val="1400"/>
              <a:buFont typeface="Arial"/>
              <a:buNone/>
            </a:pPr>
            <a:r>
              <a:rPr lang="en-US" sz="1400" b="0" i="0" u="none" strike="noStrike" cap="none">
                <a:solidFill>
                  <a:srgbClr val="FFFFFF"/>
                </a:solidFill>
                <a:latin typeface="Arial"/>
                <a:ea typeface="Arial"/>
                <a:cs typeface="Arial"/>
                <a:sym typeface="Arial"/>
              </a:rPr>
              <a:t>Data</a:t>
            </a:r>
            <a:endParaRPr sz="1400" b="0" i="0" u="none" strike="noStrike" cap="none">
              <a:solidFill>
                <a:srgbClr val="000000"/>
              </a:solidFill>
              <a:latin typeface="Arial"/>
              <a:ea typeface="Arial"/>
              <a:cs typeface="Arial"/>
              <a:sym typeface="Arial"/>
            </a:endParaRPr>
          </a:p>
        </p:txBody>
      </p:sp>
      <p:sp>
        <p:nvSpPr>
          <p:cNvPr id="498" name="Google Shape;498;p28"/>
          <p:cNvSpPr txBox="1"/>
          <p:nvPr/>
        </p:nvSpPr>
        <p:spPr>
          <a:xfrm>
            <a:off x="5372989" y="4054855"/>
            <a:ext cx="198120" cy="199390"/>
          </a:xfrm>
          <a:prstGeom prst="rect">
            <a:avLst/>
          </a:prstGeom>
          <a:noFill/>
          <a:ln>
            <a:noFill/>
          </a:ln>
        </p:spPr>
        <p:txBody>
          <a:bodyPr spcFirstLastPara="1" wrap="square" lIns="0" tIns="0" rIns="0" bIns="0" anchor="t" anchorCtr="0">
            <a:spAutoFit/>
          </a:bodyPr>
          <a:lstStyle/>
          <a:p>
            <a:pPr marL="0" marR="0" lvl="0" indent="0" algn="l" rtl="0">
              <a:lnSpc>
                <a:spcPct val="110714"/>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a:t>
            </a:r>
            <a:endParaRPr sz="1400" b="0" i="0" u="none" strike="noStrike" cap="none">
              <a:solidFill>
                <a:srgbClr val="000000"/>
              </a:solidFill>
              <a:latin typeface="Arial"/>
              <a:ea typeface="Arial"/>
              <a:cs typeface="Arial"/>
              <a:sym typeface="Arial"/>
            </a:endParaRPr>
          </a:p>
        </p:txBody>
      </p:sp>
      <p:sp>
        <p:nvSpPr>
          <p:cNvPr id="499" name="Google Shape;499;p28"/>
          <p:cNvSpPr txBox="1"/>
          <p:nvPr/>
        </p:nvSpPr>
        <p:spPr>
          <a:xfrm>
            <a:off x="6214236" y="4054855"/>
            <a:ext cx="283845" cy="199390"/>
          </a:xfrm>
          <a:prstGeom prst="rect">
            <a:avLst/>
          </a:prstGeom>
          <a:noFill/>
          <a:ln>
            <a:noFill/>
          </a:ln>
        </p:spPr>
        <p:txBody>
          <a:bodyPr spcFirstLastPara="1" wrap="square" lIns="0" tIns="0" rIns="0" bIns="0" anchor="t" anchorCtr="0">
            <a:spAutoFit/>
          </a:bodyPr>
          <a:lstStyle/>
          <a:p>
            <a:pPr marL="0" marR="0" lvl="0" indent="0" algn="l" rtl="0">
              <a:lnSpc>
                <a:spcPct val="110714"/>
              </a:lnSpc>
              <a:spcBef>
                <a:spcPts val="0"/>
              </a:spcBef>
              <a:spcAft>
                <a:spcPts val="0"/>
              </a:spcAft>
              <a:buClr>
                <a:srgbClr val="FF0000"/>
              </a:buClr>
              <a:buSzPts val="1400"/>
              <a:buFont typeface="Arial"/>
              <a:buNone/>
            </a:pPr>
            <a:r>
              <a:rPr lang="en-US" sz="1400" b="0" i="0" u="none" strike="noStrike" cap="none">
                <a:solidFill>
                  <a:srgbClr val="FF0000"/>
                </a:solidFill>
                <a:latin typeface="Arial"/>
                <a:ea typeface="Arial"/>
                <a:cs typeface="Arial"/>
                <a:sym typeface="Arial"/>
              </a:rPr>
              <a:t>110</a:t>
            </a:r>
            <a:endParaRPr sz="1400" b="0" i="0" u="none" strike="noStrike" cap="none">
              <a:solidFill>
                <a:srgbClr val="000000"/>
              </a:solidFill>
              <a:latin typeface="Arial"/>
              <a:ea typeface="Arial"/>
              <a:cs typeface="Arial"/>
              <a:sym typeface="Arial"/>
            </a:endParaRPr>
          </a:p>
        </p:txBody>
      </p:sp>
      <p:sp>
        <p:nvSpPr>
          <p:cNvPr id="500" name="Google Shape;500;p28"/>
          <p:cNvSpPr txBox="1"/>
          <p:nvPr/>
        </p:nvSpPr>
        <p:spPr>
          <a:xfrm>
            <a:off x="7331329" y="4054855"/>
            <a:ext cx="778510" cy="199390"/>
          </a:xfrm>
          <a:prstGeom prst="rect">
            <a:avLst/>
          </a:prstGeom>
          <a:noFill/>
          <a:ln>
            <a:noFill/>
          </a:ln>
        </p:spPr>
        <p:txBody>
          <a:bodyPr spcFirstLastPara="1" wrap="square" lIns="0" tIns="0" rIns="0" bIns="0" anchor="t" anchorCtr="0">
            <a:spAutoFit/>
          </a:bodyPr>
          <a:lstStyle/>
          <a:p>
            <a:pPr marL="0" marR="0" lvl="0" indent="0" algn="l" rtl="0">
              <a:lnSpc>
                <a:spcPct val="110714"/>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M </a:t>
            </a:r>
            <a:r>
              <a:rPr lang="en-US" sz="1400" b="0" i="0" u="none" strike="noStrike" cap="none">
                <a:solidFill>
                  <a:srgbClr val="000000"/>
                </a:solidFill>
                <a:latin typeface="Arial"/>
                <a:ea typeface="Arial"/>
                <a:cs typeface="Arial"/>
                <a:sym typeface="Arial"/>
              </a:rPr>
              <a:t>[10110]</a:t>
            </a:r>
            <a:endParaRPr sz="1400" b="0" i="0" u="none" strike="noStrike" cap="none">
              <a:solidFill>
                <a:srgbClr val="000000"/>
              </a:solidFill>
              <a:latin typeface="Arial"/>
              <a:ea typeface="Arial"/>
              <a:cs typeface="Arial"/>
              <a:sym typeface="Arial"/>
            </a:endParaRPr>
          </a:p>
        </p:txBody>
      </p:sp>
      <p:grpSp>
        <p:nvGrpSpPr>
          <p:cNvPr id="501" name="Google Shape;501;p28"/>
          <p:cNvGrpSpPr/>
          <p:nvPr/>
        </p:nvGrpSpPr>
        <p:grpSpPr>
          <a:xfrm>
            <a:off x="3282822" y="2382520"/>
            <a:ext cx="1139825" cy="914400"/>
            <a:chOff x="3282822" y="2382520"/>
            <a:chExt cx="1139825" cy="914400"/>
          </a:xfrm>
        </p:grpSpPr>
        <p:sp>
          <p:nvSpPr>
            <p:cNvPr id="502" name="Google Shape;502;p28"/>
            <p:cNvSpPr/>
            <p:nvPr/>
          </p:nvSpPr>
          <p:spPr>
            <a:xfrm>
              <a:off x="3282822" y="2382520"/>
              <a:ext cx="1139825" cy="304800"/>
            </a:xfrm>
            <a:custGeom>
              <a:avLst/>
              <a:gdLst/>
              <a:ahLst/>
              <a:cxnLst/>
              <a:rect l="l" t="t" r="r" b="b"/>
              <a:pathLst>
                <a:path w="1139825" h="304800" extrusionOk="0">
                  <a:moveTo>
                    <a:pt x="1139253" y="0"/>
                  </a:moveTo>
                  <a:lnTo>
                    <a:pt x="0" y="0"/>
                  </a:lnTo>
                  <a:lnTo>
                    <a:pt x="0" y="304800"/>
                  </a:lnTo>
                  <a:lnTo>
                    <a:pt x="1139253" y="304800"/>
                  </a:lnTo>
                  <a:lnTo>
                    <a:pt x="1139253"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3" name="Google Shape;503;p28"/>
            <p:cNvSpPr/>
            <p:nvPr/>
          </p:nvSpPr>
          <p:spPr>
            <a:xfrm>
              <a:off x="3282822" y="2687320"/>
              <a:ext cx="1139825" cy="304800"/>
            </a:xfrm>
            <a:custGeom>
              <a:avLst/>
              <a:gdLst/>
              <a:ahLst/>
              <a:cxnLst/>
              <a:rect l="l" t="t" r="r" b="b"/>
              <a:pathLst>
                <a:path w="1139825" h="304800" extrusionOk="0">
                  <a:moveTo>
                    <a:pt x="1139253" y="0"/>
                  </a:moveTo>
                  <a:lnTo>
                    <a:pt x="0" y="0"/>
                  </a:lnTo>
                  <a:lnTo>
                    <a:pt x="0" y="304800"/>
                  </a:lnTo>
                  <a:lnTo>
                    <a:pt x="1139253" y="304800"/>
                  </a:lnTo>
                  <a:lnTo>
                    <a:pt x="1139253"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4" name="Google Shape;504;p28"/>
            <p:cNvSpPr/>
            <p:nvPr/>
          </p:nvSpPr>
          <p:spPr>
            <a:xfrm>
              <a:off x="3282822" y="2992120"/>
              <a:ext cx="1139825" cy="304800"/>
            </a:xfrm>
            <a:custGeom>
              <a:avLst/>
              <a:gdLst/>
              <a:ahLst/>
              <a:cxnLst/>
              <a:rect l="l" t="t" r="r" b="b"/>
              <a:pathLst>
                <a:path w="1139825" h="304800" extrusionOk="0">
                  <a:moveTo>
                    <a:pt x="1139253" y="0"/>
                  </a:moveTo>
                  <a:lnTo>
                    <a:pt x="0" y="0"/>
                  </a:lnTo>
                  <a:lnTo>
                    <a:pt x="0" y="304800"/>
                  </a:lnTo>
                  <a:lnTo>
                    <a:pt x="1139253" y="304800"/>
                  </a:lnTo>
                  <a:lnTo>
                    <a:pt x="1139253"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grpSp>
        <p:nvGrpSpPr>
          <p:cNvPr id="505" name="Google Shape;505;p28"/>
          <p:cNvGrpSpPr/>
          <p:nvPr/>
        </p:nvGrpSpPr>
        <p:grpSpPr>
          <a:xfrm>
            <a:off x="3052698" y="2327529"/>
            <a:ext cx="5164964" cy="1952243"/>
            <a:chOff x="3052698" y="2327529"/>
            <a:chExt cx="5164964" cy="1952243"/>
          </a:xfrm>
        </p:grpSpPr>
        <p:sp>
          <p:nvSpPr>
            <p:cNvPr id="506" name="Google Shape;506;p28"/>
            <p:cNvSpPr/>
            <p:nvPr/>
          </p:nvSpPr>
          <p:spPr>
            <a:xfrm>
              <a:off x="3052698" y="2327529"/>
              <a:ext cx="3079750" cy="1870075"/>
            </a:xfrm>
            <a:custGeom>
              <a:avLst/>
              <a:gdLst/>
              <a:ahLst/>
              <a:cxnLst/>
              <a:rect l="l" t="t" r="r" b="b"/>
              <a:pathLst>
                <a:path w="3079750" h="1870075" extrusionOk="0">
                  <a:moveTo>
                    <a:pt x="2960878" y="1842008"/>
                  </a:moveTo>
                  <a:lnTo>
                    <a:pt x="2954909" y="1847723"/>
                  </a:lnTo>
                  <a:lnTo>
                    <a:pt x="2954781" y="1854962"/>
                  </a:lnTo>
                  <a:lnTo>
                    <a:pt x="2954781" y="1862074"/>
                  </a:lnTo>
                  <a:lnTo>
                    <a:pt x="2960497" y="1867916"/>
                  </a:lnTo>
                  <a:lnTo>
                    <a:pt x="3079750" y="1869821"/>
                  </a:lnTo>
                  <a:lnTo>
                    <a:pt x="3078574" y="1867662"/>
                  </a:lnTo>
                  <a:lnTo>
                    <a:pt x="3051175" y="1867662"/>
                  </a:lnTo>
                  <a:lnTo>
                    <a:pt x="3010146" y="1842845"/>
                  </a:lnTo>
                  <a:lnTo>
                    <a:pt x="2960878" y="1842008"/>
                  </a:lnTo>
                  <a:close/>
                </a:path>
                <a:path w="3079750" h="1870075" extrusionOk="0">
                  <a:moveTo>
                    <a:pt x="3010146" y="1842845"/>
                  </a:moveTo>
                  <a:lnTo>
                    <a:pt x="3051175" y="1867662"/>
                  </a:lnTo>
                  <a:lnTo>
                    <a:pt x="3054163" y="1862709"/>
                  </a:lnTo>
                  <a:lnTo>
                    <a:pt x="3046349" y="1862709"/>
                  </a:lnTo>
                  <a:lnTo>
                    <a:pt x="3035760" y="1843280"/>
                  </a:lnTo>
                  <a:lnTo>
                    <a:pt x="3010146" y="1842845"/>
                  </a:lnTo>
                  <a:close/>
                </a:path>
                <a:path w="3079750" h="1870075" extrusionOk="0">
                  <a:moveTo>
                    <a:pt x="3014853" y="1762760"/>
                  </a:moveTo>
                  <a:lnTo>
                    <a:pt x="3008503" y="1766189"/>
                  </a:lnTo>
                  <a:lnTo>
                    <a:pt x="3002279" y="1769618"/>
                  </a:lnTo>
                  <a:lnTo>
                    <a:pt x="2999866" y="1777492"/>
                  </a:lnTo>
                  <a:lnTo>
                    <a:pt x="3003296" y="1783715"/>
                  </a:lnTo>
                  <a:lnTo>
                    <a:pt x="3023477" y="1820743"/>
                  </a:lnTo>
                  <a:lnTo>
                    <a:pt x="3064510" y="1845564"/>
                  </a:lnTo>
                  <a:lnTo>
                    <a:pt x="3051175" y="1867662"/>
                  </a:lnTo>
                  <a:lnTo>
                    <a:pt x="3078574" y="1867662"/>
                  </a:lnTo>
                  <a:lnTo>
                    <a:pt x="3026155" y="1771396"/>
                  </a:lnTo>
                  <a:lnTo>
                    <a:pt x="3022727" y="1765046"/>
                  </a:lnTo>
                  <a:lnTo>
                    <a:pt x="3014853" y="1762760"/>
                  </a:lnTo>
                  <a:close/>
                </a:path>
                <a:path w="3079750" h="1870075" extrusionOk="0">
                  <a:moveTo>
                    <a:pt x="3035760" y="1843280"/>
                  </a:moveTo>
                  <a:lnTo>
                    <a:pt x="3046349" y="1862709"/>
                  </a:lnTo>
                  <a:lnTo>
                    <a:pt x="3058033" y="1843659"/>
                  </a:lnTo>
                  <a:lnTo>
                    <a:pt x="3035760" y="1843280"/>
                  </a:lnTo>
                  <a:close/>
                </a:path>
                <a:path w="3079750" h="1870075" extrusionOk="0">
                  <a:moveTo>
                    <a:pt x="3023477" y="1820743"/>
                  </a:moveTo>
                  <a:lnTo>
                    <a:pt x="3035760" y="1843280"/>
                  </a:lnTo>
                  <a:lnTo>
                    <a:pt x="3058033" y="1843659"/>
                  </a:lnTo>
                  <a:lnTo>
                    <a:pt x="3046349" y="1862709"/>
                  </a:lnTo>
                  <a:lnTo>
                    <a:pt x="3054163" y="1862709"/>
                  </a:lnTo>
                  <a:lnTo>
                    <a:pt x="3064510" y="1845564"/>
                  </a:lnTo>
                  <a:lnTo>
                    <a:pt x="3023477" y="1820743"/>
                  </a:lnTo>
                  <a:close/>
                </a:path>
                <a:path w="3079750" h="1870075" extrusionOk="0">
                  <a:moveTo>
                    <a:pt x="13462" y="0"/>
                  </a:moveTo>
                  <a:lnTo>
                    <a:pt x="0" y="22098"/>
                  </a:lnTo>
                  <a:lnTo>
                    <a:pt x="3010146" y="1842845"/>
                  </a:lnTo>
                  <a:lnTo>
                    <a:pt x="3035760" y="1843280"/>
                  </a:lnTo>
                  <a:lnTo>
                    <a:pt x="3023477" y="1820743"/>
                  </a:lnTo>
                  <a:lnTo>
                    <a:pt x="13462"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7" name="Google Shape;507;p28"/>
            <p:cNvSpPr/>
            <p:nvPr/>
          </p:nvSpPr>
          <p:spPr>
            <a:xfrm>
              <a:off x="5269992" y="4034027"/>
              <a:ext cx="2947670" cy="245745"/>
            </a:xfrm>
            <a:custGeom>
              <a:avLst/>
              <a:gdLst/>
              <a:ahLst/>
              <a:cxnLst/>
              <a:rect l="l" t="t" r="r" b="b"/>
              <a:pathLst>
                <a:path w="2947670" h="245745" extrusionOk="0">
                  <a:moveTo>
                    <a:pt x="502920" y="12204"/>
                  </a:moveTo>
                  <a:lnTo>
                    <a:pt x="0" y="12204"/>
                  </a:lnTo>
                  <a:lnTo>
                    <a:pt x="0" y="245364"/>
                  </a:lnTo>
                  <a:lnTo>
                    <a:pt x="502920" y="245364"/>
                  </a:lnTo>
                  <a:lnTo>
                    <a:pt x="502920" y="12204"/>
                  </a:lnTo>
                  <a:close/>
                </a:path>
                <a:path w="2947670" h="245745" extrusionOk="0">
                  <a:moveTo>
                    <a:pt x="1507236" y="0"/>
                  </a:moveTo>
                  <a:lnTo>
                    <a:pt x="847344" y="0"/>
                  </a:lnTo>
                  <a:lnTo>
                    <a:pt x="847344" y="239268"/>
                  </a:lnTo>
                  <a:lnTo>
                    <a:pt x="1507236" y="239268"/>
                  </a:lnTo>
                  <a:lnTo>
                    <a:pt x="1507236" y="0"/>
                  </a:lnTo>
                  <a:close/>
                </a:path>
                <a:path w="2947670" h="245745" extrusionOk="0">
                  <a:moveTo>
                    <a:pt x="2947416" y="24384"/>
                  </a:moveTo>
                  <a:lnTo>
                    <a:pt x="1940052" y="24384"/>
                  </a:lnTo>
                  <a:lnTo>
                    <a:pt x="1940052" y="233172"/>
                  </a:lnTo>
                  <a:lnTo>
                    <a:pt x="2947416" y="233172"/>
                  </a:lnTo>
                  <a:lnTo>
                    <a:pt x="2947416" y="24384"/>
                  </a:lnTo>
                  <a:close/>
                </a:path>
              </a:pathLst>
            </a:custGeom>
            <a:solidFill>
              <a:srgbClr val="EDEDF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graphicFrame>
        <p:nvGraphicFramePr>
          <p:cNvPr id="508" name="Google Shape;508;p28"/>
          <p:cNvGraphicFramePr/>
          <p:nvPr/>
        </p:nvGraphicFramePr>
        <p:xfrm>
          <a:off x="263474" y="1248410"/>
          <a:ext cx="3000000" cy="3000000"/>
        </p:xfrm>
        <a:graphic>
          <a:graphicData uri="http://schemas.openxmlformats.org/drawingml/2006/table">
            <a:tbl>
              <a:tblPr firstRow="1" bandRow="1">
                <a:noFill/>
                <a:tableStyleId>{99E32415-C451-4EA8-B95F-1B1F5F90AFCD}</a:tableStyleId>
              </a:tblPr>
              <a:tblGrid>
                <a:gridCol w="1198875">
                  <a:extLst>
                    <a:ext uri="{9D8B030D-6E8A-4147-A177-3AD203B41FA5}">
                      <a16:colId xmlns:a16="http://schemas.microsoft.com/office/drawing/2014/main" val="20000"/>
                    </a:ext>
                  </a:extLst>
                </a:gridCol>
                <a:gridCol w="1813550">
                  <a:extLst>
                    <a:ext uri="{9D8B030D-6E8A-4147-A177-3AD203B41FA5}">
                      <a16:colId xmlns:a16="http://schemas.microsoft.com/office/drawing/2014/main" val="20001"/>
                    </a:ext>
                  </a:extLst>
                </a:gridCol>
                <a:gridCol w="1139200">
                  <a:extLst>
                    <a:ext uri="{9D8B030D-6E8A-4147-A177-3AD203B41FA5}">
                      <a16:colId xmlns:a16="http://schemas.microsoft.com/office/drawing/2014/main" val="20002"/>
                    </a:ext>
                  </a:extLst>
                </a:gridCol>
              </a:tblGrid>
              <a:tr h="304800">
                <a:tc gridSpan="3">
                  <a:txBody>
                    <a:bodyPr/>
                    <a:lstStyle/>
                    <a:p>
                      <a:pPr marL="0" marR="0" lvl="0" indent="0" algn="ctr" rtl="0">
                        <a:lnSpc>
                          <a:spcPct val="100000"/>
                        </a:lnSpc>
                        <a:spcBef>
                          <a:spcPts val="0"/>
                        </a:spcBef>
                        <a:spcAft>
                          <a:spcPts val="0"/>
                        </a:spcAft>
                        <a:buNone/>
                      </a:pPr>
                      <a:r>
                        <a:rPr lang="en-US" sz="1400" b="1" u="none" strike="noStrike" cap="none">
                          <a:latin typeface="Arial"/>
                          <a:ea typeface="Arial"/>
                          <a:cs typeface="Arial"/>
                          <a:sym typeface="Arial"/>
                        </a:rPr>
                        <a:t>Sequence of memory references</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A6A6A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18150">
                <a:tc>
                  <a:txBody>
                    <a:bodyPr/>
                    <a:lstStyle/>
                    <a:p>
                      <a:pPr marL="222250" marR="167640" lvl="0" indent="-47625" algn="l" rtl="0">
                        <a:lnSpc>
                          <a:spcPct val="100000"/>
                        </a:lnSpc>
                        <a:spcBef>
                          <a:spcPts val="0"/>
                        </a:spcBef>
                        <a:spcAft>
                          <a:spcPts val="0"/>
                        </a:spcAft>
                        <a:buNone/>
                      </a:pPr>
                      <a:r>
                        <a:rPr lang="en-US" sz="1400" u="none" strike="noStrike" cap="none">
                          <a:latin typeface="Arial"/>
                          <a:ea typeface="Arial"/>
                          <a:cs typeface="Arial"/>
                          <a:sym typeface="Arial"/>
                        </a:rPr>
                        <a:t>Address of reference</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tc gridSpan="2">
                  <a:txBody>
                    <a:bodyPr/>
                    <a:lstStyle/>
                    <a:p>
                      <a:pPr marL="698500" marR="142240" lvl="0" indent="-419100" algn="l" rtl="0">
                        <a:lnSpc>
                          <a:spcPct val="100000"/>
                        </a:lnSpc>
                        <a:spcBef>
                          <a:spcPts val="0"/>
                        </a:spcBef>
                        <a:spcAft>
                          <a:spcPts val="0"/>
                        </a:spcAft>
                        <a:buNone/>
                      </a:pPr>
                      <a:r>
                        <a:rPr lang="en-US" sz="1400" u="none" strike="noStrike" cap="none">
                          <a:latin typeface="Arial"/>
                          <a:ea typeface="Arial"/>
                          <a:cs typeface="Arial"/>
                          <a:sym typeface="Arial"/>
                        </a:rPr>
                        <a:t>Assigned cache	Hit or miss block</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tc hMerge="1">
                  <a:txBody>
                    <a:bodyPr/>
                    <a:lstStyle/>
                    <a:p>
                      <a:endParaRPr lang="en-US"/>
                    </a:p>
                  </a:txBody>
                  <a:tcPr/>
                </a:tc>
                <a:extLst>
                  <a:ext uri="{0D108BD9-81ED-4DB2-BD59-A6C34878D82A}">
                    <a16:rowId xmlns:a16="http://schemas.microsoft.com/office/drawing/2014/main" val="10001"/>
                  </a:ext>
                </a:extLst>
              </a:tr>
              <a:tr h="304800">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EDF9"/>
                    </a:solidFill>
                  </a:tcPr>
                </a:tc>
                <a:tc gridSpan="2">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EDF9"/>
                    </a:solidFill>
                  </a:tcPr>
                </a:tc>
                <a:tc hMerge="1">
                  <a:txBody>
                    <a:bodyPr/>
                    <a:lstStyle/>
                    <a:p>
                      <a:endParaRPr lang="en-US"/>
                    </a:p>
                  </a:txBody>
                  <a:tcPr/>
                </a:tc>
                <a:extLst>
                  <a:ext uri="{0D108BD9-81ED-4DB2-BD59-A6C34878D82A}">
                    <a16:rowId xmlns:a16="http://schemas.microsoft.com/office/drawing/2014/main" val="10002"/>
                  </a:ext>
                </a:extLst>
              </a:tr>
              <a:tr h="304800">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3"/>
                  </a:ext>
                </a:extLst>
              </a:tr>
              <a:tr h="304800">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4"/>
                  </a:ext>
                </a:extLst>
              </a:tr>
              <a:tr h="304800">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5"/>
                  </a:ext>
                </a:extLst>
              </a:tr>
              <a:tr h="304800">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gridSpan="2">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hMerge="1">
                  <a:txBody>
                    <a:bodyPr/>
                    <a:lstStyle/>
                    <a:p>
                      <a:endParaRPr lang="en-US"/>
                    </a:p>
                  </a:txBody>
                  <a:tcPr/>
                </a:tc>
                <a:extLst>
                  <a:ext uri="{0D108BD9-81ED-4DB2-BD59-A6C34878D82A}">
                    <a16:rowId xmlns:a16="http://schemas.microsoft.com/office/drawing/2014/main" val="10006"/>
                  </a:ext>
                </a:extLst>
              </a:tr>
              <a:tr h="304175">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gridSpan="2">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hMerge="1">
                  <a:txBody>
                    <a:bodyPr/>
                    <a:lstStyle/>
                    <a:p>
                      <a:endParaRPr lang="en-US"/>
                    </a:p>
                  </a:txBody>
                  <a:tcPr/>
                </a:tc>
                <a:extLst>
                  <a:ext uri="{0D108BD9-81ED-4DB2-BD59-A6C34878D82A}">
                    <a16:rowId xmlns:a16="http://schemas.microsoft.com/office/drawing/2014/main" val="10007"/>
                  </a:ext>
                </a:extLst>
              </a:tr>
              <a:tr h="304800">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gridSpan="2">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hMerge="1">
                  <a:txBody>
                    <a:bodyPr/>
                    <a:lstStyle/>
                    <a:p>
                      <a:endParaRPr lang="en-US"/>
                    </a:p>
                  </a:txBody>
                  <a:tcPr/>
                </a:tc>
                <a:extLst>
                  <a:ext uri="{0D108BD9-81ED-4DB2-BD59-A6C34878D82A}">
                    <a16:rowId xmlns:a16="http://schemas.microsoft.com/office/drawing/2014/main" val="10008"/>
                  </a:ext>
                </a:extLst>
              </a:tr>
              <a:tr h="304800">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gridSpan="2">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hMerge="1">
                  <a:txBody>
                    <a:bodyPr/>
                    <a:lstStyle/>
                    <a:p>
                      <a:endParaRPr lang="en-US"/>
                    </a:p>
                  </a:txBody>
                  <a:tcPr/>
                </a:tc>
                <a:extLst>
                  <a:ext uri="{0D108BD9-81ED-4DB2-BD59-A6C34878D82A}">
                    <a16:rowId xmlns:a16="http://schemas.microsoft.com/office/drawing/2014/main" val="10009"/>
                  </a:ext>
                </a:extLst>
              </a:tr>
              <a:tr h="304800">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gridSpan="2">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hMerge="1">
                  <a:txBody>
                    <a:bodyPr/>
                    <a:lstStyle/>
                    <a:p>
                      <a:endParaRPr lang="en-US"/>
                    </a:p>
                  </a:txBody>
                  <a:tcPr/>
                </a:tc>
                <a:extLst>
                  <a:ext uri="{0D108BD9-81ED-4DB2-BD59-A6C34878D82A}">
                    <a16:rowId xmlns:a16="http://schemas.microsoft.com/office/drawing/2014/main" val="10010"/>
                  </a:ext>
                </a:extLst>
              </a:tr>
            </a:tbl>
          </a:graphicData>
        </a:graphic>
      </p:graphicFrame>
      <p:sp>
        <p:nvSpPr>
          <p:cNvPr id="509" name="Google Shape;509;p28"/>
          <p:cNvSpPr txBox="1"/>
          <p:nvPr/>
        </p:nvSpPr>
        <p:spPr>
          <a:xfrm>
            <a:off x="628192" y="2134615"/>
            <a:ext cx="494665" cy="199390"/>
          </a:xfrm>
          <a:prstGeom prst="rect">
            <a:avLst/>
          </a:prstGeom>
          <a:noFill/>
          <a:ln>
            <a:noFill/>
          </a:ln>
        </p:spPr>
        <p:txBody>
          <a:bodyPr spcFirstLastPara="1" wrap="square" lIns="0" tIns="0" rIns="0" bIns="0" anchor="t" anchorCtr="0">
            <a:spAutoFit/>
          </a:bodyPr>
          <a:lstStyle/>
          <a:p>
            <a:pPr marL="0" marR="0" lvl="0" indent="0" algn="l" rtl="0">
              <a:lnSpc>
                <a:spcPct val="110714"/>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10110</a:t>
            </a:r>
            <a:endParaRPr sz="1400" b="0" i="0" u="none" strike="noStrike" cap="none">
              <a:solidFill>
                <a:srgbClr val="000000"/>
              </a:solidFill>
              <a:latin typeface="Arial"/>
              <a:ea typeface="Arial"/>
              <a:cs typeface="Arial"/>
              <a:sym typeface="Arial"/>
            </a:endParaRPr>
          </a:p>
        </p:txBody>
      </p:sp>
      <p:sp>
        <p:nvSpPr>
          <p:cNvPr id="510" name="Google Shape;510;p28"/>
          <p:cNvSpPr txBox="1"/>
          <p:nvPr/>
        </p:nvSpPr>
        <p:spPr>
          <a:xfrm>
            <a:off x="1608455" y="2134615"/>
            <a:ext cx="1536700" cy="199390"/>
          </a:xfrm>
          <a:prstGeom prst="rect">
            <a:avLst/>
          </a:prstGeom>
          <a:noFill/>
          <a:ln>
            <a:noFill/>
          </a:ln>
        </p:spPr>
        <p:txBody>
          <a:bodyPr spcFirstLastPara="1" wrap="square" lIns="0" tIns="0" rIns="0" bIns="0" anchor="t" anchorCtr="0">
            <a:spAutoFit/>
          </a:bodyPr>
          <a:lstStyle/>
          <a:p>
            <a:pPr marL="0" marR="0" lvl="0" indent="0" algn="l" rtl="0">
              <a:lnSpc>
                <a:spcPct val="110714"/>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a:t>
            </a:r>
            <a:r>
              <a:rPr lang="en-US" sz="1400" b="0" i="0" u="none" strike="noStrike" cap="none">
                <a:solidFill>
                  <a:srgbClr val="FF0000"/>
                </a:solidFill>
                <a:latin typeface="Arial"/>
                <a:ea typeface="Arial"/>
                <a:cs typeface="Arial"/>
                <a:sym typeface="Arial"/>
              </a:rPr>
              <a:t>110 </a:t>
            </a:r>
            <a:r>
              <a:rPr lang="en-US" sz="1400" b="1" i="0" u="none" strike="noStrike" cap="none">
                <a:solidFill>
                  <a:srgbClr val="000000"/>
                </a:solidFill>
                <a:latin typeface="Arial"/>
                <a:ea typeface="Arial"/>
                <a:cs typeface="Arial"/>
                <a:sym typeface="Arial"/>
              </a:rPr>
              <a:t>mod </a:t>
            </a:r>
            <a:r>
              <a:rPr lang="en-US" sz="1400" b="0" i="0" u="none" strike="noStrike" cap="none">
                <a:solidFill>
                  <a:srgbClr val="000000"/>
                </a:solidFill>
                <a:latin typeface="Arial"/>
                <a:ea typeface="Arial"/>
                <a:cs typeface="Arial"/>
                <a:sym typeface="Arial"/>
              </a:rPr>
              <a:t>8 = </a:t>
            </a:r>
            <a:r>
              <a:rPr lang="en-US" sz="1400" b="0" i="0" u="none" strike="noStrike" cap="none">
                <a:solidFill>
                  <a:srgbClr val="FF0000"/>
                </a:solidFill>
                <a:latin typeface="Arial"/>
                <a:ea typeface="Arial"/>
                <a:cs typeface="Arial"/>
                <a:sym typeface="Arial"/>
              </a:rPr>
              <a:t>110</a:t>
            </a:r>
            <a:endParaRPr sz="1400" b="0" i="0" u="none" strike="noStrike" cap="none">
              <a:solidFill>
                <a:srgbClr val="000000"/>
              </a:solidFill>
              <a:latin typeface="Arial"/>
              <a:ea typeface="Arial"/>
              <a:cs typeface="Arial"/>
              <a:sym typeface="Arial"/>
            </a:endParaRPr>
          </a:p>
        </p:txBody>
      </p:sp>
      <p:sp>
        <p:nvSpPr>
          <p:cNvPr id="511" name="Google Shape;511;p28"/>
          <p:cNvSpPr txBox="1"/>
          <p:nvPr/>
        </p:nvSpPr>
        <p:spPr>
          <a:xfrm>
            <a:off x="3669538" y="2134615"/>
            <a:ext cx="366395" cy="199390"/>
          </a:xfrm>
          <a:prstGeom prst="rect">
            <a:avLst/>
          </a:prstGeom>
          <a:noFill/>
          <a:ln>
            <a:noFill/>
          </a:ln>
        </p:spPr>
        <p:txBody>
          <a:bodyPr spcFirstLastPara="1" wrap="square" lIns="0" tIns="0" rIns="0" bIns="0" anchor="t" anchorCtr="0">
            <a:spAutoFit/>
          </a:bodyPr>
          <a:lstStyle/>
          <a:p>
            <a:pPr marL="0" marR="0" lvl="0" indent="0" algn="l" rtl="0">
              <a:lnSpc>
                <a:spcPct val="110714"/>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miss</a:t>
            </a:r>
            <a:endParaRPr sz="1400" b="0" i="0" u="none" strike="noStrike" cap="none">
              <a:solidFill>
                <a:srgbClr val="000000"/>
              </a:solidFill>
              <a:latin typeface="Arial"/>
              <a:ea typeface="Arial"/>
              <a:cs typeface="Arial"/>
              <a:sym typeface="Arial"/>
            </a:endParaRPr>
          </a:p>
        </p:txBody>
      </p:sp>
      <p:sp>
        <p:nvSpPr>
          <p:cNvPr id="512" name="Google Shape;512;p28"/>
          <p:cNvSpPr/>
          <p:nvPr/>
        </p:nvSpPr>
        <p:spPr>
          <a:xfrm>
            <a:off x="1533144" y="2129027"/>
            <a:ext cx="1629410" cy="233679"/>
          </a:xfrm>
          <a:custGeom>
            <a:avLst/>
            <a:gdLst/>
            <a:ahLst/>
            <a:cxnLst/>
            <a:rect l="l" t="t" r="r" b="b"/>
            <a:pathLst>
              <a:path w="1629410" h="233680" extrusionOk="0">
                <a:moveTo>
                  <a:pt x="1629156" y="0"/>
                </a:moveTo>
                <a:lnTo>
                  <a:pt x="0" y="0"/>
                </a:lnTo>
                <a:lnTo>
                  <a:pt x="0" y="233172"/>
                </a:lnTo>
                <a:lnTo>
                  <a:pt x="1629156" y="233172"/>
                </a:lnTo>
                <a:lnTo>
                  <a:pt x="1629156" y="0"/>
                </a:lnTo>
                <a:close/>
              </a:path>
            </a:pathLst>
          </a:custGeom>
          <a:solidFill>
            <a:srgbClr val="EDEDF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13" name="Google Shape;513;p28"/>
          <p:cNvSpPr/>
          <p:nvPr/>
        </p:nvSpPr>
        <p:spPr>
          <a:xfrm>
            <a:off x="3488435" y="2103120"/>
            <a:ext cx="660400" cy="239395"/>
          </a:xfrm>
          <a:custGeom>
            <a:avLst/>
            <a:gdLst/>
            <a:ahLst/>
            <a:cxnLst/>
            <a:rect l="l" t="t" r="r" b="b"/>
            <a:pathLst>
              <a:path w="660400" h="239394" extrusionOk="0">
                <a:moveTo>
                  <a:pt x="659891" y="0"/>
                </a:moveTo>
                <a:lnTo>
                  <a:pt x="0" y="0"/>
                </a:lnTo>
                <a:lnTo>
                  <a:pt x="0" y="239267"/>
                </a:lnTo>
                <a:lnTo>
                  <a:pt x="659891" y="239267"/>
                </a:lnTo>
                <a:lnTo>
                  <a:pt x="659891" y="0"/>
                </a:lnTo>
                <a:close/>
              </a:path>
            </a:pathLst>
          </a:custGeom>
          <a:solidFill>
            <a:srgbClr val="EDEDF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14" name="Google Shape;514;p28"/>
          <p:cNvSpPr txBox="1"/>
          <p:nvPr/>
        </p:nvSpPr>
        <p:spPr>
          <a:xfrm>
            <a:off x="5464555" y="2104219"/>
            <a:ext cx="2513330" cy="3232785"/>
          </a:xfrm>
          <a:prstGeom prst="rect">
            <a:avLst/>
          </a:prstGeom>
          <a:noFill/>
          <a:ln>
            <a:noFill/>
          </a:ln>
        </p:spPr>
        <p:txBody>
          <a:bodyPr spcFirstLastPara="1" wrap="square" lIns="0" tIns="104775" rIns="0" bIns="0" anchor="t" anchorCtr="0">
            <a:spAutoFit/>
          </a:bodyPr>
          <a:lstStyle/>
          <a:p>
            <a:pPr marL="743585"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000</a:t>
            </a:r>
            <a:endParaRPr sz="1400" b="0" i="0" u="none" strike="noStrike" cap="none">
              <a:solidFill>
                <a:srgbClr val="000000"/>
              </a:solidFill>
              <a:latin typeface="Arial"/>
              <a:ea typeface="Arial"/>
              <a:cs typeface="Arial"/>
              <a:sym typeface="Arial"/>
            </a:endParaRPr>
          </a:p>
          <a:p>
            <a:pPr marL="743585" marR="0" lvl="0" indent="0" algn="l" rtl="0">
              <a:lnSpc>
                <a:spcPct val="100000"/>
              </a:lnSpc>
              <a:spcBef>
                <a:spcPts val="72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001</a:t>
            </a:r>
            <a:endParaRPr sz="1400" b="0" i="0" u="none" strike="noStrike" cap="none">
              <a:solidFill>
                <a:srgbClr val="000000"/>
              </a:solidFill>
              <a:latin typeface="Arial"/>
              <a:ea typeface="Arial"/>
              <a:cs typeface="Arial"/>
              <a:sym typeface="Arial"/>
            </a:endParaRPr>
          </a:p>
          <a:p>
            <a:pPr marL="743585" marR="0" lvl="0" indent="0" algn="l" rtl="0">
              <a:lnSpc>
                <a:spcPct val="100000"/>
              </a:lnSpc>
              <a:spcBef>
                <a:spcPts val="72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010</a:t>
            </a:r>
            <a:endParaRPr sz="1400" b="0" i="0" u="none" strike="noStrike" cap="none">
              <a:solidFill>
                <a:srgbClr val="000000"/>
              </a:solidFill>
              <a:latin typeface="Arial"/>
              <a:ea typeface="Arial"/>
              <a:cs typeface="Arial"/>
              <a:sym typeface="Arial"/>
            </a:endParaRPr>
          </a:p>
          <a:p>
            <a:pPr marL="749300" marR="0" lvl="0" indent="0" algn="l" rtl="0">
              <a:lnSpc>
                <a:spcPct val="100000"/>
              </a:lnSpc>
              <a:spcBef>
                <a:spcPts val="72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011</a:t>
            </a:r>
            <a:endParaRPr sz="1400" b="0" i="0" u="none" strike="noStrike" cap="none">
              <a:solidFill>
                <a:srgbClr val="000000"/>
              </a:solidFill>
              <a:latin typeface="Arial"/>
              <a:ea typeface="Arial"/>
              <a:cs typeface="Arial"/>
              <a:sym typeface="Arial"/>
            </a:endParaRPr>
          </a:p>
          <a:p>
            <a:pPr marL="743585" marR="0" lvl="0" indent="0" algn="l" rtl="0">
              <a:lnSpc>
                <a:spcPct val="100000"/>
              </a:lnSpc>
              <a:spcBef>
                <a:spcPts val="72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100</a:t>
            </a:r>
            <a:endParaRPr sz="1400" b="0" i="0" u="none" strike="noStrike" cap="none">
              <a:solidFill>
                <a:srgbClr val="000000"/>
              </a:solidFill>
              <a:latin typeface="Arial"/>
              <a:ea typeface="Arial"/>
              <a:cs typeface="Arial"/>
              <a:sym typeface="Arial"/>
            </a:endParaRPr>
          </a:p>
          <a:p>
            <a:pPr marL="743585" marR="0" lvl="0" indent="0" algn="l" rtl="0">
              <a:lnSpc>
                <a:spcPct val="100000"/>
              </a:lnSpc>
              <a:spcBef>
                <a:spcPts val="72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101</a:t>
            </a:r>
            <a:endParaRPr sz="1400" b="0" i="0" u="none" strike="noStrike" cap="none">
              <a:solidFill>
                <a:srgbClr val="000000"/>
              </a:solidFill>
              <a:latin typeface="Arial"/>
              <a:ea typeface="Arial"/>
              <a:cs typeface="Arial"/>
              <a:sym typeface="Arial"/>
            </a:endParaRPr>
          </a:p>
          <a:p>
            <a:pPr marL="744855" marR="0" lvl="0" indent="0" algn="l" rtl="0">
              <a:lnSpc>
                <a:spcPct val="100000"/>
              </a:lnSpc>
              <a:spcBef>
                <a:spcPts val="84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110</a:t>
            </a:r>
            <a:endParaRPr sz="1400" b="0" i="0" u="none" strike="noStrike" cap="none">
              <a:solidFill>
                <a:srgbClr val="000000"/>
              </a:solidFill>
              <a:latin typeface="Arial"/>
              <a:ea typeface="Arial"/>
              <a:cs typeface="Arial"/>
              <a:sym typeface="Arial"/>
            </a:endParaRPr>
          </a:p>
          <a:p>
            <a:pPr marL="756920" marR="0" lvl="0" indent="0" algn="l" rtl="0">
              <a:lnSpc>
                <a:spcPct val="100000"/>
              </a:lnSpc>
              <a:spcBef>
                <a:spcPts val="605"/>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111</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60"/>
              </a:spcBef>
              <a:spcAft>
                <a:spcPts val="0"/>
              </a:spcAft>
              <a:buClr>
                <a:schemeClr val="dk1"/>
              </a:buClr>
              <a:buSzPts val="1400"/>
              <a:buFont typeface="Calibri"/>
              <a:buNone/>
            </a:pPr>
            <a:endParaRPr sz="1400" b="0" i="0" u="none" strike="noStrike" cap="none">
              <a:solidFill>
                <a:srgbClr val="000000"/>
              </a:solidFill>
              <a:latin typeface="Arial"/>
              <a:ea typeface="Arial"/>
              <a:cs typeface="Arial"/>
              <a:sym typeface="Arial"/>
            </a:endParaRPr>
          </a:p>
          <a:p>
            <a:pPr marL="1270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An empty 8-block Cache</a:t>
            </a:r>
            <a:endParaRPr sz="1800" b="0" i="0" u="none" strike="noStrike" cap="none">
              <a:solidFill>
                <a:srgbClr val="000000"/>
              </a:solidFill>
              <a:latin typeface="Arial"/>
              <a:ea typeface="Arial"/>
              <a:cs typeface="Arial"/>
              <a:sym typeface="Arial"/>
            </a:endParaRPr>
          </a:p>
        </p:txBody>
      </p:sp>
      <p:sp>
        <p:nvSpPr>
          <p:cNvPr id="515" name="Google Shape;515;p28"/>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28</a:t>
            </a:fld>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29"/>
          <p:cNvSpPr txBox="1">
            <a:spLocks noGrp="1"/>
          </p:cNvSpPr>
          <p:nvPr>
            <p:ph type="title"/>
          </p:nvPr>
        </p:nvSpPr>
        <p:spPr>
          <a:xfrm>
            <a:off x="2596133" y="265557"/>
            <a:ext cx="3951732" cy="391159"/>
          </a:xfrm>
          <a:prstGeom prst="rect">
            <a:avLst/>
          </a:prstGeom>
          <a:noFill/>
          <a:ln>
            <a:noFill/>
          </a:ln>
        </p:spPr>
        <p:txBody>
          <a:bodyPr spcFirstLastPara="1" wrap="square" lIns="0" tIns="12700" rIns="0" bIns="0" anchor="t" anchorCtr="0">
            <a:spAutoFit/>
          </a:bodyPr>
          <a:lstStyle/>
          <a:p>
            <a:pPr marL="316230" lvl="0" indent="0" algn="l" rtl="0">
              <a:lnSpc>
                <a:spcPct val="100000"/>
              </a:lnSpc>
              <a:spcBef>
                <a:spcPts val="0"/>
              </a:spcBef>
              <a:spcAft>
                <a:spcPts val="0"/>
              </a:spcAft>
              <a:buNone/>
            </a:pPr>
            <a:r>
              <a:rPr lang="en-US"/>
              <a:t>ACCESSING A CACHE</a:t>
            </a:r>
            <a:endParaRPr/>
          </a:p>
        </p:txBody>
      </p:sp>
      <p:sp>
        <p:nvSpPr>
          <p:cNvPr id="521" name="Google Shape;521;p29"/>
          <p:cNvSpPr/>
          <p:nvPr/>
        </p:nvSpPr>
        <p:spPr>
          <a:xfrm>
            <a:off x="6910451" y="2778125"/>
            <a:ext cx="1619250" cy="304800"/>
          </a:xfrm>
          <a:custGeom>
            <a:avLst/>
            <a:gdLst/>
            <a:ahLst/>
            <a:cxnLst/>
            <a:rect l="l" t="t" r="r" b="b"/>
            <a:pathLst>
              <a:path w="1619250" h="304800" extrusionOk="0">
                <a:moveTo>
                  <a:pt x="1618996" y="0"/>
                </a:moveTo>
                <a:lnTo>
                  <a:pt x="0" y="0"/>
                </a:lnTo>
                <a:lnTo>
                  <a:pt x="0" y="304800"/>
                </a:lnTo>
                <a:lnTo>
                  <a:pt x="1618996" y="304800"/>
                </a:lnTo>
                <a:lnTo>
                  <a:pt x="1618996"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22" name="Google Shape;522;p29"/>
          <p:cNvSpPr/>
          <p:nvPr/>
        </p:nvSpPr>
        <p:spPr>
          <a:xfrm>
            <a:off x="7210043" y="2839211"/>
            <a:ext cx="1007744" cy="208915"/>
          </a:xfrm>
          <a:custGeom>
            <a:avLst/>
            <a:gdLst/>
            <a:ahLst/>
            <a:cxnLst/>
            <a:rect l="l" t="t" r="r" b="b"/>
            <a:pathLst>
              <a:path w="1007745" h="208914" extrusionOk="0">
                <a:moveTo>
                  <a:pt x="1007363" y="0"/>
                </a:moveTo>
                <a:lnTo>
                  <a:pt x="0" y="0"/>
                </a:lnTo>
                <a:lnTo>
                  <a:pt x="0" y="208787"/>
                </a:lnTo>
                <a:lnTo>
                  <a:pt x="1007363" y="208787"/>
                </a:lnTo>
                <a:lnTo>
                  <a:pt x="1007363" y="0"/>
                </a:lnTo>
                <a:close/>
              </a:path>
            </a:pathLst>
          </a:custGeom>
          <a:solidFill>
            <a:srgbClr val="EDEDF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aphicFrame>
        <p:nvGraphicFramePr>
          <p:cNvPr id="523" name="Google Shape;523;p29"/>
          <p:cNvGraphicFramePr/>
          <p:nvPr/>
        </p:nvGraphicFramePr>
        <p:xfrm>
          <a:off x="5135245" y="1552575"/>
          <a:ext cx="3000000" cy="3000000"/>
        </p:xfrm>
        <a:graphic>
          <a:graphicData uri="http://schemas.openxmlformats.org/drawingml/2006/table">
            <a:tbl>
              <a:tblPr firstRow="1" bandRow="1">
                <a:noFill/>
                <a:tableStyleId>{99E32415-C451-4EA8-B95F-1B1F5F90AFCD}</a:tableStyleId>
              </a:tblPr>
              <a:tblGrid>
                <a:gridCol w="659775">
                  <a:extLst>
                    <a:ext uri="{9D8B030D-6E8A-4147-A177-3AD203B41FA5}">
                      <a16:colId xmlns:a16="http://schemas.microsoft.com/office/drawing/2014/main" val="20000"/>
                    </a:ext>
                  </a:extLst>
                </a:gridCol>
                <a:gridCol w="11093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tblGrid>
              <a:tr h="304800">
                <a:tc gridSpan="3">
                  <a:txBody>
                    <a:bodyPr/>
                    <a:lstStyle/>
                    <a:p>
                      <a:pPr marL="1905" marR="0" lvl="0" indent="0" algn="ctr" rtl="0">
                        <a:lnSpc>
                          <a:spcPct val="100000"/>
                        </a:lnSpc>
                        <a:spcBef>
                          <a:spcPts val="0"/>
                        </a:spcBef>
                        <a:spcAft>
                          <a:spcPts val="0"/>
                        </a:spcAft>
                        <a:buNone/>
                      </a:pPr>
                      <a:r>
                        <a:rPr lang="en-US" sz="1400" b="1" u="none" strike="noStrike" cap="none">
                          <a:solidFill>
                            <a:srgbClr val="FFFFFF"/>
                          </a:solidFill>
                          <a:latin typeface="Arial"/>
                          <a:ea typeface="Arial"/>
                          <a:cs typeface="Arial"/>
                          <a:sym typeface="Arial"/>
                        </a:rPr>
                        <a:t>Cache</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00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04800">
                <a:tc>
                  <a:txBody>
                    <a:bodyPr/>
                    <a:lstStyle/>
                    <a:p>
                      <a:pPr marL="635"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Tag</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3810"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Index</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1270"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Data</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extLst>
                  <a:ext uri="{0D108BD9-81ED-4DB2-BD59-A6C34878D82A}">
                    <a16:rowId xmlns:a16="http://schemas.microsoft.com/office/drawing/2014/main" val="10001"/>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2"/>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04800">
                <a:tc>
                  <a:txBody>
                    <a:bodyPr/>
                    <a:lstStyle/>
                    <a:p>
                      <a:pPr marL="0" marR="3175" lvl="0" indent="0" algn="ctr" rtl="0">
                        <a:lnSpc>
                          <a:spcPct val="100000"/>
                        </a:lnSpc>
                        <a:spcBef>
                          <a:spcPts val="0"/>
                        </a:spcBef>
                        <a:spcAft>
                          <a:spcPts val="0"/>
                        </a:spcAft>
                        <a:buNone/>
                      </a:pPr>
                      <a:r>
                        <a:rPr lang="en-US" sz="1400" u="none" strike="noStrike" cap="none">
                          <a:latin typeface="Arial"/>
                          <a:ea typeface="Arial"/>
                          <a:cs typeface="Arial"/>
                          <a:sym typeface="Arial"/>
                        </a:rPr>
                        <a:t>11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EDF9"/>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M [11010]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4"/>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011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5"/>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6"/>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7"/>
                  </a:ext>
                </a:extLst>
              </a:tr>
              <a:tr h="304800">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635" marR="0" lvl="0" indent="0" algn="ctr" rtl="0">
                        <a:lnSpc>
                          <a:spcPct val="100000"/>
                        </a:lnSpc>
                        <a:spcBef>
                          <a:spcPts val="0"/>
                        </a:spcBef>
                        <a:spcAft>
                          <a:spcPts val="0"/>
                        </a:spcAft>
                        <a:buNone/>
                      </a:pPr>
                      <a:r>
                        <a:rPr lang="en-US" sz="1400" b="1" u="none" strike="noStrike" cap="none">
                          <a:latin typeface="Arial"/>
                          <a:ea typeface="Arial"/>
                          <a:cs typeface="Arial"/>
                          <a:sym typeface="Arial"/>
                        </a:rPr>
                        <a:t>M </a:t>
                      </a: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8"/>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4445" lvl="0" indent="0" algn="ctr" rtl="0">
                        <a:lnSpc>
                          <a:spcPct val="100000"/>
                        </a:lnSpc>
                        <a:spcBef>
                          <a:spcPts val="0"/>
                        </a:spcBef>
                        <a:spcAft>
                          <a:spcPts val="0"/>
                        </a:spcAft>
                        <a:buNone/>
                      </a:pPr>
                      <a:r>
                        <a:rPr lang="en-US" sz="1400" u="none" strike="noStrike" cap="none">
                          <a:latin typeface="Arial"/>
                          <a:ea typeface="Arial"/>
                          <a:cs typeface="Arial"/>
                          <a:sym typeface="Arial"/>
                        </a:rPr>
                        <a:t>111</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9"/>
                  </a:ext>
                </a:extLst>
              </a:tr>
            </a:tbl>
          </a:graphicData>
        </a:graphic>
      </p:graphicFrame>
      <p:sp>
        <p:nvSpPr>
          <p:cNvPr id="524" name="Google Shape;524;p29"/>
          <p:cNvSpPr/>
          <p:nvPr/>
        </p:nvSpPr>
        <p:spPr>
          <a:xfrm>
            <a:off x="3282822" y="2687320"/>
            <a:ext cx="1139825" cy="304800"/>
          </a:xfrm>
          <a:custGeom>
            <a:avLst/>
            <a:gdLst/>
            <a:ahLst/>
            <a:cxnLst/>
            <a:rect l="l" t="t" r="r" b="b"/>
            <a:pathLst>
              <a:path w="1139825" h="304800" extrusionOk="0">
                <a:moveTo>
                  <a:pt x="1139253" y="0"/>
                </a:moveTo>
                <a:lnTo>
                  <a:pt x="0" y="0"/>
                </a:lnTo>
                <a:lnTo>
                  <a:pt x="0" y="304800"/>
                </a:lnTo>
                <a:lnTo>
                  <a:pt x="1139253" y="304800"/>
                </a:lnTo>
                <a:lnTo>
                  <a:pt x="1139253"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aphicFrame>
        <p:nvGraphicFramePr>
          <p:cNvPr id="525" name="Google Shape;525;p29"/>
          <p:cNvGraphicFramePr/>
          <p:nvPr/>
        </p:nvGraphicFramePr>
        <p:xfrm>
          <a:off x="263474" y="1248410"/>
          <a:ext cx="3000000" cy="3000000"/>
        </p:xfrm>
        <a:graphic>
          <a:graphicData uri="http://schemas.openxmlformats.org/drawingml/2006/table">
            <a:tbl>
              <a:tblPr firstRow="1" bandRow="1">
                <a:noFill/>
                <a:tableStyleId>{99E32415-C451-4EA8-B95F-1B1F5F90AFCD}</a:tableStyleId>
              </a:tblPr>
              <a:tblGrid>
                <a:gridCol w="1198875">
                  <a:extLst>
                    <a:ext uri="{9D8B030D-6E8A-4147-A177-3AD203B41FA5}">
                      <a16:colId xmlns:a16="http://schemas.microsoft.com/office/drawing/2014/main" val="20000"/>
                    </a:ext>
                  </a:extLst>
                </a:gridCol>
                <a:gridCol w="1813550">
                  <a:extLst>
                    <a:ext uri="{9D8B030D-6E8A-4147-A177-3AD203B41FA5}">
                      <a16:colId xmlns:a16="http://schemas.microsoft.com/office/drawing/2014/main" val="20001"/>
                    </a:ext>
                  </a:extLst>
                </a:gridCol>
                <a:gridCol w="1139200">
                  <a:extLst>
                    <a:ext uri="{9D8B030D-6E8A-4147-A177-3AD203B41FA5}">
                      <a16:colId xmlns:a16="http://schemas.microsoft.com/office/drawing/2014/main" val="20002"/>
                    </a:ext>
                  </a:extLst>
                </a:gridCol>
              </a:tblGrid>
              <a:tr h="304800">
                <a:tc gridSpan="3">
                  <a:txBody>
                    <a:bodyPr/>
                    <a:lstStyle/>
                    <a:p>
                      <a:pPr marL="0" marR="0" lvl="0" indent="0" algn="ctr" rtl="0">
                        <a:lnSpc>
                          <a:spcPct val="100000"/>
                        </a:lnSpc>
                        <a:spcBef>
                          <a:spcPts val="0"/>
                        </a:spcBef>
                        <a:spcAft>
                          <a:spcPts val="0"/>
                        </a:spcAft>
                        <a:buNone/>
                      </a:pPr>
                      <a:r>
                        <a:rPr lang="en-US" sz="1400" b="1" u="none" strike="noStrike" cap="none">
                          <a:latin typeface="Arial"/>
                          <a:ea typeface="Arial"/>
                          <a:cs typeface="Arial"/>
                          <a:sym typeface="Arial"/>
                        </a:rPr>
                        <a:t>Sequence of memory references</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A6A6A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18150">
                <a:tc>
                  <a:txBody>
                    <a:bodyPr/>
                    <a:lstStyle/>
                    <a:p>
                      <a:pPr marL="222250" marR="167640" lvl="0" indent="-47625" algn="l" rtl="0">
                        <a:lnSpc>
                          <a:spcPct val="100000"/>
                        </a:lnSpc>
                        <a:spcBef>
                          <a:spcPts val="0"/>
                        </a:spcBef>
                        <a:spcAft>
                          <a:spcPts val="0"/>
                        </a:spcAft>
                        <a:buNone/>
                      </a:pPr>
                      <a:r>
                        <a:rPr lang="en-US" sz="1400" u="none" strike="noStrike" cap="none">
                          <a:latin typeface="Arial"/>
                          <a:ea typeface="Arial"/>
                          <a:cs typeface="Arial"/>
                          <a:sym typeface="Arial"/>
                        </a:rPr>
                        <a:t>Address of reference</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tc>
                  <a:txBody>
                    <a:bodyPr/>
                    <a:lstStyle/>
                    <a:p>
                      <a:pPr marL="698500" marR="271145" lvl="0" indent="-419100" algn="l" rtl="0">
                        <a:lnSpc>
                          <a:spcPct val="100000"/>
                        </a:lnSpc>
                        <a:spcBef>
                          <a:spcPts val="0"/>
                        </a:spcBef>
                        <a:spcAft>
                          <a:spcPts val="0"/>
                        </a:spcAft>
                        <a:buNone/>
                      </a:pPr>
                      <a:r>
                        <a:rPr lang="en-US" sz="1400" u="none" strike="noStrike" cap="none">
                          <a:latin typeface="Arial"/>
                          <a:ea typeface="Arial"/>
                          <a:cs typeface="Arial"/>
                          <a:sym typeface="Arial"/>
                        </a:rPr>
                        <a:t>Assigned cache block</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 or miss</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extLst>
                  <a:ext uri="{0D108BD9-81ED-4DB2-BD59-A6C34878D82A}">
                    <a16:rowId xmlns:a16="http://schemas.microsoft.com/office/drawing/2014/main" val="10001"/>
                  </a:ext>
                </a:extLst>
              </a:tr>
              <a:tr h="304800">
                <a:tc>
                  <a:txBody>
                    <a:bodyPr/>
                    <a:lstStyle/>
                    <a:p>
                      <a:pPr marL="358140" marR="0" lvl="0" indent="0" algn="l" rtl="0">
                        <a:lnSpc>
                          <a:spcPct val="100000"/>
                        </a:lnSpc>
                        <a:spcBef>
                          <a:spcPts val="0"/>
                        </a:spcBef>
                        <a:spcAft>
                          <a:spcPts val="0"/>
                        </a:spcAft>
                        <a:buNone/>
                      </a:pP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39065" marR="0" lvl="0" indent="0" algn="l"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FF0000"/>
                          </a:solidFill>
                          <a:latin typeface="Arial"/>
                          <a:ea typeface="Arial"/>
                          <a:cs typeface="Arial"/>
                          <a:sym typeface="Arial"/>
                        </a:rPr>
                        <a:t>110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FF0000"/>
                          </a:solidFill>
                          <a:latin typeface="Arial"/>
                          <a:ea typeface="Arial"/>
                          <a:cs typeface="Arial"/>
                          <a:sym typeface="Arial"/>
                        </a:rPr>
                        <a:t>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2"/>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EF"/>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EF"/>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4"/>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5"/>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6"/>
                  </a:ext>
                </a:extLst>
              </a:tr>
              <a:tr h="304175">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7"/>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8"/>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9"/>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10"/>
                  </a:ext>
                </a:extLst>
              </a:tr>
            </a:tbl>
          </a:graphicData>
        </a:graphic>
      </p:graphicFrame>
      <p:sp>
        <p:nvSpPr>
          <p:cNvPr id="526" name="Google Shape;526;p29"/>
          <p:cNvSpPr txBox="1"/>
          <p:nvPr/>
        </p:nvSpPr>
        <p:spPr>
          <a:xfrm>
            <a:off x="628192" y="2439139"/>
            <a:ext cx="481965" cy="200025"/>
          </a:xfrm>
          <a:prstGeom prst="rect">
            <a:avLst/>
          </a:prstGeom>
          <a:noFill/>
          <a:ln>
            <a:noFill/>
          </a:ln>
        </p:spPr>
        <p:txBody>
          <a:bodyPr spcFirstLastPara="1" wrap="square" lIns="0" tIns="0" rIns="0" bIns="0" anchor="t" anchorCtr="0">
            <a:spAutoFit/>
          </a:bodyPr>
          <a:lstStyle/>
          <a:p>
            <a:pPr marL="0" marR="0" lvl="0" indent="0" algn="l" rtl="0">
              <a:lnSpc>
                <a:spcPct val="111071"/>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11010</a:t>
            </a:r>
            <a:endParaRPr sz="1400" b="0" i="0" u="none" strike="noStrike" cap="none">
              <a:solidFill>
                <a:srgbClr val="000000"/>
              </a:solidFill>
              <a:latin typeface="Arial"/>
              <a:ea typeface="Arial"/>
              <a:cs typeface="Arial"/>
              <a:sym typeface="Arial"/>
            </a:endParaRPr>
          </a:p>
        </p:txBody>
      </p:sp>
      <p:sp>
        <p:nvSpPr>
          <p:cNvPr id="527" name="Google Shape;527;p29"/>
          <p:cNvSpPr txBox="1"/>
          <p:nvPr/>
        </p:nvSpPr>
        <p:spPr>
          <a:xfrm>
            <a:off x="1600453" y="2439139"/>
            <a:ext cx="1550670" cy="200025"/>
          </a:xfrm>
          <a:prstGeom prst="rect">
            <a:avLst/>
          </a:prstGeom>
          <a:noFill/>
          <a:ln>
            <a:noFill/>
          </a:ln>
        </p:spPr>
        <p:txBody>
          <a:bodyPr spcFirstLastPara="1" wrap="square" lIns="0" tIns="0" rIns="0" bIns="0" anchor="t" anchorCtr="0">
            <a:spAutoFit/>
          </a:bodyPr>
          <a:lstStyle/>
          <a:p>
            <a:pPr marL="0" marR="0" lvl="0" indent="0" algn="l" rtl="0">
              <a:lnSpc>
                <a:spcPct val="111071"/>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11</a:t>
            </a:r>
            <a:r>
              <a:rPr lang="en-US" sz="1400" b="0" i="0" u="none" strike="noStrike" cap="none">
                <a:solidFill>
                  <a:srgbClr val="DD0805"/>
                </a:solidFill>
                <a:latin typeface="Arial"/>
                <a:ea typeface="Arial"/>
                <a:cs typeface="Arial"/>
                <a:sym typeface="Arial"/>
              </a:rPr>
              <a:t>010 </a:t>
            </a:r>
            <a:r>
              <a:rPr lang="en-US" sz="1400" b="1" i="0" u="none" strike="noStrike" cap="none">
                <a:solidFill>
                  <a:srgbClr val="000000"/>
                </a:solidFill>
                <a:latin typeface="Arial"/>
                <a:ea typeface="Arial"/>
                <a:cs typeface="Arial"/>
                <a:sym typeface="Arial"/>
              </a:rPr>
              <a:t>mod </a:t>
            </a:r>
            <a:r>
              <a:rPr lang="en-US" sz="1400" b="0" i="0" u="none" strike="noStrike" cap="none">
                <a:solidFill>
                  <a:srgbClr val="000000"/>
                </a:solidFill>
                <a:latin typeface="Arial"/>
                <a:ea typeface="Arial"/>
                <a:cs typeface="Arial"/>
                <a:sym typeface="Arial"/>
              </a:rPr>
              <a:t>8 = </a:t>
            </a:r>
            <a:r>
              <a:rPr lang="en-US" sz="1400" b="0" i="0" u="none" strike="noStrike" cap="none">
                <a:solidFill>
                  <a:srgbClr val="DD0805"/>
                </a:solidFill>
                <a:latin typeface="Arial"/>
                <a:ea typeface="Arial"/>
                <a:cs typeface="Arial"/>
                <a:sym typeface="Arial"/>
              </a:rPr>
              <a:t>010</a:t>
            </a:r>
            <a:endParaRPr sz="1400" b="0" i="0" u="none" strike="noStrike" cap="none">
              <a:solidFill>
                <a:srgbClr val="000000"/>
              </a:solidFill>
              <a:latin typeface="Arial"/>
              <a:ea typeface="Arial"/>
              <a:cs typeface="Arial"/>
              <a:sym typeface="Arial"/>
            </a:endParaRPr>
          </a:p>
        </p:txBody>
      </p:sp>
      <p:sp>
        <p:nvSpPr>
          <p:cNvPr id="528" name="Google Shape;528;p29"/>
          <p:cNvSpPr txBox="1"/>
          <p:nvPr/>
        </p:nvSpPr>
        <p:spPr>
          <a:xfrm>
            <a:off x="3669538" y="2439139"/>
            <a:ext cx="367030" cy="200025"/>
          </a:xfrm>
          <a:prstGeom prst="rect">
            <a:avLst/>
          </a:prstGeom>
          <a:noFill/>
          <a:ln>
            <a:noFill/>
          </a:ln>
        </p:spPr>
        <p:txBody>
          <a:bodyPr spcFirstLastPara="1" wrap="square" lIns="0" tIns="0" rIns="0" bIns="0" anchor="t" anchorCtr="0">
            <a:spAutoFit/>
          </a:bodyPr>
          <a:lstStyle/>
          <a:p>
            <a:pPr marL="0" marR="0" lvl="0" indent="0" algn="l" rtl="0">
              <a:lnSpc>
                <a:spcPct val="111071"/>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miss</a:t>
            </a:r>
            <a:endParaRPr sz="1400" b="0" i="0" u="none" strike="noStrike" cap="none">
              <a:solidFill>
                <a:srgbClr val="000000"/>
              </a:solidFill>
              <a:latin typeface="Arial"/>
              <a:ea typeface="Arial"/>
              <a:cs typeface="Arial"/>
              <a:sym typeface="Arial"/>
            </a:endParaRPr>
          </a:p>
        </p:txBody>
      </p:sp>
      <p:sp>
        <p:nvSpPr>
          <p:cNvPr id="529" name="Google Shape;529;p29"/>
          <p:cNvSpPr/>
          <p:nvPr/>
        </p:nvSpPr>
        <p:spPr>
          <a:xfrm>
            <a:off x="1571244" y="2407920"/>
            <a:ext cx="1629410" cy="233679"/>
          </a:xfrm>
          <a:custGeom>
            <a:avLst/>
            <a:gdLst/>
            <a:ahLst/>
            <a:cxnLst/>
            <a:rect l="l" t="t" r="r" b="b"/>
            <a:pathLst>
              <a:path w="1629410" h="233680" extrusionOk="0">
                <a:moveTo>
                  <a:pt x="1629156" y="0"/>
                </a:moveTo>
                <a:lnTo>
                  <a:pt x="0" y="0"/>
                </a:lnTo>
                <a:lnTo>
                  <a:pt x="0" y="233172"/>
                </a:lnTo>
                <a:lnTo>
                  <a:pt x="1629156" y="233172"/>
                </a:lnTo>
                <a:lnTo>
                  <a:pt x="1629156" y="0"/>
                </a:lnTo>
                <a:close/>
              </a:path>
            </a:pathLst>
          </a:custGeom>
          <a:solidFill>
            <a:srgbClr val="CCCC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530" name="Google Shape;530;p29"/>
          <p:cNvGrpSpPr/>
          <p:nvPr/>
        </p:nvGrpSpPr>
        <p:grpSpPr>
          <a:xfrm>
            <a:off x="3134232" y="2433827"/>
            <a:ext cx="2988945" cy="524256"/>
            <a:chOff x="3134232" y="2433827"/>
            <a:chExt cx="2988945" cy="524256"/>
          </a:xfrm>
        </p:grpSpPr>
        <p:sp>
          <p:nvSpPr>
            <p:cNvPr id="531" name="Google Shape;531;p29"/>
            <p:cNvSpPr/>
            <p:nvPr/>
          </p:nvSpPr>
          <p:spPr>
            <a:xfrm>
              <a:off x="3538727" y="2433827"/>
              <a:ext cx="660400" cy="239395"/>
            </a:xfrm>
            <a:custGeom>
              <a:avLst/>
              <a:gdLst/>
              <a:ahLst/>
              <a:cxnLst/>
              <a:rect l="l" t="t" r="r" b="b"/>
              <a:pathLst>
                <a:path w="660400" h="239394" extrusionOk="0">
                  <a:moveTo>
                    <a:pt x="659891" y="0"/>
                  </a:moveTo>
                  <a:lnTo>
                    <a:pt x="0" y="0"/>
                  </a:lnTo>
                  <a:lnTo>
                    <a:pt x="0" y="239267"/>
                  </a:lnTo>
                  <a:lnTo>
                    <a:pt x="659891" y="239267"/>
                  </a:lnTo>
                  <a:lnTo>
                    <a:pt x="659891" y="0"/>
                  </a:lnTo>
                  <a:close/>
                </a:path>
              </a:pathLst>
            </a:custGeom>
            <a:solidFill>
              <a:srgbClr val="CCCC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32" name="Google Shape;532;p29"/>
            <p:cNvSpPr/>
            <p:nvPr/>
          </p:nvSpPr>
          <p:spPr>
            <a:xfrm>
              <a:off x="3134232" y="2580258"/>
              <a:ext cx="2988945" cy="377825"/>
            </a:xfrm>
            <a:custGeom>
              <a:avLst/>
              <a:gdLst/>
              <a:ahLst/>
              <a:cxnLst/>
              <a:rect l="l" t="t" r="r" b="b"/>
              <a:pathLst>
                <a:path w="2988945" h="377825" extrusionOk="0">
                  <a:moveTo>
                    <a:pt x="2914105" y="333796"/>
                  </a:moveTo>
                  <a:lnTo>
                    <a:pt x="2869184" y="353949"/>
                  </a:lnTo>
                  <a:lnTo>
                    <a:pt x="2866263" y="361695"/>
                  </a:lnTo>
                  <a:lnTo>
                    <a:pt x="2869184" y="368173"/>
                  </a:lnTo>
                  <a:lnTo>
                    <a:pt x="2872105" y="374776"/>
                  </a:lnTo>
                  <a:lnTo>
                    <a:pt x="2879852" y="377570"/>
                  </a:lnTo>
                  <a:lnTo>
                    <a:pt x="2966075" y="338836"/>
                  </a:lnTo>
                  <a:lnTo>
                    <a:pt x="2961767" y="338836"/>
                  </a:lnTo>
                  <a:lnTo>
                    <a:pt x="2914105" y="333796"/>
                  </a:lnTo>
                  <a:close/>
                </a:path>
                <a:path w="2988945" h="377825" extrusionOk="0">
                  <a:moveTo>
                    <a:pt x="2937553" y="323286"/>
                  </a:moveTo>
                  <a:lnTo>
                    <a:pt x="2914105" y="333796"/>
                  </a:lnTo>
                  <a:lnTo>
                    <a:pt x="2961767" y="338836"/>
                  </a:lnTo>
                  <a:lnTo>
                    <a:pt x="2962016" y="336423"/>
                  </a:lnTo>
                  <a:lnTo>
                    <a:pt x="2955417" y="336423"/>
                  </a:lnTo>
                  <a:lnTo>
                    <a:pt x="2937553" y="323286"/>
                  </a:lnTo>
                  <a:close/>
                </a:path>
                <a:path w="2988945" h="377825" extrusionOk="0">
                  <a:moveTo>
                    <a:pt x="2892425" y="258063"/>
                  </a:moveTo>
                  <a:lnTo>
                    <a:pt x="2884424" y="259333"/>
                  </a:lnTo>
                  <a:lnTo>
                    <a:pt x="2880106" y="265049"/>
                  </a:lnTo>
                  <a:lnTo>
                    <a:pt x="2875915" y="270763"/>
                  </a:lnTo>
                  <a:lnTo>
                    <a:pt x="2877185" y="278891"/>
                  </a:lnTo>
                  <a:lnTo>
                    <a:pt x="2916792" y="308019"/>
                  </a:lnTo>
                  <a:lnTo>
                    <a:pt x="2964434" y="313054"/>
                  </a:lnTo>
                  <a:lnTo>
                    <a:pt x="2961767" y="338836"/>
                  </a:lnTo>
                  <a:lnTo>
                    <a:pt x="2966075" y="338836"/>
                  </a:lnTo>
                  <a:lnTo>
                    <a:pt x="2988691" y="328675"/>
                  </a:lnTo>
                  <a:lnTo>
                    <a:pt x="2898267" y="262254"/>
                  </a:lnTo>
                  <a:lnTo>
                    <a:pt x="2892425" y="258063"/>
                  </a:lnTo>
                  <a:close/>
                </a:path>
                <a:path w="2988945" h="377825" extrusionOk="0">
                  <a:moveTo>
                    <a:pt x="2957830" y="314198"/>
                  </a:moveTo>
                  <a:lnTo>
                    <a:pt x="2937553" y="323286"/>
                  </a:lnTo>
                  <a:lnTo>
                    <a:pt x="2955417" y="336423"/>
                  </a:lnTo>
                  <a:lnTo>
                    <a:pt x="2957830" y="314198"/>
                  </a:lnTo>
                  <a:close/>
                </a:path>
                <a:path w="2988945" h="377825" extrusionOk="0">
                  <a:moveTo>
                    <a:pt x="2964315" y="314198"/>
                  </a:moveTo>
                  <a:lnTo>
                    <a:pt x="2957830" y="314198"/>
                  </a:lnTo>
                  <a:lnTo>
                    <a:pt x="2955417" y="336423"/>
                  </a:lnTo>
                  <a:lnTo>
                    <a:pt x="2962016" y="336423"/>
                  </a:lnTo>
                  <a:lnTo>
                    <a:pt x="2964315" y="314198"/>
                  </a:lnTo>
                  <a:close/>
                </a:path>
                <a:path w="2988945" h="377825" extrusionOk="0">
                  <a:moveTo>
                    <a:pt x="2793" y="0"/>
                  </a:moveTo>
                  <a:lnTo>
                    <a:pt x="0" y="25653"/>
                  </a:lnTo>
                  <a:lnTo>
                    <a:pt x="2914105" y="333796"/>
                  </a:lnTo>
                  <a:lnTo>
                    <a:pt x="2937553" y="323286"/>
                  </a:lnTo>
                  <a:lnTo>
                    <a:pt x="2916792" y="308019"/>
                  </a:lnTo>
                  <a:lnTo>
                    <a:pt x="2793" y="0"/>
                  </a:lnTo>
                  <a:close/>
                </a:path>
                <a:path w="2988945" h="377825" extrusionOk="0">
                  <a:moveTo>
                    <a:pt x="2916792" y="308019"/>
                  </a:moveTo>
                  <a:lnTo>
                    <a:pt x="2937553" y="323286"/>
                  </a:lnTo>
                  <a:lnTo>
                    <a:pt x="2957830" y="314198"/>
                  </a:lnTo>
                  <a:lnTo>
                    <a:pt x="2964315" y="314198"/>
                  </a:lnTo>
                  <a:lnTo>
                    <a:pt x="2964434" y="313054"/>
                  </a:lnTo>
                  <a:lnTo>
                    <a:pt x="2916792" y="30801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533" name="Google Shape;533;p29"/>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29</a:t>
            </a:fld>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30"/>
          <p:cNvSpPr txBox="1">
            <a:spLocks noGrp="1"/>
          </p:cNvSpPr>
          <p:nvPr>
            <p:ph type="title"/>
          </p:nvPr>
        </p:nvSpPr>
        <p:spPr>
          <a:xfrm>
            <a:off x="2596133" y="265557"/>
            <a:ext cx="3951732" cy="391159"/>
          </a:xfrm>
          <a:prstGeom prst="rect">
            <a:avLst/>
          </a:prstGeom>
          <a:noFill/>
          <a:ln>
            <a:noFill/>
          </a:ln>
        </p:spPr>
        <p:txBody>
          <a:bodyPr spcFirstLastPara="1" wrap="square" lIns="0" tIns="12700" rIns="0" bIns="0" anchor="t" anchorCtr="0">
            <a:spAutoFit/>
          </a:bodyPr>
          <a:lstStyle/>
          <a:p>
            <a:pPr marL="316230" lvl="0" indent="0" algn="l" rtl="0">
              <a:lnSpc>
                <a:spcPct val="100000"/>
              </a:lnSpc>
              <a:spcBef>
                <a:spcPts val="0"/>
              </a:spcBef>
              <a:spcAft>
                <a:spcPts val="0"/>
              </a:spcAft>
              <a:buNone/>
            </a:pPr>
            <a:r>
              <a:rPr lang="en-US"/>
              <a:t>ACCESSING A CACHE</a:t>
            </a:r>
            <a:endParaRPr/>
          </a:p>
        </p:txBody>
      </p:sp>
      <p:sp>
        <p:nvSpPr>
          <p:cNvPr id="539" name="Google Shape;539;p30"/>
          <p:cNvSpPr/>
          <p:nvPr/>
        </p:nvSpPr>
        <p:spPr>
          <a:xfrm>
            <a:off x="5141595" y="3692525"/>
            <a:ext cx="659765" cy="304800"/>
          </a:xfrm>
          <a:custGeom>
            <a:avLst/>
            <a:gdLst/>
            <a:ahLst/>
            <a:cxnLst/>
            <a:rect l="l" t="t" r="r" b="b"/>
            <a:pathLst>
              <a:path w="659764" h="304800" extrusionOk="0">
                <a:moveTo>
                  <a:pt x="659561" y="0"/>
                </a:moveTo>
                <a:lnTo>
                  <a:pt x="0" y="0"/>
                </a:lnTo>
                <a:lnTo>
                  <a:pt x="0" y="304800"/>
                </a:lnTo>
                <a:lnTo>
                  <a:pt x="659561" y="304800"/>
                </a:lnTo>
                <a:lnTo>
                  <a:pt x="659561"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aphicFrame>
        <p:nvGraphicFramePr>
          <p:cNvPr id="540" name="Google Shape;540;p30"/>
          <p:cNvGraphicFramePr/>
          <p:nvPr/>
        </p:nvGraphicFramePr>
        <p:xfrm>
          <a:off x="5135245" y="1552575"/>
          <a:ext cx="3000000" cy="3000000"/>
        </p:xfrm>
        <a:graphic>
          <a:graphicData uri="http://schemas.openxmlformats.org/drawingml/2006/table">
            <a:tbl>
              <a:tblPr firstRow="1" bandRow="1">
                <a:noFill/>
                <a:tableStyleId>{99E32415-C451-4EA8-B95F-1B1F5F90AFCD}</a:tableStyleId>
              </a:tblPr>
              <a:tblGrid>
                <a:gridCol w="659775">
                  <a:extLst>
                    <a:ext uri="{9D8B030D-6E8A-4147-A177-3AD203B41FA5}">
                      <a16:colId xmlns:a16="http://schemas.microsoft.com/office/drawing/2014/main" val="20000"/>
                    </a:ext>
                  </a:extLst>
                </a:gridCol>
                <a:gridCol w="11093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tblGrid>
              <a:tr h="304800">
                <a:tc gridSpan="3">
                  <a:txBody>
                    <a:bodyPr/>
                    <a:lstStyle/>
                    <a:p>
                      <a:pPr marL="1905" marR="0" lvl="0" indent="0" algn="ctr" rtl="0">
                        <a:lnSpc>
                          <a:spcPct val="100000"/>
                        </a:lnSpc>
                        <a:spcBef>
                          <a:spcPts val="0"/>
                        </a:spcBef>
                        <a:spcAft>
                          <a:spcPts val="0"/>
                        </a:spcAft>
                        <a:buNone/>
                      </a:pPr>
                      <a:r>
                        <a:rPr lang="en-US" sz="1400" b="1" u="none" strike="noStrike" cap="none">
                          <a:solidFill>
                            <a:srgbClr val="FFFFFF"/>
                          </a:solidFill>
                          <a:latin typeface="Arial"/>
                          <a:ea typeface="Arial"/>
                          <a:cs typeface="Arial"/>
                          <a:sym typeface="Arial"/>
                        </a:rPr>
                        <a:t>Cache</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00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04800">
                <a:tc>
                  <a:txBody>
                    <a:bodyPr/>
                    <a:lstStyle/>
                    <a:p>
                      <a:pPr marL="635"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Tag</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3810"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Index</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1270"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Data</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extLst>
                  <a:ext uri="{0D108BD9-81ED-4DB2-BD59-A6C34878D82A}">
                    <a16:rowId xmlns:a16="http://schemas.microsoft.com/office/drawing/2014/main" val="10001"/>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2"/>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04800">
                <a:tc>
                  <a:txBody>
                    <a:bodyPr/>
                    <a:lstStyle/>
                    <a:p>
                      <a:pPr marL="0" marR="3175" lvl="0" indent="0" algn="ctr" rtl="0">
                        <a:lnSpc>
                          <a:spcPct val="100000"/>
                        </a:lnSpc>
                        <a:spcBef>
                          <a:spcPts val="0"/>
                        </a:spcBef>
                        <a:spcAft>
                          <a:spcPts val="0"/>
                        </a:spcAft>
                        <a:buNone/>
                      </a:pPr>
                      <a:r>
                        <a:rPr lang="en-US" sz="1400" u="none" strike="noStrike" cap="none">
                          <a:latin typeface="Arial"/>
                          <a:ea typeface="Arial"/>
                          <a:cs typeface="Arial"/>
                          <a:sym typeface="Arial"/>
                        </a:rPr>
                        <a:t>11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M [11010]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4"/>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011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5"/>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6"/>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7"/>
                  </a:ext>
                </a:extLst>
              </a:tr>
              <a:tr h="304800">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635" marR="0" lvl="0" indent="0" algn="ctr" rtl="0">
                        <a:lnSpc>
                          <a:spcPct val="100000"/>
                        </a:lnSpc>
                        <a:spcBef>
                          <a:spcPts val="0"/>
                        </a:spcBef>
                        <a:spcAft>
                          <a:spcPts val="0"/>
                        </a:spcAft>
                        <a:buNone/>
                      </a:pPr>
                      <a:r>
                        <a:rPr lang="en-US" sz="1400" b="1" u="none" strike="noStrike" cap="none">
                          <a:latin typeface="Arial"/>
                          <a:ea typeface="Arial"/>
                          <a:cs typeface="Arial"/>
                          <a:sym typeface="Arial"/>
                        </a:rPr>
                        <a:t>M </a:t>
                      </a: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8"/>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4445" lvl="0" indent="0" algn="ctr" rtl="0">
                        <a:lnSpc>
                          <a:spcPct val="100000"/>
                        </a:lnSpc>
                        <a:spcBef>
                          <a:spcPts val="0"/>
                        </a:spcBef>
                        <a:spcAft>
                          <a:spcPts val="0"/>
                        </a:spcAft>
                        <a:buNone/>
                      </a:pPr>
                      <a:r>
                        <a:rPr lang="en-US" sz="1400" u="none" strike="noStrike" cap="none">
                          <a:latin typeface="Arial"/>
                          <a:ea typeface="Arial"/>
                          <a:cs typeface="Arial"/>
                          <a:sym typeface="Arial"/>
                        </a:rPr>
                        <a:t>111</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9"/>
                  </a:ext>
                </a:extLst>
              </a:tr>
            </a:tbl>
          </a:graphicData>
        </a:graphic>
      </p:graphicFrame>
      <p:grpSp>
        <p:nvGrpSpPr>
          <p:cNvPr id="541" name="Google Shape;541;p30"/>
          <p:cNvGrpSpPr/>
          <p:nvPr/>
        </p:nvGrpSpPr>
        <p:grpSpPr>
          <a:xfrm>
            <a:off x="3282822" y="2992120"/>
            <a:ext cx="1139825" cy="609600"/>
            <a:chOff x="3282822" y="2992120"/>
            <a:chExt cx="1139825" cy="609600"/>
          </a:xfrm>
        </p:grpSpPr>
        <p:sp>
          <p:nvSpPr>
            <p:cNvPr id="542" name="Google Shape;542;p30"/>
            <p:cNvSpPr/>
            <p:nvPr/>
          </p:nvSpPr>
          <p:spPr>
            <a:xfrm>
              <a:off x="3282822" y="2992120"/>
              <a:ext cx="1139825" cy="304800"/>
            </a:xfrm>
            <a:custGeom>
              <a:avLst/>
              <a:gdLst/>
              <a:ahLst/>
              <a:cxnLst/>
              <a:rect l="l" t="t" r="r" b="b"/>
              <a:pathLst>
                <a:path w="1139825" h="304800" extrusionOk="0">
                  <a:moveTo>
                    <a:pt x="1139253" y="0"/>
                  </a:moveTo>
                  <a:lnTo>
                    <a:pt x="0" y="0"/>
                  </a:lnTo>
                  <a:lnTo>
                    <a:pt x="0" y="304800"/>
                  </a:lnTo>
                  <a:lnTo>
                    <a:pt x="1139253" y="304800"/>
                  </a:lnTo>
                  <a:lnTo>
                    <a:pt x="1139253"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43" name="Google Shape;543;p30"/>
            <p:cNvSpPr/>
            <p:nvPr/>
          </p:nvSpPr>
          <p:spPr>
            <a:xfrm>
              <a:off x="3282822" y="3296920"/>
              <a:ext cx="1139825" cy="304800"/>
            </a:xfrm>
            <a:custGeom>
              <a:avLst/>
              <a:gdLst/>
              <a:ahLst/>
              <a:cxnLst/>
              <a:rect l="l" t="t" r="r" b="b"/>
              <a:pathLst>
                <a:path w="1139825" h="304800" extrusionOk="0">
                  <a:moveTo>
                    <a:pt x="1139253" y="0"/>
                  </a:moveTo>
                  <a:lnTo>
                    <a:pt x="0" y="0"/>
                  </a:lnTo>
                  <a:lnTo>
                    <a:pt x="0" y="304800"/>
                  </a:lnTo>
                  <a:lnTo>
                    <a:pt x="1139253" y="304800"/>
                  </a:lnTo>
                  <a:lnTo>
                    <a:pt x="1139253"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graphicFrame>
        <p:nvGraphicFramePr>
          <p:cNvPr id="544" name="Google Shape;544;p30"/>
          <p:cNvGraphicFramePr/>
          <p:nvPr/>
        </p:nvGraphicFramePr>
        <p:xfrm>
          <a:off x="263474" y="1248410"/>
          <a:ext cx="3000000" cy="3000000"/>
        </p:xfrm>
        <a:graphic>
          <a:graphicData uri="http://schemas.openxmlformats.org/drawingml/2006/table">
            <a:tbl>
              <a:tblPr firstRow="1" bandRow="1">
                <a:noFill/>
                <a:tableStyleId>{99E32415-C451-4EA8-B95F-1B1F5F90AFCD}</a:tableStyleId>
              </a:tblPr>
              <a:tblGrid>
                <a:gridCol w="1198875">
                  <a:extLst>
                    <a:ext uri="{9D8B030D-6E8A-4147-A177-3AD203B41FA5}">
                      <a16:colId xmlns:a16="http://schemas.microsoft.com/office/drawing/2014/main" val="20000"/>
                    </a:ext>
                  </a:extLst>
                </a:gridCol>
                <a:gridCol w="1813550">
                  <a:extLst>
                    <a:ext uri="{9D8B030D-6E8A-4147-A177-3AD203B41FA5}">
                      <a16:colId xmlns:a16="http://schemas.microsoft.com/office/drawing/2014/main" val="20001"/>
                    </a:ext>
                  </a:extLst>
                </a:gridCol>
                <a:gridCol w="1139200">
                  <a:extLst>
                    <a:ext uri="{9D8B030D-6E8A-4147-A177-3AD203B41FA5}">
                      <a16:colId xmlns:a16="http://schemas.microsoft.com/office/drawing/2014/main" val="20002"/>
                    </a:ext>
                  </a:extLst>
                </a:gridCol>
              </a:tblGrid>
              <a:tr h="304800">
                <a:tc gridSpan="3">
                  <a:txBody>
                    <a:bodyPr/>
                    <a:lstStyle/>
                    <a:p>
                      <a:pPr marL="0" marR="0" lvl="0" indent="0" algn="ctr" rtl="0">
                        <a:lnSpc>
                          <a:spcPct val="100000"/>
                        </a:lnSpc>
                        <a:spcBef>
                          <a:spcPts val="0"/>
                        </a:spcBef>
                        <a:spcAft>
                          <a:spcPts val="0"/>
                        </a:spcAft>
                        <a:buNone/>
                      </a:pPr>
                      <a:r>
                        <a:rPr lang="en-US" sz="1400" b="1" u="none" strike="noStrike" cap="none">
                          <a:latin typeface="Arial"/>
                          <a:ea typeface="Arial"/>
                          <a:cs typeface="Arial"/>
                          <a:sym typeface="Arial"/>
                        </a:rPr>
                        <a:t>Sequence of memory references</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A6A6A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18150">
                <a:tc>
                  <a:txBody>
                    <a:bodyPr/>
                    <a:lstStyle/>
                    <a:p>
                      <a:pPr marL="222250" marR="167640" lvl="0" indent="-47625" algn="l" rtl="0">
                        <a:lnSpc>
                          <a:spcPct val="100000"/>
                        </a:lnSpc>
                        <a:spcBef>
                          <a:spcPts val="0"/>
                        </a:spcBef>
                        <a:spcAft>
                          <a:spcPts val="0"/>
                        </a:spcAft>
                        <a:buNone/>
                      </a:pPr>
                      <a:r>
                        <a:rPr lang="en-US" sz="1400" u="none" strike="noStrike" cap="none">
                          <a:latin typeface="Arial"/>
                          <a:ea typeface="Arial"/>
                          <a:cs typeface="Arial"/>
                          <a:sym typeface="Arial"/>
                        </a:rPr>
                        <a:t>Address of reference</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tc>
                  <a:txBody>
                    <a:bodyPr/>
                    <a:lstStyle/>
                    <a:p>
                      <a:pPr marL="698500" marR="271145" lvl="0" indent="-419100" algn="l" rtl="0">
                        <a:lnSpc>
                          <a:spcPct val="100000"/>
                        </a:lnSpc>
                        <a:spcBef>
                          <a:spcPts val="0"/>
                        </a:spcBef>
                        <a:spcAft>
                          <a:spcPts val="0"/>
                        </a:spcAft>
                        <a:buNone/>
                      </a:pPr>
                      <a:r>
                        <a:rPr lang="en-US" sz="1400" u="none" strike="noStrike" cap="none">
                          <a:latin typeface="Arial"/>
                          <a:ea typeface="Arial"/>
                          <a:cs typeface="Arial"/>
                          <a:sym typeface="Arial"/>
                        </a:rPr>
                        <a:t>Assigned cache block</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 or miss</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extLst>
                  <a:ext uri="{0D108BD9-81ED-4DB2-BD59-A6C34878D82A}">
                    <a16:rowId xmlns:a16="http://schemas.microsoft.com/office/drawing/2014/main" val="10001"/>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FF0000"/>
                          </a:solidFill>
                          <a:latin typeface="Arial"/>
                          <a:ea typeface="Arial"/>
                          <a:cs typeface="Arial"/>
                          <a:sym typeface="Arial"/>
                        </a:rPr>
                        <a:t>110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FF0000"/>
                          </a:solidFill>
                          <a:latin typeface="Arial"/>
                          <a:ea typeface="Arial"/>
                          <a:cs typeface="Arial"/>
                          <a:sym typeface="Arial"/>
                        </a:rPr>
                        <a:t>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2"/>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a:t>
                      </a:r>
                      <a:r>
                        <a:rPr lang="en-US" sz="1400" u="none" strike="noStrike" cap="none">
                          <a:solidFill>
                            <a:srgbClr val="DD0805"/>
                          </a:solidFill>
                          <a:latin typeface="Arial"/>
                          <a:ea typeface="Arial"/>
                          <a:cs typeface="Arial"/>
                          <a:sym typeface="Arial"/>
                        </a:rPr>
                        <a:t>010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EDF9"/>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DD0805"/>
                          </a:solidFill>
                          <a:latin typeface="Arial"/>
                          <a:ea typeface="Arial"/>
                          <a:cs typeface="Arial"/>
                          <a:sym typeface="Arial"/>
                        </a:rPr>
                        <a:t>110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EDF9"/>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4"/>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5"/>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6"/>
                  </a:ext>
                </a:extLst>
              </a:tr>
              <a:tr h="304175">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7"/>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8"/>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9"/>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10"/>
                  </a:ext>
                </a:extLst>
              </a:tr>
            </a:tbl>
          </a:graphicData>
        </a:graphic>
      </p:graphicFrame>
      <p:grpSp>
        <p:nvGrpSpPr>
          <p:cNvPr id="545" name="Google Shape;545;p30"/>
          <p:cNvGrpSpPr/>
          <p:nvPr/>
        </p:nvGrpSpPr>
        <p:grpSpPr>
          <a:xfrm>
            <a:off x="1545336" y="2712719"/>
            <a:ext cx="4589399" cy="1422401"/>
            <a:chOff x="1545336" y="2712719"/>
            <a:chExt cx="4589399" cy="1422401"/>
          </a:xfrm>
        </p:grpSpPr>
        <p:sp>
          <p:nvSpPr>
            <p:cNvPr id="546" name="Google Shape;546;p30"/>
            <p:cNvSpPr/>
            <p:nvPr/>
          </p:nvSpPr>
          <p:spPr>
            <a:xfrm>
              <a:off x="1545336" y="2712719"/>
              <a:ext cx="2641600" cy="277495"/>
            </a:xfrm>
            <a:custGeom>
              <a:avLst/>
              <a:gdLst/>
              <a:ahLst/>
              <a:cxnLst/>
              <a:rect l="l" t="t" r="r" b="b"/>
              <a:pathLst>
                <a:path w="2641600" h="277494" extrusionOk="0">
                  <a:moveTo>
                    <a:pt x="1629156" y="0"/>
                  </a:moveTo>
                  <a:lnTo>
                    <a:pt x="0" y="0"/>
                  </a:lnTo>
                  <a:lnTo>
                    <a:pt x="0" y="233172"/>
                  </a:lnTo>
                  <a:lnTo>
                    <a:pt x="1629156" y="233172"/>
                  </a:lnTo>
                  <a:lnTo>
                    <a:pt x="1629156" y="0"/>
                  </a:lnTo>
                  <a:close/>
                </a:path>
                <a:path w="2641600" h="277494" extrusionOk="0">
                  <a:moveTo>
                    <a:pt x="2641092" y="38100"/>
                  </a:moveTo>
                  <a:lnTo>
                    <a:pt x="1981200" y="38100"/>
                  </a:lnTo>
                  <a:lnTo>
                    <a:pt x="1981200" y="277368"/>
                  </a:lnTo>
                  <a:lnTo>
                    <a:pt x="2641092" y="277368"/>
                  </a:lnTo>
                  <a:lnTo>
                    <a:pt x="2641092" y="38100"/>
                  </a:lnTo>
                  <a:close/>
                </a:path>
              </a:pathLst>
            </a:custGeom>
            <a:solidFill>
              <a:srgbClr val="EDEDF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47" name="Google Shape;547;p30"/>
            <p:cNvSpPr/>
            <p:nvPr/>
          </p:nvSpPr>
          <p:spPr>
            <a:xfrm>
              <a:off x="3132455" y="2948305"/>
              <a:ext cx="3002280" cy="1186815"/>
            </a:xfrm>
            <a:custGeom>
              <a:avLst/>
              <a:gdLst/>
              <a:ahLst/>
              <a:cxnLst/>
              <a:rect l="l" t="t" r="r" b="b"/>
              <a:pathLst>
                <a:path w="3002279" h="1186814" extrusionOk="0">
                  <a:moveTo>
                    <a:pt x="2928584" y="1153433"/>
                  </a:moveTo>
                  <a:lnTo>
                    <a:pt x="2879979" y="1161288"/>
                  </a:lnTo>
                  <a:lnTo>
                    <a:pt x="2875245" y="1167765"/>
                  </a:lnTo>
                  <a:lnTo>
                    <a:pt x="2875153" y="1167892"/>
                  </a:lnTo>
                  <a:lnTo>
                    <a:pt x="2877439" y="1181989"/>
                  </a:lnTo>
                  <a:lnTo>
                    <a:pt x="2884170" y="1186815"/>
                  </a:lnTo>
                  <a:lnTo>
                    <a:pt x="2983847" y="1170686"/>
                  </a:lnTo>
                  <a:lnTo>
                    <a:pt x="2973323" y="1170686"/>
                  </a:lnTo>
                  <a:lnTo>
                    <a:pt x="2928584" y="1153433"/>
                  </a:lnTo>
                  <a:close/>
                </a:path>
                <a:path w="3002279" h="1186814" extrusionOk="0">
                  <a:moveTo>
                    <a:pt x="2954007" y="1149325"/>
                  </a:moveTo>
                  <a:lnTo>
                    <a:pt x="2928584" y="1153433"/>
                  </a:lnTo>
                  <a:lnTo>
                    <a:pt x="2973323" y="1170686"/>
                  </a:lnTo>
                  <a:lnTo>
                    <a:pt x="2974877" y="1166622"/>
                  </a:lnTo>
                  <a:lnTo>
                    <a:pt x="2967862" y="1166622"/>
                  </a:lnTo>
                  <a:lnTo>
                    <a:pt x="2954007" y="1149325"/>
                  </a:lnTo>
                  <a:close/>
                </a:path>
                <a:path w="3002279" h="1186814" extrusionOk="0">
                  <a:moveTo>
                    <a:pt x="2919222" y="1073658"/>
                  </a:moveTo>
                  <a:lnTo>
                    <a:pt x="2913634" y="1078103"/>
                  </a:lnTo>
                  <a:lnTo>
                    <a:pt x="2908046" y="1082675"/>
                  </a:lnTo>
                  <a:lnTo>
                    <a:pt x="2907157" y="1090803"/>
                  </a:lnTo>
                  <a:lnTo>
                    <a:pt x="2937872" y="1129184"/>
                  </a:lnTo>
                  <a:lnTo>
                    <a:pt x="2982595" y="1146429"/>
                  </a:lnTo>
                  <a:lnTo>
                    <a:pt x="2973323" y="1170686"/>
                  </a:lnTo>
                  <a:lnTo>
                    <a:pt x="2983847" y="1170686"/>
                  </a:lnTo>
                  <a:lnTo>
                    <a:pt x="3001898" y="1167765"/>
                  </a:lnTo>
                  <a:lnTo>
                    <a:pt x="2931922" y="1080135"/>
                  </a:lnTo>
                  <a:lnTo>
                    <a:pt x="2927349" y="1074547"/>
                  </a:lnTo>
                  <a:lnTo>
                    <a:pt x="2919222" y="1073658"/>
                  </a:lnTo>
                  <a:close/>
                </a:path>
                <a:path w="3002279" h="1186814" extrusionOk="0">
                  <a:moveTo>
                    <a:pt x="2975864" y="1145794"/>
                  </a:moveTo>
                  <a:lnTo>
                    <a:pt x="2954007" y="1149325"/>
                  </a:lnTo>
                  <a:lnTo>
                    <a:pt x="2967862" y="1166622"/>
                  </a:lnTo>
                  <a:lnTo>
                    <a:pt x="2975864" y="1145794"/>
                  </a:lnTo>
                  <a:close/>
                </a:path>
                <a:path w="3002279" h="1186814" extrusionOk="0">
                  <a:moveTo>
                    <a:pt x="2980948" y="1145794"/>
                  </a:moveTo>
                  <a:lnTo>
                    <a:pt x="2975864" y="1145794"/>
                  </a:lnTo>
                  <a:lnTo>
                    <a:pt x="2967862" y="1166622"/>
                  </a:lnTo>
                  <a:lnTo>
                    <a:pt x="2974877" y="1166622"/>
                  </a:lnTo>
                  <a:lnTo>
                    <a:pt x="2982595" y="1146429"/>
                  </a:lnTo>
                  <a:lnTo>
                    <a:pt x="2980948" y="1145794"/>
                  </a:lnTo>
                  <a:close/>
                </a:path>
                <a:path w="3002279" h="1186814" extrusionOk="0">
                  <a:moveTo>
                    <a:pt x="9397" y="0"/>
                  </a:moveTo>
                  <a:lnTo>
                    <a:pt x="0" y="24130"/>
                  </a:lnTo>
                  <a:lnTo>
                    <a:pt x="2928584" y="1153433"/>
                  </a:lnTo>
                  <a:lnTo>
                    <a:pt x="2954007" y="1149325"/>
                  </a:lnTo>
                  <a:lnTo>
                    <a:pt x="2937872" y="1129184"/>
                  </a:lnTo>
                  <a:lnTo>
                    <a:pt x="9397" y="0"/>
                  </a:lnTo>
                  <a:close/>
                </a:path>
                <a:path w="3002279" h="1186814" extrusionOk="0">
                  <a:moveTo>
                    <a:pt x="2937872" y="1129184"/>
                  </a:moveTo>
                  <a:lnTo>
                    <a:pt x="2954007" y="1149325"/>
                  </a:lnTo>
                  <a:lnTo>
                    <a:pt x="2975864" y="1145794"/>
                  </a:lnTo>
                  <a:lnTo>
                    <a:pt x="2980948" y="1145794"/>
                  </a:lnTo>
                  <a:lnTo>
                    <a:pt x="2937872" y="1129184"/>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548" name="Google Shape;548;p30"/>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30</a:t>
            </a:fld>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31"/>
          <p:cNvSpPr txBox="1">
            <a:spLocks noGrp="1"/>
          </p:cNvSpPr>
          <p:nvPr>
            <p:ph type="title"/>
          </p:nvPr>
        </p:nvSpPr>
        <p:spPr>
          <a:xfrm>
            <a:off x="2596133" y="265557"/>
            <a:ext cx="3951732" cy="391159"/>
          </a:xfrm>
          <a:prstGeom prst="rect">
            <a:avLst/>
          </a:prstGeom>
          <a:noFill/>
          <a:ln>
            <a:noFill/>
          </a:ln>
        </p:spPr>
        <p:txBody>
          <a:bodyPr spcFirstLastPara="1" wrap="square" lIns="0" tIns="12700" rIns="0" bIns="0" anchor="t" anchorCtr="0">
            <a:spAutoFit/>
          </a:bodyPr>
          <a:lstStyle/>
          <a:p>
            <a:pPr marL="316230" lvl="0" indent="0" algn="l" rtl="0">
              <a:lnSpc>
                <a:spcPct val="100000"/>
              </a:lnSpc>
              <a:spcBef>
                <a:spcPts val="0"/>
              </a:spcBef>
              <a:spcAft>
                <a:spcPts val="0"/>
              </a:spcAft>
              <a:buNone/>
            </a:pPr>
            <a:r>
              <a:rPr lang="en-US"/>
              <a:t>ACCESSING A CACHE</a:t>
            </a:r>
            <a:endParaRPr/>
          </a:p>
        </p:txBody>
      </p:sp>
      <p:graphicFrame>
        <p:nvGraphicFramePr>
          <p:cNvPr id="554" name="Google Shape;554;p31"/>
          <p:cNvGraphicFramePr/>
          <p:nvPr/>
        </p:nvGraphicFramePr>
        <p:xfrm>
          <a:off x="5135245" y="1552575"/>
          <a:ext cx="3000000" cy="3000000"/>
        </p:xfrm>
        <a:graphic>
          <a:graphicData uri="http://schemas.openxmlformats.org/drawingml/2006/table">
            <a:tbl>
              <a:tblPr firstRow="1" bandRow="1">
                <a:noFill/>
                <a:tableStyleId>{99E32415-C451-4EA8-B95F-1B1F5F90AFCD}</a:tableStyleId>
              </a:tblPr>
              <a:tblGrid>
                <a:gridCol w="659775">
                  <a:extLst>
                    <a:ext uri="{9D8B030D-6E8A-4147-A177-3AD203B41FA5}">
                      <a16:colId xmlns:a16="http://schemas.microsoft.com/office/drawing/2014/main" val="20000"/>
                    </a:ext>
                  </a:extLst>
                </a:gridCol>
                <a:gridCol w="11093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tblGrid>
              <a:tr h="304800">
                <a:tc gridSpan="3">
                  <a:txBody>
                    <a:bodyPr/>
                    <a:lstStyle/>
                    <a:p>
                      <a:pPr marL="1905" marR="0" lvl="0" indent="0" algn="ctr" rtl="0">
                        <a:lnSpc>
                          <a:spcPct val="100000"/>
                        </a:lnSpc>
                        <a:spcBef>
                          <a:spcPts val="0"/>
                        </a:spcBef>
                        <a:spcAft>
                          <a:spcPts val="0"/>
                        </a:spcAft>
                        <a:buNone/>
                      </a:pPr>
                      <a:r>
                        <a:rPr lang="en-US" sz="1400" b="1" u="none" strike="noStrike" cap="none">
                          <a:solidFill>
                            <a:srgbClr val="FFFFFF"/>
                          </a:solidFill>
                          <a:latin typeface="Arial"/>
                          <a:ea typeface="Arial"/>
                          <a:cs typeface="Arial"/>
                          <a:sym typeface="Arial"/>
                        </a:rPr>
                        <a:t>Cache</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00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04800">
                <a:tc>
                  <a:txBody>
                    <a:bodyPr/>
                    <a:lstStyle/>
                    <a:p>
                      <a:pPr marL="635"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Tag</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3810"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Index</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1270"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Data</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extLst>
                  <a:ext uri="{0D108BD9-81ED-4DB2-BD59-A6C34878D82A}">
                    <a16:rowId xmlns:a16="http://schemas.microsoft.com/office/drawing/2014/main" val="10001"/>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2"/>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04800">
                <a:tc>
                  <a:txBody>
                    <a:bodyPr/>
                    <a:lstStyle/>
                    <a:p>
                      <a:pPr marL="0" marR="3175" lvl="0" indent="0" algn="ctr" rtl="0">
                        <a:lnSpc>
                          <a:spcPct val="100000"/>
                        </a:lnSpc>
                        <a:spcBef>
                          <a:spcPts val="0"/>
                        </a:spcBef>
                        <a:spcAft>
                          <a:spcPts val="0"/>
                        </a:spcAft>
                        <a:buNone/>
                      </a:pPr>
                      <a:r>
                        <a:rPr lang="en-US" sz="1400" u="none" strike="noStrike" cap="none">
                          <a:latin typeface="Arial"/>
                          <a:ea typeface="Arial"/>
                          <a:cs typeface="Arial"/>
                          <a:sym typeface="Arial"/>
                        </a:rPr>
                        <a:t>11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M [11010]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4"/>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011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5"/>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6"/>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7"/>
                  </a:ext>
                </a:extLst>
              </a:tr>
              <a:tr h="304800">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635" marR="0" lvl="0" indent="0" algn="ctr" rtl="0">
                        <a:lnSpc>
                          <a:spcPct val="100000"/>
                        </a:lnSpc>
                        <a:spcBef>
                          <a:spcPts val="0"/>
                        </a:spcBef>
                        <a:spcAft>
                          <a:spcPts val="0"/>
                        </a:spcAft>
                        <a:buNone/>
                      </a:pPr>
                      <a:r>
                        <a:rPr lang="en-US" sz="1400" b="1" u="none" strike="noStrike" cap="none">
                          <a:latin typeface="Arial"/>
                          <a:ea typeface="Arial"/>
                          <a:cs typeface="Arial"/>
                          <a:sym typeface="Arial"/>
                        </a:rPr>
                        <a:t>M </a:t>
                      </a: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8"/>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4445" lvl="0" indent="0" algn="ctr" rtl="0">
                        <a:lnSpc>
                          <a:spcPct val="100000"/>
                        </a:lnSpc>
                        <a:spcBef>
                          <a:spcPts val="0"/>
                        </a:spcBef>
                        <a:spcAft>
                          <a:spcPts val="0"/>
                        </a:spcAft>
                        <a:buNone/>
                      </a:pPr>
                      <a:r>
                        <a:rPr lang="en-US" sz="1400" u="none" strike="noStrike" cap="none">
                          <a:latin typeface="Arial"/>
                          <a:ea typeface="Arial"/>
                          <a:cs typeface="Arial"/>
                          <a:sym typeface="Arial"/>
                        </a:rPr>
                        <a:t>111</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9"/>
                  </a:ext>
                </a:extLst>
              </a:tr>
            </a:tbl>
          </a:graphicData>
        </a:graphic>
      </p:graphicFrame>
      <p:graphicFrame>
        <p:nvGraphicFramePr>
          <p:cNvPr id="555" name="Google Shape;555;p31"/>
          <p:cNvGraphicFramePr/>
          <p:nvPr/>
        </p:nvGraphicFramePr>
        <p:xfrm>
          <a:off x="263474" y="1248410"/>
          <a:ext cx="3000000" cy="3000000"/>
        </p:xfrm>
        <a:graphic>
          <a:graphicData uri="http://schemas.openxmlformats.org/drawingml/2006/table">
            <a:tbl>
              <a:tblPr firstRow="1" bandRow="1">
                <a:noFill/>
                <a:tableStyleId>{99E32415-C451-4EA8-B95F-1B1F5F90AFCD}</a:tableStyleId>
              </a:tblPr>
              <a:tblGrid>
                <a:gridCol w="1198875">
                  <a:extLst>
                    <a:ext uri="{9D8B030D-6E8A-4147-A177-3AD203B41FA5}">
                      <a16:colId xmlns:a16="http://schemas.microsoft.com/office/drawing/2014/main" val="20000"/>
                    </a:ext>
                  </a:extLst>
                </a:gridCol>
                <a:gridCol w="1813550">
                  <a:extLst>
                    <a:ext uri="{9D8B030D-6E8A-4147-A177-3AD203B41FA5}">
                      <a16:colId xmlns:a16="http://schemas.microsoft.com/office/drawing/2014/main" val="20001"/>
                    </a:ext>
                  </a:extLst>
                </a:gridCol>
                <a:gridCol w="1139200">
                  <a:extLst>
                    <a:ext uri="{9D8B030D-6E8A-4147-A177-3AD203B41FA5}">
                      <a16:colId xmlns:a16="http://schemas.microsoft.com/office/drawing/2014/main" val="20002"/>
                    </a:ext>
                  </a:extLst>
                </a:gridCol>
              </a:tblGrid>
              <a:tr h="304800">
                <a:tc gridSpan="3">
                  <a:txBody>
                    <a:bodyPr/>
                    <a:lstStyle/>
                    <a:p>
                      <a:pPr marL="0" marR="0" lvl="0" indent="0" algn="ctr" rtl="0">
                        <a:lnSpc>
                          <a:spcPct val="100000"/>
                        </a:lnSpc>
                        <a:spcBef>
                          <a:spcPts val="0"/>
                        </a:spcBef>
                        <a:spcAft>
                          <a:spcPts val="0"/>
                        </a:spcAft>
                        <a:buNone/>
                      </a:pPr>
                      <a:r>
                        <a:rPr lang="en-US" sz="1400" b="1" u="none" strike="noStrike" cap="none">
                          <a:latin typeface="Arial"/>
                          <a:ea typeface="Arial"/>
                          <a:cs typeface="Arial"/>
                          <a:sym typeface="Arial"/>
                        </a:rPr>
                        <a:t>Sequence of memory references</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A6A6A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18150">
                <a:tc>
                  <a:txBody>
                    <a:bodyPr/>
                    <a:lstStyle/>
                    <a:p>
                      <a:pPr marL="222250" marR="167640" lvl="0" indent="-47625" algn="l" rtl="0">
                        <a:lnSpc>
                          <a:spcPct val="100000"/>
                        </a:lnSpc>
                        <a:spcBef>
                          <a:spcPts val="0"/>
                        </a:spcBef>
                        <a:spcAft>
                          <a:spcPts val="0"/>
                        </a:spcAft>
                        <a:buNone/>
                      </a:pPr>
                      <a:r>
                        <a:rPr lang="en-US" sz="1400" u="none" strike="noStrike" cap="none">
                          <a:latin typeface="Arial"/>
                          <a:ea typeface="Arial"/>
                          <a:cs typeface="Arial"/>
                          <a:sym typeface="Arial"/>
                        </a:rPr>
                        <a:t>Address of reference</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tc>
                  <a:txBody>
                    <a:bodyPr/>
                    <a:lstStyle/>
                    <a:p>
                      <a:pPr marL="698500" marR="271145" lvl="0" indent="-419100" algn="l" rtl="0">
                        <a:lnSpc>
                          <a:spcPct val="100000"/>
                        </a:lnSpc>
                        <a:spcBef>
                          <a:spcPts val="0"/>
                        </a:spcBef>
                        <a:spcAft>
                          <a:spcPts val="0"/>
                        </a:spcAft>
                        <a:buNone/>
                      </a:pPr>
                      <a:r>
                        <a:rPr lang="en-US" sz="1400" u="none" strike="noStrike" cap="none">
                          <a:latin typeface="Arial"/>
                          <a:ea typeface="Arial"/>
                          <a:cs typeface="Arial"/>
                          <a:sym typeface="Arial"/>
                        </a:rPr>
                        <a:t>Assigned cache block</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 or miss</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extLst>
                  <a:ext uri="{0D108BD9-81ED-4DB2-BD59-A6C34878D82A}">
                    <a16:rowId xmlns:a16="http://schemas.microsoft.com/office/drawing/2014/main" val="10001"/>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FF0000"/>
                          </a:solidFill>
                          <a:latin typeface="Arial"/>
                          <a:ea typeface="Arial"/>
                          <a:cs typeface="Arial"/>
                          <a:sym typeface="Arial"/>
                        </a:rPr>
                        <a:t>110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FF0000"/>
                          </a:solidFill>
                          <a:latin typeface="Arial"/>
                          <a:ea typeface="Arial"/>
                          <a:cs typeface="Arial"/>
                          <a:sym typeface="Arial"/>
                        </a:rPr>
                        <a:t>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2"/>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a:t>
                      </a:r>
                      <a:r>
                        <a:rPr lang="en-US" sz="1400" u="none" strike="noStrike" cap="none">
                          <a:solidFill>
                            <a:srgbClr val="DD0805"/>
                          </a:solidFill>
                          <a:latin typeface="Arial"/>
                          <a:ea typeface="Arial"/>
                          <a:cs typeface="Arial"/>
                          <a:sym typeface="Arial"/>
                        </a:rPr>
                        <a:t>010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DD0805"/>
                          </a:solidFill>
                          <a:latin typeface="Arial"/>
                          <a:ea typeface="Arial"/>
                          <a:cs typeface="Arial"/>
                          <a:sym typeface="Arial"/>
                        </a:rPr>
                        <a:t>110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4"/>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EF"/>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EF"/>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5"/>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6"/>
                  </a:ext>
                </a:extLst>
              </a:tr>
              <a:tr h="304175">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7"/>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8"/>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9"/>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10"/>
                  </a:ext>
                </a:extLst>
              </a:tr>
            </a:tbl>
          </a:graphicData>
        </a:graphic>
      </p:graphicFrame>
      <p:sp>
        <p:nvSpPr>
          <p:cNvPr id="556" name="Google Shape;556;p31"/>
          <p:cNvSpPr txBox="1"/>
          <p:nvPr/>
        </p:nvSpPr>
        <p:spPr>
          <a:xfrm>
            <a:off x="628192" y="3049396"/>
            <a:ext cx="481965" cy="199390"/>
          </a:xfrm>
          <a:prstGeom prst="rect">
            <a:avLst/>
          </a:prstGeom>
          <a:noFill/>
          <a:ln>
            <a:noFill/>
          </a:ln>
        </p:spPr>
        <p:txBody>
          <a:bodyPr spcFirstLastPara="1" wrap="square" lIns="0" tIns="0" rIns="0" bIns="0" anchor="t" anchorCtr="0">
            <a:spAutoFit/>
          </a:bodyPr>
          <a:lstStyle/>
          <a:p>
            <a:pPr marL="0" marR="0" lvl="0" indent="0" algn="l" rtl="0">
              <a:lnSpc>
                <a:spcPct val="110714"/>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11010</a:t>
            </a:r>
            <a:endParaRPr sz="1400" b="0" i="0" u="none" strike="noStrike" cap="none">
              <a:solidFill>
                <a:srgbClr val="000000"/>
              </a:solidFill>
              <a:latin typeface="Arial"/>
              <a:ea typeface="Arial"/>
              <a:cs typeface="Arial"/>
              <a:sym typeface="Arial"/>
            </a:endParaRPr>
          </a:p>
        </p:txBody>
      </p:sp>
      <p:sp>
        <p:nvSpPr>
          <p:cNvPr id="557" name="Google Shape;557;p31"/>
          <p:cNvSpPr txBox="1"/>
          <p:nvPr/>
        </p:nvSpPr>
        <p:spPr>
          <a:xfrm>
            <a:off x="1600453" y="3049396"/>
            <a:ext cx="1550670" cy="199390"/>
          </a:xfrm>
          <a:prstGeom prst="rect">
            <a:avLst/>
          </a:prstGeom>
          <a:noFill/>
          <a:ln>
            <a:noFill/>
          </a:ln>
        </p:spPr>
        <p:txBody>
          <a:bodyPr spcFirstLastPara="1" wrap="square" lIns="0" tIns="0" rIns="0" bIns="0" anchor="t" anchorCtr="0">
            <a:spAutoFit/>
          </a:bodyPr>
          <a:lstStyle/>
          <a:p>
            <a:pPr marL="0" marR="0" lvl="0" indent="0" algn="l" rtl="0">
              <a:lnSpc>
                <a:spcPct val="110714"/>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11</a:t>
            </a:r>
            <a:r>
              <a:rPr lang="en-US" sz="1400" b="0" i="0" u="none" strike="noStrike" cap="none">
                <a:solidFill>
                  <a:srgbClr val="DD0805"/>
                </a:solidFill>
                <a:latin typeface="Arial"/>
                <a:ea typeface="Arial"/>
                <a:cs typeface="Arial"/>
                <a:sym typeface="Arial"/>
              </a:rPr>
              <a:t>010 </a:t>
            </a:r>
            <a:r>
              <a:rPr lang="en-US" sz="1400" b="1" i="0" u="none" strike="noStrike" cap="none">
                <a:solidFill>
                  <a:srgbClr val="000000"/>
                </a:solidFill>
                <a:latin typeface="Arial"/>
                <a:ea typeface="Arial"/>
                <a:cs typeface="Arial"/>
                <a:sym typeface="Arial"/>
              </a:rPr>
              <a:t>mod </a:t>
            </a:r>
            <a:r>
              <a:rPr lang="en-US" sz="1400" b="0" i="0" u="none" strike="noStrike" cap="none">
                <a:solidFill>
                  <a:srgbClr val="000000"/>
                </a:solidFill>
                <a:latin typeface="Arial"/>
                <a:ea typeface="Arial"/>
                <a:cs typeface="Arial"/>
                <a:sym typeface="Arial"/>
              </a:rPr>
              <a:t>8 = </a:t>
            </a:r>
            <a:r>
              <a:rPr lang="en-US" sz="1400" b="0" i="0" u="none" strike="noStrike" cap="none">
                <a:solidFill>
                  <a:srgbClr val="DD0805"/>
                </a:solidFill>
                <a:latin typeface="Arial"/>
                <a:ea typeface="Arial"/>
                <a:cs typeface="Arial"/>
                <a:sym typeface="Arial"/>
              </a:rPr>
              <a:t>010</a:t>
            </a:r>
            <a:endParaRPr sz="1400" b="0" i="0" u="none" strike="noStrike" cap="none">
              <a:solidFill>
                <a:srgbClr val="000000"/>
              </a:solidFill>
              <a:latin typeface="Arial"/>
              <a:ea typeface="Arial"/>
              <a:cs typeface="Arial"/>
              <a:sym typeface="Arial"/>
            </a:endParaRPr>
          </a:p>
        </p:txBody>
      </p:sp>
      <p:sp>
        <p:nvSpPr>
          <p:cNvPr id="558" name="Google Shape;558;p31"/>
          <p:cNvSpPr txBox="1"/>
          <p:nvPr/>
        </p:nvSpPr>
        <p:spPr>
          <a:xfrm>
            <a:off x="3757929" y="3049396"/>
            <a:ext cx="188595" cy="199390"/>
          </a:xfrm>
          <a:prstGeom prst="rect">
            <a:avLst/>
          </a:prstGeom>
          <a:noFill/>
          <a:ln>
            <a:noFill/>
          </a:ln>
        </p:spPr>
        <p:txBody>
          <a:bodyPr spcFirstLastPara="1" wrap="square" lIns="0" tIns="0" rIns="0" bIns="0" anchor="t" anchorCtr="0">
            <a:spAutoFit/>
          </a:bodyPr>
          <a:lstStyle/>
          <a:p>
            <a:pPr marL="0" marR="0" lvl="0" indent="0" algn="l" rtl="0">
              <a:lnSpc>
                <a:spcPct val="110714"/>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hit</a:t>
            </a:r>
            <a:endParaRPr sz="1400" b="0" i="0" u="none" strike="noStrike" cap="none">
              <a:solidFill>
                <a:srgbClr val="000000"/>
              </a:solidFill>
              <a:latin typeface="Arial"/>
              <a:ea typeface="Arial"/>
              <a:cs typeface="Arial"/>
              <a:sym typeface="Arial"/>
            </a:endParaRPr>
          </a:p>
        </p:txBody>
      </p:sp>
      <p:sp>
        <p:nvSpPr>
          <p:cNvPr id="559" name="Google Shape;559;p31"/>
          <p:cNvSpPr/>
          <p:nvPr/>
        </p:nvSpPr>
        <p:spPr>
          <a:xfrm>
            <a:off x="1533144" y="3017520"/>
            <a:ext cx="1629410" cy="233679"/>
          </a:xfrm>
          <a:custGeom>
            <a:avLst/>
            <a:gdLst/>
            <a:ahLst/>
            <a:cxnLst/>
            <a:rect l="l" t="t" r="r" b="b"/>
            <a:pathLst>
              <a:path w="1629410" h="233679" extrusionOk="0">
                <a:moveTo>
                  <a:pt x="1629156" y="0"/>
                </a:moveTo>
                <a:lnTo>
                  <a:pt x="0" y="0"/>
                </a:lnTo>
                <a:lnTo>
                  <a:pt x="0" y="233172"/>
                </a:lnTo>
                <a:lnTo>
                  <a:pt x="1629156" y="233172"/>
                </a:lnTo>
                <a:lnTo>
                  <a:pt x="1629156" y="0"/>
                </a:lnTo>
                <a:close/>
              </a:path>
            </a:pathLst>
          </a:custGeom>
          <a:solidFill>
            <a:srgbClr val="CCCC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nvGrpSpPr>
          <p:cNvPr id="560" name="Google Shape;560;p31"/>
          <p:cNvGrpSpPr/>
          <p:nvPr/>
        </p:nvGrpSpPr>
        <p:grpSpPr>
          <a:xfrm>
            <a:off x="3174619" y="2879725"/>
            <a:ext cx="2959735" cy="415290"/>
            <a:chOff x="3174619" y="2879725"/>
            <a:chExt cx="2959735" cy="415290"/>
          </a:xfrm>
        </p:grpSpPr>
        <p:sp>
          <p:nvSpPr>
            <p:cNvPr id="561" name="Google Shape;561;p31"/>
            <p:cNvSpPr/>
            <p:nvPr/>
          </p:nvSpPr>
          <p:spPr>
            <a:xfrm>
              <a:off x="3514344" y="3055620"/>
              <a:ext cx="658495" cy="239395"/>
            </a:xfrm>
            <a:custGeom>
              <a:avLst/>
              <a:gdLst/>
              <a:ahLst/>
              <a:cxnLst/>
              <a:rect l="l" t="t" r="r" b="b"/>
              <a:pathLst>
                <a:path w="658495" h="239395" extrusionOk="0">
                  <a:moveTo>
                    <a:pt x="658368" y="0"/>
                  </a:moveTo>
                  <a:lnTo>
                    <a:pt x="0" y="0"/>
                  </a:lnTo>
                  <a:lnTo>
                    <a:pt x="0" y="239267"/>
                  </a:lnTo>
                  <a:lnTo>
                    <a:pt x="658368" y="239267"/>
                  </a:lnTo>
                  <a:lnTo>
                    <a:pt x="658368" y="0"/>
                  </a:lnTo>
                  <a:close/>
                </a:path>
              </a:pathLst>
            </a:custGeom>
            <a:solidFill>
              <a:srgbClr val="CCCC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62" name="Google Shape;562;p31"/>
            <p:cNvSpPr/>
            <p:nvPr/>
          </p:nvSpPr>
          <p:spPr>
            <a:xfrm>
              <a:off x="3174619" y="2879725"/>
              <a:ext cx="2959735" cy="220345"/>
            </a:xfrm>
            <a:custGeom>
              <a:avLst/>
              <a:gdLst/>
              <a:ahLst/>
              <a:cxnLst/>
              <a:rect l="l" t="t" r="r" b="b"/>
              <a:pathLst>
                <a:path w="2959735" h="220344" extrusionOk="0">
                  <a:moveTo>
                    <a:pt x="2885678" y="45638"/>
                  </a:moveTo>
                  <a:lnTo>
                    <a:pt x="0" y="194183"/>
                  </a:lnTo>
                  <a:lnTo>
                    <a:pt x="1269" y="220090"/>
                  </a:lnTo>
                  <a:lnTo>
                    <a:pt x="2886970" y="71427"/>
                  </a:lnTo>
                  <a:lnTo>
                    <a:pt x="2908402" y="57380"/>
                  </a:lnTo>
                  <a:lnTo>
                    <a:pt x="2885678" y="45638"/>
                  </a:lnTo>
                  <a:close/>
                </a:path>
                <a:path w="2959735" h="220344" extrusionOk="0">
                  <a:moveTo>
                    <a:pt x="2937362" y="43179"/>
                  </a:moveTo>
                  <a:lnTo>
                    <a:pt x="2933446" y="43179"/>
                  </a:lnTo>
                  <a:lnTo>
                    <a:pt x="2934767" y="67563"/>
                  </a:lnTo>
                  <a:lnTo>
                    <a:pt x="2934843" y="68961"/>
                  </a:lnTo>
                  <a:lnTo>
                    <a:pt x="2886970" y="71427"/>
                  </a:lnTo>
                  <a:lnTo>
                    <a:pt x="2845689" y="98425"/>
                  </a:lnTo>
                  <a:lnTo>
                    <a:pt x="2844038" y="106425"/>
                  </a:lnTo>
                  <a:lnTo>
                    <a:pt x="2851911" y="118363"/>
                  </a:lnTo>
                  <a:lnTo>
                    <a:pt x="2859913" y="120141"/>
                  </a:lnTo>
                  <a:lnTo>
                    <a:pt x="2959735" y="54737"/>
                  </a:lnTo>
                  <a:lnTo>
                    <a:pt x="2937362" y="43179"/>
                  </a:lnTo>
                  <a:close/>
                </a:path>
                <a:path w="2959735" h="220344" extrusionOk="0">
                  <a:moveTo>
                    <a:pt x="2908402" y="57380"/>
                  </a:moveTo>
                  <a:lnTo>
                    <a:pt x="2886970" y="71427"/>
                  </a:lnTo>
                  <a:lnTo>
                    <a:pt x="2934843" y="68961"/>
                  </a:lnTo>
                  <a:lnTo>
                    <a:pt x="2934767" y="67563"/>
                  </a:lnTo>
                  <a:lnTo>
                    <a:pt x="2928111" y="67563"/>
                  </a:lnTo>
                  <a:lnTo>
                    <a:pt x="2908402" y="57380"/>
                  </a:lnTo>
                  <a:close/>
                </a:path>
                <a:path w="2959735" h="220344" extrusionOk="0">
                  <a:moveTo>
                    <a:pt x="2926969" y="45212"/>
                  </a:moveTo>
                  <a:lnTo>
                    <a:pt x="2908402" y="57380"/>
                  </a:lnTo>
                  <a:lnTo>
                    <a:pt x="2928111" y="67563"/>
                  </a:lnTo>
                  <a:lnTo>
                    <a:pt x="2926990" y="45638"/>
                  </a:lnTo>
                  <a:lnTo>
                    <a:pt x="2926969" y="45212"/>
                  </a:lnTo>
                  <a:close/>
                </a:path>
                <a:path w="2959735" h="220344" extrusionOk="0">
                  <a:moveTo>
                    <a:pt x="2933556" y="45212"/>
                  </a:moveTo>
                  <a:lnTo>
                    <a:pt x="2926969" y="45212"/>
                  </a:lnTo>
                  <a:lnTo>
                    <a:pt x="2928111" y="67563"/>
                  </a:lnTo>
                  <a:lnTo>
                    <a:pt x="2934767" y="67563"/>
                  </a:lnTo>
                  <a:lnTo>
                    <a:pt x="2933579" y="45638"/>
                  </a:lnTo>
                  <a:lnTo>
                    <a:pt x="2933556" y="45212"/>
                  </a:lnTo>
                  <a:close/>
                </a:path>
                <a:path w="2959735" h="220344" extrusionOk="0">
                  <a:moveTo>
                    <a:pt x="2933446" y="43179"/>
                  </a:moveTo>
                  <a:lnTo>
                    <a:pt x="2885678" y="45638"/>
                  </a:lnTo>
                  <a:lnTo>
                    <a:pt x="2908402" y="57380"/>
                  </a:lnTo>
                  <a:lnTo>
                    <a:pt x="2926969" y="45212"/>
                  </a:lnTo>
                  <a:lnTo>
                    <a:pt x="2933556" y="45212"/>
                  </a:lnTo>
                  <a:lnTo>
                    <a:pt x="2933446" y="43179"/>
                  </a:lnTo>
                  <a:close/>
                </a:path>
                <a:path w="2959735" h="220344" extrusionOk="0">
                  <a:moveTo>
                    <a:pt x="2853690" y="0"/>
                  </a:moveTo>
                  <a:lnTo>
                    <a:pt x="2845943" y="2412"/>
                  </a:lnTo>
                  <a:lnTo>
                    <a:pt x="2842641" y="8889"/>
                  </a:lnTo>
                  <a:lnTo>
                    <a:pt x="2839339" y="15239"/>
                  </a:lnTo>
                  <a:lnTo>
                    <a:pt x="2841879" y="22987"/>
                  </a:lnTo>
                  <a:lnTo>
                    <a:pt x="2885678" y="45638"/>
                  </a:lnTo>
                  <a:lnTo>
                    <a:pt x="2933446" y="43179"/>
                  </a:lnTo>
                  <a:lnTo>
                    <a:pt x="2937362" y="43179"/>
                  </a:lnTo>
                  <a:lnTo>
                    <a:pt x="285369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563" name="Google Shape;563;p31"/>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31</a:t>
            </a:fld>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32"/>
          <p:cNvSpPr txBox="1">
            <a:spLocks noGrp="1"/>
          </p:cNvSpPr>
          <p:nvPr>
            <p:ph type="title"/>
          </p:nvPr>
        </p:nvSpPr>
        <p:spPr>
          <a:xfrm>
            <a:off x="2596133" y="265557"/>
            <a:ext cx="3951732" cy="391159"/>
          </a:xfrm>
          <a:prstGeom prst="rect">
            <a:avLst/>
          </a:prstGeom>
          <a:noFill/>
          <a:ln>
            <a:noFill/>
          </a:ln>
        </p:spPr>
        <p:txBody>
          <a:bodyPr spcFirstLastPara="1" wrap="square" lIns="0" tIns="12700" rIns="0" bIns="0" anchor="t" anchorCtr="0">
            <a:spAutoFit/>
          </a:bodyPr>
          <a:lstStyle/>
          <a:p>
            <a:pPr marL="316230" lvl="0" indent="0" algn="l" rtl="0">
              <a:lnSpc>
                <a:spcPct val="100000"/>
              </a:lnSpc>
              <a:spcBef>
                <a:spcPts val="0"/>
              </a:spcBef>
              <a:spcAft>
                <a:spcPts val="0"/>
              </a:spcAft>
              <a:buNone/>
            </a:pPr>
            <a:r>
              <a:rPr lang="en-US"/>
              <a:t>ACCESSING A CACHE</a:t>
            </a:r>
            <a:endParaRPr/>
          </a:p>
        </p:txBody>
      </p:sp>
      <p:sp>
        <p:nvSpPr>
          <p:cNvPr id="569" name="Google Shape;569;p32"/>
          <p:cNvSpPr/>
          <p:nvPr/>
        </p:nvSpPr>
        <p:spPr>
          <a:xfrm>
            <a:off x="6910451" y="2168525"/>
            <a:ext cx="1619250" cy="304800"/>
          </a:xfrm>
          <a:custGeom>
            <a:avLst/>
            <a:gdLst/>
            <a:ahLst/>
            <a:cxnLst/>
            <a:rect l="l" t="t" r="r" b="b"/>
            <a:pathLst>
              <a:path w="1619250" h="304800" extrusionOk="0">
                <a:moveTo>
                  <a:pt x="1618996" y="0"/>
                </a:moveTo>
                <a:lnTo>
                  <a:pt x="0" y="0"/>
                </a:lnTo>
                <a:lnTo>
                  <a:pt x="0" y="304800"/>
                </a:lnTo>
                <a:lnTo>
                  <a:pt x="1618996" y="304800"/>
                </a:lnTo>
                <a:lnTo>
                  <a:pt x="1618996"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70" name="Google Shape;570;p32"/>
          <p:cNvSpPr/>
          <p:nvPr/>
        </p:nvSpPr>
        <p:spPr>
          <a:xfrm>
            <a:off x="5141595" y="2473325"/>
            <a:ext cx="659765" cy="304800"/>
          </a:xfrm>
          <a:custGeom>
            <a:avLst/>
            <a:gdLst/>
            <a:ahLst/>
            <a:cxnLst/>
            <a:rect l="l" t="t" r="r" b="b"/>
            <a:pathLst>
              <a:path w="659764" h="304800" extrusionOk="0">
                <a:moveTo>
                  <a:pt x="659561" y="0"/>
                </a:moveTo>
                <a:lnTo>
                  <a:pt x="0" y="0"/>
                </a:lnTo>
                <a:lnTo>
                  <a:pt x="0" y="304800"/>
                </a:lnTo>
                <a:lnTo>
                  <a:pt x="659561" y="304800"/>
                </a:lnTo>
                <a:lnTo>
                  <a:pt x="659561"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aphicFrame>
        <p:nvGraphicFramePr>
          <p:cNvPr id="571" name="Google Shape;571;p32"/>
          <p:cNvGraphicFramePr/>
          <p:nvPr/>
        </p:nvGraphicFramePr>
        <p:xfrm>
          <a:off x="5135245" y="1552575"/>
          <a:ext cx="3000000" cy="3000000"/>
        </p:xfrm>
        <a:graphic>
          <a:graphicData uri="http://schemas.openxmlformats.org/drawingml/2006/table">
            <a:tbl>
              <a:tblPr firstRow="1" bandRow="1">
                <a:noFill/>
                <a:tableStyleId>{99E32415-C451-4EA8-B95F-1B1F5F90AFCD}</a:tableStyleId>
              </a:tblPr>
              <a:tblGrid>
                <a:gridCol w="659775">
                  <a:extLst>
                    <a:ext uri="{9D8B030D-6E8A-4147-A177-3AD203B41FA5}">
                      <a16:colId xmlns:a16="http://schemas.microsoft.com/office/drawing/2014/main" val="20000"/>
                    </a:ext>
                  </a:extLst>
                </a:gridCol>
                <a:gridCol w="11093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tblGrid>
              <a:tr h="304800">
                <a:tc gridSpan="3">
                  <a:txBody>
                    <a:bodyPr/>
                    <a:lstStyle/>
                    <a:p>
                      <a:pPr marL="1905" marR="0" lvl="0" indent="0" algn="ctr" rtl="0">
                        <a:lnSpc>
                          <a:spcPct val="100000"/>
                        </a:lnSpc>
                        <a:spcBef>
                          <a:spcPts val="0"/>
                        </a:spcBef>
                        <a:spcAft>
                          <a:spcPts val="0"/>
                        </a:spcAft>
                        <a:buNone/>
                      </a:pPr>
                      <a:r>
                        <a:rPr lang="en-US" sz="1400" b="1" u="none" strike="noStrike" cap="none">
                          <a:solidFill>
                            <a:srgbClr val="FFFFFF"/>
                          </a:solidFill>
                          <a:latin typeface="Arial"/>
                          <a:ea typeface="Arial"/>
                          <a:cs typeface="Arial"/>
                          <a:sym typeface="Arial"/>
                        </a:rPr>
                        <a:t>Cache</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00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04800">
                <a:tc>
                  <a:txBody>
                    <a:bodyPr/>
                    <a:lstStyle/>
                    <a:p>
                      <a:pPr marL="635"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Tag</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3810"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Index</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1270"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Data</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extLst>
                  <a:ext uri="{0D108BD9-81ED-4DB2-BD59-A6C34878D82A}">
                    <a16:rowId xmlns:a16="http://schemas.microsoft.com/office/drawing/2014/main" val="10001"/>
                  </a:ext>
                </a:extLst>
              </a:tr>
              <a:tr h="304800">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EDF9"/>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2540" marR="0" lvl="0" indent="0" algn="ctr" rtl="0">
                        <a:lnSpc>
                          <a:spcPct val="100000"/>
                        </a:lnSpc>
                        <a:spcBef>
                          <a:spcPts val="0"/>
                        </a:spcBef>
                        <a:spcAft>
                          <a:spcPts val="0"/>
                        </a:spcAft>
                        <a:buNone/>
                      </a:pPr>
                      <a:r>
                        <a:rPr lang="en-US" sz="1400" u="none" strike="noStrike" cap="none">
                          <a:latin typeface="Arial"/>
                          <a:ea typeface="Arial"/>
                          <a:cs typeface="Arial"/>
                          <a:sym typeface="Arial"/>
                        </a:rPr>
                        <a:t>M [10000]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2"/>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04800">
                <a:tc>
                  <a:txBody>
                    <a:bodyPr/>
                    <a:lstStyle/>
                    <a:p>
                      <a:pPr marL="0" marR="3175" lvl="0" indent="0" algn="ctr" rtl="0">
                        <a:lnSpc>
                          <a:spcPct val="100000"/>
                        </a:lnSpc>
                        <a:spcBef>
                          <a:spcPts val="0"/>
                        </a:spcBef>
                        <a:spcAft>
                          <a:spcPts val="0"/>
                        </a:spcAft>
                        <a:buNone/>
                      </a:pPr>
                      <a:r>
                        <a:rPr lang="en-US" sz="1400" u="none" strike="noStrike" cap="none">
                          <a:latin typeface="Arial"/>
                          <a:ea typeface="Arial"/>
                          <a:cs typeface="Arial"/>
                          <a:sym typeface="Arial"/>
                        </a:rPr>
                        <a:t>11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M [11010]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4"/>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011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5"/>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6"/>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7"/>
                  </a:ext>
                </a:extLst>
              </a:tr>
              <a:tr h="304800">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635" marR="0" lvl="0" indent="0" algn="ctr" rtl="0">
                        <a:lnSpc>
                          <a:spcPct val="100000"/>
                        </a:lnSpc>
                        <a:spcBef>
                          <a:spcPts val="0"/>
                        </a:spcBef>
                        <a:spcAft>
                          <a:spcPts val="0"/>
                        </a:spcAft>
                        <a:buNone/>
                      </a:pPr>
                      <a:r>
                        <a:rPr lang="en-US" sz="1400" b="1" u="none" strike="noStrike" cap="none">
                          <a:latin typeface="Arial"/>
                          <a:ea typeface="Arial"/>
                          <a:cs typeface="Arial"/>
                          <a:sym typeface="Arial"/>
                        </a:rPr>
                        <a:t>M </a:t>
                      </a: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8"/>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4445" lvl="0" indent="0" algn="ctr" rtl="0">
                        <a:lnSpc>
                          <a:spcPct val="100000"/>
                        </a:lnSpc>
                        <a:spcBef>
                          <a:spcPts val="0"/>
                        </a:spcBef>
                        <a:spcAft>
                          <a:spcPts val="0"/>
                        </a:spcAft>
                        <a:buNone/>
                      </a:pPr>
                      <a:r>
                        <a:rPr lang="en-US" sz="1400" u="none" strike="noStrike" cap="none">
                          <a:latin typeface="Arial"/>
                          <a:ea typeface="Arial"/>
                          <a:cs typeface="Arial"/>
                          <a:sym typeface="Arial"/>
                        </a:rPr>
                        <a:t>111</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9"/>
                  </a:ext>
                </a:extLst>
              </a:tr>
            </a:tbl>
          </a:graphicData>
        </a:graphic>
      </p:graphicFrame>
      <p:grpSp>
        <p:nvGrpSpPr>
          <p:cNvPr id="572" name="Google Shape;572;p32"/>
          <p:cNvGrpSpPr/>
          <p:nvPr/>
        </p:nvGrpSpPr>
        <p:grpSpPr>
          <a:xfrm>
            <a:off x="3282822" y="2687320"/>
            <a:ext cx="1139825" cy="609600"/>
            <a:chOff x="3282822" y="2687320"/>
            <a:chExt cx="1139825" cy="609600"/>
          </a:xfrm>
        </p:grpSpPr>
        <p:sp>
          <p:nvSpPr>
            <p:cNvPr id="573" name="Google Shape;573;p32"/>
            <p:cNvSpPr/>
            <p:nvPr/>
          </p:nvSpPr>
          <p:spPr>
            <a:xfrm>
              <a:off x="3282822" y="2687320"/>
              <a:ext cx="1139825" cy="304800"/>
            </a:xfrm>
            <a:custGeom>
              <a:avLst/>
              <a:gdLst/>
              <a:ahLst/>
              <a:cxnLst/>
              <a:rect l="l" t="t" r="r" b="b"/>
              <a:pathLst>
                <a:path w="1139825" h="304800" extrusionOk="0">
                  <a:moveTo>
                    <a:pt x="1139253" y="0"/>
                  </a:moveTo>
                  <a:lnTo>
                    <a:pt x="0" y="0"/>
                  </a:lnTo>
                  <a:lnTo>
                    <a:pt x="0" y="304800"/>
                  </a:lnTo>
                  <a:lnTo>
                    <a:pt x="1139253" y="304800"/>
                  </a:lnTo>
                  <a:lnTo>
                    <a:pt x="1139253"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74" name="Google Shape;574;p32"/>
            <p:cNvSpPr/>
            <p:nvPr/>
          </p:nvSpPr>
          <p:spPr>
            <a:xfrm>
              <a:off x="3282822" y="2992120"/>
              <a:ext cx="1139825" cy="304800"/>
            </a:xfrm>
            <a:custGeom>
              <a:avLst/>
              <a:gdLst/>
              <a:ahLst/>
              <a:cxnLst/>
              <a:rect l="l" t="t" r="r" b="b"/>
              <a:pathLst>
                <a:path w="1139825" h="304800" extrusionOk="0">
                  <a:moveTo>
                    <a:pt x="1139253" y="0"/>
                  </a:moveTo>
                  <a:lnTo>
                    <a:pt x="0" y="0"/>
                  </a:lnTo>
                  <a:lnTo>
                    <a:pt x="0" y="304800"/>
                  </a:lnTo>
                  <a:lnTo>
                    <a:pt x="1139253" y="304800"/>
                  </a:lnTo>
                  <a:lnTo>
                    <a:pt x="1139253"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graphicFrame>
        <p:nvGraphicFramePr>
          <p:cNvPr id="575" name="Google Shape;575;p32"/>
          <p:cNvGraphicFramePr/>
          <p:nvPr/>
        </p:nvGraphicFramePr>
        <p:xfrm>
          <a:off x="263474" y="1248410"/>
          <a:ext cx="3000000" cy="3000000"/>
        </p:xfrm>
        <a:graphic>
          <a:graphicData uri="http://schemas.openxmlformats.org/drawingml/2006/table">
            <a:tbl>
              <a:tblPr firstRow="1" bandRow="1">
                <a:noFill/>
                <a:tableStyleId>{99E32415-C451-4EA8-B95F-1B1F5F90AFCD}</a:tableStyleId>
              </a:tblPr>
              <a:tblGrid>
                <a:gridCol w="1198875">
                  <a:extLst>
                    <a:ext uri="{9D8B030D-6E8A-4147-A177-3AD203B41FA5}">
                      <a16:colId xmlns:a16="http://schemas.microsoft.com/office/drawing/2014/main" val="20000"/>
                    </a:ext>
                  </a:extLst>
                </a:gridCol>
                <a:gridCol w="1813550">
                  <a:extLst>
                    <a:ext uri="{9D8B030D-6E8A-4147-A177-3AD203B41FA5}">
                      <a16:colId xmlns:a16="http://schemas.microsoft.com/office/drawing/2014/main" val="20001"/>
                    </a:ext>
                  </a:extLst>
                </a:gridCol>
                <a:gridCol w="1139200">
                  <a:extLst>
                    <a:ext uri="{9D8B030D-6E8A-4147-A177-3AD203B41FA5}">
                      <a16:colId xmlns:a16="http://schemas.microsoft.com/office/drawing/2014/main" val="20002"/>
                    </a:ext>
                  </a:extLst>
                </a:gridCol>
              </a:tblGrid>
              <a:tr h="304800">
                <a:tc gridSpan="3">
                  <a:txBody>
                    <a:bodyPr/>
                    <a:lstStyle/>
                    <a:p>
                      <a:pPr marL="0" marR="0" lvl="0" indent="0" algn="ctr" rtl="0">
                        <a:lnSpc>
                          <a:spcPct val="100000"/>
                        </a:lnSpc>
                        <a:spcBef>
                          <a:spcPts val="0"/>
                        </a:spcBef>
                        <a:spcAft>
                          <a:spcPts val="0"/>
                        </a:spcAft>
                        <a:buNone/>
                      </a:pPr>
                      <a:r>
                        <a:rPr lang="en-US" sz="1400" b="1" u="none" strike="noStrike" cap="none">
                          <a:latin typeface="Arial"/>
                          <a:ea typeface="Arial"/>
                          <a:cs typeface="Arial"/>
                          <a:sym typeface="Arial"/>
                        </a:rPr>
                        <a:t>Sequence of memory references</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A6A6A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18150">
                <a:tc>
                  <a:txBody>
                    <a:bodyPr/>
                    <a:lstStyle/>
                    <a:p>
                      <a:pPr marL="222250" marR="167640" lvl="0" indent="-47625" algn="l" rtl="0">
                        <a:lnSpc>
                          <a:spcPct val="100000"/>
                        </a:lnSpc>
                        <a:spcBef>
                          <a:spcPts val="0"/>
                        </a:spcBef>
                        <a:spcAft>
                          <a:spcPts val="0"/>
                        </a:spcAft>
                        <a:buNone/>
                      </a:pPr>
                      <a:r>
                        <a:rPr lang="en-US" sz="1400" u="none" strike="noStrike" cap="none">
                          <a:latin typeface="Arial"/>
                          <a:ea typeface="Arial"/>
                          <a:cs typeface="Arial"/>
                          <a:sym typeface="Arial"/>
                        </a:rPr>
                        <a:t>Address of reference</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tc>
                  <a:txBody>
                    <a:bodyPr/>
                    <a:lstStyle/>
                    <a:p>
                      <a:pPr marL="698500" marR="271145" lvl="0" indent="-419100" algn="l" rtl="0">
                        <a:lnSpc>
                          <a:spcPct val="100000"/>
                        </a:lnSpc>
                        <a:spcBef>
                          <a:spcPts val="0"/>
                        </a:spcBef>
                        <a:spcAft>
                          <a:spcPts val="0"/>
                        </a:spcAft>
                        <a:buNone/>
                      </a:pPr>
                      <a:r>
                        <a:rPr lang="en-US" sz="1400" u="none" strike="noStrike" cap="none">
                          <a:latin typeface="Arial"/>
                          <a:ea typeface="Arial"/>
                          <a:cs typeface="Arial"/>
                          <a:sym typeface="Arial"/>
                        </a:rPr>
                        <a:t>Assigned cache block</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 or miss</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extLst>
                  <a:ext uri="{0D108BD9-81ED-4DB2-BD59-A6C34878D82A}">
                    <a16:rowId xmlns:a16="http://schemas.microsoft.com/office/drawing/2014/main" val="10001"/>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FF0000"/>
                          </a:solidFill>
                          <a:latin typeface="Arial"/>
                          <a:ea typeface="Arial"/>
                          <a:cs typeface="Arial"/>
                          <a:sym typeface="Arial"/>
                        </a:rPr>
                        <a:t>110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FF0000"/>
                          </a:solidFill>
                          <a:latin typeface="Arial"/>
                          <a:ea typeface="Arial"/>
                          <a:cs typeface="Arial"/>
                          <a:sym typeface="Arial"/>
                        </a:rPr>
                        <a:t>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2"/>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a:t>
                      </a:r>
                      <a:r>
                        <a:rPr lang="en-US" sz="1400" u="none" strike="noStrike" cap="none">
                          <a:solidFill>
                            <a:srgbClr val="DD0805"/>
                          </a:solidFill>
                          <a:latin typeface="Arial"/>
                          <a:ea typeface="Arial"/>
                          <a:cs typeface="Arial"/>
                          <a:sym typeface="Arial"/>
                        </a:rPr>
                        <a:t>010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DD0805"/>
                          </a:solidFill>
                          <a:latin typeface="Arial"/>
                          <a:ea typeface="Arial"/>
                          <a:cs typeface="Arial"/>
                          <a:sym typeface="Arial"/>
                        </a:rPr>
                        <a:t>110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4"/>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a:t>
                      </a:r>
                      <a:r>
                        <a:rPr lang="en-US" sz="1400" u="none" strike="noStrike" cap="none">
                          <a:solidFill>
                            <a:srgbClr val="DD0805"/>
                          </a:solidFill>
                          <a:latin typeface="Arial"/>
                          <a:ea typeface="Arial"/>
                          <a:cs typeface="Arial"/>
                          <a:sym typeface="Arial"/>
                        </a:rPr>
                        <a:t>010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5"/>
                  </a:ext>
                </a:extLst>
              </a:tr>
              <a:tr h="304800">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10000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EDF9"/>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DD0805"/>
                          </a:solidFill>
                          <a:latin typeface="Arial"/>
                          <a:ea typeface="Arial"/>
                          <a:cs typeface="Arial"/>
                          <a:sym typeface="Arial"/>
                        </a:rPr>
                        <a:t>000 </a:t>
                      </a:r>
                      <a:r>
                        <a:rPr lang="en-US" sz="1400" u="none" strike="noStrike" cap="none">
                          <a:latin typeface="Arial"/>
                          <a:ea typeface="Arial"/>
                          <a:cs typeface="Arial"/>
                          <a:sym typeface="Arial"/>
                        </a:rPr>
                        <a:t>mod 8 = </a:t>
                      </a:r>
                      <a:r>
                        <a:rPr lang="en-US" sz="1400" u="none" strike="noStrike" cap="none">
                          <a:solidFill>
                            <a:srgbClr val="DD0805"/>
                          </a:solidFill>
                          <a:latin typeface="Arial"/>
                          <a:ea typeface="Arial"/>
                          <a:cs typeface="Arial"/>
                          <a:sym typeface="Arial"/>
                        </a:rPr>
                        <a:t>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EDF9"/>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EDF9"/>
                    </a:solidFill>
                  </a:tcPr>
                </a:tc>
                <a:extLst>
                  <a:ext uri="{0D108BD9-81ED-4DB2-BD59-A6C34878D82A}">
                    <a16:rowId xmlns:a16="http://schemas.microsoft.com/office/drawing/2014/main" val="10006"/>
                  </a:ext>
                </a:extLst>
              </a:tr>
              <a:tr h="304175">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7"/>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8"/>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9"/>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10"/>
                  </a:ext>
                </a:extLst>
              </a:tr>
            </a:tbl>
          </a:graphicData>
        </a:graphic>
      </p:graphicFrame>
      <p:sp>
        <p:nvSpPr>
          <p:cNvPr id="576" name="Google Shape;576;p32"/>
          <p:cNvSpPr/>
          <p:nvPr/>
        </p:nvSpPr>
        <p:spPr>
          <a:xfrm>
            <a:off x="3158617" y="2329433"/>
            <a:ext cx="2938145" cy="1100455"/>
          </a:xfrm>
          <a:custGeom>
            <a:avLst/>
            <a:gdLst/>
            <a:ahLst/>
            <a:cxnLst/>
            <a:rect l="l" t="t" r="r" b="b"/>
            <a:pathLst>
              <a:path w="2938145" h="1100454" extrusionOk="0">
                <a:moveTo>
                  <a:pt x="2864647" y="34287"/>
                </a:moveTo>
                <a:lnTo>
                  <a:pt x="0" y="1075943"/>
                </a:lnTo>
                <a:lnTo>
                  <a:pt x="8889" y="1100327"/>
                </a:lnTo>
                <a:lnTo>
                  <a:pt x="2873454" y="58656"/>
                </a:lnTo>
                <a:lnTo>
                  <a:pt x="2889939" y="38859"/>
                </a:lnTo>
                <a:lnTo>
                  <a:pt x="2864647" y="34287"/>
                </a:lnTo>
                <a:close/>
              </a:path>
              <a:path w="2938145" h="1100454" extrusionOk="0">
                <a:moveTo>
                  <a:pt x="2919285" y="17906"/>
                </a:moveTo>
                <a:lnTo>
                  <a:pt x="2909697" y="17906"/>
                </a:lnTo>
                <a:lnTo>
                  <a:pt x="2918460" y="42290"/>
                </a:lnTo>
                <a:lnTo>
                  <a:pt x="2873454" y="58656"/>
                </a:lnTo>
                <a:lnTo>
                  <a:pt x="2846578" y="90931"/>
                </a:lnTo>
                <a:lnTo>
                  <a:pt x="2842006" y="96519"/>
                </a:lnTo>
                <a:lnTo>
                  <a:pt x="2842641" y="104648"/>
                </a:lnTo>
                <a:lnTo>
                  <a:pt x="2848229" y="109219"/>
                </a:lnTo>
                <a:lnTo>
                  <a:pt x="2853690" y="113791"/>
                </a:lnTo>
                <a:lnTo>
                  <a:pt x="2861818" y="113029"/>
                </a:lnTo>
                <a:lnTo>
                  <a:pt x="2938145" y="21336"/>
                </a:lnTo>
                <a:lnTo>
                  <a:pt x="2919285" y="17906"/>
                </a:lnTo>
                <a:close/>
              </a:path>
              <a:path w="2938145" h="1100454" extrusionOk="0">
                <a:moveTo>
                  <a:pt x="2889939" y="38859"/>
                </a:moveTo>
                <a:lnTo>
                  <a:pt x="2873454" y="58656"/>
                </a:lnTo>
                <a:lnTo>
                  <a:pt x="2917063" y="42799"/>
                </a:lnTo>
                <a:lnTo>
                  <a:pt x="2911729" y="42799"/>
                </a:lnTo>
                <a:lnTo>
                  <a:pt x="2889939" y="38859"/>
                </a:lnTo>
                <a:close/>
              </a:path>
              <a:path w="2938145" h="1100454" extrusionOk="0">
                <a:moveTo>
                  <a:pt x="2904109" y="21843"/>
                </a:moveTo>
                <a:lnTo>
                  <a:pt x="2889939" y="38859"/>
                </a:lnTo>
                <a:lnTo>
                  <a:pt x="2911729" y="42799"/>
                </a:lnTo>
                <a:lnTo>
                  <a:pt x="2904109" y="21843"/>
                </a:lnTo>
                <a:close/>
              </a:path>
              <a:path w="2938145" h="1100454" extrusionOk="0">
                <a:moveTo>
                  <a:pt x="2911111" y="21843"/>
                </a:moveTo>
                <a:lnTo>
                  <a:pt x="2904109" y="21843"/>
                </a:lnTo>
                <a:lnTo>
                  <a:pt x="2911729" y="42799"/>
                </a:lnTo>
                <a:lnTo>
                  <a:pt x="2917063" y="42799"/>
                </a:lnTo>
                <a:lnTo>
                  <a:pt x="2918460" y="42290"/>
                </a:lnTo>
                <a:lnTo>
                  <a:pt x="2911111" y="21843"/>
                </a:lnTo>
                <a:close/>
              </a:path>
              <a:path w="2938145" h="1100454" extrusionOk="0">
                <a:moveTo>
                  <a:pt x="2909697" y="17906"/>
                </a:moveTo>
                <a:lnTo>
                  <a:pt x="2864647" y="34287"/>
                </a:lnTo>
                <a:lnTo>
                  <a:pt x="2889939" y="38859"/>
                </a:lnTo>
                <a:lnTo>
                  <a:pt x="2904109" y="21843"/>
                </a:lnTo>
                <a:lnTo>
                  <a:pt x="2911111" y="21843"/>
                </a:lnTo>
                <a:lnTo>
                  <a:pt x="2909697" y="17906"/>
                </a:lnTo>
                <a:close/>
              </a:path>
              <a:path w="2938145" h="1100454" extrusionOk="0">
                <a:moveTo>
                  <a:pt x="2820797" y="0"/>
                </a:moveTo>
                <a:lnTo>
                  <a:pt x="2814066" y="4699"/>
                </a:lnTo>
                <a:lnTo>
                  <a:pt x="2811525" y="18795"/>
                </a:lnTo>
                <a:lnTo>
                  <a:pt x="2816097" y="25526"/>
                </a:lnTo>
                <a:lnTo>
                  <a:pt x="2864647" y="34287"/>
                </a:lnTo>
                <a:lnTo>
                  <a:pt x="2909697" y="17906"/>
                </a:lnTo>
                <a:lnTo>
                  <a:pt x="2919285" y="17906"/>
                </a:lnTo>
                <a:lnTo>
                  <a:pt x="282079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77" name="Google Shape;577;p32"/>
          <p:cNvSpPr/>
          <p:nvPr/>
        </p:nvSpPr>
        <p:spPr>
          <a:xfrm>
            <a:off x="7171943" y="2229611"/>
            <a:ext cx="1007744" cy="208915"/>
          </a:xfrm>
          <a:custGeom>
            <a:avLst/>
            <a:gdLst/>
            <a:ahLst/>
            <a:cxnLst/>
            <a:rect l="l" t="t" r="r" b="b"/>
            <a:pathLst>
              <a:path w="1007745" h="208914" extrusionOk="0">
                <a:moveTo>
                  <a:pt x="1007363" y="0"/>
                </a:moveTo>
                <a:lnTo>
                  <a:pt x="0" y="0"/>
                </a:lnTo>
                <a:lnTo>
                  <a:pt x="0" y="208787"/>
                </a:lnTo>
                <a:lnTo>
                  <a:pt x="1007363" y="208787"/>
                </a:lnTo>
                <a:lnTo>
                  <a:pt x="1007363" y="0"/>
                </a:lnTo>
                <a:close/>
              </a:path>
            </a:pathLst>
          </a:custGeom>
          <a:solidFill>
            <a:srgbClr val="EDEDF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78" name="Google Shape;578;p32"/>
          <p:cNvSpPr/>
          <p:nvPr/>
        </p:nvSpPr>
        <p:spPr>
          <a:xfrm>
            <a:off x="5231891" y="2217420"/>
            <a:ext cx="502920" cy="233679"/>
          </a:xfrm>
          <a:custGeom>
            <a:avLst/>
            <a:gdLst/>
            <a:ahLst/>
            <a:cxnLst/>
            <a:rect l="l" t="t" r="r" b="b"/>
            <a:pathLst>
              <a:path w="502920" h="233680" extrusionOk="0">
                <a:moveTo>
                  <a:pt x="502920" y="0"/>
                </a:moveTo>
                <a:lnTo>
                  <a:pt x="0" y="0"/>
                </a:lnTo>
                <a:lnTo>
                  <a:pt x="0" y="233172"/>
                </a:lnTo>
                <a:lnTo>
                  <a:pt x="502920" y="233172"/>
                </a:lnTo>
                <a:lnTo>
                  <a:pt x="502920" y="0"/>
                </a:lnTo>
                <a:close/>
              </a:path>
            </a:pathLst>
          </a:custGeom>
          <a:solidFill>
            <a:srgbClr val="EDEDF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79" name="Google Shape;579;p32"/>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32</a:t>
            </a:fld>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33"/>
          <p:cNvSpPr txBox="1">
            <a:spLocks noGrp="1"/>
          </p:cNvSpPr>
          <p:nvPr>
            <p:ph type="title"/>
          </p:nvPr>
        </p:nvSpPr>
        <p:spPr>
          <a:xfrm>
            <a:off x="2596133" y="265557"/>
            <a:ext cx="3951732" cy="391159"/>
          </a:xfrm>
          <a:prstGeom prst="rect">
            <a:avLst/>
          </a:prstGeom>
          <a:noFill/>
          <a:ln>
            <a:noFill/>
          </a:ln>
        </p:spPr>
        <p:txBody>
          <a:bodyPr spcFirstLastPara="1" wrap="square" lIns="0" tIns="12700" rIns="0" bIns="0" anchor="t" anchorCtr="0">
            <a:spAutoFit/>
          </a:bodyPr>
          <a:lstStyle/>
          <a:p>
            <a:pPr marL="316230" lvl="0" indent="0" algn="l" rtl="0">
              <a:lnSpc>
                <a:spcPct val="100000"/>
              </a:lnSpc>
              <a:spcBef>
                <a:spcPts val="0"/>
              </a:spcBef>
              <a:spcAft>
                <a:spcPts val="0"/>
              </a:spcAft>
              <a:buNone/>
            </a:pPr>
            <a:r>
              <a:rPr lang="en-US"/>
              <a:t>ACCESSING A CACHE</a:t>
            </a:r>
            <a:endParaRPr/>
          </a:p>
        </p:txBody>
      </p:sp>
      <p:sp>
        <p:nvSpPr>
          <p:cNvPr id="585" name="Google Shape;585;p33"/>
          <p:cNvSpPr/>
          <p:nvPr/>
        </p:nvSpPr>
        <p:spPr>
          <a:xfrm>
            <a:off x="6910451" y="3082925"/>
            <a:ext cx="1619250" cy="304800"/>
          </a:xfrm>
          <a:custGeom>
            <a:avLst/>
            <a:gdLst/>
            <a:ahLst/>
            <a:cxnLst/>
            <a:rect l="l" t="t" r="r" b="b"/>
            <a:pathLst>
              <a:path w="1619250" h="304800" extrusionOk="0">
                <a:moveTo>
                  <a:pt x="1618996" y="0"/>
                </a:moveTo>
                <a:lnTo>
                  <a:pt x="0" y="0"/>
                </a:lnTo>
                <a:lnTo>
                  <a:pt x="0" y="304800"/>
                </a:lnTo>
                <a:lnTo>
                  <a:pt x="1618996" y="304800"/>
                </a:lnTo>
                <a:lnTo>
                  <a:pt x="1618996"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86" name="Google Shape;586;p33"/>
          <p:cNvSpPr/>
          <p:nvPr/>
        </p:nvSpPr>
        <p:spPr>
          <a:xfrm>
            <a:off x="5141595" y="3387725"/>
            <a:ext cx="659765" cy="304800"/>
          </a:xfrm>
          <a:custGeom>
            <a:avLst/>
            <a:gdLst/>
            <a:ahLst/>
            <a:cxnLst/>
            <a:rect l="l" t="t" r="r" b="b"/>
            <a:pathLst>
              <a:path w="659764" h="304800" extrusionOk="0">
                <a:moveTo>
                  <a:pt x="659561" y="0"/>
                </a:moveTo>
                <a:lnTo>
                  <a:pt x="0" y="0"/>
                </a:lnTo>
                <a:lnTo>
                  <a:pt x="0" y="304800"/>
                </a:lnTo>
                <a:lnTo>
                  <a:pt x="659561" y="304800"/>
                </a:lnTo>
                <a:lnTo>
                  <a:pt x="659561"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87" name="Google Shape;587;p33"/>
          <p:cNvSpPr txBox="1"/>
          <p:nvPr/>
        </p:nvSpPr>
        <p:spPr>
          <a:xfrm>
            <a:off x="5372989" y="3140201"/>
            <a:ext cx="198120" cy="199390"/>
          </a:xfrm>
          <a:prstGeom prst="rect">
            <a:avLst/>
          </a:prstGeom>
          <a:noFill/>
          <a:ln>
            <a:noFill/>
          </a:ln>
        </p:spPr>
        <p:txBody>
          <a:bodyPr spcFirstLastPara="1" wrap="square" lIns="0" tIns="0" rIns="0" bIns="0" anchor="t" anchorCtr="0">
            <a:spAutoFit/>
          </a:bodyPr>
          <a:lstStyle/>
          <a:p>
            <a:pPr marL="0" marR="0" lvl="0" indent="0" algn="l" rtl="0">
              <a:lnSpc>
                <a:spcPct val="110714"/>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00</a:t>
            </a:r>
            <a:endParaRPr sz="1400" b="0" i="0" u="none" strike="noStrike" cap="none">
              <a:solidFill>
                <a:srgbClr val="000000"/>
              </a:solidFill>
              <a:latin typeface="Arial"/>
              <a:ea typeface="Arial"/>
              <a:cs typeface="Arial"/>
              <a:sym typeface="Arial"/>
            </a:endParaRPr>
          </a:p>
        </p:txBody>
      </p:sp>
      <p:sp>
        <p:nvSpPr>
          <p:cNvPr id="588" name="Google Shape;588;p33"/>
          <p:cNvSpPr txBox="1"/>
          <p:nvPr/>
        </p:nvSpPr>
        <p:spPr>
          <a:xfrm>
            <a:off x="7355713" y="3140201"/>
            <a:ext cx="729615" cy="199390"/>
          </a:xfrm>
          <a:prstGeom prst="rect">
            <a:avLst/>
          </a:prstGeom>
          <a:noFill/>
          <a:ln>
            <a:noFill/>
          </a:ln>
        </p:spPr>
        <p:txBody>
          <a:bodyPr spcFirstLastPara="1" wrap="square" lIns="0" tIns="0" rIns="0" bIns="0" anchor="t" anchorCtr="0">
            <a:spAutoFit/>
          </a:bodyPr>
          <a:lstStyle/>
          <a:p>
            <a:pPr marL="0" marR="0" lvl="0" indent="0" algn="l" rtl="0">
              <a:lnSpc>
                <a:spcPct val="110714"/>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M[00011]</a:t>
            </a:r>
            <a:endParaRPr sz="1400" b="0" i="0" u="none" strike="noStrike" cap="none">
              <a:solidFill>
                <a:srgbClr val="000000"/>
              </a:solidFill>
              <a:latin typeface="Arial"/>
              <a:ea typeface="Arial"/>
              <a:cs typeface="Arial"/>
              <a:sym typeface="Arial"/>
            </a:endParaRPr>
          </a:p>
        </p:txBody>
      </p:sp>
      <p:sp>
        <p:nvSpPr>
          <p:cNvPr id="589" name="Google Shape;589;p33"/>
          <p:cNvSpPr/>
          <p:nvPr/>
        </p:nvSpPr>
        <p:spPr>
          <a:xfrm>
            <a:off x="7222235" y="3144011"/>
            <a:ext cx="1007744" cy="208915"/>
          </a:xfrm>
          <a:custGeom>
            <a:avLst/>
            <a:gdLst/>
            <a:ahLst/>
            <a:cxnLst/>
            <a:rect l="l" t="t" r="r" b="b"/>
            <a:pathLst>
              <a:path w="1007745" h="208914" extrusionOk="0">
                <a:moveTo>
                  <a:pt x="1007364" y="0"/>
                </a:moveTo>
                <a:lnTo>
                  <a:pt x="0" y="0"/>
                </a:lnTo>
                <a:lnTo>
                  <a:pt x="0" y="208787"/>
                </a:lnTo>
                <a:lnTo>
                  <a:pt x="1007364" y="208787"/>
                </a:lnTo>
                <a:lnTo>
                  <a:pt x="1007364" y="0"/>
                </a:lnTo>
                <a:close/>
              </a:path>
            </a:pathLst>
          </a:custGeom>
          <a:solidFill>
            <a:srgbClr val="CCCC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aphicFrame>
        <p:nvGraphicFramePr>
          <p:cNvPr id="590" name="Google Shape;590;p33"/>
          <p:cNvGraphicFramePr/>
          <p:nvPr/>
        </p:nvGraphicFramePr>
        <p:xfrm>
          <a:off x="5135245" y="1552575"/>
          <a:ext cx="3000000" cy="3000000"/>
        </p:xfrm>
        <a:graphic>
          <a:graphicData uri="http://schemas.openxmlformats.org/drawingml/2006/table">
            <a:tbl>
              <a:tblPr firstRow="1" bandRow="1">
                <a:noFill/>
                <a:tableStyleId>{99E32415-C451-4EA8-B95F-1B1F5F90AFCD}</a:tableStyleId>
              </a:tblPr>
              <a:tblGrid>
                <a:gridCol w="659775">
                  <a:extLst>
                    <a:ext uri="{9D8B030D-6E8A-4147-A177-3AD203B41FA5}">
                      <a16:colId xmlns:a16="http://schemas.microsoft.com/office/drawing/2014/main" val="20000"/>
                    </a:ext>
                  </a:extLst>
                </a:gridCol>
                <a:gridCol w="11093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tblGrid>
              <a:tr h="304800">
                <a:tc gridSpan="3">
                  <a:txBody>
                    <a:bodyPr/>
                    <a:lstStyle/>
                    <a:p>
                      <a:pPr marL="1905" marR="0" lvl="0" indent="0" algn="ctr" rtl="0">
                        <a:lnSpc>
                          <a:spcPct val="100000"/>
                        </a:lnSpc>
                        <a:spcBef>
                          <a:spcPts val="0"/>
                        </a:spcBef>
                        <a:spcAft>
                          <a:spcPts val="0"/>
                        </a:spcAft>
                        <a:buNone/>
                      </a:pPr>
                      <a:r>
                        <a:rPr lang="en-US" sz="1400" b="1" u="none" strike="noStrike" cap="none">
                          <a:solidFill>
                            <a:srgbClr val="FFFFFF"/>
                          </a:solidFill>
                          <a:latin typeface="Arial"/>
                          <a:ea typeface="Arial"/>
                          <a:cs typeface="Arial"/>
                          <a:sym typeface="Arial"/>
                        </a:rPr>
                        <a:t>Cache</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00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04800">
                <a:tc>
                  <a:txBody>
                    <a:bodyPr/>
                    <a:lstStyle/>
                    <a:p>
                      <a:pPr marL="635"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Tag</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3810"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Index</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1270"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Data</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extLst>
                  <a:ext uri="{0D108BD9-81ED-4DB2-BD59-A6C34878D82A}">
                    <a16:rowId xmlns:a16="http://schemas.microsoft.com/office/drawing/2014/main" val="10001"/>
                  </a:ext>
                </a:extLst>
              </a:tr>
              <a:tr h="304800">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2540" marR="0" lvl="0" indent="0" algn="ctr" rtl="0">
                        <a:lnSpc>
                          <a:spcPct val="100000"/>
                        </a:lnSpc>
                        <a:spcBef>
                          <a:spcPts val="0"/>
                        </a:spcBef>
                        <a:spcAft>
                          <a:spcPts val="0"/>
                        </a:spcAft>
                        <a:buNone/>
                      </a:pPr>
                      <a:r>
                        <a:rPr lang="en-US" sz="1400" u="none" strike="noStrike" cap="none">
                          <a:latin typeface="Arial"/>
                          <a:ea typeface="Arial"/>
                          <a:cs typeface="Arial"/>
                          <a:sym typeface="Arial"/>
                        </a:rPr>
                        <a:t>M [10000]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2"/>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04800">
                <a:tc>
                  <a:txBody>
                    <a:bodyPr/>
                    <a:lstStyle/>
                    <a:p>
                      <a:pPr marL="0" marR="3175" lvl="0" indent="0" algn="ctr" rtl="0">
                        <a:lnSpc>
                          <a:spcPct val="100000"/>
                        </a:lnSpc>
                        <a:spcBef>
                          <a:spcPts val="0"/>
                        </a:spcBef>
                        <a:spcAft>
                          <a:spcPts val="0"/>
                        </a:spcAft>
                        <a:buNone/>
                      </a:pPr>
                      <a:r>
                        <a:rPr lang="en-US" sz="1400" u="none" strike="noStrike" cap="none">
                          <a:latin typeface="Arial"/>
                          <a:ea typeface="Arial"/>
                          <a:cs typeface="Arial"/>
                          <a:sym typeface="Arial"/>
                        </a:rPr>
                        <a:t>11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M [11010]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4"/>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EF"/>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011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5"/>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6"/>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7"/>
                  </a:ext>
                </a:extLst>
              </a:tr>
              <a:tr h="304800">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635" marR="0" lvl="0" indent="0" algn="ctr" rtl="0">
                        <a:lnSpc>
                          <a:spcPct val="100000"/>
                        </a:lnSpc>
                        <a:spcBef>
                          <a:spcPts val="0"/>
                        </a:spcBef>
                        <a:spcAft>
                          <a:spcPts val="0"/>
                        </a:spcAft>
                        <a:buNone/>
                      </a:pPr>
                      <a:r>
                        <a:rPr lang="en-US" sz="1400" b="1" u="none" strike="noStrike" cap="none">
                          <a:latin typeface="Arial"/>
                          <a:ea typeface="Arial"/>
                          <a:cs typeface="Arial"/>
                          <a:sym typeface="Arial"/>
                        </a:rPr>
                        <a:t>M </a:t>
                      </a: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8"/>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4445" lvl="0" indent="0" algn="ctr" rtl="0">
                        <a:lnSpc>
                          <a:spcPct val="100000"/>
                        </a:lnSpc>
                        <a:spcBef>
                          <a:spcPts val="0"/>
                        </a:spcBef>
                        <a:spcAft>
                          <a:spcPts val="0"/>
                        </a:spcAft>
                        <a:buNone/>
                      </a:pPr>
                      <a:r>
                        <a:rPr lang="en-US" sz="1400" u="none" strike="noStrike" cap="none">
                          <a:latin typeface="Arial"/>
                          <a:ea typeface="Arial"/>
                          <a:cs typeface="Arial"/>
                          <a:sym typeface="Arial"/>
                        </a:rPr>
                        <a:t>111</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9"/>
                  </a:ext>
                </a:extLst>
              </a:tr>
            </a:tbl>
          </a:graphicData>
        </a:graphic>
      </p:graphicFrame>
      <p:grpSp>
        <p:nvGrpSpPr>
          <p:cNvPr id="591" name="Google Shape;591;p33"/>
          <p:cNvGrpSpPr/>
          <p:nvPr/>
        </p:nvGrpSpPr>
        <p:grpSpPr>
          <a:xfrm>
            <a:off x="3282822" y="3296920"/>
            <a:ext cx="1139825" cy="609600"/>
            <a:chOff x="3282822" y="3296920"/>
            <a:chExt cx="1139825" cy="609600"/>
          </a:xfrm>
        </p:grpSpPr>
        <p:sp>
          <p:nvSpPr>
            <p:cNvPr id="592" name="Google Shape;592;p33"/>
            <p:cNvSpPr/>
            <p:nvPr/>
          </p:nvSpPr>
          <p:spPr>
            <a:xfrm>
              <a:off x="3282822" y="3296920"/>
              <a:ext cx="1139825" cy="304800"/>
            </a:xfrm>
            <a:custGeom>
              <a:avLst/>
              <a:gdLst/>
              <a:ahLst/>
              <a:cxnLst/>
              <a:rect l="l" t="t" r="r" b="b"/>
              <a:pathLst>
                <a:path w="1139825" h="304800" extrusionOk="0">
                  <a:moveTo>
                    <a:pt x="1139253" y="0"/>
                  </a:moveTo>
                  <a:lnTo>
                    <a:pt x="0" y="0"/>
                  </a:lnTo>
                  <a:lnTo>
                    <a:pt x="0" y="304800"/>
                  </a:lnTo>
                  <a:lnTo>
                    <a:pt x="1139253" y="304800"/>
                  </a:lnTo>
                  <a:lnTo>
                    <a:pt x="1139253"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93" name="Google Shape;593;p33"/>
            <p:cNvSpPr/>
            <p:nvPr/>
          </p:nvSpPr>
          <p:spPr>
            <a:xfrm>
              <a:off x="3282822" y="3601720"/>
              <a:ext cx="1139825" cy="304800"/>
            </a:xfrm>
            <a:custGeom>
              <a:avLst/>
              <a:gdLst/>
              <a:ahLst/>
              <a:cxnLst/>
              <a:rect l="l" t="t" r="r" b="b"/>
              <a:pathLst>
                <a:path w="1139825" h="304800" extrusionOk="0">
                  <a:moveTo>
                    <a:pt x="1139253" y="0"/>
                  </a:moveTo>
                  <a:lnTo>
                    <a:pt x="0" y="0"/>
                  </a:lnTo>
                  <a:lnTo>
                    <a:pt x="0" y="304799"/>
                  </a:lnTo>
                  <a:lnTo>
                    <a:pt x="1139253" y="304799"/>
                  </a:lnTo>
                  <a:lnTo>
                    <a:pt x="1139253"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594" name="Google Shape;594;p33"/>
          <p:cNvSpPr txBox="1"/>
          <p:nvPr/>
        </p:nvSpPr>
        <p:spPr>
          <a:xfrm>
            <a:off x="628192" y="3658996"/>
            <a:ext cx="481965" cy="199390"/>
          </a:xfrm>
          <a:prstGeom prst="rect">
            <a:avLst/>
          </a:prstGeom>
          <a:noFill/>
          <a:ln>
            <a:noFill/>
          </a:ln>
        </p:spPr>
        <p:txBody>
          <a:bodyPr spcFirstLastPara="1" wrap="square" lIns="0" tIns="0" rIns="0" bIns="0" anchor="t" anchorCtr="0">
            <a:spAutoFit/>
          </a:bodyPr>
          <a:lstStyle/>
          <a:p>
            <a:pPr marL="0" marR="0" lvl="0" indent="0" algn="l" rtl="0">
              <a:lnSpc>
                <a:spcPct val="110714"/>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00011</a:t>
            </a:r>
            <a:endParaRPr sz="1400" b="0" i="0" u="none" strike="noStrike" cap="none">
              <a:solidFill>
                <a:srgbClr val="000000"/>
              </a:solidFill>
              <a:latin typeface="Arial"/>
              <a:ea typeface="Arial"/>
              <a:cs typeface="Arial"/>
              <a:sym typeface="Arial"/>
            </a:endParaRPr>
          </a:p>
        </p:txBody>
      </p:sp>
      <p:sp>
        <p:nvSpPr>
          <p:cNvPr id="595" name="Google Shape;595;p33"/>
          <p:cNvSpPr txBox="1"/>
          <p:nvPr/>
        </p:nvSpPr>
        <p:spPr>
          <a:xfrm>
            <a:off x="1623694" y="3658996"/>
            <a:ext cx="1506220" cy="199390"/>
          </a:xfrm>
          <a:prstGeom prst="rect">
            <a:avLst/>
          </a:prstGeom>
          <a:noFill/>
          <a:ln>
            <a:noFill/>
          </a:ln>
        </p:spPr>
        <p:txBody>
          <a:bodyPr spcFirstLastPara="1" wrap="square" lIns="0" tIns="0" rIns="0" bIns="0" anchor="t" anchorCtr="0">
            <a:spAutoFit/>
          </a:bodyPr>
          <a:lstStyle/>
          <a:p>
            <a:pPr marL="0" marR="0" lvl="0" indent="0" algn="l" rtl="0">
              <a:lnSpc>
                <a:spcPct val="110714"/>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00</a:t>
            </a:r>
            <a:r>
              <a:rPr lang="en-US" sz="1400" b="0" i="0" u="none" strike="noStrike" cap="none">
                <a:solidFill>
                  <a:srgbClr val="DD0805"/>
                </a:solidFill>
                <a:latin typeface="Arial"/>
                <a:ea typeface="Arial"/>
                <a:cs typeface="Arial"/>
                <a:sym typeface="Arial"/>
              </a:rPr>
              <a:t>011 </a:t>
            </a:r>
            <a:r>
              <a:rPr lang="en-US" sz="1400" b="0" i="0" u="none" strike="noStrike" cap="none">
                <a:solidFill>
                  <a:srgbClr val="000000"/>
                </a:solidFill>
                <a:latin typeface="Arial"/>
                <a:ea typeface="Arial"/>
                <a:cs typeface="Arial"/>
                <a:sym typeface="Arial"/>
              </a:rPr>
              <a:t>mod 8 = </a:t>
            </a:r>
            <a:r>
              <a:rPr lang="en-US" sz="1400" b="0" i="0" u="none" strike="noStrike" cap="none">
                <a:solidFill>
                  <a:srgbClr val="DD0805"/>
                </a:solidFill>
                <a:latin typeface="Arial"/>
                <a:ea typeface="Arial"/>
                <a:cs typeface="Arial"/>
                <a:sym typeface="Arial"/>
              </a:rPr>
              <a:t>011</a:t>
            </a:r>
            <a:endParaRPr sz="1400" b="0" i="0" u="none" strike="noStrike" cap="none">
              <a:solidFill>
                <a:srgbClr val="000000"/>
              </a:solidFill>
              <a:latin typeface="Arial"/>
              <a:ea typeface="Arial"/>
              <a:cs typeface="Arial"/>
              <a:sym typeface="Arial"/>
            </a:endParaRPr>
          </a:p>
        </p:txBody>
      </p:sp>
      <p:graphicFrame>
        <p:nvGraphicFramePr>
          <p:cNvPr id="596" name="Google Shape;596;p33"/>
          <p:cNvGraphicFramePr/>
          <p:nvPr/>
        </p:nvGraphicFramePr>
        <p:xfrm>
          <a:off x="263474" y="1248410"/>
          <a:ext cx="3000000" cy="3000000"/>
        </p:xfrm>
        <a:graphic>
          <a:graphicData uri="http://schemas.openxmlformats.org/drawingml/2006/table">
            <a:tbl>
              <a:tblPr firstRow="1" bandRow="1">
                <a:noFill/>
                <a:tableStyleId>{99E32415-C451-4EA8-B95F-1B1F5F90AFCD}</a:tableStyleId>
              </a:tblPr>
              <a:tblGrid>
                <a:gridCol w="1198875">
                  <a:extLst>
                    <a:ext uri="{9D8B030D-6E8A-4147-A177-3AD203B41FA5}">
                      <a16:colId xmlns:a16="http://schemas.microsoft.com/office/drawing/2014/main" val="20000"/>
                    </a:ext>
                  </a:extLst>
                </a:gridCol>
                <a:gridCol w="1813550">
                  <a:extLst>
                    <a:ext uri="{9D8B030D-6E8A-4147-A177-3AD203B41FA5}">
                      <a16:colId xmlns:a16="http://schemas.microsoft.com/office/drawing/2014/main" val="20001"/>
                    </a:ext>
                  </a:extLst>
                </a:gridCol>
                <a:gridCol w="1139200">
                  <a:extLst>
                    <a:ext uri="{9D8B030D-6E8A-4147-A177-3AD203B41FA5}">
                      <a16:colId xmlns:a16="http://schemas.microsoft.com/office/drawing/2014/main" val="20002"/>
                    </a:ext>
                  </a:extLst>
                </a:gridCol>
              </a:tblGrid>
              <a:tr h="304800">
                <a:tc gridSpan="3">
                  <a:txBody>
                    <a:bodyPr/>
                    <a:lstStyle/>
                    <a:p>
                      <a:pPr marL="0" marR="0" lvl="0" indent="0" algn="ctr" rtl="0">
                        <a:lnSpc>
                          <a:spcPct val="100000"/>
                        </a:lnSpc>
                        <a:spcBef>
                          <a:spcPts val="0"/>
                        </a:spcBef>
                        <a:spcAft>
                          <a:spcPts val="0"/>
                        </a:spcAft>
                        <a:buNone/>
                      </a:pPr>
                      <a:r>
                        <a:rPr lang="en-US" sz="1400" b="1" u="none" strike="noStrike" cap="none">
                          <a:latin typeface="Arial"/>
                          <a:ea typeface="Arial"/>
                          <a:cs typeface="Arial"/>
                          <a:sym typeface="Arial"/>
                        </a:rPr>
                        <a:t>Sequence of memory references</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A6A6A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18150">
                <a:tc>
                  <a:txBody>
                    <a:bodyPr/>
                    <a:lstStyle/>
                    <a:p>
                      <a:pPr marL="222250" marR="167640" lvl="0" indent="-47625" algn="l" rtl="0">
                        <a:lnSpc>
                          <a:spcPct val="100000"/>
                        </a:lnSpc>
                        <a:spcBef>
                          <a:spcPts val="0"/>
                        </a:spcBef>
                        <a:spcAft>
                          <a:spcPts val="0"/>
                        </a:spcAft>
                        <a:buNone/>
                      </a:pPr>
                      <a:r>
                        <a:rPr lang="en-US" sz="1400" u="none" strike="noStrike" cap="none">
                          <a:latin typeface="Arial"/>
                          <a:ea typeface="Arial"/>
                          <a:cs typeface="Arial"/>
                          <a:sym typeface="Arial"/>
                        </a:rPr>
                        <a:t>Address of reference</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tc>
                  <a:txBody>
                    <a:bodyPr/>
                    <a:lstStyle/>
                    <a:p>
                      <a:pPr marL="698500" marR="271145" lvl="0" indent="-419100" algn="l" rtl="0">
                        <a:lnSpc>
                          <a:spcPct val="100000"/>
                        </a:lnSpc>
                        <a:spcBef>
                          <a:spcPts val="0"/>
                        </a:spcBef>
                        <a:spcAft>
                          <a:spcPts val="0"/>
                        </a:spcAft>
                        <a:buNone/>
                      </a:pPr>
                      <a:r>
                        <a:rPr lang="en-US" sz="1400" u="none" strike="noStrike" cap="none">
                          <a:latin typeface="Arial"/>
                          <a:ea typeface="Arial"/>
                          <a:cs typeface="Arial"/>
                          <a:sym typeface="Arial"/>
                        </a:rPr>
                        <a:t>Assigned cache block</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 or miss</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extLst>
                  <a:ext uri="{0D108BD9-81ED-4DB2-BD59-A6C34878D82A}">
                    <a16:rowId xmlns:a16="http://schemas.microsoft.com/office/drawing/2014/main" val="10001"/>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FF0000"/>
                          </a:solidFill>
                          <a:latin typeface="Arial"/>
                          <a:ea typeface="Arial"/>
                          <a:cs typeface="Arial"/>
                          <a:sym typeface="Arial"/>
                        </a:rPr>
                        <a:t>110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FF0000"/>
                          </a:solidFill>
                          <a:latin typeface="Arial"/>
                          <a:ea typeface="Arial"/>
                          <a:cs typeface="Arial"/>
                          <a:sym typeface="Arial"/>
                        </a:rPr>
                        <a:t>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2"/>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a:t>
                      </a:r>
                      <a:r>
                        <a:rPr lang="en-US" sz="1400" u="none" strike="noStrike" cap="none">
                          <a:solidFill>
                            <a:srgbClr val="DD0805"/>
                          </a:solidFill>
                          <a:latin typeface="Arial"/>
                          <a:ea typeface="Arial"/>
                          <a:cs typeface="Arial"/>
                          <a:sym typeface="Arial"/>
                        </a:rPr>
                        <a:t>010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DD0805"/>
                          </a:solidFill>
                          <a:latin typeface="Arial"/>
                          <a:ea typeface="Arial"/>
                          <a:cs typeface="Arial"/>
                          <a:sym typeface="Arial"/>
                        </a:rPr>
                        <a:t>110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4"/>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a:t>
                      </a:r>
                      <a:r>
                        <a:rPr lang="en-US" sz="1400" u="none" strike="noStrike" cap="none">
                          <a:solidFill>
                            <a:srgbClr val="DD0805"/>
                          </a:solidFill>
                          <a:latin typeface="Arial"/>
                          <a:ea typeface="Arial"/>
                          <a:cs typeface="Arial"/>
                          <a:sym typeface="Arial"/>
                        </a:rPr>
                        <a:t>010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5"/>
                  </a:ext>
                </a:extLst>
              </a:tr>
              <a:tr h="304800">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10000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DD0805"/>
                          </a:solidFill>
                          <a:latin typeface="Arial"/>
                          <a:ea typeface="Arial"/>
                          <a:cs typeface="Arial"/>
                          <a:sym typeface="Arial"/>
                        </a:rPr>
                        <a:t>000 </a:t>
                      </a:r>
                      <a:r>
                        <a:rPr lang="en-US" sz="1400" u="none" strike="noStrike" cap="none">
                          <a:latin typeface="Arial"/>
                          <a:ea typeface="Arial"/>
                          <a:cs typeface="Arial"/>
                          <a:sym typeface="Arial"/>
                        </a:rPr>
                        <a:t>mod 8 = </a:t>
                      </a:r>
                      <a:r>
                        <a:rPr lang="en-US" sz="1400" u="none" strike="noStrike" cap="none">
                          <a:solidFill>
                            <a:srgbClr val="DD0805"/>
                          </a:solidFill>
                          <a:latin typeface="Arial"/>
                          <a:ea typeface="Arial"/>
                          <a:cs typeface="Arial"/>
                          <a:sym typeface="Arial"/>
                        </a:rPr>
                        <a:t>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6"/>
                  </a:ext>
                </a:extLst>
              </a:tr>
              <a:tr h="304175">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EF"/>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EF"/>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7"/>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8"/>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9"/>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10"/>
                  </a:ext>
                </a:extLst>
              </a:tr>
            </a:tbl>
          </a:graphicData>
        </a:graphic>
      </p:graphicFrame>
      <p:grpSp>
        <p:nvGrpSpPr>
          <p:cNvPr id="597" name="Google Shape;597;p33"/>
          <p:cNvGrpSpPr/>
          <p:nvPr/>
        </p:nvGrpSpPr>
        <p:grpSpPr>
          <a:xfrm>
            <a:off x="3148710" y="3209035"/>
            <a:ext cx="2987040" cy="651255"/>
            <a:chOff x="3148710" y="3209035"/>
            <a:chExt cx="2987040" cy="651255"/>
          </a:xfrm>
        </p:grpSpPr>
        <p:sp>
          <p:nvSpPr>
            <p:cNvPr id="598" name="Google Shape;598;p33"/>
            <p:cNvSpPr/>
            <p:nvPr/>
          </p:nvSpPr>
          <p:spPr>
            <a:xfrm>
              <a:off x="3500627" y="3639311"/>
              <a:ext cx="660400" cy="220979"/>
            </a:xfrm>
            <a:custGeom>
              <a:avLst/>
              <a:gdLst/>
              <a:ahLst/>
              <a:cxnLst/>
              <a:rect l="l" t="t" r="r" b="b"/>
              <a:pathLst>
                <a:path w="660400" h="220979" extrusionOk="0">
                  <a:moveTo>
                    <a:pt x="659891" y="0"/>
                  </a:moveTo>
                  <a:lnTo>
                    <a:pt x="0" y="0"/>
                  </a:lnTo>
                  <a:lnTo>
                    <a:pt x="0" y="220980"/>
                  </a:lnTo>
                  <a:lnTo>
                    <a:pt x="659891" y="220980"/>
                  </a:lnTo>
                  <a:lnTo>
                    <a:pt x="659891" y="0"/>
                  </a:lnTo>
                  <a:close/>
                </a:path>
              </a:pathLst>
            </a:custGeom>
            <a:solidFill>
              <a:srgbClr val="CCCC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99" name="Google Shape;599;p33"/>
            <p:cNvSpPr/>
            <p:nvPr/>
          </p:nvSpPr>
          <p:spPr>
            <a:xfrm>
              <a:off x="3148710" y="3209035"/>
              <a:ext cx="2987040" cy="550545"/>
            </a:xfrm>
            <a:custGeom>
              <a:avLst/>
              <a:gdLst/>
              <a:ahLst/>
              <a:cxnLst/>
              <a:rect l="l" t="t" r="r" b="b"/>
              <a:pathLst>
                <a:path w="2987040" h="550545" extrusionOk="0">
                  <a:moveTo>
                    <a:pt x="2911920" y="41632"/>
                  </a:moveTo>
                  <a:lnTo>
                    <a:pt x="0" y="524890"/>
                  </a:lnTo>
                  <a:lnTo>
                    <a:pt x="4318" y="550544"/>
                  </a:lnTo>
                  <a:lnTo>
                    <a:pt x="2916173" y="67297"/>
                  </a:lnTo>
                  <a:lnTo>
                    <a:pt x="2936070" y="50826"/>
                  </a:lnTo>
                  <a:lnTo>
                    <a:pt x="2911920" y="41632"/>
                  </a:lnTo>
                  <a:close/>
                </a:path>
                <a:path w="2987040" h="550545" extrusionOk="0">
                  <a:moveTo>
                    <a:pt x="2963968" y="33781"/>
                  </a:moveTo>
                  <a:lnTo>
                    <a:pt x="2959227" y="33781"/>
                  </a:lnTo>
                  <a:lnTo>
                    <a:pt x="2963544" y="59436"/>
                  </a:lnTo>
                  <a:lnTo>
                    <a:pt x="2916173" y="67297"/>
                  </a:lnTo>
                  <a:lnTo>
                    <a:pt x="2878328" y="98678"/>
                  </a:lnTo>
                  <a:lnTo>
                    <a:pt x="2877566" y="106806"/>
                  </a:lnTo>
                  <a:lnTo>
                    <a:pt x="2882138" y="112394"/>
                  </a:lnTo>
                  <a:lnTo>
                    <a:pt x="2886710" y="117855"/>
                  </a:lnTo>
                  <a:lnTo>
                    <a:pt x="2894838" y="118617"/>
                  </a:lnTo>
                  <a:lnTo>
                    <a:pt x="2900426" y="114046"/>
                  </a:lnTo>
                  <a:lnTo>
                    <a:pt x="2986659" y="42417"/>
                  </a:lnTo>
                  <a:lnTo>
                    <a:pt x="2963968" y="33781"/>
                  </a:lnTo>
                  <a:close/>
                </a:path>
                <a:path w="2987040" h="550545" extrusionOk="0">
                  <a:moveTo>
                    <a:pt x="2936070" y="50826"/>
                  </a:moveTo>
                  <a:lnTo>
                    <a:pt x="2916173" y="67297"/>
                  </a:lnTo>
                  <a:lnTo>
                    <a:pt x="2963544" y="59436"/>
                  </a:lnTo>
                  <a:lnTo>
                    <a:pt x="2963416" y="58674"/>
                  </a:lnTo>
                  <a:lnTo>
                    <a:pt x="2956687" y="58674"/>
                  </a:lnTo>
                  <a:lnTo>
                    <a:pt x="2936070" y="50826"/>
                  </a:lnTo>
                  <a:close/>
                </a:path>
                <a:path w="2987040" h="550545" extrusionOk="0">
                  <a:moveTo>
                    <a:pt x="2953130" y="36702"/>
                  </a:moveTo>
                  <a:lnTo>
                    <a:pt x="2936070" y="50826"/>
                  </a:lnTo>
                  <a:lnTo>
                    <a:pt x="2956687" y="58674"/>
                  </a:lnTo>
                  <a:lnTo>
                    <a:pt x="2953130" y="36702"/>
                  </a:lnTo>
                  <a:close/>
                </a:path>
                <a:path w="2987040" h="550545" extrusionOk="0">
                  <a:moveTo>
                    <a:pt x="2959718" y="36702"/>
                  </a:moveTo>
                  <a:lnTo>
                    <a:pt x="2953130" y="36702"/>
                  </a:lnTo>
                  <a:lnTo>
                    <a:pt x="2956687" y="58674"/>
                  </a:lnTo>
                  <a:lnTo>
                    <a:pt x="2963416" y="58674"/>
                  </a:lnTo>
                  <a:lnTo>
                    <a:pt x="2959718" y="36702"/>
                  </a:lnTo>
                  <a:close/>
                </a:path>
                <a:path w="2987040" h="550545" extrusionOk="0">
                  <a:moveTo>
                    <a:pt x="2959227" y="33781"/>
                  </a:moveTo>
                  <a:lnTo>
                    <a:pt x="2911920" y="41632"/>
                  </a:lnTo>
                  <a:lnTo>
                    <a:pt x="2936070" y="50826"/>
                  </a:lnTo>
                  <a:lnTo>
                    <a:pt x="2953130" y="36702"/>
                  </a:lnTo>
                  <a:lnTo>
                    <a:pt x="2959718" y="36702"/>
                  </a:lnTo>
                  <a:lnTo>
                    <a:pt x="2959227" y="33781"/>
                  </a:lnTo>
                  <a:close/>
                </a:path>
                <a:path w="2987040" h="550545" extrusionOk="0">
                  <a:moveTo>
                    <a:pt x="2875153" y="0"/>
                  </a:moveTo>
                  <a:lnTo>
                    <a:pt x="2867660" y="3301"/>
                  </a:lnTo>
                  <a:lnTo>
                    <a:pt x="2865119" y="10033"/>
                  </a:lnTo>
                  <a:lnTo>
                    <a:pt x="2862579" y="16637"/>
                  </a:lnTo>
                  <a:lnTo>
                    <a:pt x="2866009" y="24129"/>
                  </a:lnTo>
                  <a:lnTo>
                    <a:pt x="2911920" y="41632"/>
                  </a:lnTo>
                  <a:lnTo>
                    <a:pt x="2959227" y="33781"/>
                  </a:lnTo>
                  <a:lnTo>
                    <a:pt x="2963968" y="33781"/>
                  </a:lnTo>
                  <a:lnTo>
                    <a:pt x="2875153"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600" name="Google Shape;600;p33"/>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33</a:t>
            </a:fld>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34"/>
          <p:cNvSpPr txBox="1">
            <a:spLocks noGrp="1"/>
          </p:cNvSpPr>
          <p:nvPr>
            <p:ph type="title"/>
          </p:nvPr>
        </p:nvSpPr>
        <p:spPr>
          <a:xfrm>
            <a:off x="2596133" y="265557"/>
            <a:ext cx="3951732" cy="391159"/>
          </a:xfrm>
          <a:prstGeom prst="rect">
            <a:avLst/>
          </a:prstGeom>
          <a:noFill/>
          <a:ln>
            <a:noFill/>
          </a:ln>
        </p:spPr>
        <p:txBody>
          <a:bodyPr spcFirstLastPara="1" wrap="square" lIns="0" tIns="12700" rIns="0" bIns="0" anchor="t" anchorCtr="0">
            <a:spAutoFit/>
          </a:bodyPr>
          <a:lstStyle/>
          <a:p>
            <a:pPr marL="316230" lvl="0" indent="0" algn="l" rtl="0">
              <a:lnSpc>
                <a:spcPct val="100000"/>
              </a:lnSpc>
              <a:spcBef>
                <a:spcPts val="0"/>
              </a:spcBef>
              <a:spcAft>
                <a:spcPts val="0"/>
              </a:spcAft>
              <a:buNone/>
            </a:pPr>
            <a:r>
              <a:rPr lang="en-US"/>
              <a:t>ACCESSING A CACHE</a:t>
            </a:r>
            <a:endParaRPr/>
          </a:p>
        </p:txBody>
      </p:sp>
      <p:grpSp>
        <p:nvGrpSpPr>
          <p:cNvPr id="606" name="Google Shape;606;p34"/>
          <p:cNvGrpSpPr/>
          <p:nvPr/>
        </p:nvGrpSpPr>
        <p:grpSpPr>
          <a:xfrm>
            <a:off x="5141595" y="1552575"/>
            <a:ext cx="659765" cy="3060700"/>
            <a:chOff x="5141595" y="1552575"/>
            <a:chExt cx="659765" cy="3060700"/>
          </a:xfrm>
        </p:grpSpPr>
        <p:sp>
          <p:nvSpPr>
            <p:cNvPr id="607" name="Google Shape;607;p34"/>
            <p:cNvSpPr/>
            <p:nvPr/>
          </p:nvSpPr>
          <p:spPr>
            <a:xfrm>
              <a:off x="5141595" y="2473325"/>
              <a:ext cx="659765" cy="304800"/>
            </a:xfrm>
            <a:custGeom>
              <a:avLst/>
              <a:gdLst/>
              <a:ahLst/>
              <a:cxnLst/>
              <a:rect l="l" t="t" r="r" b="b"/>
              <a:pathLst>
                <a:path w="659764" h="304800" extrusionOk="0">
                  <a:moveTo>
                    <a:pt x="659561" y="0"/>
                  </a:moveTo>
                  <a:lnTo>
                    <a:pt x="0" y="0"/>
                  </a:lnTo>
                  <a:lnTo>
                    <a:pt x="0" y="304800"/>
                  </a:lnTo>
                  <a:lnTo>
                    <a:pt x="659561" y="304800"/>
                  </a:lnTo>
                  <a:lnTo>
                    <a:pt x="659561"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08" name="Google Shape;608;p34"/>
            <p:cNvSpPr/>
            <p:nvPr/>
          </p:nvSpPr>
          <p:spPr>
            <a:xfrm>
              <a:off x="5141595" y="2778125"/>
              <a:ext cx="659765" cy="304800"/>
            </a:xfrm>
            <a:custGeom>
              <a:avLst/>
              <a:gdLst/>
              <a:ahLst/>
              <a:cxnLst/>
              <a:rect l="l" t="t" r="r" b="b"/>
              <a:pathLst>
                <a:path w="659764" h="304800" extrusionOk="0">
                  <a:moveTo>
                    <a:pt x="659561" y="0"/>
                  </a:moveTo>
                  <a:lnTo>
                    <a:pt x="0" y="0"/>
                  </a:lnTo>
                  <a:lnTo>
                    <a:pt x="0" y="304800"/>
                  </a:lnTo>
                  <a:lnTo>
                    <a:pt x="659561" y="304800"/>
                  </a:lnTo>
                  <a:lnTo>
                    <a:pt x="659561"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09" name="Google Shape;609;p34"/>
            <p:cNvSpPr/>
            <p:nvPr/>
          </p:nvSpPr>
          <p:spPr>
            <a:xfrm>
              <a:off x="5141595" y="1552575"/>
              <a:ext cx="659765" cy="3060700"/>
            </a:xfrm>
            <a:custGeom>
              <a:avLst/>
              <a:gdLst/>
              <a:ahLst/>
              <a:cxnLst/>
              <a:rect l="l" t="t" r="r" b="b"/>
              <a:pathLst>
                <a:path w="659764" h="3060700" extrusionOk="0">
                  <a:moveTo>
                    <a:pt x="659638" y="292100"/>
                  </a:moveTo>
                  <a:lnTo>
                    <a:pt x="659638" y="3060700"/>
                  </a:lnTo>
                </a:path>
                <a:path w="659764" h="3060700" extrusionOk="0">
                  <a:moveTo>
                    <a:pt x="0" y="0"/>
                  </a:moveTo>
                  <a:lnTo>
                    <a:pt x="0" y="306070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graphicFrame>
        <p:nvGraphicFramePr>
          <p:cNvPr id="610" name="Google Shape;610;p34"/>
          <p:cNvGraphicFramePr/>
          <p:nvPr/>
        </p:nvGraphicFramePr>
        <p:xfrm>
          <a:off x="5135245" y="1552575"/>
          <a:ext cx="3000000" cy="3000000"/>
        </p:xfrm>
        <a:graphic>
          <a:graphicData uri="http://schemas.openxmlformats.org/drawingml/2006/table">
            <a:tbl>
              <a:tblPr firstRow="1" bandRow="1">
                <a:noFill/>
                <a:tableStyleId>{99E32415-C451-4EA8-B95F-1B1F5F90AFCD}</a:tableStyleId>
              </a:tblPr>
              <a:tblGrid>
                <a:gridCol w="659775">
                  <a:extLst>
                    <a:ext uri="{9D8B030D-6E8A-4147-A177-3AD203B41FA5}">
                      <a16:colId xmlns:a16="http://schemas.microsoft.com/office/drawing/2014/main" val="20000"/>
                    </a:ext>
                  </a:extLst>
                </a:gridCol>
                <a:gridCol w="11093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tblGrid>
              <a:tr h="304800">
                <a:tc gridSpan="3">
                  <a:txBody>
                    <a:bodyPr/>
                    <a:lstStyle/>
                    <a:p>
                      <a:pPr marL="1905" marR="0" lvl="0" indent="0" algn="ctr" rtl="0">
                        <a:lnSpc>
                          <a:spcPct val="100000"/>
                        </a:lnSpc>
                        <a:spcBef>
                          <a:spcPts val="0"/>
                        </a:spcBef>
                        <a:spcAft>
                          <a:spcPts val="0"/>
                        </a:spcAft>
                        <a:buNone/>
                      </a:pPr>
                      <a:r>
                        <a:rPr lang="en-US" sz="1400" b="1" u="none" strike="noStrike" cap="none">
                          <a:solidFill>
                            <a:srgbClr val="FFFFFF"/>
                          </a:solidFill>
                          <a:latin typeface="Arial"/>
                          <a:ea typeface="Arial"/>
                          <a:cs typeface="Arial"/>
                          <a:sym typeface="Arial"/>
                        </a:rPr>
                        <a:t>Cache</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00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04800">
                <a:tc>
                  <a:txBody>
                    <a:bodyPr/>
                    <a:lstStyle/>
                    <a:p>
                      <a:pPr marL="635"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Tag</a:t>
                      </a:r>
                      <a:endParaRPr sz="1400" u="none" strike="noStrike" cap="none">
                        <a:latin typeface="Arial"/>
                        <a:ea typeface="Arial"/>
                        <a:cs typeface="Arial"/>
                        <a:sym typeface="Arial"/>
                      </a:endParaRPr>
                    </a:p>
                  </a:txBody>
                  <a:tcPr marL="0" marR="0" marT="40650" marB="0">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3810"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Index</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1270"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Data</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extLst>
                  <a:ext uri="{0D108BD9-81ED-4DB2-BD59-A6C34878D82A}">
                    <a16:rowId xmlns:a16="http://schemas.microsoft.com/office/drawing/2014/main" val="10001"/>
                  </a:ext>
                </a:extLst>
              </a:tr>
              <a:tr h="304800">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000</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2540" marR="0" lvl="0" indent="0" algn="ctr" rtl="0">
                        <a:lnSpc>
                          <a:spcPct val="100000"/>
                        </a:lnSpc>
                        <a:spcBef>
                          <a:spcPts val="0"/>
                        </a:spcBef>
                        <a:spcAft>
                          <a:spcPts val="0"/>
                        </a:spcAft>
                        <a:buNone/>
                      </a:pPr>
                      <a:r>
                        <a:rPr lang="en-US" sz="1400" u="none" strike="noStrike" cap="none">
                          <a:latin typeface="Arial"/>
                          <a:ea typeface="Arial"/>
                          <a:cs typeface="Arial"/>
                          <a:sym typeface="Arial"/>
                        </a:rPr>
                        <a:t>M [10000]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2"/>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001</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04800">
                <a:tc>
                  <a:txBody>
                    <a:bodyPr/>
                    <a:lstStyle/>
                    <a:p>
                      <a:pPr marL="0" marR="3175" lvl="0" indent="0" algn="ctr" rtl="0">
                        <a:lnSpc>
                          <a:spcPct val="100000"/>
                        </a:lnSpc>
                        <a:spcBef>
                          <a:spcPts val="0"/>
                        </a:spcBef>
                        <a:spcAft>
                          <a:spcPts val="0"/>
                        </a:spcAft>
                        <a:buNone/>
                      </a:pPr>
                      <a:r>
                        <a:rPr lang="en-US" sz="1400" u="none" strike="noStrike" cap="none">
                          <a:latin typeface="Arial"/>
                          <a:ea typeface="Arial"/>
                          <a:cs typeface="Arial"/>
                          <a:sym typeface="Arial"/>
                        </a:rPr>
                        <a:t>11</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010</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M [11010]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4"/>
                  </a:ext>
                </a:extLst>
              </a:tr>
              <a:tr h="304800">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011</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M[00011]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5"/>
                  </a:ext>
                </a:extLst>
              </a:tr>
              <a:tr h="304800">
                <a:tc gridSpan="2">
                  <a:txBody>
                    <a:bodyPr/>
                    <a:lstStyle/>
                    <a:p>
                      <a:pPr marL="1066165" marR="0" lvl="0" indent="0" algn="l" rtl="0">
                        <a:lnSpc>
                          <a:spcPct val="100000"/>
                        </a:lnSpc>
                        <a:spcBef>
                          <a:spcPts val="0"/>
                        </a:spcBef>
                        <a:spcAft>
                          <a:spcPts val="0"/>
                        </a:spcAft>
                        <a:buNone/>
                      </a:pPr>
                      <a:r>
                        <a:rPr lang="en-US" sz="1400" u="none" strike="noStrike" cap="none">
                          <a:latin typeface="Arial"/>
                          <a:ea typeface="Arial"/>
                          <a:cs typeface="Arial"/>
                          <a:sym typeface="Arial"/>
                        </a:rPr>
                        <a:t>100</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hMerge="1">
                  <a:txBody>
                    <a:bodyPr/>
                    <a:lstStyle/>
                    <a:p>
                      <a:endParaRPr lang="en-US"/>
                    </a:p>
                  </a:txBody>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6"/>
                  </a:ext>
                </a:extLst>
              </a:tr>
              <a:tr h="304800">
                <a:tc gridSpan="2">
                  <a:txBody>
                    <a:bodyPr/>
                    <a:lstStyle/>
                    <a:p>
                      <a:pPr marL="1066165" marR="0" lvl="0" indent="0" algn="l" rtl="0">
                        <a:lnSpc>
                          <a:spcPct val="100000"/>
                        </a:lnSpc>
                        <a:spcBef>
                          <a:spcPts val="0"/>
                        </a:spcBef>
                        <a:spcAft>
                          <a:spcPts val="0"/>
                        </a:spcAft>
                        <a:buNone/>
                      </a:pPr>
                      <a:r>
                        <a:rPr lang="en-US" sz="1400" u="none" strike="noStrike" cap="none">
                          <a:latin typeface="Arial"/>
                          <a:ea typeface="Arial"/>
                          <a:cs typeface="Arial"/>
                          <a:sym typeface="Arial"/>
                        </a:rPr>
                        <a:t>101</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hMerge="1">
                  <a:txBody>
                    <a:bodyPr/>
                    <a:lstStyle/>
                    <a:p>
                      <a:endParaRPr lang="en-US"/>
                    </a:p>
                  </a:txBody>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7"/>
                  </a:ext>
                </a:extLst>
              </a:tr>
              <a:tr h="304800">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endParaRPr sz="1400" u="none" strike="noStrike" cap="none">
                        <a:latin typeface="Arial"/>
                        <a:ea typeface="Arial"/>
                        <a:cs typeface="Arial"/>
                        <a:sym typeface="Arial"/>
                      </a:endParaRPr>
                    </a:p>
                  </a:txBody>
                  <a:tcPr marL="0" marR="0" marT="41275"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a:t>
                      </a:r>
                      <a:endParaRPr sz="1400" u="none" strike="noStrike" cap="none">
                        <a:latin typeface="Arial"/>
                        <a:ea typeface="Arial"/>
                        <a:cs typeface="Arial"/>
                        <a:sym typeface="Arial"/>
                      </a:endParaRPr>
                    </a:p>
                  </a:txBody>
                  <a:tcPr marL="0" marR="0" marT="41275"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635" marR="0" lvl="0" indent="0" algn="ctr" rtl="0">
                        <a:lnSpc>
                          <a:spcPct val="100000"/>
                        </a:lnSpc>
                        <a:spcBef>
                          <a:spcPts val="0"/>
                        </a:spcBef>
                        <a:spcAft>
                          <a:spcPts val="0"/>
                        </a:spcAft>
                        <a:buNone/>
                      </a:pPr>
                      <a:r>
                        <a:rPr lang="en-US" sz="1400" b="1" u="none" strike="noStrike" cap="none">
                          <a:latin typeface="Arial"/>
                          <a:ea typeface="Arial"/>
                          <a:cs typeface="Arial"/>
                          <a:sym typeface="Arial"/>
                        </a:rPr>
                        <a:t>M </a:t>
                      </a: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8"/>
                  </a:ext>
                </a:extLst>
              </a:tr>
              <a:tr h="304800">
                <a:tc gridSpan="2">
                  <a:txBody>
                    <a:bodyPr/>
                    <a:lstStyle/>
                    <a:p>
                      <a:pPr marL="1080135" marR="0" lvl="0" indent="0" algn="l" rtl="0">
                        <a:lnSpc>
                          <a:spcPct val="100000"/>
                        </a:lnSpc>
                        <a:spcBef>
                          <a:spcPts val="0"/>
                        </a:spcBef>
                        <a:spcAft>
                          <a:spcPts val="0"/>
                        </a:spcAft>
                        <a:buNone/>
                      </a:pPr>
                      <a:r>
                        <a:rPr lang="en-US" sz="1400" u="none" strike="noStrike" cap="none">
                          <a:latin typeface="Arial"/>
                          <a:ea typeface="Arial"/>
                          <a:cs typeface="Arial"/>
                          <a:sym typeface="Arial"/>
                        </a:rPr>
                        <a:t>111</a:t>
                      </a:r>
                      <a:endParaRPr sz="1400" u="none" strike="noStrike" cap="none">
                        <a:latin typeface="Arial"/>
                        <a:ea typeface="Arial"/>
                        <a:cs typeface="Arial"/>
                        <a:sym typeface="Arial"/>
                      </a:endParaRPr>
                    </a:p>
                  </a:txBody>
                  <a:tcPr marL="0" marR="0" marT="41275"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hMerge="1">
                  <a:txBody>
                    <a:bodyPr/>
                    <a:lstStyle/>
                    <a:p>
                      <a:endParaRPr lang="en-US"/>
                    </a:p>
                  </a:txBody>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9"/>
                  </a:ext>
                </a:extLst>
              </a:tr>
            </a:tbl>
          </a:graphicData>
        </a:graphic>
      </p:graphicFrame>
      <p:grpSp>
        <p:nvGrpSpPr>
          <p:cNvPr id="611" name="Google Shape;611;p34"/>
          <p:cNvGrpSpPr/>
          <p:nvPr/>
        </p:nvGrpSpPr>
        <p:grpSpPr>
          <a:xfrm>
            <a:off x="3282822" y="3296920"/>
            <a:ext cx="1139825" cy="609600"/>
            <a:chOff x="3282822" y="3296920"/>
            <a:chExt cx="1139825" cy="609600"/>
          </a:xfrm>
        </p:grpSpPr>
        <p:sp>
          <p:nvSpPr>
            <p:cNvPr id="612" name="Google Shape;612;p34"/>
            <p:cNvSpPr/>
            <p:nvPr/>
          </p:nvSpPr>
          <p:spPr>
            <a:xfrm>
              <a:off x="3282822" y="3296920"/>
              <a:ext cx="1139825" cy="304800"/>
            </a:xfrm>
            <a:custGeom>
              <a:avLst/>
              <a:gdLst/>
              <a:ahLst/>
              <a:cxnLst/>
              <a:rect l="l" t="t" r="r" b="b"/>
              <a:pathLst>
                <a:path w="1139825" h="304800" extrusionOk="0">
                  <a:moveTo>
                    <a:pt x="1139253" y="0"/>
                  </a:moveTo>
                  <a:lnTo>
                    <a:pt x="0" y="0"/>
                  </a:lnTo>
                  <a:lnTo>
                    <a:pt x="0" y="304800"/>
                  </a:lnTo>
                  <a:lnTo>
                    <a:pt x="1139253" y="304800"/>
                  </a:lnTo>
                  <a:lnTo>
                    <a:pt x="1139253"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13" name="Google Shape;613;p34"/>
            <p:cNvSpPr/>
            <p:nvPr/>
          </p:nvSpPr>
          <p:spPr>
            <a:xfrm>
              <a:off x="3282822" y="3601720"/>
              <a:ext cx="1139825" cy="304800"/>
            </a:xfrm>
            <a:custGeom>
              <a:avLst/>
              <a:gdLst/>
              <a:ahLst/>
              <a:cxnLst/>
              <a:rect l="l" t="t" r="r" b="b"/>
              <a:pathLst>
                <a:path w="1139825" h="304800" extrusionOk="0">
                  <a:moveTo>
                    <a:pt x="1139253" y="0"/>
                  </a:moveTo>
                  <a:lnTo>
                    <a:pt x="0" y="0"/>
                  </a:lnTo>
                  <a:lnTo>
                    <a:pt x="0" y="304799"/>
                  </a:lnTo>
                  <a:lnTo>
                    <a:pt x="1139253" y="304799"/>
                  </a:lnTo>
                  <a:lnTo>
                    <a:pt x="1139253"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graphicFrame>
        <p:nvGraphicFramePr>
          <p:cNvPr id="614" name="Google Shape;614;p34"/>
          <p:cNvGraphicFramePr/>
          <p:nvPr/>
        </p:nvGraphicFramePr>
        <p:xfrm>
          <a:off x="263474" y="1248410"/>
          <a:ext cx="3000000" cy="3000000"/>
        </p:xfrm>
        <a:graphic>
          <a:graphicData uri="http://schemas.openxmlformats.org/drawingml/2006/table">
            <a:tbl>
              <a:tblPr firstRow="1" bandRow="1">
                <a:noFill/>
                <a:tableStyleId>{99E32415-C451-4EA8-B95F-1B1F5F90AFCD}</a:tableStyleId>
              </a:tblPr>
              <a:tblGrid>
                <a:gridCol w="1198875">
                  <a:extLst>
                    <a:ext uri="{9D8B030D-6E8A-4147-A177-3AD203B41FA5}">
                      <a16:colId xmlns:a16="http://schemas.microsoft.com/office/drawing/2014/main" val="20000"/>
                    </a:ext>
                  </a:extLst>
                </a:gridCol>
                <a:gridCol w="1813550">
                  <a:extLst>
                    <a:ext uri="{9D8B030D-6E8A-4147-A177-3AD203B41FA5}">
                      <a16:colId xmlns:a16="http://schemas.microsoft.com/office/drawing/2014/main" val="20001"/>
                    </a:ext>
                  </a:extLst>
                </a:gridCol>
                <a:gridCol w="1139200">
                  <a:extLst>
                    <a:ext uri="{9D8B030D-6E8A-4147-A177-3AD203B41FA5}">
                      <a16:colId xmlns:a16="http://schemas.microsoft.com/office/drawing/2014/main" val="20002"/>
                    </a:ext>
                  </a:extLst>
                </a:gridCol>
              </a:tblGrid>
              <a:tr h="304800">
                <a:tc gridSpan="3">
                  <a:txBody>
                    <a:bodyPr/>
                    <a:lstStyle/>
                    <a:p>
                      <a:pPr marL="0" marR="0" lvl="0" indent="0" algn="ctr" rtl="0">
                        <a:lnSpc>
                          <a:spcPct val="100000"/>
                        </a:lnSpc>
                        <a:spcBef>
                          <a:spcPts val="0"/>
                        </a:spcBef>
                        <a:spcAft>
                          <a:spcPts val="0"/>
                        </a:spcAft>
                        <a:buNone/>
                      </a:pPr>
                      <a:r>
                        <a:rPr lang="en-US" sz="1400" b="1" u="none" strike="noStrike" cap="none">
                          <a:latin typeface="Arial"/>
                          <a:ea typeface="Arial"/>
                          <a:cs typeface="Arial"/>
                          <a:sym typeface="Arial"/>
                        </a:rPr>
                        <a:t>Sequence of memory references</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A6A6A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18150">
                <a:tc>
                  <a:txBody>
                    <a:bodyPr/>
                    <a:lstStyle/>
                    <a:p>
                      <a:pPr marL="222250" marR="167640" lvl="0" indent="-47625" algn="l" rtl="0">
                        <a:lnSpc>
                          <a:spcPct val="100000"/>
                        </a:lnSpc>
                        <a:spcBef>
                          <a:spcPts val="0"/>
                        </a:spcBef>
                        <a:spcAft>
                          <a:spcPts val="0"/>
                        </a:spcAft>
                        <a:buNone/>
                      </a:pPr>
                      <a:r>
                        <a:rPr lang="en-US" sz="1400" u="none" strike="noStrike" cap="none">
                          <a:latin typeface="Arial"/>
                          <a:ea typeface="Arial"/>
                          <a:cs typeface="Arial"/>
                          <a:sym typeface="Arial"/>
                        </a:rPr>
                        <a:t>Address of reference</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tc>
                  <a:txBody>
                    <a:bodyPr/>
                    <a:lstStyle/>
                    <a:p>
                      <a:pPr marL="698500" marR="271145" lvl="0" indent="-419100" algn="l" rtl="0">
                        <a:lnSpc>
                          <a:spcPct val="100000"/>
                        </a:lnSpc>
                        <a:spcBef>
                          <a:spcPts val="0"/>
                        </a:spcBef>
                        <a:spcAft>
                          <a:spcPts val="0"/>
                        </a:spcAft>
                        <a:buNone/>
                      </a:pPr>
                      <a:r>
                        <a:rPr lang="en-US" sz="1400" u="none" strike="noStrike" cap="none">
                          <a:latin typeface="Arial"/>
                          <a:ea typeface="Arial"/>
                          <a:cs typeface="Arial"/>
                          <a:sym typeface="Arial"/>
                        </a:rPr>
                        <a:t>Assigned cache block</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 or miss</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extLst>
                  <a:ext uri="{0D108BD9-81ED-4DB2-BD59-A6C34878D82A}">
                    <a16:rowId xmlns:a16="http://schemas.microsoft.com/office/drawing/2014/main" val="10001"/>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FF0000"/>
                          </a:solidFill>
                          <a:latin typeface="Arial"/>
                          <a:ea typeface="Arial"/>
                          <a:cs typeface="Arial"/>
                          <a:sym typeface="Arial"/>
                        </a:rPr>
                        <a:t>110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FF0000"/>
                          </a:solidFill>
                          <a:latin typeface="Arial"/>
                          <a:ea typeface="Arial"/>
                          <a:cs typeface="Arial"/>
                          <a:sym typeface="Arial"/>
                        </a:rPr>
                        <a:t>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2"/>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a:t>
                      </a:r>
                      <a:r>
                        <a:rPr lang="en-US" sz="1400" u="none" strike="noStrike" cap="none">
                          <a:solidFill>
                            <a:srgbClr val="DD0805"/>
                          </a:solidFill>
                          <a:latin typeface="Arial"/>
                          <a:ea typeface="Arial"/>
                          <a:cs typeface="Arial"/>
                          <a:sym typeface="Arial"/>
                        </a:rPr>
                        <a:t>010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DD0805"/>
                          </a:solidFill>
                          <a:latin typeface="Arial"/>
                          <a:ea typeface="Arial"/>
                          <a:cs typeface="Arial"/>
                          <a:sym typeface="Arial"/>
                        </a:rPr>
                        <a:t>110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4"/>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a:t>
                      </a:r>
                      <a:r>
                        <a:rPr lang="en-US" sz="1400" u="none" strike="noStrike" cap="none">
                          <a:solidFill>
                            <a:srgbClr val="DD0805"/>
                          </a:solidFill>
                          <a:latin typeface="Arial"/>
                          <a:ea typeface="Arial"/>
                          <a:cs typeface="Arial"/>
                          <a:sym typeface="Arial"/>
                        </a:rPr>
                        <a:t>010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5"/>
                  </a:ext>
                </a:extLst>
              </a:tr>
              <a:tr h="304800">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10000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DD0805"/>
                          </a:solidFill>
                          <a:latin typeface="Arial"/>
                          <a:ea typeface="Arial"/>
                          <a:cs typeface="Arial"/>
                          <a:sym typeface="Arial"/>
                        </a:rPr>
                        <a:t>000 </a:t>
                      </a:r>
                      <a:r>
                        <a:rPr lang="en-US" sz="1400" u="none" strike="noStrike" cap="none">
                          <a:latin typeface="Arial"/>
                          <a:ea typeface="Arial"/>
                          <a:cs typeface="Arial"/>
                          <a:sym typeface="Arial"/>
                        </a:rPr>
                        <a:t>mod 8 = </a:t>
                      </a:r>
                      <a:r>
                        <a:rPr lang="en-US" sz="1400" u="none" strike="noStrike" cap="none">
                          <a:solidFill>
                            <a:srgbClr val="DD0805"/>
                          </a:solidFill>
                          <a:latin typeface="Arial"/>
                          <a:ea typeface="Arial"/>
                          <a:cs typeface="Arial"/>
                          <a:sym typeface="Arial"/>
                        </a:rPr>
                        <a:t>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6"/>
                  </a:ext>
                </a:extLst>
              </a:tr>
              <a:tr h="304175">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00011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a:t>
                      </a:r>
                      <a:r>
                        <a:rPr lang="en-US" sz="1400" u="none" strike="noStrike" cap="none">
                          <a:solidFill>
                            <a:srgbClr val="DD0805"/>
                          </a:solidFill>
                          <a:latin typeface="Arial"/>
                          <a:ea typeface="Arial"/>
                          <a:cs typeface="Arial"/>
                          <a:sym typeface="Arial"/>
                        </a:rPr>
                        <a:t>011 </a:t>
                      </a:r>
                      <a:r>
                        <a:rPr lang="en-US" sz="1400" u="none" strike="noStrike" cap="none">
                          <a:latin typeface="Arial"/>
                          <a:ea typeface="Arial"/>
                          <a:cs typeface="Arial"/>
                          <a:sym typeface="Arial"/>
                        </a:rPr>
                        <a:t>mod 8 = </a:t>
                      </a:r>
                      <a:r>
                        <a:rPr lang="en-US" sz="1400" u="none" strike="noStrike" cap="none">
                          <a:solidFill>
                            <a:srgbClr val="DD0805"/>
                          </a:solidFill>
                          <a:latin typeface="Arial"/>
                          <a:ea typeface="Arial"/>
                          <a:cs typeface="Arial"/>
                          <a:sym typeface="Arial"/>
                        </a:rPr>
                        <a:t>011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7"/>
                  </a:ext>
                </a:extLst>
              </a:tr>
              <a:tr h="304800">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10000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EDF9"/>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DD0805"/>
                          </a:solidFill>
                          <a:latin typeface="Arial"/>
                          <a:ea typeface="Arial"/>
                          <a:cs typeface="Arial"/>
                          <a:sym typeface="Arial"/>
                        </a:rPr>
                        <a:t>000 </a:t>
                      </a:r>
                      <a:r>
                        <a:rPr lang="en-US" sz="1400" u="none" strike="noStrike" cap="none">
                          <a:latin typeface="Arial"/>
                          <a:ea typeface="Arial"/>
                          <a:cs typeface="Arial"/>
                          <a:sym typeface="Arial"/>
                        </a:rPr>
                        <a:t>mod 8 = </a:t>
                      </a:r>
                      <a:r>
                        <a:rPr lang="en-US" sz="1400" u="none" strike="noStrike" cap="none">
                          <a:solidFill>
                            <a:srgbClr val="DD0805"/>
                          </a:solidFill>
                          <a:latin typeface="Arial"/>
                          <a:ea typeface="Arial"/>
                          <a:cs typeface="Arial"/>
                          <a:sym typeface="Arial"/>
                        </a:rPr>
                        <a:t>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8"/>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9"/>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10"/>
                  </a:ext>
                </a:extLst>
              </a:tr>
            </a:tbl>
          </a:graphicData>
        </a:graphic>
      </p:graphicFrame>
      <p:grpSp>
        <p:nvGrpSpPr>
          <p:cNvPr id="615" name="Google Shape;615;p34"/>
          <p:cNvGrpSpPr/>
          <p:nvPr/>
        </p:nvGrpSpPr>
        <p:grpSpPr>
          <a:xfrm>
            <a:off x="1545336" y="2396489"/>
            <a:ext cx="4615180" cy="1807222"/>
            <a:chOff x="1545336" y="2396489"/>
            <a:chExt cx="4615180" cy="1807222"/>
          </a:xfrm>
        </p:grpSpPr>
        <p:sp>
          <p:nvSpPr>
            <p:cNvPr id="616" name="Google Shape;616;p34"/>
            <p:cNvSpPr/>
            <p:nvPr/>
          </p:nvSpPr>
          <p:spPr>
            <a:xfrm>
              <a:off x="1545336" y="3970032"/>
              <a:ext cx="2603500" cy="233679"/>
            </a:xfrm>
            <a:custGeom>
              <a:avLst/>
              <a:gdLst/>
              <a:ahLst/>
              <a:cxnLst/>
              <a:rect l="l" t="t" r="r" b="b"/>
              <a:pathLst>
                <a:path w="2603500" h="233679" extrusionOk="0">
                  <a:moveTo>
                    <a:pt x="1629156" y="0"/>
                  </a:moveTo>
                  <a:lnTo>
                    <a:pt x="0" y="0"/>
                  </a:lnTo>
                  <a:lnTo>
                    <a:pt x="0" y="214871"/>
                  </a:lnTo>
                  <a:lnTo>
                    <a:pt x="1629156" y="214871"/>
                  </a:lnTo>
                  <a:lnTo>
                    <a:pt x="1629156" y="0"/>
                  </a:lnTo>
                  <a:close/>
                </a:path>
                <a:path w="2603500" h="233679" extrusionOk="0">
                  <a:moveTo>
                    <a:pt x="2602992" y="12179"/>
                  </a:moveTo>
                  <a:lnTo>
                    <a:pt x="1943100" y="12179"/>
                  </a:lnTo>
                  <a:lnTo>
                    <a:pt x="1943100" y="233159"/>
                  </a:lnTo>
                  <a:lnTo>
                    <a:pt x="2602992" y="233159"/>
                  </a:lnTo>
                  <a:lnTo>
                    <a:pt x="2602992" y="12179"/>
                  </a:lnTo>
                  <a:close/>
                </a:path>
              </a:pathLst>
            </a:custGeom>
            <a:solidFill>
              <a:srgbClr val="EDEDF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17" name="Google Shape;617;p34"/>
            <p:cNvSpPr/>
            <p:nvPr/>
          </p:nvSpPr>
          <p:spPr>
            <a:xfrm>
              <a:off x="3156966" y="2396489"/>
              <a:ext cx="3003550" cy="1616710"/>
            </a:xfrm>
            <a:custGeom>
              <a:avLst/>
              <a:gdLst/>
              <a:ahLst/>
              <a:cxnLst/>
              <a:rect l="l" t="t" r="r" b="b"/>
              <a:pathLst>
                <a:path w="3003550" h="1616710" extrusionOk="0">
                  <a:moveTo>
                    <a:pt x="2932339" y="27766"/>
                  </a:moveTo>
                  <a:lnTo>
                    <a:pt x="0" y="1593342"/>
                  </a:lnTo>
                  <a:lnTo>
                    <a:pt x="12191" y="1616202"/>
                  </a:lnTo>
                  <a:lnTo>
                    <a:pt x="2944514" y="50635"/>
                  </a:lnTo>
                  <a:lnTo>
                    <a:pt x="2958018" y="28745"/>
                  </a:lnTo>
                  <a:lnTo>
                    <a:pt x="2932339" y="27766"/>
                  </a:lnTo>
                  <a:close/>
                </a:path>
                <a:path w="3003550" h="1616710" extrusionOk="0">
                  <a:moveTo>
                    <a:pt x="3002905" y="5207"/>
                  </a:moveTo>
                  <a:lnTo>
                    <a:pt x="2974594" y="5207"/>
                  </a:lnTo>
                  <a:lnTo>
                    <a:pt x="2986785" y="28067"/>
                  </a:lnTo>
                  <a:lnTo>
                    <a:pt x="2944514" y="50635"/>
                  </a:lnTo>
                  <a:lnTo>
                    <a:pt x="2922397" y="86487"/>
                  </a:lnTo>
                  <a:lnTo>
                    <a:pt x="2918713" y="92583"/>
                  </a:lnTo>
                  <a:lnTo>
                    <a:pt x="2920498" y="100075"/>
                  </a:lnTo>
                  <a:lnTo>
                    <a:pt x="2920619" y="100584"/>
                  </a:lnTo>
                  <a:lnTo>
                    <a:pt x="2926714" y="104267"/>
                  </a:lnTo>
                  <a:lnTo>
                    <a:pt x="2932810" y="108076"/>
                  </a:lnTo>
                  <a:lnTo>
                    <a:pt x="2940685" y="106172"/>
                  </a:lnTo>
                  <a:lnTo>
                    <a:pt x="2944495" y="100075"/>
                  </a:lnTo>
                  <a:lnTo>
                    <a:pt x="3002905" y="5207"/>
                  </a:lnTo>
                  <a:close/>
                </a:path>
                <a:path w="3003550" h="1616710" extrusionOk="0">
                  <a:moveTo>
                    <a:pt x="2958018" y="28745"/>
                  </a:moveTo>
                  <a:lnTo>
                    <a:pt x="2944514" y="50635"/>
                  </a:lnTo>
                  <a:lnTo>
                    <a:pt x="2983931" y="29590"/>
                  </a:lnTo>
                  <a:lnTo>
                    <a:pt x="2980182" y="29590"/>
                  </a:lnTo>
                  <a:lnTo>
                    <a:pt x="2958018" y="28745"/>
                  </a:lnTo>
                  <a:close/>
                </a:path>
                <a:path w="3003550" h="1616710" extrusionOk="0">
                  <a:moveTo>
                    <a:pt x="2969641" y="9906"/>
                  </a:moveTo>
                  <a:lnTo>
                    <a:pt x="2958018" y="28745"/>
                  </a:lnTo>
                  <a:lnTo>
                    <a:pt x="2980182" y="29590"/>
                  </a:lnTo>
                  <a:lnTo>
                    <a:pt x="2969641" y="9906"/>
                  </a:lnTo>
                  <a:close/>
                </a:path>
                <a:path w="3003550" h="1616710" extrusionOk="0">
                  <a:moveTo>
                    <a:pt x="2977100" y="9906"/>
                  </a:moveTo>
                  <a:lnTo>
                    <a:pt x="2969641" y="9906"/>
                  </a:lnTo>
                  <a:lnTo>
                    <a:pt x="2980182" y="29590"/>
                  </a:lnTo>
                  <a:lnTo>
                    <a:pt x="2983931" y="29590"/>
                  </a:lnTo>
                  <a:lnTo>
                    <a:pt x="2986785" y="28067"/>
                  </a:lnTo>
                  <a:lnTo>
                    <a:pt x="2977100" y="9906"/>
                  </a:lnTo>
                  <a:close/>
                </a:path>
                <a:path w="3003550" h="1616710" extrusionOk="0">
                  <a:moveTo>
                    <a:pt x="2974594" y="5207"/>
                  </a:moveTo>
                  <a:lnTo>
                    <a:pt x="2932339" y="27766"/>
                  </a:lnTo>
                  <a:lnTo>
                    <a:pt x="2958018" y="28745"/>
                  </a:lnTo>
                  <a:lnTo>
                    <a:pt x="2969641" y="9906"/>
                  </a:lnTo>
                  <a:lnTo>
                    <a:pt x="2977100" y="9906"/>
                  </a:lnTo>
                  <a:lnTo>
                    <a:pt x="2974594" y="5207"/>
                  </a:lnTo>
                  <a:close/>
                </a:path>
                <a:path w="3003550" h="1616710" extrusionOk="0">
                  <a:moveTo>
                    <a:pt x="2884043" y="0"/>
                  </a:moveTo>
                  <a:lnTo>
                    <a:pt x="2878073" y="5587"/>
                  </a:lnTo>
                  <a:lnTo>
                    <a:pt x="2877566" y="19938"/>
                  </a:lnTo>
                  <a:lnTo>
                    <a:pt x="2883154" y="25908"/>
                  </a:lnTo>
                  <a:lnTo>
                    <a:pt x="2932339" y="27766"/>
                  </a:lnTo>
                  <a:lnTo>
                    <a:pt x="2974594" y="5207"/>
                  </a:lnTo>
                  <a:lnTo>
                    <a:pt x="3002905" y="5207"/>
                  </a:lnTo>
                  <a:lnTo>
                    <a:pt x="3003296" y="4572"/>
                  </a:lnTo>
                  <a:lnTo>
                    <a:pt x="2891282" y="381"/>
                  </a:lnTo>
                  <a:lnTo>
                    <a:pt x="2884043"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618" name="Google Shape;618;p34"/>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34</a:t>
            </a:fld>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35"/>
          <p:cNvSpPr txBox="1">
            <a:spLocks noGrp="1"/>
          </p:cNvSpPr>
          <p:nvPr>
            <p:ph type="title"/>
          </p:nvPr>
        </p:nvSpPr>
        <p:spPr>
          <a:xfrm>
            <a:off x="2596133" y="265557"/>
            <a:ext cx="3951732" cy="391159"/>
          </a:xfrm>
          <a:prstGeom prst="rect">
            <a:avLst/>
          </a:prstGeom>
          <a:noFill/>
          <a:ln>
            <a:noFill/>
          </a:ln>
        </p:spPr>
        <p:txBody>
          <a:bodyPr spcFirstLastPara="1" wrap="square" lIns="0" tIns="12700" rIns="0" bIns="0" anchor="t" anchorCtr="0">
            <a:spAutoFit/>
          </a:bodyPr>
          <a:lstStyle/>
          <a:p>
            <a:pPr marL="316230" lvl="0" indent="0" algn="l" rtl="0">
              <a:lnSpc>
                <a:spcPct val="100000"/>
              </a:lnSpc>
              <a:spcBef>
                <a:spcPts val="0"/>
              </a:spcBef>
              <a:spcAft>
                <a:spcPts val="0"/>
              </a:spcAft>
              <a:buNone/>
            </a:pPr>
            <a:r>
              <a:rPr lang="en-US"/>
              <a:t>ACCESSING A CACHE</a:t>
            </a:r>
            <a:endParaRPr/>
          </a:p>
        </p:txBody>
      </p:sp>
      <p:grpSp>
        <p:nvGrpSpPr>
          <p:cNvPr id="624" name="Google Shape;624;p35"/>
          <p:cNvGrpSpPr/>
          <p:nvPr/>
        </p:nvGrpSpPr>
        <p:grpSpPr>
          <a:xfrm>
            <a:off x="5141595" y="1844675"/>
            <a:ext cx="659765" cy="2768600"/>
            <a:chOff x="5141595" y="1844675"/>
            <a:chExt cx="659765" cy="2768600"/>
          </a:xfrm>
        </p:grpSpPr>
        <p:sp>
          <p:nvSpPr>
            <p:cNvPr id="625" name="Google Shape;625;p35"/>
            <p:cNvSpPr/>
            <p:nvPr/>
          </p:nvSpPr>
          <p:spPr>
            <a:xfrm>
              <a:off x="5141595" y="3082925"/>
              <a:ext cx="659765" cy="304800"/>
            </a:xfrm>
            <a:custGeom>
              <a:avLst/>
              <a:gdLst/>
              <a:ahLst/>
              <a:cxnLst/>
              <a:rect l="l" t="t" r="r" b="b"/>
              <a:pathLst>
                <a:path w="659764" h="304800" extrusionOk="0">
                  <a:moveTo>
                    <a:pt x="659561" y="0"/>
                  </a:moveTo>
                  <a:lnTo>
                    <a:pt x="0" y="0"/>
                  </a:lnTo>
                  <a:lnTo>
                    <a:pt x="0" y="304800"/>
                  </a:lnTo>
                  <a:lnTo>
                    <a:pt x="659561" y="304800"/>
                  </a:lnTo>
                  <a:lnTo>
                    <a:pt x="659561"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26" name="Google Shape;626;p35"/>
            <p:cNvSpPr/>
            <p:nvPr/>
          </p:nvSpPr>
          <p:spPr>
            <a:xfrm>
              <a:off x="5141595" y="3387725"/>
              <a:ext cx="659765" cy="304800"/>
            </a:xfrm>
            <a:custGeom>
              <a:avLst/>
              <a:gdLst/>
              <a:ahLst/>
              <a:cxnLst/>
              <a:rect l="l" t="t" r="r" b="b"/>
              <a:pathLst>
                <a:path w="659764" h="304800" extrusionOk="0">
                  <a:moveTo>
                    <a:pt x="659561" y="0"/>
                  </a:moveTo>
                  <a:lnTo>
                    <a:pt x="0" y="0"/>
                  </a:lnTo>
                  <a:lnTo>
                    <a:pt x="0" y="304800"/>
                  </a:lnTo>
                  <a:lnTo>
                    <a:pt x="659561" y="304800"/>
                  </a:lnTo>
                  <a:lnTo>
                    <a:pt x="659561"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27" name="Google Shape;627;p35"/>
            <p:cNvSpPr/>
            <p:nvPr/>
          </p:nvSpPr>
          <p:spPr>
            <a:xfrm>
              <a:off x="5801233" y="1844675"/>
              <a:ext cx="0" cy="2768600"/>
            </a:xfrm>
            <a:custGeom>
              <a:avLst/>
              <a:gdLst/>
              <a:ahLst/>
              <a:cxnLst/>
              <a:rect l="l" t="t" r="r" b="b"/>
              <a:pathLst>
                <a:path w="120000" h="2768600" extrusionOk="0">
                  <a:moveTo>
                    <a:pt x="0" y="0"/>
                  </a:moveTo>
                  <a:lnTo>
                    <a:pt x="0" y="276860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628" name="Google Shape;628;p35"/>
          <p:cNvSpPr txBox="1"/>
          <p:nvPr/>
        </p:nvSpPr>
        <p:spPr>
          <a:xfrm>
            <a:off x="5380609" y="2835401"/>
            <a:ext cx="170815" cy="199390"/>
          </a:xfrm>
          <a:prstGeom prst="rect">
            <a:avLst/>
          </a:prstGeom>
          <a:noFill/>
          <a:ln>
            <a:noFill/>
          </a:ln>
        </p:spPr>
        <p:txBody>
          <a:bodyPr spcFirstLastPara="1" wrap="square" lIns="0" tIns="0" rIns="0" bIns="0" anchor="t" anchorCtr="0">
            <a:spAutoFit/>
          </a:bodyPr>
          <a:lstStyle/>
          <a:p>
            <a:pPr marL="0" marR="0" lvl="0" indent="0" algn="l" rtl="0">
              <a:lnSpc>
                <a:spcPct val="110714"/>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11</a:t>
            </a:r>
            <a:endParaRPr sz="1400" b="0" i="0" u="none" strike="noStrike" cap="none">
              <a:solidFill>
                <a:srgbClr val="000000"/>
              </a:solidFill>
              <a:latin typeface="Arial"/>
              <a:ea typeface="Arial"/>
              <a:cs typeface="Arial"/>
              <a:sym typeface="Arial"/>
            </a:endParaRPr>
          </a:p>
        </p:txBody>
      </p:sp>
      <p:sp>
        <p:nvSpPr>
          <p:cNvPr id="629" name="Google Shape;629;p35"/>
          <p:cNvSpPr txBox="1"/>
          <p:nvPr/>
        </p:nvSpPr>
        <p:spPr>
          <a:xfrm>
            <a:off x="7331329" y="2835401"/>
            <a:ext cx="778510" cy="199390"/>
          </a:xfrm>
          <a:prstGeom prst="rect">
            <a:avLst/>
          </a:prstGeom>
          <a:noFill/>
          <a:ln>
            <a:noFill/>
          </a:ln>
        </p:spPr>
        <p:txBody>
          <a:bodyPr spcFirstLastPara="1" wrap="square" lIns="0" tIns="0" rIns="0" bIns="0" anchor="t" anchorCtr="0">
            <a:spAutoFit/>
          </a:bodyPr>
          <a:lstStyle/>
          <a:p>
            <a:pPr marL="0" marR="0" lvl="0" indent="0" algn="l" rtl="0">
              <a:lnSpc>
                <a:spcPct val="110714"/>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M [11010]</a:t>
            </a:r>
            <a:endParaRPr sz="1400" b="0" i="0" u="none" strike="noStrike" cap="none">
              <a:solidFill>
                <a:srgbClr val="000000"/>
              </a:solidFill>
              <a:latin typeface="Arial"/>
              <a:ea typeface="Arial"/>
              <a:cs typeface="Arial"/>
              <a:sym typeface="Arial"/>
            </a:endParaRPr>
          </a:p>
        </p:txBody>
      </p:sp>
      <p:grpSp>
        <p:nvGrpSpPr>
          <p:cNvPr id="630" name="Google Shape;630;p35"/>
          <p:cNvGrpSpPr/>
          <p:nvPr/>
        </p:nvGrpSpPr>
        <p:grpSpPr>
          <a:xfrm>
            <a:off x="3282822" y="3601720"/>
            <a:ext cx="1139825" cy="914400"/>
            <a:chOff x="3282822" y="3601720"/>
            <a:chExt cx="1139825" cy="914400"/>
          </a:xfrm>
        </p:grpSpPr>
        <p:sp>
          <p:nvSpPr>
            <p:cNvPr id="631" name="Google Shape;631;p35"/>
            <p:cNvSpPr/>
            <p:nvPr/>
          </p:nvSpPr>
          <p:spPr>
            <a:xfrm>
              <a:off x="3282822" y="3601720"/>
              <a:ext cx="1139825" cy="304800"/>
            </a:xfrm>
            <a:custGeom>
              <a:avLst/>
              <a:gdLst/>
              <a:ahLst/>
              <a:cxnLst/>
              <a:rect l="l" t="t" r="r" b="b"/>
              <a:pathLst>
                <a:path w="1139825" h="304800" extrusionOk="0">
                  <a:moveTo>
                    <a:pt x="1139253" y="0"/>
                  </a:moveTo>
                  <a:lnTo>
                    <a:pt x="0" y="0"/>
                  </a:lnTo>
                  <a:lnTo>
                    <a:pt x="0" y="304799"/>
                  </a:lnTo>
                  <a:lnTo>
                    <a:pt x="1139253" y="304799"/>
                  </a:lnTo>
                  <a:lnTo>
                    <a:pt x="1139253"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32" name="Google Shape;632;p35"/>
            <p:cNvSpPr/>
            <p:nvPr/>
          </p:nvSpPr>
          <p:spPr>
            <a:xfrm>
              <a:off x="3282822" y="3906520"/>
              <a:ext cx="1139825" cy="304800"/>
            </a:xfrm>
            <a:custGeom>
              <a:avLst/>
              <a:gdLst/>
              <a:ahLst/>
              <a:cxnLst/>
              <a:rect l="l" t="t" r="r" b="b"/>
              <a:pathLst>
                <a:path w="1139825" h="304800" extrusionOk="0">
                  <a:moveTo>
                    <a:pt x="1139253" y="0"/>
                  </a:moveTo>
                  <a:lnTo>
                    <a:pt x="0" y="0"/>
                  </a:lnTo>
                  <a:lnTo>
                    <a:pt x="0" y="304799"/>
                  </a:lnTo>
                  <a:lnTo>
                    <a:pt x="1139253" y="304799"/>
                  </a:lnTo>
                  <a:lnTo>
                    <a:pt x="1139253"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33" name="Google Shape;633;p35"/>
            <p:cNvSpPr/>
            <p:nvPr/>
          </p:nvSpPr>
          <p:spPr>
            <a:xfrm>
              <a:off x="3282822" y="4211320"/>
              <a:ext cx="1139825" cy="304800"/>
            </a:xfrm>
            <a:custGeom>
              <a:avLst/>
              <a:gdLst/>
              <a:ahLst/>
              <a:cxnLst/>
              <a:rect l="l" t="t" r="r" b="b"/>
              <a:pathLst>
                <a:path w="1139825" h="304800" extrusionOk="0">
                  <a:moveTo>
                    <a:pt x="1139253" y="0"/>
                  </a:moveTo>
                  <a:lnTo>
                    <a:pt x="0" y="0"/>
                  </a:lnTo>
                  <a:lnTo>
                    <a:pt x="0" y="304799"/>
                  </a:lnTo>
                  <a:lnTo>
                    <a:pt x="1139253" y="304799"/>
                  </a:lnTo>
                  <a:lnTo>
                    <a:pt x="1139253"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graphicFrame>
        <p:nvGraphicFramePr>
          <p:cNvPr id="634" name="Google Shape;634;p35"/>
          <p:cNvGraphicFramePr/>
          <p:nvPr/>
        </p:nvGraphicFramePr>
        <p:xfrm>
          <a:off x="263474" y="1248410"/>
          <a:ext cx="3000000" cy="3000000"/>
        </p:xfrm>
        <a:graphic>
          <a:graphicData uri="http://schemas.openxmlformats.org/drawingml/2006/table">
            <a:tbl>
              <a:tblPr firstRow="1" bandRow="1">
                <a:noFill/>
                <a:tableStyleId>{99E32415-C451-4EA8-B95F-1B1F5F90AFCD}</a:tableStyleId>
              </a:tblPr>
              <a:tblGrid>
                <a:gridCol w="1198875">
                  <a:extLst>
                    <a:ext uri="{9D8B030D-6E8A-4147-A177-3AD203B41FA5}">
                      <a16:colId xmlns:a16="http://schemas.microsoft.com/office/drawing/2014/main" val="20000"/>
                    </a:ext>
                  </a:extLst>
                </a:gridCol>
                <a:gridCol w="1813550">
                  <a:extLst>
                    <a:ext uri="{9D8B030D-6E8A-4147-A177-3AD203B41FA5}">
                      <a16:colId xmlns:a16="http://schemas.microsoft.com/office/drawing/2014/main" val="20001"/>
                    </a:ext>
                  </a:extLst>
                </a:gridCol>
                <a:gridCol w="1139200">
                  <a:extLst>
                    <a:ext uri="{9D8B030D-6E8A-4147-A177-3AD203B41FA5}">
                      <a16:colId xmlns:a16="http://schemas.microsoft.com/office/drawing/2014/main" val="20002"/>
                    </a:ext>
                  </a:extLst>
                </a:gridCol>
              </a:tblGrid>
              <a:tr h="304800">
                <a:tc gridSpan="3">
                  <a:txBody>
                    <a:bodyPr/>
                    <a:lstStyle/>
                    <a:p>
                      <a:pPr marL="0" marR="0" lvl="0" indent="0" algn="ctr" rtl="0">
                        <a:lnSpc>
                          <a:spcPct val="100000"/>
                        </a:lnSpc>
                        <a:spcBef>
                          <a:spcPts val="0"/>
                        </a:spcBef>
                        <a:spcAft>
                          <a:spcPts val="0"/>
                        </a:spcAft>
                        <a:buNone/>
                      </a:pPr>
                      <a:r>
                        <a:rPr lang="en-US" sz="1400" b="1" u="none" strike="noStrike" cap="none">
                          <a:latin typeface="Arial"/>
                          <a:ea typeface="Arial"/>
                          <a:cs typeface="Arial"/>
                          <a:sym typeface="Arial"/>
                        </a:rPr>
                        <a:t>Sequence of memory references</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A6A6A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18150">
                <a:tc>
                  <a:txBody>
                    <a:bodyPr/>
                    <a:lstStyle/>
                    <a:p>
                      <a:pPr marL="222250" marR="167640" lvl="0" indent="-47625" algn="l" rtl="0">
                        <a:lnSpc>
                          <a:spcPct val="100000"/>
                        </a:lnSpc>
                        <a:spcBef>
                          <a:spcPts val="0"/>
                        </a:spcBef>
                        <a:spcAft>
                          <a:spcPts val="0"/>
                        </a:spcAft>
                        <a:buNone/>
                      </a:pPr>
                      <a:r>
                        <a:rPr lang="en-US" sz="1400" u="none" strike="noStrike" cap="none">
                          <a:latin typeface="Arial"/>
                          <a:ea typeface="Arial"/>
                          <a:cs typeface="Arial"/>
                          <a:sym typeface="Arial"/>
                        </a:rPr>
                        <a:t>Address of reference</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tc>
                  <a:txBody>
                    <a:bodyPr/>
                    <a:lstStyle/>
                    <a:p>
                      <a:pPr marL="698500" marR="271145" lvl="0" indent="-419100" algn="l" rtl="0">
                        <a:lnSpc>
                          <a:spcPct val="100000"/>
                        </a:lnSpc>
                        <a:spcBef>
                          <a:spcPts val="0"/>
                        </a:spcBef>
                        <a:spcAft>
                          <a:spcPts val="0"/>
                        </a:spcAft>
                        <a:buNone/>
                      </a:pPr>
                      <a:r>
                        <a:rPr lang="en-US" sz="1400" u="none" strike="noStrike" cap="none">
                          <a:latin typeface="Arial"/>
                          <a:ea typeface="Arial"/>
                          <a:cs typeface="Arial"/>
                          <a:sym typeface="Arial"/>
                        </a:rPr>
                        <a:t>Assigned cache block</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 or miss</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extLst>
                  <a:ext uri="{0D108BD9-81ED-4DB2-BD59-A6C34878D82A}">
                    <a16:rowId xmlns:a16="http://schemas.microsoft.com/office/drawing/2014/main" val="10001"/>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FF0000"/>
                          </a:solidFill>
                          <a:latin typeface="Arial"/>
                          <a:ea typeface="Arial"/>
                          <a:cs typeface="Arial"/>
                          <a:sym typeface="Arial"/>
                        </a:rPr>
                        <a:t>110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FF0000"/>
                          </a:solidFill>
                          <a:latin typeface="Arial"/>
                          <a:ea typeface="Arial"/>
                          <a:cs typeface="Arial"/>
                          <a:sym typeface="Arial"/>
                        </a:rPr>
                        <a:t>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2"/>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a:t>
                      </a:r>
                      <a:r>
                        <a:rPr lang="en-US" sz="1400" u="none" strike="noStrike" cap="none">
                          <a:solidFill>
                            <a:srgbClr val="DD0805"/>
                          </a:solidFill>
                          <a:latin typeface="Arial"/>
                          <a:ea typeface="Arial"/>
                          <a:cs typeface="Arial"/>
                          <a:sym typeface="Arial"/>
                        </a:rPr>
                        <a:t>010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DD0805"/>
                          </a:solidFill>
                          <a:latin typeface="Arial"/>
                          <a:ea typeface="Arial"/>
                          <a:cs typeface="Arial"/>
                          <a:sym typeface="Arial"/>
                        </a:rPr>
                        <a:t>110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4"/>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a:t>
                      </a:r>
                      <a:r>
                        <a:rPr lang="en-US" sz="1400" u="none" strike="noStrike" cap="none">
                          <a:solidFill>
                            <a:srgbClr val="DD0805"/>
                          </a:solidFill>
                          <a:latin typeface="Arial"/>
                          <a:ea typeface="Arial"/>
                          <a:cs typeface="Arial"/>
                          <a:sym typeface="Arial"/>
                        </a:rPr>
                        <a:t>010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5"/>
                  </a:ext>
                </a:extLst>
              </a:tr>
              <a:tr h="304800">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10000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DD0805"/>
                          </a:solidFill>
                          <a:latin typeface="Arial"/>
                          <a:ea typeface="Arial"/>
                          <a:cs typeface="Arial"/>
                          <a:sym typeface="Arial"/>
                        </a:rPr>
                        <a:t>000 </a:t>
                      </a:r>
                      <a:r>
                        <a:rPr lang="en-US" sz="1400" u="none" strike="noStrike" cap="none">
                          <a:latin typeface="Arial"/>
                          <a:ea typeface="Arial"/>
                          <a:cs typeface="Arial"/>
                          <a:sym typeface="Arial"/>
                        </a:rPr>
                        <a:t>mod 8 = </a:t>
                      </a:r>
                      <a:r>
                        <a:rPr lang="en-US" sz="1400" u="none" strike="noStrike" cap="none">
                          <a:solidFill>
                            <a:srgbClr val="DD0805"/>
                          </a:solidFill>
                          <a:latin typeface="Arial"/>
                          <a:ea typeface="Arial"/>
                          <a:cs typeface="Arial"/>
                          <a:sym typeface="Arial"/>
                        </a:rPr>
                        <a:t>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6"/>
                  </a:ext>
                </a:extLst>
              </a:tr>
              <a:tr h="304175">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00011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a:t>
                      </a:r>
                      <a:r>
                        <a:rPr lang="en-US" sz="1400" u="none" strike="noStrike" cap="none">
                          <a:solidFill>
                            <a:srgbClr val="DD0805"/>
                          </a:solidFill>
                          <a:latin typeface="Arial"/>
                          <a:ea typeface="Arial"/>
                          <a:cs typeface="Arial"/>
                          <a:sym typeface="Arial"/>
                        </a:rPr>
                        <a:t>011 </a:t>
                      </a:r>
                      <a:r>
                        <a:rPr lang="en-US" sz="1400" u="none" strike="noStrike" cap="none">
                          <a:latin typeface="Arial"/>
                          <a:ea typeface="Arial"/>
                          <a:cs typeface="Arial"/>
                          <a:sym typeface="Arial"/>
                        </a:rPr>
                        <a:t>mod 8 = </a:t>
                      </a:r>
                      <a:r>
                        <a:rPr lang="en-US" sz="1400" u="none" strike="noStrike" cap="none">
                          <a:solidFill>
                            <a:srgbClr val="DD0805"/>
                          </a:solidFill>
                          <a:latin typeface="Arial"/>
                          <a:ea typeface="Arial"/>
                          <a:cs typeface="Arial"/>
                          <a:sym typeface="Arial"/>
                        </a:rPr>
                        <a:t>011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7"/>
                  </a:ext>
                </a:extLst>
              </a:tr>
              <a:tr h="304800">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10000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DD0805"/>
                          </a:solidFill>
                          <a:latin typeface="Arial"/>
                          <a:ea typeface="Arial"/>
                          <a:cs typeface="Arial"/>
                          <a:sym typeface="Arial"/>
                        </a:rPr>
                        <a:t>000 </a:t>
                      </a:r>
                      <a:r>
                        <a:rPr lang="en-US" sz="1400" u="none" strike="noStrike" cap="none">
                          <a:latin typeface="Arial"/>
                          <a:ea typeface="Arial"/>
                          <a:cs typeface="Arial"/>
                          <a:sym typeface="Arial"/>
                        </a:rPr>
                        <a:t>mod 8 = </a:t>
                      </a:r>
                      <a:r>
                        <a:rPr lang="en-US" sz="1400" u="none" strike="noStrike" cap="none">
                          <a:solidFill>
                            <a:srgbClr val="DD0805"/>
                          </a:solidFill>
                          <a:latin typeface="Arial"/>
                          <a:ea typeface="Arial"/>
                          <a:cs typeface="Arial"/>
                          <a:sym typeface="Arial"/>
                        </a:rPr>
                        <a:t>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8"/>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EF"/>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CCCEF"/>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9"/>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10"/>
                  </a:ext>
                </a:extLst>
              </a:tr>
            </a:tbl>
          </a:graphicData>
        </a:graphic>
      </p:graphicFrame>
      <p:sp>
        <p:nvSpPr>
          <p:cNvPr id="635" name="Google Shape;635;p35"/>
          <p:cNvSpPr txBox="1"/>
          <p:nvPr/>
        </p:nvSpPr>
        <p:spPr>
          <a:xfrm>
            <a:off x="622096" y="4268850"/>
            <a:ext cx="495300" cy="199390"/>
          </a:xfrm>
          <a:prstGeom prst="rect">
            <a:avLst/>
          </a:prstGeom>
          <a:noFill/>
          <a:ln>
            <a:noFill/>
          </a:ln>
        </p:spPr>
        <p:txBody>
          <a:bodyPr spcFirstLastPara="1" wrap="square" lIns="0" tIns="0" rIns="0" bIns="0" anchor="t" anchorCtr="0">
            <a:spAutoFit/>
          </a:bodyPr>
          <a:lstStyle/>
          <a:p>
            <a:pPr marL="0" marR="0" lvl="0" indent="0" algn="l" rtl="0">
              <a:lnSpc>
                <a:spcPct val="110714"/>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10010</a:t>
            </a:r>
            <a:endParaRPr sz="1400" b="0" i="0" u="none" strike="noStrike" cap="none">
              <a:solidFill>
                <a:srgbClr val="000000"/>
              </a:solidFill>
              <a:latin typeface="Arial"/>
              <a:ea typeface="Arial"/>
              <a:cs typeface="Arial"/>
              <a:sym typeface="Arial"/>
            </a:endParaRPr>
          </a:p>
        </p:txBody>
      </p:sp>
      <p:sp>
        <p:nvSpPr>
          <p:cNvPr id="636" name="Google Shape;636;p35"/>
          <p:cNvSpPr txBox="1"/>
          <p:nvPr/>
        </p:nvSpPr>
        <p:spPr>
          <a:xfrm>
            <a:off x="1609978" y="4268850"/>
            <a:ext cx="1531620" cy="199390"/>
          </a:xfrm>
          <a:prstGeom prst="rect">
            <a:avLst/>
          </a:prstGeom>
          <a:noFill/>
          <a:ln>
            <a:noFill/>
          </a:ln>
        </p:spPr>
        <p:txBody>
          <a:bodyPr spcFirstLastPara="1" wrap="square" lIns="0" tIns="0" rIns="0" bIns="0" anchor="t" anchorCtr="0">
            <a:spAutoFit/>
          </a:bodyPr>
          <a:lstStyle/>
          <a:p>
            <a:pPr marL="0" marR="0" lvl="0" indent="0" algn="l" rtl="0">
              <a:lnSpc>
                <a:spcPct val="110714"/>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10</a:t>
            </a:r>
            <a:r>
              <a:rPr lang="en-US" sz="1400" b="0" i="0" u="none" strike="noStrike" cap="none">
                <a:solidFill>
                  <a:srgbClr val="DD0805"/>
                </a:solidFill>
                <a:latin typeface="Arial"/>
                <a:ea typeface="Arial"/>
                <a:cs typeface="Arial"/>
                <a:sym typeface="Arial"/>
              </a:rPr>
              <a:t>010 </a:t>
            </a:r>
            <a:r>
              <a:rPr lang="en-US" sz="1400" b="0" i="0" u="none" strike="noStrike" cap="none">
                <a:solidFill>
                  <a:srgbClr val="000000"/>
                </a:solidFill>
                <a:latin typeface="Arial"/>
                <a:ea typeface="Arial"/>
                <a:cs typeface="Arial"/>
                <a:sym typeface="Arial"/>
              </a:rPr>
              <a:t>mod 8 = </a:t>
            </a:r>
            <a:r>
              <a:rPr lang="en-US" sz="1400" b="0" i="0" u="none" strike="noStrike" cap="none">
                <a:solidFill>
                  <a:srgbClr val="DD0805"/>
                </a:solidFill>
                <a:latin typeface="Arial"/>
                <a:ea typeface="Arial"/>
                <a:cs typeface="Arial"/>
                <a:sym typeface="Arial"/>
              </a:rPr>
              <a:t>010</a:t>
            </a:r>
            <a:endParaRPr sz="1400" b="0" i="0" u="none" strike="noStrike" cap="none">
              <a:solidFill>
                <a:srgbClr val="000000"/>
              </a:solidFill>
              <a:latin typeface="Arial"/>
              <a:ea typeface="Arial"/>
              <a:cs typeface="Arial"/>
              <a:sym typeface="Arial"/>
            </a:endParaRPr>
          </a:p>
        </p:txBody>
      </p:sp>
      <p:sp>
        <p:nvSpPr>
          <p:cNvPr id="637" name="Google Shape;637;p35"/>
          <p:cNvSpPr txBox="1"/>
          <p:nvPr/>
        </p:nvSpPr>
        <p:spPr>
          <a:xfrm>
            <a:off x="3649726" y="4268850"/>
            <a:ext cx="407034" cy="199390"/>
          </a:xfrm>
          <a:prstGeom prst="rect">
            <a:avLst/>
          </a:prstGeom>
          <a:noFill/>
          <a:ln>
            <a:noFill/>
          </a:ln>
        </p:spPr>
        <p:txBody>
          <a:bodyPr spcFirstLastPara="1" wrap="square" lIns="0" tIns="0" rIns="0" bIns="0" anchor="t" anchorCtr="0">
            <a:spAutoFit/>
          </a:bodyPr>
          <a:lstStyle/>
          <a:p>
            <a:pPr marL="0" marR="0" lvl="0" indent="0" algn="l" rtl="0">
              <a:lnSpc>
                <a:spcPct val="110714"/>
              </a:lnSpc>
              <a:spcBef>
                <a:spcPts val="0"/>
              </a:spcBef>
              <a:spcAft>
                <a:spcPts val="0"/>
              </a:spcAft>
              <a:buClr>
                <a:srgbClr val="DD0805"/>
              </a:buClr>
              <a:buSzPts val="1400"/>
              <a:buFont typeface="Arial"/>
              <a:buNone/>
            </a:pPr>
            <a:r>
              <a:rPr lang="en-US" sz="1400" b="1" i="0" u="none" strike="noStrike" cap="none">
                <a:solidFill>
                  <a:srgbClr val="DD0805"/>
                </a:solidFill>
                <a:latin typeface="Arial"/>
                <a:ea typeface="Arial"/>
                <a:cs typeface="Arial"/>
                <a:sym typeface="Arial"/>
              </a:rPr>
              <a:t>miss</a:t>
            </a:r>
            <a:endParaRPr sz="1400" b="0" i="0" u="none" strike="noStrike" cap="none">
              <a:solidFill>
                <a:srgbClr val="000000"/>
              </a:solidFill>
              <a:latin typeface="Arial"/>
              <a:ea typeface="Arial"/>
              <a:cs typeface="Arial"/>
              <a:sym typeface="Arial"/>
            </a:endParaRPr>
          </a:p>
        </p:txBody>
      </p:sp>
      <p:sp>
        <p:nvSpPr>
          <p:cNvPr id="638" name="Google Shape;638;p35"/>
          <p:cNvSpPr/>
          <p:nvPr/>
        </p:nvSpPr>
        <p:spPr>
          <a:xfrm>
            <a:off x="3145408" y="2961639"/>
            <a:ext cx="3002915" cy="1419860"/>
          </a:xfrm>
          <a:custGeom>
            <a:avLst/>
            <a:gdLst/>
            <a:ahLst/>
            <a:cxnLst/>
            <a:rect l="l" t="t" r="r" b="b"/>
            <a:pathLst>
              <a:path w="3002915" h="1419860" extrusionOk="0">
                <a:moveTo>
                  <a:pt x="2930531" y="30275"/>
                </a:moveTo>
                <a:lnTo>
                  <a:pt x="0" y="1396238"/>
                </a:lnTo>
                <a:lnTo>
                  <a:pt x="10922" y="1419606"/>
                </a:lnTo>
                <a:lnTo>
                  <a:pt x="2941359" y="53811"/>
                </a:lnTo>
                <a:lnTo>
                  <a:pt x="2956066" y="32626"/>
                </a:lnTo>
                <a:lnTo>
                  <a:pt x="2930531" y="30275"/>
                </a:lnTo>
                <a:close/>
              </a:path>
              <a:path w="3002915" h="1419860" extrusionOk="0">
                <a:moveTo>
                  <a:pt x="2993013" y="10033"/>
                </a:moveTo>
                <a:lnTo>
                  <a:pt x="2973959" y="10033"/>
                </a:lnTo>
                <a:lnTo>
                  <a:pt x="2984881" y="33527"/>
                </a:lnTo>
                <a:lnTo>
                  <a:pt x="2941359" y="53811"/>
                </a:lnTo>
                <a:lnTo>
                  <a:pt x="2917444" y="88264"/>
                </a:lnTo>
                <a:lnTo>
                  <a:pt x="2913380" y="94234"/>
                </a:lnTo>
                <a:lnTo>
                  <a:pt x="2914904" y="102235"/>
                </a:lnTo>
                <a:lnTo>
                  <a:pt x="2926588" y="110362"/>
                </a:lnTo>
                <a:lnTo>
                  <a:pt x="2934716" y="108965"/>
                </a:lnTo>
                <a:lnTo>
                  <a:pt x="3002661" y="10922"/>
                </a:lnTo>
                <a:lnTo>
                  <a:pt x="2993013" y="10033"/>
                </a:lnTo>
                <a:close/>
              </a:path>
              <a:path w="3002915" h="1419860" extrusionOk="0">
                <a:moveTo>
                  <a:pt x="2956066" y="32626"/>
                </a:moveTo>
                <a:lnTo>
                  <a:pt x="2941359" y="53811"/>
                </a:lnTo>
                <a:lnTo>
                  <a:pt x="2982428" y="34671"/>
                </a:lnTo>
                <a:lnTo>
                  <a:pt x="2978277" y="34671"/>
                </a:lnTo>
                <a:lnTo>
                  <a:pt x="2956066" y="32626"/>
                </a:lnTo>
                <a:close/>
              </a:path>
              <a:path w="3002915" h="1419860" extrusionOk="0">
                <a:moveTo>
                  <a:pt x="2968752" y="14350"/>
                </a:moveTo>
                <a:lnTo>
                  <a:pt x="2956066" y="32626"/>
                </a:lnTo>
                <a:lnTo>
                  <a:pt x="2978277" y="34671"/>
                </a:lnTo>
                <a:lnTo>
                  <a:pt x="2968752" y="14350"/>
                </a:lnTo>
                <a:close/>
              </a:path>
              <a:path w="3002915" h="1419860" extrusionOk="0">
                <a:moveTo>
                  <a:pt x="2975966" y="14350"/>
                </a:moveTo>
                <a:lnTo>
                  <a:pt x="2968752" y="14350"/>
                </a:lnTo>
                <a:lnTo>
                  <a:pt x="2978277" y="34671"/>
                </a:lnTo>
                <a:lnTo>
                  <a:pt x="2982428" y="34671"/>
                </a:lnTo>
                <a:lnTo>
                  <a:pt x="2984881" y="33527"/>
                </a:lnTo>
                <a:lnTo>
                  <a:pt x="2975966" y="14350"/>
                </a:lnTo>
                <a:close/>
              </a:path>
              <a:path w="3002915" h="1419860" extrusionOk="0">
                <a:moveTo>
                  <a:pt x="2973959" y="10033"/>
                </a:moveTo>
                <a:lnTo>
                  <a:pt x="2930531" y="30275"/>
                </a:lnTo>
                <a:lnTo>
                  <a:pt x="2956066" y="32626"/>
                </a:lnTo>
                <a:lnTo>
                  <a:pt x="2968752" y="14350"/>
                </a:lnTo>
                <a:lnTo>
                  <a:pt x="2975966" y="14350"/>
                </a:lnTo>
                <a:lnTo>
                  <a:pt x="2973959" y="10033"/>
                </a:lnTo>
                <a:close/>
              </a:path>
              <a:path w="3002915" h="1419860" extrusionOk="0">
                <a:moveTo>
                  <a:pt x="2883916" y="0"/>
                </a:moveTo>
                <a:lnTo>
                  <a:pt x="2877566" y="5207"/>
                </a:lnTo>
                <a:lnTo>
                  <a:pt x="2876296" y="19431"/>
                </a:lnTo>
                <a:lnTo>
                  <a:pt x="2881503" y="25781"/>
                </a:lnTo>
                <a:lnTo>
                  <a:pt x="2930531" y="30275"/>
                </a:lnTo>
                <a:lnTo>
                  <a:pt x="2973959" y="10033"/>
                </a:lnTo>
                <a:lnTo>
                  <a:pt x="2993013" y="10033"/>
                </a:lnTo>
                <a:lnTo>
                  <a:pt x="2883916"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aphicFrame>
        <p:nvGraphicFramePr>
          <p:cNvPr id="639" name="Google Shape;639;p35"/>
          <p:cNvGraphicFramePr/>
          <p:nvPr/>
        </p:nvGraphicFramePr>
        <p:xfrm>
          <a:off x="5135245" y="1558925"/>
          <a:ext cx="3000000" cy="3000000"/>
        </p:xfrm>
        <a:graphic>
          <a:graphicData uri="http://schemas.openxmlformats.org/drawingml/2006/table">
            <a:tbl>
              <a:tblPr firstRow="1" bandRow="1">
                <a:noFill/>
                <a:tableStyleId>{99E32415-C451-4EA8-B95F-1B1F5F90AFCD}</a:tableStyleId>
              </a:tblPr>
              <a:tblGrid>
                <a:gridCol w="128275">
                  <a:extLst>
                    <a:ext uri="{9D8B030D-6E8A-4147-A177-3AD203B41FA5}">
                      <a16:colId xmlns:a16="http://schemas.microsoft.com/office/drawing/2014/main" val="20000"/>
                    </a:ext>
                  </a:extLst>
                </a:gridCol>
                <a:gridCol w="502925">
                  <a:extLst>
                    <a:ext uri="{9D8B030D-6E8A-4147-A177-3AD203B41FA5}">
                      <a16:colId xmlns:a16="http://schemas.microsoft.com/office/drawing/2014/main" val="20001"/>
                    </a:ext>
                  </a:extLst>
                </a:gridCol>
                <a:gridCol w="1137275">
                  <a:extLst>
                    <a:ext uri="{9D8B030D-6E8A-4147-A177-3AD203B41FA5}">
                      <a16:colId xmlns:a16="http://schemas.microsoft.com/office/drawing/2014/main" val="20002"/>
                    </a:ext>
                  </a:extLst>
                </a:gridCol>
                <a:gridCol w="299075">
                  <a:extLst>
                    <a:ext uri="{9D8B030D-6E8A-4147-A177-3AD203B41FA5}">
                      <a16:colId xmlns:a16="http://schemas.microsoft.com/office/drawing/2014/main" val="20003"/>
                    </a:ext>
                  </a:extLst>
                </a:gridCol>
                <a:gridCol w="1007100">
                  <a:extLst>
                    <a:ext uri="{9D8B030D-6E8A-4147-A177-3AD203B41FA5}">
                      <a16:colId xmlns:a16="http://schemas.microsoft.com/office/drawing/2014/main" val="20004"/>
                    </a:ext>
                  </a:extLst>
                </a:gridCol>
                <a:gridCol w="311775">
                  <a:extLst>
                    <a:ext uri="{9D8B030D-6E8A-4147-A177-3AD203B41FA5}">
                      <a16:colId xmlns:a16="http://schemas.microsoft.com/office/drawing/2014/main" val="20005"/>
                    </a:ext>
                  </a:extLst>
                </a:gridCol>
              </a:tblGrid>
              <a:tr h="304800">
                <a:tc gridSpan="5">
                  <a:txBody>
                    <a:bodyPr/>
                    <a:lstStyle/>
                    <a:p>
                      <a:pPr marL="314325" marR="0" lvl="0" indent="0" algn="ctr" rtl="0">
                        <a:lnSpc>
                          <a:spcPct val="100000"/>
                        </a:lnSpc>
                        <a:spcBef>
                          <a:spcPts val="0"/>
                        </a:spcBef>
                        <a:spcAft>
                          <a:spcPts val="0"/>
                        </a:spcAft>
                        <a:buNone/>
                      </a:pPr>
                      <a:r>
                        <a:rPr lang="en-US" sz="1400" b="1" u="none" strike="noStrike" cap="none">
                          <a:solidFill>
                            <a:srgbClr val="FFFFFF"/>
                          </a:solidFill>
                          <a:latin typeface="Arial"/>
                          <a:ea typeface="Arial"/>
                          <a:cs typeface="Arial"/>
                          <a:sym typeface="Arial"/>
                        </a:rPr>
                        <a:t>Cache</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00D3"/>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00D3"/>
                    </a:solidFill>
                  </a:tcPr>
                </a:tc>
                <a:extLst>
                  <a:ext uri="{0D108BD9-81ED-4DB2-BD59-A6C34878D82A}">
                    <a16:rowId xmlns:a16="http://schemas.microsoft.com/office/drawing/2014/main" val="10000"/>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0" marR="90805"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Tag</a:t>
                      </a:r>
                      <a:endParaRPr sz="1400" u="none" strike="noStrike" cap="none">
                        <a:latin typeface="Arial"/>
                        <a:ea typeface="Arial"/>
                        <a:cs typeface="Arial"/>
                        <a:sym typeface="Arial"/>
                      </a:endParaRPr>
                    </a:p>
                  </a:txBody>
                  <a:tcPr marL="0" marR="0" marT="40650" marB="0">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32384"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Index</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13970"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Data</a:t>
                      </a:r>
                      <a:endParaRPr sz="1400" u="none" strike="noStrike" cap="none">
                        <a:latin typeface="Arial"/>
                        <a:ea typeface="Arial"/>
                        <a:cs typeface="Arial"/>
                        <a:sym typeface="Arial"/>
                      </a:endParaRPr>
                    </a:p>
                  </a:txBody>
                  <a:tcPr marL="0" marR="0" marT="40650" marB="0">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extLst>
                  <a:ext uri="{0D108BD9-81ED-4DB2-BD59-A6C34878D82A}">
                    <a16:rowId xmlns:a16="http://schemas.microsoft.com/office/drawing/2014/main" val="10001"/>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90805" lvl="0" indent="0" algn="ctr" rtl="0">
                        <a:lnSpc>
                          <a:spcPct val="100000"/>
                        </a:lnSpc>
                        <a:spcBef>
                          <a:spcPts val="0"/>
                        </a:spcBef>
                        <a:spcAft>
                          <a:spcPts val="0"/>
                        </a:spcAft>
                        <a:buNone/>
                      </a:pPr>
                      <a:r>
                        <a:rPr lang="en-US" sz="1400" u="none" strike="noStrike" cap="none">
                          <a:latin typeface="Arial"/>
                          <a:ea typeface="Arial"/>
                          <a:cs typeface="Arial"/>
                          <a:sym typeface="Arial"/>
                        </a:rPr>
                        <a:t>10</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29844" marR="0" lvl="0" indent="0" algn="ctr" rtl="0">
                        <a:lnSpc>
                          <a:spcPct val="100000"/>
                        </a:lnSpc>
                        <a:spcBef>
                          <a:spcPts val="0"/>
                        </a:spcBef>
                        <a:spcAft>
                          <a:spcPts val="0"/>
                        </a:spcAft>
                        <a:buNone/>
                      </a:pPr>
                      <a:r>
                        <a:rPr lang="en-US" sz="1400" u="none" strike="noStrike" cap="none">
                          <a:latin typeface="Arial"/>
                          <a:ea typeface="Arial"/>
                          <a:cs typeface="Arial"/>
                          <a:sym typeface="Arial"/>
                        </a:rPr>
                        <a:t>000</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5240" marR="0" lvl="0" indent="0" algn="ctr" rtl="0">
                        <a:lnSpc>
                          <a:spcPct val="100000"/>
                        </a:lnSpc>
                        <a:spcBef>
                          <a:spcPts val="0"/>
                        </a:spcBef>
                        <a:spcAft>
                          <a:spcPts val="0"/>
                        </a:spcAft>
                        <a:buNone/>
                      </a:pPr>
                      <a:r>
                        <a:rPr lang="en-US" sz="1400" u="none" strike="noStrike" cap="none">
                          <a:latin typeface="Arial"/>
                          <a:ea typeface="Arial"/>
                          <a:cs typeface="Arial"/>
                          <a:sym typeface="Arial"/>
                        </a:rPr>
                        <a:t>M [10000]</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2"/>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29844" marR="0" lvl="0" indent="0" algn="ctr" rtl="0">
                        <a:lnSpc>
                          <a:spcPct val="100000"/>
                        </a:lnSpc>
                        <a:spcBef>
                          <a:spcPts val="0"/>
                        </a:spcBef>
                        <a:spcAft>
                          <a:spcPts val="0"/>
                        </a:spcAft>
                        <a:buNone/>
                      </a:pPr>
                      <a:r>
                        <a:rPr lang="en-US" sz="1400" u="none" strike="noStrike" cap="none">
                          <a:latin typeface="Arial"/>
                          <a:ea typeface="Arial"/>
                          <a:cs typeface="Arial"/>
                          <a:sym typeface="Arial"/>
                        </a:rPr>
                        <a:t>001</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6200">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solidFill>
                      <a:srgbClr val="E7E7F7"/>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solidFill>
                      <a:srgbClr val="E7E7F7"/>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solidFill>
                      <a:srgbClr val="E7E7F7"/>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solidFill>
                      <a:srgbClr val="E7E7F7"/>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solidFill>
                      <a:srgbClr val="E7E7F7"/>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solidFill>
                      <a:srgbClr val="E7E7F7"/>
                    </a:solidFill>
                  </a:tcPr>
                </a:tc>
                <a:extLst>
                  <a:ext uri="{0D108BD9-81ED-4DB2-BD59-A6C34878D82A}">
                    <a16:rowId xmlns:a16="http://schemas.microsoft.com/office/drawing/2014/main" val="10004"/>
                  </a:ext>
                </a:extLst>
              </a:tr>
              <a:tr h="220975">
                <a:tc>
                  <a:txBody>
                    <a:bodyPr/>
                    <a:lstStyle/>
                    <a:p>
                      <a:pPr marL="0" marR="0" lvl="0" indent="0" algn="l" rtl="0">
                        <a:lnSpc>
                          <a:spcPct val="100000"/>
                        </a:lnSpc>
                        <a:spcBef>
                          <a:spcPts val="0"/>
                        </a:spcBef>
                        <a:spcAft>
                          <a:spcPts val="0"/>
                        </a:spcAft>
                        <a:buNone/>
                      </a:pPr>
                      <a:endParaRPr sz="1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solidFill>
                      <a:srgbClr val="E7E7F7"/>
                    </a:solidFill>
                  </a:tcPr>
                </a:tc>
                <a:tc>
                  <a:txBody>
                    <a:bodyPr/>
                    <a:lstStyle/>
                    <a:p>
                      <a:pPr marL="0" marR="111125" lvl="0" indent="0" algn="ctr" rtl="0">
                        <a:lnSpc>
                          <a:spcPct val="113571"/>
                        </a:lnSpc>
                        <a:spcBef>
                          <a:spcPts val="0"/>
                        </a:spcBef>
                        <a:spcAft>
                          <a:spcPts val="0"/>
                        </a:spcAft>
                        <a:buNone/>
                      </a:pPr>
                      <a:r>
                        <a:rPr lang="en-US" sz="1400" b="1" u="none" strike="noStrike" cap="none">
                          <a:solidFill>
                            <a:srgbClr val="DD0805"/>
                          </a:solidFill>
                          <a:latin typeface="Arial"/>
                          <a:ea typeface="Arial"/>
                          <a:cs typeface="Arial"/>
                          <a:sym typeface="Arial"/>
                        </a:rPr>
                        <a:t>10</a:t>
                      </a:r>
                      <a:endParaRPr sz="1400" u="none" strike="noStrike" cap="none">
                        <a:latin typeface="Arial"/>
                        <a:ea typeface="Arial"/>
                        <a:cs typeface="Arial"/>
                        <a:sym typeface="Arial"/>
                      </a:endParaRPr>
                    </a:p>
                  </a:txBody>
                  <a:tcPr marL="0" marR="0" marT="19675" marB="0">
                    <a:solidFill>
                      <a:srgbClr val="EDEDF9"/>
                    </a:solidFill>
                  </a:tcPr>
                </a:tc>
                <a:tc>
                  <a:txBody>
                    <a:bodyPr/>
                    <a:lstStyle/>
                    <a:p>
                      <a:pPr marL="29844" marR="0" lvl="0" indent="0" algn="ctr" rtl="0">
                        <a:lnSpc>
                          <a:spcPct val="114642"/>
                        </a:lnSpc>
                        <a:spcBef>
                          <a:spcPts val="0"/>
                        </a:spcBef>
                        <a:spcAft>
                          <a:spcPts val="0"/>
                        </a:spcAft>
                        <a:buNone/>
                      </a:pPr>
                      <a:r>
                        <a:rPr lang="en-US" sz="1400" u="none" strike="noStrike" cap="none">
                          <a:latin typeface="Arial"/>
                          <a:ea typeface="Arial"/>
                          <a:cs typeface="Arial"/>
                          <a:sym typeface="Arial"/>
                        </a:rPr>
                        <a:t>010</a:t>
                      </a:r>
                      <a:endParaRPr sz="1400" u="none" strike="noStrike" cap="none">
                        <a:latin typeface="Arial"/>
                        <a:ea typeface="Arial"/>
                        <a:cs typeface="Arial"/>
                        <a:sym typeface="Arial"/>
                      </a:endParaRPr>
                    </a:p>
                  </a:txBody>
                  <a:tcPr marL="0" marR="0" marT="3800" marB="0">
                    <a:lnR w="12700" cap="flat" cmpd="sng">
                      <a:solidFill>
                        <a:srgbClr val="FFFFFF"/>
                      </a:solidFill>
                      <a:prstDash val="solid"/>
                      <a:round/>
                      <a:headEnd type="none" w="sm" len="sm"/>
                      <a:tailEnd type="none" w="sm" len="sm"/>
                    </a:lnR>
                    <a:solidFill>
                      <a:srgbClr val="E7E7F7"/>
                    </a:solidFill>
                  </a:tcPr>
                </a:tc>
                <a:tc>
                  <a:txBody>
                    <a:bodyPr/>
                    <a:lstStyle/>
                    <a:p>
                      <a:pPr marL="0" marR="0" lvl="0" indent="0" algn="l" rtl="0">
                        <a:lnSpc>
                          <a:spcPct val="100000"/>
                        </a:lnSpc>
                        <a:spcBef>
                          <a:spcPts val="0"/>
                        </a:spcBef>
                        <a:spcAft>
                          <a:spcPts val="0"/>
                        </a:spcAft>
                        <a:buNone/>
                      </a:pPr>
                      <a:endParaRPr sz="1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solidFill>
                      <a:srgbClr val="E7E7F7"/>
                    </a:solidFill>
                  </a:tcPr>
                </a:tc>
                <a:tc>
                  <a:txBody>
                    <a:bodyPr/>
                    <a:lstStyle/>
                    <a:p>
                      <a:pPr marL="0" marR="4445" lvl="0" indent="0" algn="ctr" rtl="0">
                        <a:lnSpc>
                          <a:spcPct val="106428"/>
                        </a:lnSpc>
                        <a:spcBef>
                          <a:spcPts val="0"/>
                        </a:spcBef>
                        <a:spcAft>
                          <a:spcPts val="0"/>
                        </a:spcAft>
                        <a:buNone/>
                      </a:pPr>
                      <a:r>
                        <a:rPr lang="en-US" sz="1400" b="1" u="none" strike="noStrike" cap="none">
                          <a:solidFill>
                            <a:srgbClr val="DD0805"/>
                          </a:solidFill>
                          <a:latin typeface="Arial"/>
                          <a:ea typeface="Arial"/>
                          <a:cs typeface="Arial"/>
                          <a:sym typeface="Arial"/>
                        </a:rPr>
                        <a:t>M [10010]</a:t>
                      </a:r>
                      <a:endParaRPr sz="1400" u="none" strike="noStrike" cap="none">
                        <a:latin typeface="Arial"/>
                        <a:ea typeface="Arial"/>
                        <a:cs typeface="Arial"/>
                        <a:sym typeface="Arial"/>
                      </a:endParaRPr>
                    </a:p>
                  </a:txBody>
                  <a:tcPr marL="0" marR="0" marT="19050" marB="0">
                    <a:solidFill>
                      <a:srgbClr val="EDEDF9"/>
                    </a:solidFill>
                  </a:tcPr>
                </a:tc>
                <a:tc>
                  <a:txBody>
                    <a:bodyPr/>
                    <a:lstStyle/>
                    <a:p>
                      <a:pPr marL="0" marR="0" lvl="0" indent="0" algn="l" rtl="0">
                        <a:lnSpc>
                          <a:spcPct val="100000"/>
                        </a:lnSpc>
                        <a:spcBef>
                          <a:spcPts val="0"/>
                        </a:spcBef>
                        <a:spcAft>
                          <a:spcPts val="0"/>
                        </a:spcAft>
                        <a:buNone/>
                      </a:pPr>
                      <a:endParaRPr sz="13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solidFill>
                      <a:srgbClr val="E7E7F7"/>
                    </a:solidFill>
                  </a:tcPr>
                </a:tc>
                <a:extLst>
                  <a:ext uri="{0D108BD9-81ED-4DB2-BD59-A6C34878D82A}">
                    <a16:rowId xmlns:a16="http://schemas.microsoft.com/office/drawing/2014/main" val="10005"/>
                  </a:ext>
                </a:extLst>
              </a:tr>
              <a:tr h="47000">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6"/>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119379" lvl="0" indent="0" algn="ctr" rtl="0">
                        <a:lnSpc>
                          <a:spcPct val="100000"/>
                        </a:lnSpc>
                        <a:spcBef>
                          <a:spcPts val="0"/>
                        </a:spcBef>
                        <a:spcAft>
                          <a:spcPts val="0"/>
                        </a:spcAft>
                        <a:buNone/>
                      </a:pPr>
                      <a:r>
                        <a:rPr lang="en-US" sz="1400" u="none" strike="noStrike" cap="none">
                          <a:latin typeface="Arial"/>
                          <a:ea typeface="Arial"/>
                          <a:cs typeface="Arial"/>
                          <a:sym typeface="Arial"/>
                        </a:rPr>
                        <a:t>00</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011</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12700" marR="0" lvl="0" indent="0" algn="ctr" rtl="0">
                        <a:lnSpc>
                          <a:spcPct val="100000"/>
                        </a:lnSpc>
                        <a:spcBef>
                          <a:spcPts val="0"/>
                        </a:spcBef>
                        <a:spcAft>
                          <a:spcPts val="0"/>
                        </a:spcAft>
                        <a:buNone/>
                      </a:pPr>
                      <a:r>
                        <a:rPr lang="en-US" sz="1400" u="none" strike="noStrike" cap="none">
                          <a:latin typeface="Arial"/>
                          <a:ea typeface="Arial"/>
                          <a:cs typeface="Arial"/>
                          <a:sym typeface="Arial"/>
                        </a:rPr>
                        <a:t>M[00011]</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7"/>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100</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8"/>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29844" marR="0" lvl="0" indent="0" algn="ctr" rtl="0">
                        <a:lnSpc>
                          <a:spcPct val="100000"/>
                        </a:lnSpc>
                        <a:spcBef>
                          <a:spcPts val="0"/>
                        </a:spcBef>
                        <a:spcAft>
                          <a:spcPts val="0"/>
                        </a:spcAft>
                        <a:buNone/>
                      </a:pPr>
                      <a:r>
                        <a:rPr lang="en-US" sz="1400" u="none" strike="noStrike" cap="none">
                          <a:latin typeface="Arial"/>
                          <a:ea typeface="Arial"/>
                          <a:cs typeface="Arial"/>
                          <a:sym typeface="Arial"/>
                        </a:rPr>
                        <a:t>101</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9"/>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90805" lvl="0" indent="0" algn="ctr" rtl="0">
                        <a:lnSpc>
                          <a:spcPct val="100000"/>
                        </a:lnSpc>
                        <a:spcBef>
                          <a:spcPts val="0"/>
                        </a:spcBef>
                        <a:spcAft>
                          <a:spcPts val="0"/>
                        </a:spcAft>
                        <a:buNone/>
                      </a:pPr>
                      <a:r>
                        <a:rPr lang="en-US" sz="1400" u="none" strike="noStrike" cap="none">
                          <a:latin typeface="Arial"/>
                          <a:ea typeface="Arial"/>
                          <a:cs typeface="Arial"/>
                          <a:sym typeface="Arial"/>
                        </a:rPr>
                        <a:t>10</a:t>
                      </a:r>
                      <a:endParaRPr sz="1400" u="none" strike="noStrike" cap="none">
                        <a:latin typeface="Arial"/>
                        <a:ea typeface="Arial"/>
                        <a:cs typeface="Arial"/>
                        <a:sym typeface="Arial"/>
                      </a:endParaRPr>
                    </a:p>
                  </a:txBody>
                  <a:tcPr marL="0" marR="0" marT="41275"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28575" marR="0" lvl="0" indent="0" algn="ctr" rtl="0">
                        <a:lnSpc>
                          <a:spcPct val="100000"/>
                        </a:lnSpc>
                        <a:spcBef>
                          <a:spcPts val="0"/>
                        </a:spcBef>
                        <a:spcAft>
                          <a:spcPts val="0"/>
                        </a:spcAft>
                        <a:buNone/>
                      </a:pPr>
                      <a:r>
                        <a:rPr lang="en-US" sz="1400" u="none" strike="noStrike" cap="none">
                          <a:latin typeface="Arial"/>
                          <a:ea typeface="Arial"/>
                          <a:cs typeface="Arial"/>
                          <a:sym typeface="Arial"/>
                        </a:rPr>
                        <a:t>110</a:t>
                      </a:r>
                      <a:endParaRPr sz="1400" u="none" strike="noStrike" cap="none">
                        <a:latin typeface="Arial"/>
                        <a:ea typeface="Arial"/>
                        <a:cs typeface="Arial"/>
                        <a:sym typeface="Arial"/>
                      </a:endParaRPr>
                    </a:p>
                  </a:txBody>
                  <a:tcPr marL="0" marR="0" marT="41275"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0" marR="0" lvl="0" indent="0" algn="ctr" rtl="0">
                        <a:lnSpc>
                          <a:spcPct val="100000"/>
                        </a:lnSpc>
                        <a:spcBef>
                          <a:spcPts val="0"/>
                        </a:spcBef>
                        <a:spcAft>
                          <a:spcPts val="0"/>
                        </a:spcAft>
                        <a:buNone/>
                      </a:pPr>
                      <a:r>
                        <a:rPr lang="en-US" sz="1400" b="1" u="none" strike="noStrike" cap="none">
                          <a:latin typeface="Arial"/>
                          <a:ea typeface="Arial"/>
                          <a:cs typeface="Arial"/>
                          <a:sym typeface="Arial"/>
                        </a:rPr>
                        <a:t>M </a:t>
                      </a: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1275"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10"/>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15875" marR="0" lvl="0" indent="0" algn="ctr" rtl="0">
                        <a:lnSpc>
                          <a:spcPct val="100000"/>
                        </a:lnSpc>
                        <a:spcBef>
                          <a:spcPts val="0"/>
                        </a:spcBef>
                        <a:spcAft>
                          <a:spcPts val="0"/>
                        </a:spcAft>
                        <a:buNone/>
                      </a:pPr>
                      <a:r>
                        <a:rPr lang="en-US" sz="1400" u="none" strike="noStrike" cap="none">
                          <a:latin typeface="Arial"/>
                          <a:ea typeface="Arial"/>
                          <a:cs typeface="Arial"/>
                          <a:sym typeface="Arial"/>
                        </a:rPr>
                        <a:t>111</a:t>
                      </a:r>
                      <a:endParaRPr sz="1400" u="none" strike="noStrike" cap="none">
                        <a:latin typeface="Arial"/>
                        <a:ea typeface="Arial"/>
                        <a:cs typeface="Arial"/>
                        <a:sym typeface="Arial"/>
                      </a:endParaRPr>
                    </a:p>
                  </a:txBody>
                  <a:tcPr marL="0" marR="0" marT="41275"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11"/>
                  </a:ext>
                </a:extLst>
              </a:tr>
            </a:tbl>
          </a:graphicData>
        </a:graphic>
      </p:graphicFrame>
      <p:sp>
        <p:nvSpPr>
          <p:cNvPr id="640" name="Google Shape;640;p35"/>
          <p:cNvSpPr/>
          <p:nvPr/>
        </p:nvSpPr>
        <p:spPr>
          <a:xfrm>
            <a:off x="3488435" y="4262628"/>
            <a:ext cx="660400" cy="220979"/>
          </a:xfrm>
          <a:custGeom>
            <a:avLst/>
            <a:gdLst/>
            <a:ahLst/>
            <a:cxnLst/>
            <a:rect l="l" t="t" r="r" b="b"/>
            <a:pathLst>
              <a:path w="660400" h="220979" extrusionOk="0">
                <a:moveTo>
                  <a:pt x="659891" y="0"/>
                </a:moveTo>
                <a:lnTo>
                  <a:pt x="0" y="0"/>
                </a:lnTo>
                <a:lnTo>
                  <a:pt x="0" y="220980"/>
                </a:lnTo>
                <a:lnTo>
                  <a:pt x="659891" y="220980"/>
                </a:lnTo>
                <a:lnTo>
                  <a:pt x="659891" y="0"/>
                </a:lnTo>
                <a:close/>
              </a:path>
            </a:pathLst>
          </a:custGeom>
          <a:solidFill>
            <a:srgbClr val="CCCCE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41" name="Google Shape;641;p35"/>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35</a:t>
            </a:fld>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36"/>
          <p:cNvSpPr txBox="1">
            <a:spLocks noGrp="1"/>
          </p:cNvSpPr>
          <p:nvPr>
            <p:ph type="title"/>
          </p:nvPr>
        </p:nvSpPr>
        <p:spPr>
          <a:xfrm>
            <a:off x="2596133" y="265557"/>
            <a:ext cx="3951732" cy="391159"/>
          </a:xfrm>
          <a:prstGeom prst="rect">
            <a:avLst/>
          </a:prstGeom>
          <a:noFill/>
          <a:ln>
            <a:noFill/>
          </a:ln>
        </p:spPr>
        <p:txBody>
          <a:bodyPr spcFirstLastPara="1" wrap="square" lIns="0" tIns="12700" rIns="0" bIns="0" anchor="t" anchorCtr="0">
            <a:spAutoFit/>
          </a:bodyPr>
          <a:lstStyle/>
          <a:p>
            <a:pPr marL="316230" lvl="0" indent="0" algn="l" rtl="0">
              <a:lnSpc>
                <a:spcPct val="100000"/>
              </a:lnSpc>
              <a:spcBef>
                <a:spcPts val="0"/>
              </a:spcBef>
              <a:spcAft>
                <a:spcPts val="0"/>
              </a:spcAft>
              <a:buNone/>
            </a:pPr>
            <a:r>
              <a:rPr lang="en-US"/>
              <a:t>ACCESSING A CACHE</a:t>
            </a:r>
            <a:endParaRPr/>
          </a:p>
        </p:txBody>
      </p:sp>
      <p:grpSp>
        <p:nvGrpSpPr>
          <p:cNvPr id="647" name="Google Shape;647;p36"/>
          <p:cNvGrpSpPr/>
          <p:nvPr/>
        </p:nvGrpSpPr>
        <p:grpSpPr>
          <a:xfrm>
            <a:off x="5141595" y="1552575"/>
            <a:ext cx="659765" cy="3060700"/>
            <a:chOff x="5141595" y="1552575"/>
            <a:chExt cx="659765" cy="3060700"/>
          </a:xfrm>
        </p:grpSpPr>
        <p:sp>
          <p:nvSpPr>
            <p:cNvPr id="648" name="Google Shape;648;p36"/>
            <p:cNvSpPr/>
            <p:nvPr/>
          </p:nvSpPr>
          <p:spPr>
            <a:xfrm>
              <a:off x="5141595" y="2473325"/>
              <a:ext cx="659765" cy="304800"/>
            </a:xfrm>
            <a:custGeom>
              <a:avLst/>
              <a:gdLst/>
              <a:ahLst/>
              <a:cxnLst/>
              <a:rect l="l" t="t" r="r" b="b"/>
              <a:pathLst>
                <a:path w="659764" h="304800" extrusionOk="0">
                  <a:moveTo>
                    <a:pt x="659561" y="0"/>
                  </a:moveTo>
                  <a:lnTo>
                    <a:pt x="0" y="0"/>
                  </a:lnTo>
                  <a:lnTo>
                    <a:pt x="0" y="304800"/>
                  </a:lnTo>
                  <a:lnTo>
                    <a:pt x="659561" y="304800"/>
                  </a:lnTo>
                  <a:lnTo>
                    <a:pt x="659561"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49" name="Google Shape;649;p36"/>
            <p:cNvSpPr/>
            <p:nvPr/>
          </p:nvSpPr>
          <p:spPr>
            <a:xfrm>
              <a:off x="5141595" y="2778125"/>
              <a:ext cx="659765" cy="304800"/>
            </a:xfrm>
            <a:custGeom>
              <a:avLst/>
              <a:gdLst/>
              <a:ahLst/>
              <a:cxnLst/>
              <a:rect l="l" t="t" r="r" b="b"/>
              <a:pathLst>
                <a:path w="659764" h="304800" extrusionOk="0">
                  <a:moveTo>
                    <a:pt x="659561" y="0"/>
                  </a:moveTo>
                  <a:lnTo>
                    <a:pt x="0" y="0"/>
                  </a:lnTo>
                  <a:lnTo>
                    <a:pt x="0" y="304800"/>
                  </a:lnTo>
                  <a:lnTo>
                    <a:pt x="659561" y="304800"/>
                  </a:lnTo>
                  <a:lnTo>
                    <a:pt x="659561"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50" name="Google Shape;650;p36"/>
            <p:cNvSpPr/>
            <p:nvPr/>
          </p:nvSpPr>
          <p:spPr>
            <a:xfrm>
              <a:off x="5141595" y="3082925"/>
              <a:ext cx="659765" cy="304800"/>
            </a:xfrm>
            <a:custGeom>
              <a:avLst/>
              <a:gdLst/>
              <a:ahLst/>
              <a:cxnLst/>
              <a:rect l="l" t="t" r="r" b="b"/>
              <a:pathLst>
                <a:path w="659764" h="304800" extrusionOk="0">
                  <a:moveTo>
                    <a:pt x="659561" y="0"/>
                  </a:moveTo>
                  <a:lnTo>
                    <a:pt x="0" y="0"/>
                  </a:lnTo>
                  <a:lnTo>
                    <a:pt x="0" y="304800"/>
                  </a:lnTo>
                  <a:lnTo>
                    <a:pt x="659561" y="304800"/>
                  </a:lnTo>
                  <a:lnTo>
                    <a:pt x="659561"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51" name="Google Shape;651;p36"/>
            <p:cNvSpPr/>
            <p:nvPr/>
          </p:nvSpPr>
          <p:spPr>
            <a:xfrm>
              <a:off x="5141595" y="1552575"/>
              <a:ext cx="659765" cy="3060700"/>
            </a:xfrm>
            <a:custGeom>
              <a:avLst/>
              <a:gdLst/>
              <a:ahLst/>
              <a:cxnLst/>
              <a:rect l="l" t="t" r="r" b="b"/>
              <a:pathLst>
                <a:path w="659764" h="3060700" extrusionOk="0">
                  <a:moveTo>
                    <a:pt x="659638" y="292100"/>
                  </a:moveTo>
                  <a:lnTo>
                    <a:pt x="659638" y="3060700"/>
                  </a:lnTo>
                </a:path>
                <a:path w="659764" h="3060700" extrusionOk="0">
                  <a:moveTo>
                    <a:pt x="0" y="0"/>
                  </a:moveTo>
                  <a:lnTo>
                    <a:pt x="0" y="306070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graphicFrame>
        <p:nvGraphicFramePr>
          <p:cNvPr id="652" name="Google Shape;652;p36"/>
          <p:cNvGraphicFramePr/>
          <p:nvPr/>
        </p:nvGraphicFramePr>
        <p:xfrm>
          <a:off x="5135245" y="1552575"/>
          <a:ext cx="3000000" cy="3000000"/>
        </p:xfrm>
        <a:graphic>
          <a:graphicData uri="http://schemas.openxmlformats.org/drawingml/2006/table">
            <a:tbl>
              <a:tblPr firstRow="1" bandRow="1">
                <a:noFill/>
                <a:tableStyleId>{99E32415-C451-4EA8-B95F-1B1F5F90AFCD}</a:tableStyleId>
              </a:tblPr>
              <a:tblGrid>
                <a:gridCol w="659775">
                  <a:extLst>
                    <a:ext uri="{9D8B030D-6E8A-4147-A177-3AD203B41FA5}">
                      <a16:colId xmlns:a16="http://schemas.microsoft.com/office/drawing/2014/main" val="20000"/>
                    </a:ext>
                  </a:extLst>
                </a:gridCol>
                <a:gridCol w="11093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tblGrid>
              <a:tr h="304800">
                <a:tc gridSpan="3">
                  <a:txBody>
                    <a:bodyPr/>
                    <a:lstStyle/>
                    <a:p>
                      <a:pPr marL="1905" marR="0" lvl="0" indent="0" algn="ctr" rtl="0">
                        <a:lnSpc>
                          <a:spcPct val="100000"/>
                        </a:lnSpc>
                        <a:spcBef>
                          <a:spcPts val="0"/>
                        </a:spcBef>
                        <a:spcAft>
                          <a:spcPts val="0"/>
                        </a:spcAft>
                        <a:buNone/>
                      </a:pPr>
                      <a:r>
                        <a:rPr lang="en-US" sz="1400" b="1" u="none" strike="noStrike" cap="none">
                          <a:solidFill>
                            <a:srgbClr val="FFFFFF"/>
                          </a:solidFill>
                          <a:latin typeface="Arial"/>
                          <a:ea typeface="Arial"/>
                          <a:cs typeface="Arial"/>
                          <a:sym typeface="Arial"/>
                        </a:rPr>
                        <a:t>Cache</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0000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04800">
                <a:tc>
                  <a:txBody>
                    <a:bodyPr/>
                    <a:lstStyle/>
                    <a:p>
                      <a:pPr marL="635"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Tag</a:t>
                      </a:r>
                      <a:endParaRPr sz="1400" u="none" strike="noStrike" cap="none">
                        <a:latin typeface="Arial"/>
                        <a:ea typeface="Arial"/>
                        <a:cs typeface="Arial"/>
                        <a:sym typeface="Arial"/>
                      </a:endParaRPr>
                    </a:p>
                  </a:txBody>
                  <a:tcPr marL="0" marR="0" marT="40650" marB="0">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3810"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Index</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tc>
                  <a:txBody>
                    <a:bodyPr/>
                    <a:lstStyle/>
                    <a:p>
                      <a:pPr marL="1270" marR="0" lvl="0" indent="0" algn="ctr" rtl="0">
                        <a:lnSpc>
                          <a:spcPct val="100000"/>
                        </a:lnSpc>
                        <a:spcBef>
                          <a:spcPts val="0"/>
                        </a:spcBef>
                        <a:spcAft>
                          <a:spcPts val="0"/>
                        </a:spcAft>
                        <a:buNone/>
                      </a:pPr>
                      <a:r>
                        <a:rPr lang="en-US" sz="1400" u="none" strike="noStrike" cap="none">
                          <a:solidFill>
                            <a:srgbClr val="FFFFFF"/>
                          </a:solidFill>
                          <a:latin typeface="Arial"/>
                          <a:ea typeface="Arial"/>
                          <a:cs typeface="Arial"/>
                          <a:sym typeface="Arial"/>
                        </a:rPr>
                        <a:t>Data</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00D3"/>
                    </a:solidFill>
                  </a:tcPr>
                </a:tc>
                <a:extLst>
                  <a:ext uri="{0D108BD9-81ED-4DB2-BD59-A6C34878D82A}">
                    <a16:rowId xmlns:a16="http://schemas.microsoft.com/office/drawing/2014/main" val="10001"/>
                  </a:ext>
                </a:extLst>
              </a:tr>
              <a:tr h="304800">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000</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2540" marR="0" lvl="0" indent="0" algn="ctr" rtl="0">
                        <a:lnSpc>
                          <a:spcPct val="100000"/>
                        </a:lnSpc>
                        <a:spcBef>
                          <a:spcPts val="0"/>
                        </a:spcBef>
                        <a:spcAft>
                          <a:spcPts val="0"/>
                        </a:spcAft>
                        <a:buNone/>
                      </a:pPr>
                      <a:r>
                        <a:rPr lang="en-US" sz="1400" u="none" strike="noStrike" cap="none">
                          <a:latin typeface="Arial"/>
                          <a:ea typeface="Arial"/>
                          <a:cs typeface="Arial"/>
                          <a:sym typeface="Arial"/>
                        </a:rPr>
                        <a:t>M [10000]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2"/>
                  </a:ext>
                </a:extLst>
              </a:tr>
              <a:tr h="304800">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001</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04800">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010</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M [11010]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4"/>
                  </a:ext>
                </a:extLst>
              </a:tr>
              <a:tr h="304800">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011</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M[00011]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5"/>
                  </a:ext>
                </a:extLst>
              </a:tr>
              <a:tr h="304800">
                <a:tc gridSpan="2">
                  <a:txBody>
                    <a:bodyPr/>
                    <a:lstStyle/>
                    <a:p>
                      <a:pPr marL="1066165" marR="0" lvl="0" indent="0" algn="l" rtl="0">
                        <a:lnSpc>
                          <a:spcPct val="100000"/>
                        </a:lnSpc>
                        <a:spcBef>
                          <a:spcPts val="0"/>
                        </a:spcBef>
                        <a:spcAft>
                          <a:spcPts val="0"/>
                        </a:spcAft>
                        <a:buNone/>
                      </a:pPr>
                      <a:r>
                        <a:rPr lang="en-US" sz="1400" u="none" strike="noStrike" cap="none">
                          <a:latin typeface="Arial"/>
                          <a:ea typeface="Arial"/>
                          <a:cs typeface="Arial"/>
                          <a:sym typeface="Arial"/>
                        </a:rPr>
                        <a:t>100</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hMerge="1">
                  <a:txBody>
                    <a:bodyPr/>
                    <a:lstStyle/>
                    <a:p>
                      <a:endParaRPr lang="en-US"/>
                    </a:p>
                  </a:txBody>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6"/>
                  </a:ext>
                </a:extLst>
              </a:tr>
              <a:tr h="304800">
                <a:tc gridSpan="2">
                  <a:txBody>
                    <a:bodyPr/>
                    <a:lstStyle/>
                    <a:p>
                      <a:pPr marL="1066165" marR="0" lvl="0" indent="0" algn="l" rtl="0">
                        <a:lnSpc>
                          <a:spcPct val="100000"/>
                        </a:lnSpc>
                        <a:spcBef>
                          <a:spcPts val="0"/>
                        </a:spcBef>
                        <a:spcAft>
                          <a:spcPts val="0"/>
                        </a:spcAft>
                        <a:buNone/>
                      </a:pPr>
                      <a:r>
                        <a:rPr lang="en-US" sz="1400" u="none" strike="noStrike" cap="none">
                          <a:latin typeface="Arial"/>
                          <a:ea typeface="Arial"/>
                          <a:cs typeface="Arial"/>
                          <a:sym typeface="Arial"/>
                        </a:rPr>
                        <a:t>101</a:t>
                      </a:r>
                      <a:endParaRPr sz="1400" u="none" strike="noStrike" cap="none">
                        <a:latin typeface="Arial"/>
                        <a:ea typeface="Arial"/>
                        <a:cs typeface="Arial"/>
                        <a:sym typeface="Arial"/>
                      </a:endParaRPr>
                    </a:p>
                  </a:txBody>
                  <a:tcPr marL="0" marR="0" marT="40650"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hMerge="1">
                  <a:txBody>
                    <a:bodyPr/>
                    <a:lstStyle/>
                    <a:p>
                      <a:endParaRPr lang="en-US"/>
                    </a:p>
                  </a:txBody>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7"/>
                  </a:ext>
                </a:extLst>
              </a:tr>
              <a:tr h="304800">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endParaRPr sz="1400" u="none" strike="noStrike" cap="none">
                        <a:latin typeface="Arial"/>
                        <a:ea typeface="Arial"/>
                        <a:cs typeface="Arial"/>
                        <a:sym typeface="Arial"/>
                      </a:endParaRPr>
                    </a:p>
                  </a:txBody>
                  <a:tcPr marL="0" marR="0" marT="41275"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a:t>
                      </a:r>
                      <a:endParaRPr sz="1400" u="none" strike="noStrike" cap="none">
                        <a:latin typeface="Arial"/>
                        <a:ea typeface="Arial"/>
                        <a:cs typeface="Arial"/>
                        <a:sym typeface="Arial"/>
                      </a:endParaRPr>
                    </a:p>
                  </a:txBody>
                  <a:tcPr marL="0" marR="0" marT="41275"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635" marR="0" lvl="0" indent="0" algn="ctr" rtl="0">
                        <a:lnSpc>
                          <a:spcPct val="100000"/>
                        </a:lnSpc>
                        <a:spcBef>
                          <a:spcPts val="0"/>
                        </a:spcBef>
                        <a:spcAft>
                          <a:spcPts val="0"/>
                        </a:spcAft>
                        <a:buNone/>
                      </a:pPr>
                      <a:r>
                        <a:rPr lang="en-US" sz="1400" b="1" u="none" strike="noStrike" cap="none">
                          <a:latin typeface="Arial"/>
                          <a:ea typeface="Arial"/>
                          <a:cs typeface="Arial"/>
                          <a:sym typeface="Arial"/>
                        </a:rPr>
                        <a:t>M </a:t>
                      </a: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127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8"/>
                  </a:ext>
                </a:extLst>
              </a:tr>
              <a:tr h="304800">
                <a:tc gridSpan="2">
                  <a:txBody>
                    <a:bodyPr/>
                    <a:lstStyle/>
                    <a:p>
                      <a:pPr marL="1080135" marR="0" lvl="0" indent="0" algn="l" rtl="0">
                        <a:lnSpc>
                          <a:spcPct val="100000"/>
                        </a:lnSpc>
                        <a:spcBef>
                          <a:spcPts val="0"/>
                        </a:spcBef>
                        <a:spcAft>
                          <a:spcPts val="0"/>
                        </a:spcAft>
                        <a:buNone/>
                      </a:pPr>
                      <a:r>
                        <a:rPr lang="en-US" sz="1400" u="none" strike="noStrike" cap="none">
                          <a:latin typeface="Arial"/>
                          <a:ea typeface="Arial"/>
                          <a:cs typeface="Arial"/>
                          <a:sym typeface="Arial"/>
                        </a:rPr>
                        <a:t>111</a:t>
                      </a:r>
                      <a:endParaRPr sz="1400" u="none" strike="noStrike" cap="none">
                        <a:latin typeface="Arial"/>
                        <a:ea typeface="Arial"/>
                        <a:cs typeface="Arial"/>
                        <a:sym typeface="Arial"/>
                      </a:endParaRPr>
                    </a:p>
                  </a:txBody>
                  <a:tcPr marL="0" marR="0" marT="41275" marB="0">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hMerge="1">
                  <a:txBody>
                    <a:bodyPr/>
                    <a:lstStyle/>
                    <a:p>
                      <a:endParaRPr lang="en-US"/>
                    </a:p>
                  </a:txBody>
                  <a:tcPr/>
                </a:tc>
                <a:tc>
                  <a:txBody>
                    <a:bodyPr/>
                    <a:lstStyle/>
                    <a:p>
                      <a:pPr marL="0" marR="0" lvl="0" indent="0" algn="l" rtl="0">
                        <a:lnSpc>
                          <a:spcPct val="100000"/>
                        </a:lnSpc>
                        <a:spcBef>
                          <a:spcPts val="0"/>
                        </a:spcBef>
                        <a:spcAft>
                          <a:spcPts val="0"/>
                        </a:spcAft>
                        <a:buNone/>
                      </a:pPr>
                      <a:endParaRPr sz="14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9"/>
                  </a:ext>
                </a:extLst>
              </a:tr>
            </a:tbl>
          </a:graphicData>
        </a:graphic>
      </p:graphicFrame>
      <p:grpSp>
        <p:nvGrpSpPr>
          <p:cNvPr id="653" name="Google Shape;653;p36"/>
          <p:cNvGrpSpPr/>
          <p:nvPr/>
        </p:nvGrpSpPr>
        <p:grpSpPr>
          <a:xfrm>
            <a:off x="3282822" y="1248410"/>
            <a:ext cx="1139825" cy="3578860"/>
            <a:chOff x="3282822" y="1248410"/>
            <a:chExt cx="1139825" cy="3578860"/>
          </a:xfrm>
        </p:grpSpPr>
        <p:sp>
          <p:nvSpPr>
            <p:cNvPr id="654" name="Google Shape;654;p36"/>
            <p:cNvSpPr/>
            <p:nvPr/>
          </p:nvSpPr>
          <p:spPr>
            <a:xfrm>
              <a:off x="3282822" y="3601720"/>
              <a:ext cx="1139825" cy="304800"/>
            </a:xfrm>
            <a:custGeom>
              <a:avLst/>
              <a:gdLst/>
              <a:ahLst/>
              <a:cxnLst/>
              <a:rect l="l" t="t" r="r" b="b"/>
              <a:pathLst>
                <a:path w="1139825" h="304800" extrusionOk="0">
                  <a:moveTo>
                    <a:pt x="1139253" y="0"/>
                  </a:moveTo>
                  <a:lnTo>
                    <a:pt x="0" y="0"/>
                  </a:lnTo>
                  <a:lnTo>
                    <a:pt x="0" y="304799"/>
                  </a:lnTo>
                  <a:lnTo>
                    <a:pt x="1139253" y="304799"/>
                  </a:lnTo>
                  <a:lnTo>
                    <a:pt x="1139253"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55" name="Google Shape;655;p36"/>
            <p:cNvSpPr/>
            <p:nvPr/>
          </p:nvSpPr>
          <p:spPr>
            <a:xfrm>
              <a:off x="3282822" y="3906520"/>
              <a:ext cx="1139825" cy="304800"/>
            </a:xfrm>
            <a:custGeom>
              <a:avLst/>
              <a:gdLst/>
              <a:ahLst/>
              <a:cxnLst/>
              <a:rect l="l" t="t" r="r" b="b"/>
              <a:pathLst>
                <a:path w="1139825" h="304800" extrusionOk="0">
                  <a:moveTo>
                    <a:pt x="1139253" y="0"/>
                  </a:moveTo>
                  <a:lnTo>
                    <a:pt x="0" y="0"/>
                  </a:lnTo>
                  <a:lnTo>
                    <a:pt x="0" y="304799"/>
                  </a:lnTo>
                  <a:lnTo>
                    <a:pt x="1139253" y="304799"/>
                  </a:lnTo>
                  <a:lnTo>
                    <a:pt x="1139253"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56" name="Google Shape;656;p36"/>
            <p:cNvSpPr/>
            <p:nvPr/>
          </p:nvSpPr>
          <p:spPr>
            <a:xfrm>
              <a:off x="3282822" y="4211320"/>
              <a:ext cx="1139825" cy="304800"/>
            </a:xfrm>
            <a:custGeom>
              <a:avLst/>
              <a:gdLst/>
              <a:ahLst/>
              <a:cxnLst/>
              <a:rect l="l" t="t" r="r" b="b"/>
              <a:pathLst>
                <a:path w="1139825" h="304800" extrusionOk="0">
                  <a:moveTo>
                    <a:pt x="1139253" y="0"/>
                  </a:moveTo>
                  <a:lnTo>
                    <a:pt x="0" y="0"/>
                  </a:lnTo>
                  <a:lnTo>
                    <a:pt x="0" y="304799"/>
                  </a:lnTo>
                  <a:lnTo>
                    <a:pt x="1139253" y="304799"/>
                  </a:lnTo>
                  <a:lnTo>
                    <a:pt x="1139253"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57" name="Google Shape;657;p36"/>
            <p:cNvSpPr/>
            <p:nvPr/>
          </p:nvSpPr>
          <p:spPr>
            <a:xfrm>
              <a:off x="3282822" y="1248410"/>
              <a:ext cx="1139825" cy="3578860"/>
            </a:xfrm>
            <a:custGeom>
              <a:avLst/>
              <a:gdLst/>
              <a:ahLst/>
              <a:cxnLst/>
              <a:rect l="l" t="t" r="r" b="b"/>
              <a:pathLst>
                <a:path w="1139825" h="3578860" extrusionOk="0">
                  <a:moveTo>
                    <a:pt x="0" y="292100"/>
                  </a:moveTo>
                  <a:lnTo>
                    <a:pt x="0" y="3578859"/>
                  </a:lnTo>
                </a:path>
                <a:path w="1139825" h="3578860" extrusionOk="0">
                  <a:moveTo>
                    <a:pt x="1139316" y="0"/>
                  </a:moveTo>
                  <a:lnTo>
                    <a:pt x="1139316" y="3578859"/>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graphicFrame>
        <p:nvGraphicFramePr>
          <p:cNvPr id="658" name="Google Shape;658;p36"/>
          <p:cNvGraphicFramePr/>
          <p:nvPr/>
        </p:nvGraphicFramePr>
        <p:xfrm>
          <a:off x="263474" y="1248410"/>
          <a:ext cx="3000000" cy="3000000"/>
        </p:xfrm>
        <a:graphic>
          <a:graphicData uri="http://schemas.openxmlformats.org/drawingml/2006/table">
            <a:tbl>
              <a:tblPr firstRow="1" bandRow="1">
                <a:noFill/>
                <a:tableStyleId>{99E32415-C451-4EA8-B95F-1B1F5F90AFCD}</a:tableStyleId>
              </a:tblPr>
              <a:tblGrid>
                <a:gridCol w="1198875">
                  <a:extLst>
                    <a:ext uri="{9D8B030D-6E8A-4147-A177-3AD203B41FA5}">
                      <a16:colId xmlns:a16="http://schemas.microsoft.com/office/drawing/2014/main" val="20000"/>
                    </a:ext>
                  </a:extLst>
                </a:gridCol>
                <a:gridCol w="1813550">
                  <a:extLst>
                    <a:ext uri="{9D8B030D-6E8A-4147-A177-3AD203B41FA5}">
                      <a16:colId xmlns:a16="http://schemas.microsoft.com/office/drawing/2014/main" val="20001"/>
                    </a:ext>
                  </a:extLst>
                </a:gridCol>
                <a:gridCol w="1139200">
                  <a:extLst>
                    <a:ext uri="{9D8B030D-6E8A-4147-A177-3AD203B41FA5}">
                      <a16:colId xmlns:a16="http://schemas.microsoft.com/office/drawing/2014/main" val="20002"/>
                    </a:ext>
                  </a:extLst>
                </a:gridCol>
              </a:tblGrid>
              <a:tr h="304800">
                <a:tc gridSpan="3">
                  <a:txBody>
                    <a:bodyPr/>
                    <a:lstStyle/>
                    <a:p>
                      <a:pPr marL="0" marR="0" lvl="0" indent="0" algn="ctr" rtl="0">
                        <a:lnSpc>
                          <a:spcPct val="100000"/>
                        </a:lnSpc>
                        <a:spcBef>
                          <a:spcPts val="0"/>
                        </a:spcBef>
                        <a:spcAft>
                          <a:spcPts val="0"/>
                        </a:spcAft>
                        <a:buNone/>
                      </a:pPr>
                      <a:r>
                        <a:rPr lang="en-US" sz="1400" b="1" u="none" strike="noStrike" cap="none">
                          <a:latin typeface="Arial"/>
                          <a:ea typeface="Arial"/>
                          <a:cs typeface="Arial"/>
                          <a:sym typeface="Arial"/>
                        </a:rPr>
                        <a:t>Sequence of memory references</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A6A6A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18150">
                <a:tc>
                  <a:txBody>
                    <a:bodyPr/>
                    <a:lstStyle/>
                    <a:p>
                      <a:pPr marL="222250" marR="167640" lvl="0" indent="-47625" algn="l" rtl="0">
                        <a:lnSpc>
                          <a:spcPct val="100000"/>
                        </a:lnSpc>
                        <a:spcBef>
                          <a:spcPts val="0"/>
                        </a:spcBef>
                        <a:spcAft>
                          <a:spcPts val="0"/>
                        </a:spcAft>
                        <a:buNone/>
                      </a:pPr>
                      <a:r>
                        <a:rPr lang="en-US" sz="1400" u="none" strike="noStrike" cap="none">
                          <a:latin typeface="Arial"/>
                          <a:ea typeface="Arial"/>
                          <a:cs typeface="Arial"/>
                          <a:sym typeface="Arial"/>
                        </a:rPr>
                        <a:t>Address of reference</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tc>
                  <a:txBody>
                    <a:bodyPr/>
                    <a:lstStyle/>
                    <a:p>
                      <a:pPr marL="698500" marR="271145" lvl="0" indent="-419100" algn="l" rtl="0">
                        <a:lnSpc>
                          <a:spcPct val="100000"/>
                        </a:lnSpc>
                        <a:spcBef>
                          <a:spcPts val="0"/>
                        </a:spcBef>
                        <a:spcAft>
                          <a:spcPts val="0"/>
                        </a:spcAft>
                        <a:buNone/>
                      </a:pPr>
                      <a:r>
                        <a:rPr lang="en-US" sz="1400" u="none" strike="noStrike" cap="none">
                          <a:latin typeface="Arial"/>
                          <a:ea typeface="Arial"/>
                          <a:cs typeface="Arial"/>
                          <a:sym typeface="Arial"/>
                        </a:rPr>
                        <a:t>Assigned cache block</a:t>
                      </a:r>
                      <a:endParaRPr sz="1400" u="none" strike="noStrike" cap="none">
                        <a:latin typeface="Arial"/>
                        <a:ea typeface="Arial"/>
                        <a:cs typeface="Arial"/>
                        <a:sym typeface="Arial"/>
                      </a:endParaRPr>
                    </a:p>
                  </a:txBody>
                  <a:tcPr marL="0" marR="0" marT="40000" marB="0">
                    <a:lnL w="12700" cap="flat" cmpd="sng">
                      <a:solidFill>
                        <a:srgbClr val="FFFFFF"/>
                      </a:solidFill>
                      <a:prstDash val="solid"/>
                      <a:round/>
                      <a:headEnd type="none" w="sm" len="sm"/>
                      <a:tailEnd type="none" w="sm" len="sm"/>
                    </a:lnL>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 or miss</a:t>
                      </a:r>
                      <a:endParaRPr sz="1400" u="none" strike="noStrike" cap="none">
                        <a:latin typeface="Arial"/>
                        <a:ea typeface="Arial"/>
                        <a:cs typeface="Arial"/>
                        <a:sym typeface="Arial"/>
                      </a:endParaRPr>
                    </a:p>
                  </a:txBody>
                  <a:tcPr marL="0" marR="0" marT="40000" marB="0">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A6A6A6"/>
                    </a:solidFill>
                  </a:tcPr>
                </a:tc>
                <a:extLst>
                  <a:ext uri="{0D108BD9-81ED-4DB2-BD59-A6C34878D82A}">
                    <a16:rowId xmlns:a16="http://schemas.microsoft.com/office/drawing/2014/main" val="10001"/>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FF0000"/>
                          </a:solidFill>
                          <a:latin typeface="Arial"/>
                          <a:ea typeface="Arial"/>
                          <a:cs typeface="Arial"/>
                          <a:sym typeface="Arial"/>
                        </a:rPr>
                        <a:t>110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FF0000"/>
                          </a:solidFill>
                          <a:latin typeface="Arial"/>
                          <a:ea typeface="Arial"/>
                          <a:cs typeface="Arial"/>
                          <a:sym typeface="Arial"/>
                        </a:rPr>
                        <a:t>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2"/>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a:t>
                      </a:r>
                      <a:r>
                        <a:rPr lang="en-US" sz="1400" u="none" strike="noStrike" cap="none">
                          <a:solidFill>
                            <a:srgbClr val="DD0805"/>
                          </a:solidFill>
                          <a:latin typeface="Arial"/>
                          <a:ea typeface="Arial"/>
                          <a:cs typeface="Arial"/>
                          <a:sym typeface="Arial"/>
                        </a:rPr>
                        <a:t>010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3"/>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DD0805"/>
                          </a:solidFill>
                          <a:latin typeface="Arial"/>
                          <a:ea typeface="Arial"/>
                          <a:cs typeface="Arial"/>
                          <a:sym typeface="Arial"/>
                        </a:rPr>
                        <a:t>110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110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4"/>
                  </a:ext>
                </a:extLst>
              </a:tr>
              <a:tr h="304800">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11</a:t>
                      </a:r>
                      <a:r>
                        <a:rPr lang="en-US" sz="1400" u="none" strike="noStrike" cap="none">
                          <a:solidFill>
                            <a:srgbClr val="DD0805"/>
                          </a:solidFill>
                          <a:latin typeface="Arial"/>
                          <a:ea typeface="Arial"/>
                          <a:cs typeface="Arial"/>
                          <a:sym typeface="Arial"/>
                        </a:rPr>
                        <a:t>010 </a:t>
                      </a:r>
                      <a:r>
                        <a:rPr lang="en-US" sz="1400" b="1" u="none" strike="noStrike" cap="none">
                          <a:latin typeface="Arial"/>
                          <a:ea typeface="Arial"/>
                          <a:cs typeface="Arial"/>
                          <a:sym typeface="Arial"/>
                        </a:rPr>
                        <a:t>mod </a:t>
                      </a:r>
                      <a:r>
                        <a:rPr lang="en-US" sz="1400" u="none" strike="noStrike" cap="none">
                          <a:latin typeface="Arial"/>
                          <a:ea typeface="Arial"/>
                          <a:cs typeface="Arial"/>
                          <a:sym typeface="Arial"/>
                        </a:rPr>
                        <a:t>8 = </a:t>
                      </a:r>
                      <a:r>
                        <a:rPr lang="en-US" sz="1400" u="none" strike="noStrike" cap="none">
                          <a:solidFill>
                            <a:srgbClr val="DD0805"/>
                          </a:solidFill>
                          <a:latin typeface="Arial"/>
                          <a:ea typeface="Arial"/>
                          <a:cs typeface="Arial"/>
                          <a:sym typeface="Arial"/>
                        </a:rPr>
                        <a:t>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extLst>
                  <a:ext uri="{0D108BD9-81ED-4DB2-BD59-A6C34878D82A}">
                    <a16:rowId xmlns:a16="http://schemas.microsoft.com/office/drawing/2014/main" val="10005"/>
                  </a:ext>
                </a:extLst>
              </a:tr>
              <a:tr h="304800">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10000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DD0805"/>
                          </a:solidFill>
                          <a:latin typeface="Arial"/>
                          <a:ea typeface="Arial"/>
                          <a:cs typeface="Arial"/>
                          <a:sym typeface="Arial"/>
                        </a:rPr>
                        <a:t>000 </a:t>
                      </a:r>
                      <a:r>
                        <a:rPr lang="en-US" sz="1400" u="none" strike="noStrike" cap="none">
                          <a:latin typeface="Arial"/>
                          <a:ea typeface="Arial"/>
                          <a:cs typeface="Arial"/>
                          <a:sym typeface="Arial"/>
                        </a:rPr>
                        <a:t>mod 8 = </a:t>
                      </a:r>
                      <a:r>
                        <a:rPr lang="en-US" sz="1400" u="none" strike="noStrike" cap="none">
                          <a:solidFill>
                            <a:srgbClr val="DD0805"/>
                          </a:solidFill>
                          <a:latin typeface="Arial"/>
                          <a:ea typeface="Arial"/>
                          <a:cs typeface="Arial"/>
                          <a:sym typeface="Arial"/>
                        </a:rPr>
                        <a:t>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extLst>
                  <a:ext uri="{0D108BD9-81ED-4DB2-BD59-A6C34878D82A}">
                    <a16:rowId xmlns:a16="http://schemas.microsoft.com/office/drawing/2014/main" val="10006"/>
                  </a:ext>
                </a:extLst>
              </a:tr>
              <a:tr h="304175">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00011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1270" marR="0" lvl="0" indent="0" algn="ctr" rtl="0">
                        <a:lnSpc>
                          <a:spcPct val="100000"/>
                        </a:lnSpc>
                        <a:spcBef>
                          <a:spcPts val="0"/>
                        </a:spcBef>
                        <a:spcAft>
                          <a:spcPts val="0"/>
                        </a:spcAft>
                        <a:buNone/>
                      </a:pPr>
                      <a:r>
                        <a:rPr lang="en-US" sz="1400" u="none" strike="noStrike" cap="none">
                          <a:latin typeface="Arial"/>
                          <a:ea typeface="Arial"/>
                          <a:cs typeface="Arial"/>
                          <a:sym typeface="Arial"/>
                        </a:rPr>
                        <a:t>00</a:t>
                      </a:r>
                      <a:r>
                        <a:rPr lang="en-US" sz="1400" u="none" strike="noStrike" cap="none">
                          <a:solidFill>
                            <a:srgbClr val="DD0805"/>
                          </a:solidFill>
                          <a:latin typeface="Arial"/>
                          <a:ea typeface="Arial"/>
                          <a:cs typeface="Arial"/>
                          <a:sym typeface="Arial"/>
                        </a:rPr>
                        <a:t>011 </a:t>
                      </a:r>
                      <a:r>
                        <a:rPr lang="en-US" sz="1400" u="none" strike="noStrike" cap="none">
                          <a:latin typeface="Arial"/>
                          <a:ea typeface="Arial"/>
                          <a:cs typeface="Arial"/>
                          <a:sym typeface="Arial"/>
                        </a:rPr>
                        <a:t>mod 8 = </a:t>
                      </a:r>
                      <a:r>
                        <a:rPr lang="en-US" sz="1400" u="none" strike="noStrike" cap="none">
                          <a:solidFill>
                            <a:srgbClr val="DD0805"/>
                          </a:solidFill>
                          <a:latin typeface="Arial"/>
                          <a:ea typeface="Arial"/>
                          <a:cs typeface="Arial"/>
                          <a:sym typeface="Arial"/>
                        </a:rPr>
                        <a:t>011</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miss</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7"/>
                  </a:ext>
                </a:extLst>
              </a:tr>
              <a:tr h="304800">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10000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DD0805"/>
                          </a:solidFill>
                          <a:latin typeface="Arial"/>
                          <a:ea typeface="Arial"/>
                          <a:cs typeface="Arial"/>
                          <a:sym typeface="Arial"/>
                        </a:rPr>
                        <a:t>000 </a:t>
                      </a:r>
                      <a:r>
                        <a:rPr lang="en-US" sz="1400" u="none" strike="noStrike" cap="none">
                          <a:latin typeface="Arial"/>
                          <a:ea typeface="Arial"/>
                          <a:cs typeface="Arial"/>
                          <a:sym typeface="Arial"/>
                        </a:rPr>
                        <a:t>mod 8 = </a:t>
                      </a:r>
                      <a:r>
                        <a:rPr lang="en-US" sz="1400" u="none" strike="noStrike" cap="none">
                          <a:solidFill>
                            <a:srgbClr val="DD0805"/>
                          </a:solidFill>
                          <a:latin typeface="Arial"/>
                          <a:ea typeface="Arial"/>
                          <a:cs typeface="Arial"/>
                          <a:sym typeface="Arial"/>
                        </a:rPr>
                        <a:t>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7F7"/>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8"/>
                  </a:ext>
                </a:extLst>
              </a:tr>
              <a:tr h="304800">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10010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DD0805"/>
                          </a:solidFill>
                          <a:latin typeface="Arial"/>
                          <a:ea typeface="Arial"/>
                          <a:cs typeface="Arial"/>
                          <a:sym typeface="Arial"/>
                        </a:rPr>
                        <a:t>010 </a:t>
                      </a:r>
                      <a:r>
                        <a:rPr lang="en-US" sz="1400" u="none" strike="noStrike" cap="none">
                          <a:latin typeface="Arial"/>
                          <a:ea typeface="Arial"/>
                          <a:cs typeface="Arial"/>
                          <a:sym typeface="Arial"/>
                        </a:rPr>
                        <a:t>mod 8 = </a:t>
                      </a:r>
                      <a:r>
                        <a:rPr lang="en-US" sz="1400" u="none" strike="noStrike" cap="none">
                          <a:solidFill>
                            <a:srgbClr val="DD0805"/>
                          </a:solidFill>
                          <a:latin typeface="Arial"/>
                          <a:ea typeface="Arial"/>
                          <a:cs typeface="Arial"/>
                          <a:sym typeface="Arial"/>
                        </a:rPr>
                        <a:t>010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ACAEE"/>
                    </a:solidFill>
                  </a:tcPr>
                </a:tc>
                <a:tc>
                  <a:txBody>
                    <a:bodyPr/>
                    <a:lstStyle/>
                    <a:p>
                      <a:pPr marL="1270" marR="0" lvl="0" indent="0" algn="ctr" rtl="0">
                        <a:lnSpc>
                          <a:spcPct val="100000"/>
                        </a:lnSpc>
                        <a:spcBef>
                          <a:spcPts val="0"/>
                        </a:spcBef>
                        <a:spcAft>
                          <a:spcPts val="0"/>
                        </a:spcAft>
                        <a:buNone/>
                      </a:pPr>
                      <a:r>
                        <a:rPr lang="en-US" sz="1400" b="1" u="none" strike="noStrike" cap="none">
                          <a:solidFill>
                            <a:srgbClr val="DD0805"/>
                          </a:solidFill>
                          <a:latin typeface="Arial"/>
                          <a:ea typeface="Arial"/>
                          <a:cs typeface="Arial"/>
                          <a:sym typeface="Arial"/>
                        </a:rPr>
                        <a:t>miss</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extLst>
                  <a:ext uri="{0D108BD9-81ED-4DB2-BD59-A6C34878D82A}">
                    <a16:rowId xmlns:a16="http://schemas.microsoft.com/office/drawing/2014/main" val="10009"/>
                  </a:ext>
                </a:extLst>
              </a:tr>
              <a:tr h="304800">
                <a:tc>
                  <a:txBody>
                    <a:bodyPr/>
                    <a:lstStyle/>
                    <a:p>
                      <a:pPr marL="635" marR="0" lvl="0" indent="0" algn="ctr" rtl="0">
                        <a:lnSpc>
                          <a:spcPct val="100000"/>
                        </a:lnSpc>
                        <a:spcBef>
                          <a:spcPts val="0"/>
                        </a:spcBef>
                        <a:spcAft>
                          <a:spcPts val="0"/>
                        </a:spcAft>
                        <a:buNone/>
                      </a:pPr>
                      <a:r>
                        <a:rPr lang="en-US" sz="1400" u="none" strike="noStrike" cap="none">
                          <a:latin typeface="Arial"/>
                          <a:ea typeface="Arial"/>
                          <a:cs typeface="Arial"/>
                          <a:sym typeface="Arial"/>
                        </a:rPr>
                        <a:t>10000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EDF9"/>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10</a:t>
                      </a:r>
                      <a:r>
                        <a:rPr lang="en-US" sz="1400" u="none" strike="noStrike" cap="none">
                          <a:solidFill>
                            <a:srgbClr val="DD0805"/>
                          </a:solidFill>
                          <a:latin typeface="Arial"/>
                          <a:ea typeface="Arial"/>
                          <a:cs typeface="Arial"/>
                          <a:sym typeface="Arial"/>
                        </a:rPr>
                        <a:t>000 </a:t>
                      </a:r>
                      <a:r>
                        <a:rPr lang="en-US" sz="1400" u="none" strike="noStrike" cap="none">
                          <a:latin typeface="Arial"/>
                          <a:ea typeface="Arial"/>
                          <a:cs typeface="Arial"/>
                          <a:sym typeface="Arial"/>
                        </a:rPr>
                        <a:t>mod 8 = </a:t>
                      </a:r>
                      <a:r>
                        <a:rPr lang="en-US" sz="1400" u="none" strike="noStrike" cap="none">
                          <a:solidFill>
                            <a:srgbClr val="DD0805"/>
                          </a:solidFill>
                          <a:latin typeface="Arial"/>
                          <a:ea typeface="Arial"/>
                          <a:cs typeface="Arial"/>
                          <a:sym typeface="Arial"/>
                        </a:rPr>
                        <a:t>000</a:t>
                      </a:r>
                      <a:endParaRPr sz="1400" u="none" strike="noStrike" cap="none">
                        <a:latin typeface="Arial"/>
                        <a:ea typeface="Arial"/>
                        <a:cs typeface="Arial"/>
                        <a:sym typeface="Arial"/>
                      </a:endParaRPr>
                    </a:p>
                  </a:txBody>
                  <a:tcPr marL="0" marR="0" marT="4065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EDF9"/>
                    </a:solidFill>
                  </a:tcPr>
                </a:tc>
                <a:tc>
                  <a:txBody>
                    <a:bodyPr/>
                    <a:lstStyle/>
                    <a:p>
                      <a:pPr marL="0" marR="0" lvl="0" indent="0" algn="ctr" rtl="0">
                        <a:lnSpc>
                          <a:spcPct val="100000"/>
                        </a:lnSpc>
                        <a:spcBef>
                          <a:spcPts val="0"/>
                        </a:spcBef>
                        <a:spcAft>
                          <a:spcPts val="0"/>
                        </a:spcAft>
                        <a:buNone/>
                      </a:pPr>
                      <a:r>
                        <a:rPr lang="en-US" sz="1400" u="none" strike="noStrike" cap="none">
                          <a:latin typeface="Arial"/>
                          <a:ea typeface="Arial"/>
                          <a:cs typeface="Arial"/>
                          <a:sym typeface="Arial"/>
                        </a:rPr>
                        <a:t>hit</a:t>
                      </a:r>
                      <a:endParaRPr sz="1400" u="none" strike="noStrike" cap="none">
                        <a:latin typeface="Arial"/>
                        <a:ea typeface="Arial"/>
                        <a:cs typeface="Arial"/>
                        <a:sym typeface="Arial"/>
                      </a:endParaRPr>
                    </a:p>
                  </a:txBody>
                  <a:tcPr marL="0" marR="0" marT="40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EDF9"/>
                    </a:solidFill>
                  </a:tcPr>
                </a:tc>
                <a:extLst>
                  <a:ext uri="{0D108BD9-81ED-4DB2-BD59-A6C34878D82A}">
                    <a16:rowId xmlns:a16="http://schemas.microsoft.com/office/drawing/2014/main" val="10010"/>
                  </a:ext>
                </a:extLst>
              </a:tr>
            </a:tbl>
          </a:graphicData>
        </a:graphic>
      </p:graphicFrame>
      <p:sp>
        <p:nvSpPr>
          <p:cNvPr id="659" name="Google Shape;659;p36"/>
          <p:cNvSpPr/>
          <p:nvPr/>
        </p:nvSpPr>
        <p:spPr>
          <a:xfrm>
            <a:off x="3117342" y="2388870"/>
            <a:ext cx="3042920" cy="2207895"/>
          </a:xfrm>
          <a:custGeom>
            <a:avLst/>
            <a:gdLst/>
            <a:ahLst/>
            <a:cxnLst/>
            <a:rect l="l" t="t" r="r" b="b"/>
            <a:pathLst>
              <a:path w="3042920" h="2207895" extrusionOk="0">
                <a:moveTo>
                  <a:pt x="3001297" y="30130"/>
                </a:moveTo>
                <a:lnTo>
                  <a:pt x="2975788" y="32663"/>
                </a:lnTo>
                <a:lnTo>
                  <a:pt x="0" y="2186559"/>
                </a:lnTo>
                <a:lnTo>
                  <a:pt x="15239" y="2207641"/>
                </a:lnTo>
                <a:lnTo>
                  <a:pt x="2990940" y="53593"/>
                </a:lnTo>
                <a:lnTo>
                  <a:pt x="3001297" y="30130"/>
                </a:lnTo>
                <a:close/>
              </a:path>
              <a:path w="3042920" h="2207895" extrusionOk="0">
                <a:moveTo>
                  <a:pt x="3040899" y="4571"/>
                </a:moveTo>
                <a:lnTo>
                  <a:pt x="3014598" y="4571"/>
                </a:lnTo>
                <a:lnTo>
                  <a:pt x="3029711" y="25526"/>
                </a:lnTo>
                <a:lnTo>
                  <a:pt x="2990940" y="53593"/>
                </a:lnTo>
                <a:lnTo>
                  <a:pt x="2971037" y="98678"/>
                </a:lnTo>
                <a:lnTo>
                  <a:pt x="2973959" y="106299"/>
                </a:lnTo>
                <a:lnTo>
                  <a:pt x="2987040" y="112140"/>
                </a:lnTo>
                <a:lnTo>
                  <a:pt x="2994342" y="109219"/>
                </a:lnTo>
                <a:lnTo>
                  <a:pt x="2994602" y="109219"/>
                </a:lnTo>
                <a:lnTo>
                  <a:pt x="2997581" y="102615"/>
                </a:lnTo>
                <a:lnTo>
                  <a:pt x="3040899" y="4571"/>
                </a:lnTo>
                <a:close/>
              </a:path>
              <a:path w="3042920" h="2207895" extrusionOk="0">
                <a:moveTo>
                  <a:pt x="3018354" y="9778"/>
                </a:moveTo>
                <a:lnTo>
                  <a:pt x="3010281" y="9778"/>
                </a:lnTo>
                <a:lnTo>
                  <a:pt x="3023361" y="27939"/>
                </a:lnTo>
                <a:lnTo>
                  <a:pt x="3001297" y="30130"/>
                </a:lnTo>
                <a:lnTo>
                  <a:pt x="2990940" y="53593"/>
                </a:lnTo>
                <a:lnTo>
                  <a:pt x="3029711" y="25526"/>
                </a:lnTo>
                <a:lnTo>
                  <a:pt x="3018354" y="9778"/>
                </a:lnTo>
                <a:close/>
              </a:path>
              <a:path w="3042920" h="2207895" extrusionOk="0">
                <a:moveTo>
                  <a:pt x="3042920" y="0"/>
                </a:moveTo>
                <a:lnTo>
                  <a:pt x="2924174" y="11683"/>
                </a:lnTo>
                <a:lnTo>
                  <a:pt x="2918968" y="18033"/>
                </a:lnTo>
                <a:lnTo>
                  <a:pt x="2919730" y="25145"/>
                </a:lnTo>
                <a:lnTo>
                  <a:pt x="2920365" y="32257"/>
                </a:lnTo>
                <a:lnTo>
                  <a:pt x="2926715" y="37464"/>
                </a:lnTo>
                <a:lnTo>
                  <a:pt x="2933827" y="36829"/>
                </a:lnTo>
                <a:lnTo>
                  <a:pt x="2975788" y="32663"/>
                </a:lnTo>
                <a:lnTo>
                  <a:pt x="3014598" y="4571"/>
                </a:lnTo>
                <a:lnTo>
                  <a:pt x="3040899" y="4571"/>
                </a:lnTo>
                <a:lnTo>
                  <a:pt x="3042920" y="0"/>
                </a:lnTo>
                <a:close/>
              </a:path>
              <a:path w="3042920" h="2207895" extrusionOk="0">
                <a:moveTo>
                  <a:pt x="3014598" y="4571"/>
                </a:moveTo>
                <a:lnTo>
                  <a:pt x="2975788" y="32663"/>
                </a:lnTo>
                <a:lnTo>
                  <a:pt x="3001297" y="30130"/>
                </a:lnTo>
                <a:lnTo>
                  <a:pt x="3010281" y="9778"/>
                </a:lnTo>
                <a:lnTo>
                  <a:pt x="3018354" y="9778"/>
                </a:lnTo>
                <a:lnTo>
                  <a:pt x="3014598" y="4571"/>
                </a:lnTo>
                <a:close/>
              </a:path>
              <a:path w="3042920" h="2207895" extrusionOk="0">
                <a:moveTo>
                  <a:pt x="3010281" y="9778"/>
                </a:moveTo>
                <a:lnTo>
                  <a:pt x="3001297" y="30130"/>
                </a:lnTo>
                <a:lnTo>
                  <a:pt x="3023361" y="27939"/>
                </a:lnTo>
                <a:lnTo>
                  <a:pt x="3010281" y="977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60" name="Google Shape;660;p36"/>
          <p:cNvSpPr txBox="1">
            <a:spLocks noGrp="1"/>
          </p:cNvSpPr>
          <p:nvPr>
            <p:ph type="sldNum" idx="12"/>
          </p:nvPr>
        </p:nvSpPr>
        <p:spPr>
          <a:xfrm>
            <a:off x="8623045" y="6607072"/>
            <a:ext cx="249554" cy="224790"/>
          </a:xfrm>
          <a:prstGeom prst="rect">
            <a:avLst/>
          </a:prstGeom>
          <a:noFill/>
          <a:ln>
            <a:noFill/>
          </a:ln>
        </p:spPr>
        <p:txBody>
          <a:bodyPr spcFirstLastPara="1" wrap="square" lIns="0" tIns="0" rIns="0" bIns="0" anchor="t" anchorCtr="0">
            <a:spAutoFit/>
          </a:bodyPr>
          <a:lstStyle/>
          <a:p>
            <a:pPr marL="38100" marR="0" lvl="0" indent="0" algn="l" rtl="0">
              <a:lnSpc>
                <a:spcPct val="117857"/>
              </a:lnSpc>
              <a:spcBef>
                <a:spcPts val="0"/>
              </a:spcBef>
              <a:spcAft>
                <a:spcPts val="0"/>
              </a:spcAft>
              <a:buClr>
                <a:srgbClr val="000000"/>
              </a:buClr>
              <a:buSzPts val="1400"/>
              <a:buFont typeface="Arial"/>
              <a:buNone/>
            </a:pPr>
            <a:fld id="{00000000-1234-1234-1234-123412341234}" type="slidenum">
              <a:rPr lang="en-US" sz="1400" b="1" i="0" u="none" strike="noStrike" cap="none">
                <a:solidFill>
                  <a:srgbClr val="000000"/>
                </a:solidFill>
                <a:latin typeface="Arial"/>
                <a:ea typeface="Arial"/>
                <a:cs typeface="Arial"/>
                <a:sym typeface="Arial"/>
              </a:rPr>
              <a:t>36</a:t>
            </a:fld>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64"/>
        <p:cNvGrpSpPr/>
        <p:nvPr/>
      </p:nvGrpSpPr>
      <p:grpSpPr>
        <a:xfrm>
          <a:off x="0" y="0"/>
          <a:ext cx="0" cy="0"/>
          <a:chOff x="0" y="0"/>
          <a:chExt cx="0" cy="0"/>
        </a:xfrm>
      </p:grpSpPr>
      <p:sp>
        <p:nvSpPr>
          <p:cNvPr id="665" name="Google Shape;665;p37"/>
          <p:cNvSpPr/>
          <p:nvPr/>
        </p:nvSpPr>
        <p:spPr>
          <a:xfrm>
            <a:off x="2381" y="6400800"/>
            <a:ext cx="9141619" cy="4572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666" name="Google Shape;666;p37"/>
          <p:cNvSpPr/>
          <p:nvPr/>
        </p:nvSpPr>
        <p:spPr>
          <a:xfrm>
            <a:off x="11" y="6334316"/>
            <a:ext cx="9141619" cy="64008"/>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667" name="Google Shape;667;p37"/>
          <p:cNvSpPr/>
          <p:nvPr/>
        </p:nvSpPr>
        <p:spPr>
          <a:xfrm>
            <a:off x="0" y="0"/>
            <a:ext cx="9144000" cy="6858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8" name="Google Shape;668;p37"/>
          <p:cNvSpPr/>
          <p:nvPr/>
        </p:nvSpPr>
        <p:spPr>
          <a:xfrm>
            <a:off x="344043" y="457200"/>
            <a:ext cx="8455914" cy="59436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9" name="Google Shape;669;p37"/>
          <p:cNvSpPr/>
          <p:nvPr/>
        </p:nvSpPr>
        <p:spPr>
          <a:xfrm>
            <a:off x="392049" y="521208"/>
            <a:ext cx="8359902" cy="5815584"/>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670" name="Google Shape;670;p37"/>
          <p:cNvPicPr preferRelativeResize="0">
            <a:picLocks noGrp="1"/>
          </p:cNvPicPr>
          <p:nvPr>
            <p:ph type="body" idx="1"/>
          </p:nvPr>
        </p:nvPicPr>
        <p:blipFill rotWithShape="1">
          <a:blip r:embed="rId3">
            <a:alphaModFix/>
          </a:blip>
          <a:srcRect/>
          <a:stretch/>
        </p:blipFill>
        <p:spPr>
          <a:xfrm>
            <a:off x="707517" y="1099907"/>
            <a:ext cx="7752969" cy="465178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38"/>
          <p:cNvSpPr txBox="1">
            <a:spLocks noGrp="1"/>
          </p:cNvSpPr>
          <p:nvPr>
            <p:ph type="title"/>
          </p:nvPr>
        </p:nvSpPr>
        <p:spPr>
          <a:xfrm>
            <a:off x="2596133" y="265557"/>
            <a:ext cx="3951732" cy="369332"/>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a:t>Class Practice</a:t>
            </a:r>
            <a:endParaRPr/>
          </a:p>
        </p:txBody>
      </p:sp>
      <p:sp>
        <p:nvSpPr>
          <p:cNvPr id="677" name="Google Shape;677;p38"/>
          <p:cNvSpPr txBox="1">
            <a:spLocks noGrp="1"/>
          </p:cNvSpPr>
          <p:nvPr>
            <p:ph type="body" idx="1"/>
          </p:nvPr>
        </p:nvSpPr>
        <p:spPr>
          <a:xfrm>
            <a:off x="225374" y="1248410"/>
            <a:ext cx="4241800" cy="4542789"/>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a:p>
        </p:txBody>
      </p:sp>
      <p:graphicFrame>
        <p:nvGraphicFramePr>
          <p:cNvPr id="678" name="Google Shape;678;p38"/>
          <p:cNvGraphicFramePr/>
          <p:nvPr/>
        </p:nvGraphicFramePr>
        <p:xfrm>
          <a:off x="225425" y="2164172"/>
          <a:ext cx="3000000" cy="3000000"/>
        </p:xfrm>
        <a:graphic>
          <a:graphicData uri="http://schemas.openxmlformats.org/drawingml/2006/table">
            <a:tbl>
              <a:tblPr firstRow="1" firstCol="1" bandRow="1">
                <a:noFill/>
                <a:tableStyleId>{95753283-4A8C-4E0F-A51D-A43B3EB80709}</a:tableStyleId>
              </a:tblPr>
              <a:tblGrid>
                <a:gridCol w="1413925">
                  <a:extLst>
                    <a:ext uri="{9D8B030D-6E8A-4147-A177-3AD203B41FA5}">
                      <a16:colId xmlns:a16="http://schemas.microsoft.com/office/drawing/2014/main" val="20000"/>
                    </a:ext>
                  </a:extLst>
                </a:gridCol>
                <a:gridCol w="1413925">
                  <a:extLst>
                    <a:ext uri="{9D8B030D-6E8A-4147-A177-3AD203B41FA5}">
                      <a16:colId xmlns:a16="http://schemas.microsoft.com/office/drawing/2014/main" val="20001"/>
                    </a:ext>
                  </a:extLst>
                </a:gridCol>
                <a:gridCol w="1413925">
                  <a:extLst>
                    <a:ext uri="{9D8B030D-6E8A-4147-A177-3AD203B41FA5}">
                      <a16:colId xmlns:a16="http://schemas.microsoft.com/office/drawing/2014/main" val="20002"/>
                    </a:ext>
                  </a:extLst>
                </a:gridCol>
              </a:tblGrid>
              <a:tr h="322200">
                <a:tc>
                  <a:txBody>
                    <a:bodyPr/>
                    <a:lstStyle/>
                    <a:p>
                      <a:pPr marL="0" marR="0" lvl="0" indent="0" algn="ctr" rtl="0">
                        <a:lnSpc>
                          <a:spcPct val="115000"/>
                        </a:lnSpc>
                        <a:spcBef>
                          <a:spcPts val="0"/>
                        </a:spcBef>
                        <a:spcAft>
                          <a:spcPts val="0"/>
                        </a:spcAft>
                        <a:buSzPts val="1200"/>
                        <a:buFont typeface="Calibri"/>
                        <a:buNone/>
                      </a:pPr>
                      <a:r>
                        <a:rPr lang="en-US" sz="1200" u="none" strike="noStrike" cap="none"/>
                        <a:t>Address of Reference</a:t>
                      </a:r>
                      <a:endParaRPr sz="1200" u="none" strike="noStrike" cap="none">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SzPts val="1200"/>
                        <a:buFont typeface="Calibri"/>
                        <a:buNone/>
                      </a:pPr>
                      <a:r>
                        <a:rPr lang="en-US" sz="1200" u="none" strike="noStrike" cap="none"/>
                        <a:t>Assigned Cache Block</a:t>
                      </a:r>
                      <a:endParaRPr sz="1200" u="none" strike="noStrike" cap="none">
                        <a:latin typeface="Arial"/>
                        <a:ea typeface="Arial"/>
                        <a:cs typeface="Arial"/>
                        <a:sym typeface="Arial"/>
                      </a:endParaRPr>
                    </a:p>
                  </a:txBody>
                  <a:tcPr marL="9525" marR="9525" marT="9525" marB="9525" anchor="ctr"/>
                </a:tc>
                <a:tc>
                  <a:txBody>
                    <a:bodyPr/>
                    <a:lstStyle/>
                    <a:p>
                      <a:pPr marL="0" marR="0" lvl="0" indent="0" algn="ctr" rtl="0">
                        <a:lnSpc>
                          <a:spcPct val="115000"/>
                        </a:lnSpc>
                        <a:spcBef>
                          <a:spcPts val="0"/>
                        </a:spcBef>
                        <a:spcAft>
                          <a:spcPts val="0"/>
                        </a:spcAft>
                        <a:buSzPts val="1200"/>
                        <a:buFont typeface="Calibri"/>
                        <a:buNone/>
                      </a:pPr>
                      <a:r>
                        <a:rPr lang="en-US" sz="1200" u="none" strike="noStrike" cap="none"/>
                        <a:t>Hit or Miss</a:t>
                      </a:r>
                      <a:endParaRPr sz="1200" u="none" strike="noStrike" cap="none">
                        <a:latin typeface="Arial"/>
                        <a:ea typeface="Arial"/>
                        <a:cs typeface="Arial"/>
                        <a:sym typeface="Arial"/>
                      </a:endParaRPr>
                    </a:p>
                  </a:txBody>
                  <a:tcPr marL="9525" marR="9525" marT="9525" marB="9525" anchor="ctr"/>
                </a:tc>
                <a:extLst>
                  <a:ext uri="{0D108BD9-81ED-4DB2-BD59-A6C34878D82A}">
                    <a16:rowId xmlns:a16="http://schemas.microsoft.com/office/drawing/2014/main" val="10000"/>
                  </a:ext>
                </a:extLst>
              </a:tr>
              <a:tr h="322200">
                <a:tc>
                  <a:txBody>
                    <a:bodyPr/>
                    <a:lstStyle/>
                    <a:p>
                      <a:pPr marL="0" marR="0" lvl="0" indent="0" algn="l" rtl="0">
                        <a:lnSpc>
                          <a:spcPct val="115000"/>
                        </a:lnSpc>
                        <a:spcBef>
                          <a:spcPts val="0"/>
                        </a:spcBef>
                        <a:spcAft>
                          <a:spcPts val="0"/>
                        </a:spcAft>
                        <a:buSzPts val="1200"/>
                        <a:buFont typeface="Calibri"/>
                        <a:buNone/>
                      </a:pPr>
                      <a:r>
                        <a:rPr lang="en-US" sz="1200" u="none" strike="noStrike" cap="none"/>
                        <a:t>10101</a:t>
                      </a:r>
                      <a:endParaRPr sz="1200" u="none" strike="noStrike" cap="none">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SzPts val="1200"/>
                        <a:buFont typeface="Calibri"/>
                        <a:buNone/>
                      </a:pPr>
                      <a:endParaRPr sz="1200" u="none" strike="noStrike" cap="none">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SzPts val="1200"/>
                        <a:buFont typeface="Calibri"/>
                        <a:buNone/>
                      </a:pPr>
                      <a:endParaRPr sz="1200" u="none" strike="noStrike" cap="none">
                        <a:latin typeface="Arial"/>
                        <a:ea typeface="Arial"/>
                        <a:cs typeface="Arial"/>
                        <a:sym typeface="Arial"/>
                      </a:endParaRPr>
                    </a:p>
                  </a:txBody>
                  <a:tcPr marL="9525" marR="9525" marT="9525" marB="9525" anchor="ctr"/>
                </a:tc>
                <a:extLst>
                  <a:ext uri="{0D108BD9-81ED-4DB2-BD59-A6C34878D82A}">
                    <a16:rowId xmlns:a16="http://schemas.microsoft.com/office/drawing/2014/main" val="10001"/>
                  </a:ext>
                </a:extLst>
              </a:tr>
              <a:tr h="322200">
                <a:tc>
                  <a:txBody>
                    <a:bodyPr/>
                    <a:lstStyle/>
                    <a:p>
                      <a:pPr marL="0" marR="0" lvl="0" indent="0" algn="l" rtl="0">
                        <a:lnSpc>
                          <a:spcPct val="115000"/>
                        </a:lnSpc>
                        <a:spcBef>
                          <a:spcPts val="0"/>
                        </a:spcBef>
                        <a:spcAft>
                          <a:spcPts val="0"/>
                        </a:spcAft>
                        <a:buSzPts val="1200"/>
                        <a:buFont typeface="Calibri"/>
                        <a:buNone/>
                      </a:pPr>
                      <a:r>
                        <a:rPr lang="en-US" sz="1200" u="none" strike="noStrike" cap="none"/>
                        <a:t>11001</a:t>
                      </a:r>
                      <a:endParaRPr sz="1200" u="none" strike="noStrike" cap="none">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SzPts val="1200"/>
                        <a:buFont typeface="Calibri"/>
                        <a:buNone/>
                      </a:pPr>
                      <a:endParaRPr sz="1200" u="none" strike="noStrike" cap="none">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SzPts val="1200"/>
                        <a:buFont typeface="Calibri"/>
                        <a:buNone/>
                      </a:pPr>
                      <a:endParaRPr sz="1200" u="none" strike="noStrike" cap="none">
                        <a:latin typeface="Arial"/>
                        <a:ea typeface="Arial"/>
                        <a:cs typeface="Arial"/>
                        <a:sym typeface="Arial"/>
                      </a:endParaRPr>
                    </a:p>
                  </a:txBody>
                  <a:tcPr marL="9525" marR="9525" marT="9525" marB="9525" anchor="ctr"/>
                </a:tc>
                <a:extLst>
                  <a:ext uri="{0D108BD9-81ED-4DB2-BD59-A6C34878D82A}">
                    <a16:rowId xmlns:a16="http://schemas.microsoft.com/office/drawing/2014/main" val="10002"/>
                  </a:ext>
                </a:extLst>
              </a:tr>
              <a:tr h="322200">
                <a:tc>
                  <a:txBody>
                    <a:bodyPr/>
                    <a:lstStyle/>
                    <a:p>
                      <a:pPr marL="0" marR="0" lvl="0" indent="0" algn="l" rtl="0">
                        <a:lnSpc>
                          <a:spcPct val="115000"/>
                        </a:lnSpc>
                        <a:spcBef>
                          <a:spcPts val="0"/>
                        </a:spcBef>
                        <a:spcAft>
                          <a:spcPts val="0"/>
                        </a:spcAft>
                        <a:buSzPts val="1200"/>
                        <a:buFont typeface="Calibri"/>
                        <a:buNone/>
                      </a:pPr>
                      <a:r>
                        <a:rPr lang="en-US" sz="1200" u="none" strike="noStrike" cap="none"/>
                        <a:t>10101</a:t>
                      </a:r>
                      <a:endParaRPr sz="1200" u="none" strike="noStrike" cap="none">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SzPts val="1200"/>
                        <a:buFont typeface="Calibri"/>
                        <a:buNone/>
                      </a:pPr>
                      <a:endParaRPr sz="1200" u="none" strike="noStrike" cap="none">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SzPts val="1200"/>
                        <a:buFont typeface="Calibri"/>
                        <a:buNone/>
                      </a:pPr>
                      <a:endParaRPr sz="1200" u="none" strike="noStrike" cap="none">
                        <a:latin typeface="Arial"/>
                        <a:ea typeface="Arial"/>
                        <a:cs typeface="Arial"/>
                        <a:sym typeface="Arial"/>
                      </a:endParaRPr>
                    </a:p>
                  </a:txBody>
                  <a:tcPr marL="9525" marR="9525" marT="9525" marB="9525" anchor="ctr"/>
                </a:tc>
                <a:extLst>
                  <a:ext uri="{0D108BD9-81ED-4DB2-BD59-A6C34878D82A}">
                    <a16:rowId xmlns:a16="http://schemas.microsoft.com/office/drawing/2014/main" val="10003"/>
                  </a:ext>
                </a:extLst>
              </a:tr>
              <a:tr h="322200">
                <a:tc>
                  <a:txBody>
                    <a:bodyPr/>
                    <a:lstStyle/>
                    <a:p>
                      <a:pPr marL="0" marR="0" lvl="0" indent="0" algn="l" rtl="0">
                        <a:lnSpc>
                          <a:spcPct val="115000"/>
                        </a:lnSpc>
                        <a:spcBef>
                          <a:spcPts val="0"/>
                        </a:spcBef>
                        <a:spcAft>
                          <a:spcPts val="0"/>
                        </a:spcAft>
                        <a:buSzPts val="1200"/>
                        <a:buFont typeface="Calibri"/>
                        <a:buNone/>
                      </a:pPr>
                      <a:r>
                        <a:rPr lang="en-US" sz="1200" u="none" strike="noStrike" cap="none"/>
                        <a:t>00101</a:t>
                      </a:r>
                      <a:endParaRPr sz="1200" u="none" strike="noStrike" cap="none">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SzPts val="1200"/>
                        <a:buFont typeface="Calibri"/>
                        <a:buNone/>
                      </a:pPr>
                      <a:endParaRPr sz="1200" u="none" strike="noStrike" cap="none">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SzPts val="1200"/>
                        <a:buFont typeface="Calibri"/>
                        <a:buNone/>
                      </a:pPr>
                      <a:endParaRPr sz="1200" u="none" strike="noStrike" cap="none">
                        <a:latin typeface="Arial"/>
                        <a:ea typeface="Arial"/>
                        <a:cs typeface="Arial"/>
                        <a:sym typeface="Arial"/>
                      </a:endParaRPr>
                    </a:p>
                  </a:txBody>
                  <a:tcPr marL="9525" marR="9525" marT="9525" marB="9525" anchor="ctr"/>
                </a:tc>
                <a:extLst>
                  <a:ext uri="{0D108BD9-81ED-4DB2-BD59-A6C34878D82A}">
                    <a16:rowId xmlns:a16="http://schemas.microsoft.com/office/drawing/2014/main" val="10004"/>
                  </a:ext>
                </a:extLst>
              </a:tr>
              <a:tr h="322200">
                <a:tc>
                  <a:txBody>
                    <a:bodyPr/>
                    <a:lstStyle/>
                    <a:p>
                      <a:pPr marL="0" marR="0" lvl="0" indent="0" algn="l" rtl="0">
                        <a:lnSpc>
                          <a:spcPct val="115000"/>
                        </a:lnSpc>
                        <a:spcBef>
                          <a:spcPts val="0"/>
                        </a:spcBef>
                        <a:spcAft>
                          <a:spcPts val="0"/>
                        </a:spcAft>
                        <a:buSzPts val="1200"/>
                        <a:buFont typeface="Calibri"/>
                        <a:buNone/>
                      </a:pPr>
                      <a:r>
                        <a:rPr lang="en-US" sz="1200" u="none" strike="noStrike" cap="none"/>
                        <a:t>10001</a:t>
                      </a:r>
                      <a:endParaRPr sz="1200" u="none" strike="noStrike" cap="none">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SzPts val="1200"/>
                        <a:buFont typeface="Calibri"/>
                        <a:buNone/>
                      </a:pPr>
                      <a:endParaRPr sz="1200" u="none" strike="noStrike" cap="none">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SzPts val="1200"/>
                        <a:buFont typeface="Calibri"/>
                        <a:buNone/>
                      </a:pPr>
                      <a:endParaRPr sz="1200" u="none" strike="noStrike" cap="none">
                        <a:latin typeface="Arial"/>
                        <a:ea typeface="Arial"/>
                        <a:cs typeface="Arial"/>
                        <a:sym typeface="Arial"/>
                      </a:endParaRPr>
                    </a:p>
                  </a:txBody>
                  <a:tcPr marL="9525" marR="9525" marT="9525" marB="9525" anchor="ctr"/>
                </a:tc>
                <a:extLst>
                  <a:ext uri="{0D108BD9-81ED-4DB2-BD59-A6C34878D82A}">
                    <a16:rowId xmlns:a16="http://schemas.microsoft.com/office/drawing/2014/main" val="10005"/>
                  </a:ext>
                </a:extLst>
              </a:tr>
              <a:tr h="322200">
                <a:tc>
                  <a:txBody>
                    <a:bodyPr/>
                    <a:lstStyle/>
                    <a:p>
                      <a:pPr marL="0" marR="0" lvl="0" indent="0" algn="l" rtl="0">
                        <a:lnSpc>
                          <a:spcPct val="115000"/>
                        </a:lnSpc>
                        <a:spcBef>
                          <a:spcPts val="0"/>
                        </a:spcBef>
                        <a:spcAft>
                          <a:spcPts val="0"/>
                        </a:spcAft>
                        <a:buSzPts val="1200"/>
                        <a:buFont typeface="Calibri"/>
                        <a:buNone/>
                      </a:pPr>
                      <a:r>
                        <a:rPr lang="en-US" sz="1200" u="none" strike="noStrike" cap="none"/>
                        <a:t>10101</a:t>
                      </a:r>
                      <a:endParaRPr sz="1200" u="none" strike="noStrike" cap="none">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SzPts val="1200"/>
                        <a:buFont typeface="Calibri"/>
                        <a:buNone/>
                      </a:pPr>
                      <a:endParaRPr sz="1200" u="none" strike="noStrike" cap="none">
                        <a:latin typeface="Arial"/>
                        <a:ea typeface="Arial"/>
                        <a:cs typeface="Arial"/>
                        <a:sym typeface="Arial"/>
                      </a:endParaRPr>
                    </a:p>
                  </a:txBody>
                  <a:tcPr marL="9525" marR="9525" marT="9525" marB="9525" anchor="ctr"/>
                </a:tc>
                <a:tc>
                  <a:txBody>
                    <a:bodyPr/>
                    <a:lstStyle/>
                    <a:p>
                      <a:pPr marL="0" marR="0" lvl="0" indent="0" algn="l" rtl="0">
                        <a:lnSpc>
                          <a:spcPct val="115000"/>
                        </a:lnSpc>
                        <a:spcBef>
                          <a:spcPts val="0"/>
                        </a:spcBef>
                        <a:spcAft>
                          <a:spcPts val="0"/>
                        </a:spcAft>
                        <a:buSzPts val="1200"/>
                        <a:buFont typeface="Calibri"/>
                        <a:buNone/>
                      </a:pPr>
                      <a:endParaRPr sz="1200" u="none" strike="noStrike" cap="none">
                        <a:latin typeface="Arial"/>
                        <a:ea typeface="Arial"/>
                        <a:cs typeface="Arial"/>
                        <a:sym typeface="Arial"/>
                      </a:endParaRPr>
                    </a:p>
                  </a:txBody>
                  <a:tcPr marL="9525" marR="9525" marT="9525" marB="9525" anchor="ctr"/>
                </a:tc>
                <a:extLst>
                  <a:ext uri="{0D108BD9-81ED-4DB2-BD59-A6C34878D82A}">
                    <a16:rowId xmlns:a16="http://schemas.microsoft.com/office/drawing/2014/main" val="10006"/>
                  </a:ext>
                </a:extLst>
              </a:tr>
            </a:tbl>
          </a:graphicData>
        </a:graphic>
      </p:graphicFrame>
      <p:grpSp>
        <p:nvGrpSpPr>
          <p:cNvPr id="679" name="Google Shape;679;p38"/>
          <p:cNvGrpSpPr/>
          <p:nvPr/>
        </p:nvGrpSpPr>
        <p:grpSpPr>
          <a:xfrm>
            <a:off x="5135245" y="1552575"/>
            <a:ext cx="3401060" cy="3060700"/>
            <a:chOff x="5135245" y="1552575"/>
            <a:chExt cx="3401060" cy="3060700"/>
          </a:xfrm>
        </p:grpSpPr>
        <p:sp>
          <p:nvSpPr>
            <p:cNvPr id="680" name="Google Shape;680;p38"/>
            <p:cNvSpPr/>
            <p:nvPr/>
          </p:nvSpPr>
          <p:spPr>
            <a:xfrm>
              <a:off x="5141595" y="1558924"/>
              <a:ext cx="3388360" cy="609600"/>
            </a:xfrm>
            <a:custGeom>
              <a:avLst/>
              <a:gdLst/>
              <a:ahLst/>
              <a:cxnLst/>
              <a:rect l="l" t="t" r="r" b="b"/>
              <a:pathLst>
                <a:path w="3388359" h="609600" extrusionOk="0">
                  <a:moveTo>
                    <a:pt x="3387852" y="304800"/>
                  </a:moveTo>
                  <a:lnTo>
                    <a:pt x="3387725" y="304800"/>
                  </a:lnTo>
                  <a:lnTo>
                    <a:pt x="3387725" y="0"/>
                  </a:lnTo>
                  <a:lnTo>
                    <a:pt x="0" y="0"/>
                  </a:lnTo>
                  <a:lnTo>
                    <a:pt x="0" y="304800"/>
                  </a:lnTo>
                  <a:lnTo>
                    <a:pt x="0" y="609600"/>
                  </a:lnTo>
                  <a:lnTo>
                    <a:pt x="659561" y="609600"/>
                  </a:lnTo>
                  <a:lnTo>
                    <a:pt x="659561" y="304800"/>
                  </a:lnTo>
                  <a:lnTo>
                    <a:pt x="659638" y="609600"/>
                  </a:lnTo>
                  <a:lnTo>
                    <a:pt x="1768856" y="609600"/>
                  </a:lnTo>
                  <a:lnTo>
                    <a:pt x="3387852" y="609600"/>
                  </a:lnTo>
                  <a:lnTo>
                    <a:pt x="3387852" y="304800"/>
                  </a:lnTo>
                  <a:close/>
                </a:path>
              </a:pathLst>
            </a:custGeom>
            <a:solidFill>
              <a:srgbClr val="0000D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81" name="Google Shape;681;p38"/>
            <p:cNvSpPr/>
            <p:nvPr/>
          </p:nvSpPr>
          <p:spPr>
            <a:xfrm>
              <a:off x="5141595" y="2168524"/>
              <a:ext cx="3388360" cy="304800"/>
            </a:xfrm>
            <a:custGeom>
              <a:avLst/>
              <a:gdLst/>
              <a:ahLst/>
              <a:cxnLst/>
              <a:rect l="l" t="t" r="r" b="b"/>
              <a:pathLst>
                <a:path w="3388359" h="304800" extrusionOk="0">
                  <a:moveTo>
                    <a:pt x="659561" y="0"/>
                  </a:moveTo>
                  <a:lnTo>
                    <a:pt x="0" y="0"/>
                  </a:lnTo>
                  <a:lnTo>
                    <a:pt x="0" y="304800"/>
                  </a:lnTo>
                  <a:lnTo>
                    <a:pt x="659561" y="304800"/>
                  </a:lnTo>
                  <a:lnTo>
                    <a:pt x="659561" y="0"/>
                  </a:lnTo>
                  <a:close/>
                </a:path>
                <a:path w="3388359" h="304800" extrusionOk="0">
                  <a:moveTo>
                    <a:pt x="3387852" y="0"/>
                  </a:moveTo>
                  <a:lnTo>
                    <a:pt x="1768906" y="0"/>
                  </a:lnTo>
                  <a:lnTo>
                    <a:pt x="659638" y="0"/>
                  </a:lnTo>
                  <a:lnTo>
                    <a:pt x="659638" y="304800"/>
                  </a:lnTo>
                  <a:lnTo>
                    <a:pt x="1768856" y="304800"/>
                  </a:lnTo>
                  <a:lnTo>
                    <a:pt x="3387852" y="304800"/>
                  </a:lnTo>
                  <a:lnTo>
                    <a:pt x="3387852"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82" name="Google Shape;682;p38"/>
            <p:cNvSpPr/>
            <p:nvPr/>
          </p:nvSpPr>
          <p:spPr>
            <a:xfrm>
              <a:off x="5141595" y="2473324"/>
              <a:ext cx="3388360" cy="304800"/>
            </a:xfrm>
            <a:custGeom>
              <a:avLst/>
              <a:gdLst/>
              <a:ahLst/>
              <a:cxnLst/>
              <a:rect l="l" t="t" r="r" b="b"/>
              <a:pathLst>
                <a:path w="3388359" h="304800" extrusionOk="0">
                  <a:moveTo>
                    <a:pt x="659561" y="0"/>
                  </a:moveTo>
                  <a:lnTo>
                    <a:pt x="0" y="0"/>
                  </a:lnTo>
                  <a:lnTo>
                    <a:pt x="0" y="304800"/>
                  </a:lnTo>
                  <a:lnTo>
                    <a:pt x="659561" y="304800"/>
                  </a:lnTo>
                  <a:lnTo>
                    <a:pt x="659561" y="0"/>
                  </a:lnTo>
                  <a:close/>
                </a:path>
                <a:path w="3388359" h="304800" extrusionOk="0">
                  <a:moveTo>
                    <a:pt x="3387852" y="0"/>
                  </a:moveTo>
                  <a:lnTo>
                    <a:pt x="1768906" y="0"/>
                  </a:lnTo>
                  <a:lnTo>
                    <a:pt x="659638" y="0"/>
                  </a:lnTo>
                  <a:lnTo>
                    <a:pt x="659638" y="304800"/>
                  </a:lnTo>
                  <a:lnTo>
                    <a:pt x="1768856" y="304800"/>
                  </a:lnTo>
                  <a:lnTo>
                    <a:pt x="3387852" y="304800"/>
                  </a:lnTo>
                  <a:lnTo>
                    <a:pt x="3387852"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83" name="Google Shape;683;p38"/>
            <p:cNvSpPr/>
            <p:nvPr/>
          </p:nvSpPr>
          <p:spPr>
            <a:xfrm>
              <a:off x="5141595" y="2778124"/>
              <a:ext cx="3388360" cy="304800"/>
            </a:xfrm>
            <a:custGeom>
              <a:avLst/>
              <a:gdLst/>
              <a:ahLst/>
              <a:cxnLst/>
              <a:rect l="l" t="t" r="r" b="b"/>
              <a:pathLst>
                <a:path w="3388359" h="304800" extrusionOk="0">
                  <a:moveTo>
                    <a:pt x="659561" y="0"/>
                  </a:moveTo>
                  <a:lnTo>
                    <a:pt x="0" y="0"/>
                  </a:lnTo>
                  <a:lnTo>
                    <a:pt x="0" y="304800"/>
                  </a:lnTo>
                  <a:lnTo>
                    <a:pt x="659561" y="304800"/>
                  </a:lnTo>
                  <a:lnTo>
                    <a:pt x="659561" y="0"/>
                  </a:lnTo>
                  <a:close/>
                </a:path>
                <a:path w="3388359" h="304800" extrusionOk="0">
                  <a:moveTo>
                    <a:pt x="3387852" y="0"/>
                  </a:moveTo>
                  <a:lnTo>
                    <a:pt x="1768906" y="0"/>
                  </a:lnTo>
                  <a:lnTo>
                    <a:pt x="659638" y="0"/>
                  </a:lnTo>
                  <a:lnTo>
                    <a:pt x="659638" y="304800"/>
                  </a:lnTo>
                  <a:lnTo>
                    <a:pt x="1768856" y="304800"/>
                  </a:lnTo>
                  <a:lnTo>
                    <a:pt x="3387852" y="304800"/>
                  </a:lnTo>
                  <a:lnTo>
                    <a:pt x="3387852"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84" name="Google Shape;684;p38"/>
            <p:cNvSpPr/>
            <p:nvPr/>
          </p:nvSpPr>
          <p:spPr>
            <a:xfrm>
              <a:off x="5141595" y="3082924"/>
              <a:ext cx="3388360" cy="304800"/>
            </a:xfrm>
            <a:custGeom>
              <a:avLst/>
              <a:gdLst/>
              <a:ahLst/>
              <a:cxnLst/>
              <a:rect l="l" t="t" r="r" b="b"/>
              <a:pathLst>
                <a:path w="3388359" h="304800" extrusionOk="0">
                  <a:moveTo>
                    <a:pt x="659561" y="0"/>
                  </a:moveTo>
                  <a:lnTo>
                    <a:pt x="0" y="0"/>
                  </a:lnTo>
                  <a:lnTo>
                    <a:pt x="0" y="304800"/>
                  </a:lnTo>
                  <a:lnTo>
                    <a:pt x="659561" y="304800"/>
                  </a:lnTo>
                  <a:lnTo>
                    <a:pt x="659561" y="0"/>
                  </a:lnTo>
                  <a:close/>
                </a:path>
                <a:path w="3388359" h="304800" extrusionOk="0">
                  <a:moveTo>
                    <a:pt x="3387852" y="0"/>
                  </a:moveTo>
                  <a:lnTo>
                    <a:pt x="1768906" y="0"/>
                  </a:lnTo>
                  <a:lnTo>
                    <a:pt x="659638" y="0"/>
                  </a:lnTo>
                  <a:lnTo>
                    <a:pt x="659638" y="304800"/>
                  </a:lnTo>
                  <a:lnTo>
                    <a:pt x="1768856" y="304800"/>
                  </a:lnTo>
                  <a:lnTo>
                    <a:pt x="3387852" y="304800"/>
                  </a:lnTo>
                  <a:lnTo>
                    <a:pt x="3387852"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85" name="Google Shape;685;p38"/>
            <p:cNvSpPr/>
            <p:nvPr/>
          </p:nvSpPr>
          <p:spPr>
            <a:xfrm>
              <a:off x="5141595" y="3387724"/>
              <a:ext cx="3388360" cy="304800"/>
            </a:xfrm>
            <a:custGeom>
              <a:avLst/>
              <a:gdLst/>
              <a:ahLst/>
              <a:cxnLst/>
              <a:rect l="l" t="t" r="r" b="b"/>
              <a:pathLst>
                <a:path w="3388359" h="304800" extrusionOk="0">
                  <a:moveTo>
                    <a:pt x="659561" y="0"/>
                  </a:moveTo>
                  <a:lnTo>
                    <a:pt x="0" y="0"/>
                  </a:lnTo>
                  <a:lnTo>
                    <a:pt x="0" y="304800"/>
                  </a:lnTo>
                  <a:lnTo>
                    <a:pt x="659561" y="304800"/>
                  </a:lnTo>
                  <a:lnTo>
                    <a:pt x="659561" y="0"/>
                  </a:lnTo>
                  <a:close/>
                </a:path>
                <a:path w="3388359" h="304800" extrusionOk="0">
                  <a:moveTo>
                    <a:pt x="3387852" y="0"/>
                  </a:moveTo>
                  <a:lnTo>
                    <a:pt x="1768906" y="0"/>
                  </a:lnTo>
                  <a:lnTo>
                    <a:pt x="659638" y="0"/>
                  </a:lnTo>
                  <a:lnTo>
                    <a:pt x="659638" y="304800"/>
                  </a:lnTo>
                  <a:lnTo>
                    <a:pt x="1768856" y="304800"/>
                  </a:lnTo>
                  <a:lnTo>
                    <a:pt x="3387852" y="304800"/>
                  </a:lnTo>
                  <a:lnTo>
                    <a:pt x="3387852"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86" name="Google Shape;686;p38"/>
            <p:cNvSpPr/>
            <p:nvPr/>
          </p:nvSpPr>
          <p:spPr>
            <a:xfrm>
              <a:off x="5141595" y="3692524"/>
              <a:ext cx="3388360" cy="304800"/>
            </a:xfrm>
            <a:custGeom>
              <a:avLst/>
              <a:gdLst/>
              <a:ahLst/>
              <a:cxnLst/>
              <a:rect l="l" t="t" r="r" b="b"/>
              <a:pathLst>
                <a:path w="3388359" h="304800" extrusionOk="0">
                  <a:moveTo>
                    <a:pt x="659561" y="0"/>
                  </a:moveTo>
                  <a:lnTo>
                    <a:pt x="0" y="0"/>
                  </a:lnTo>
                  <a:lnTo>
                    <a:pt x="0" y="304800"/>
                  </a:lnTo>
                  <a:lnTo>
                    <a:pt x="659561" y="304800"/>
                  </a:lnTo>
                  <a:lnTo>
                    <a:pt x="659561" y="0"/>
                  </a:lnTo>
                  <a:close/>
                </a:path>
                <a:path w="3388359" h="304800" extrusionOk="0">
                  <a:moveTo>
                    <a:pt x="3387852" y="0"/>
                  </a:moveTo>
                  <a:lnTo>
                    <a:pt x="1768906" y="0"/>
                  </a:lnTo>
                  <a:lnTo>
                    <a:pt x="659638" y="0"/>
                  </a:lnTo>
                  <a:lnTo>
                    <a:pt x="659638" y="304800"/>
                  </a:lnTo>
                  <a:lnTo>
                    <a:pt x="1768856" y="304800"/>
                  </a:lnTo>
                  <a:lnTo>
                    <a:pt x="3387852" y="304800"/>
                  </a:lnTo>
                  <a:lnTo>
                    <a:pt x="3387852"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87" name="Google Shape;687;p38"/>
            <p:cNvSpPr/>
            <p:nvPr/>
          </p:nvSpPr>
          <p:spPr>
            <a:xfrm>
              <a:off x="5141595" y="3997324"/>
              <a:ext cx="3388360" cy="304800"/>
            </a:xfrm>
            <a:custGeom>
              <a:avLst/>
              <a:gdLst/>
              <a:ahLst/>
              <a:cxnLst/>
              <a:rect l="l" t="t" r="r" b="b"/>
              <a:pathLst>
                <a:path w="3388359" h="304800" extrusionOk="0">
                  <a:moveTo>
                    <a:pt x="659561" y="0"/>
                  </a:moveTo>
                  <a:lnTo>
                    <a:pt x="0" y="0"/>
                  </a:lnTo>
                  <a:lnTo>
                    <a:pt x="0" y="304800"/>
                  </a:lnTo>
                  <a:lnTo>
                    <a:pt x="659561" y="304800"/>
                  </a:lnTo>
                  <a:lnTo>
                    <a:pt x="659561" y="0"/>
                  </a:lnTo>
                  <a:close/>
                </a:path>
                <a:path w="3388359" h="304800" extrusionOk="0">
                  <a:moveTo>
                    <a:pt x="3387852" y="0"/>
                  </a:moveTo>
                  <a:lnTo>
                    <a:pt x="1768906" y="0"/>
                  </a:lnTo>
                  <a:lnTo>
                    <a:pt x="659638" y="0"/>
                  </a:lnTo>
                  <a:lnTo>
                    <a:pt x="659638" y="304800"/>
                  </a:lnTo>
                  <a:lnTo>
                    <a:pt x="1768856" y="304800"/>
                  </a:lnTo>
                  <a:lnTo>
                    <a:pt x="3387852" y="304800"/>
                  </a:lnTo>
                  <a:lnTo>
                    <a:pt x="3387852" y="0"/>
                  </a:lnTo>
                  <a:close/>
                </a:path>
              </a:pathLst>
            </a:custGeom>
            <a:solidFill>
              <a:srgbClr val="E7E7F7"/>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88" name="Google Shape;688;p38"/>
            <p:cNvSpPr/>
            <p:nvPr/>
          </p:nvSpPr>
          <p:spPr>
            <a:xfrm>
              <a:off x="5141595" y="4302124"/>
              <a:ext cx="3388360" cy="304800"/>
            </a:xfrm>
            <a:custGeom>
              <a:avLst/>
              <a:gdLst/>
              <a:ahLst/>
              <a:cxnLst/>
              <a:rect l="l" t="t" r="r" b="b"/>
              <a:pathLst>
                <a:path w="3388359" h="304800" extrusionOk="0">
                  <a:moveTo>
                    <a:pt x="659561" y="0"/>
                  </a:moveTo>
                  <a:lnTo>
                    <a:pt x="0" y="0"/>
                  </a:lnTo>
                  <a:lnTo>
                    <a:pt x="0" y="304800"/>
                  </a:lnTo>
                  <a:lnTo>
                    <a:pt x="659561" y="304800"/>
                  </a:lnTo>
                  <a:lnTo>
                    <a:pt x="659561" y="0"/>
                  </a:lnTo>
                  <a:close/>
                </a:path>
                <a:path w="3388359" h="304800" extrusionOk="0">
                  <a:moveTo>
                    <a:pt x="3387852" y="0"/>
                  </a:moveTo>
                  <a:lnTo>
                    <a:pt x="1768906" y="0"/>
                  </a:lnTo>
                  <a:lnTo>
                    <a:pt x="659638" y="0"/>
                  </a:lnTo>
                  <a:lnTo>
                    <a:pt x="659638" y="304800"/>
                  </a:lnTo>
                  <a:lnTo>
                    <a:pt x="1768856" y="304800"/>
                  </a:lnTo>
                  <a:lnTo>
                    <a:pt x="3387852" y="304800"/>
                  </a:lnTo>
                  <a:lnTo>
                    <a:pt x="3387852" y="0"/>
                  </a:lnTo>
                  <a:close/>
                </a:path>
              </a:pathLst>
            </a:custGeom>
            <a:solidFill>
              <a:srgbClr val="CACAE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89" name="Google Shape;689;p38"/>
            <p:cNvSpPr/>
            <p:nvPr/>
          </p:nvSpPr>
          <p:spPr>
            <a:xfrm>
              <a:off x="5801233" y="1844675"/>
              <a:ext cx="1109345" cy="2768600"/>
            </a:xfrm>
            <a:custGeom>
              <a:avLst/>
              <a:gdLst/>
              <a:ahLst/>
              <a:cxnLst/>
              <a:rect l="l" t="t" r="r" b="b"/>
              <a:pathLst>
                <a:path w="1109345" h="2768600" extrusionOk="0">
                  <a:moveTo>
                    <a:pt x="0" y="0"/>
                  </a:moveTo>
                  <a:lnTo>
                    <a:pt x="0" y="2768600"/>
                  </a:lnTo>
                </a:path>
                <a:path w="1109345" h="2768600" extrusionOk="0">
                  <a:moveTo>
                    <a:pt x="1109217" y="0"/>
                  </a:moveTo>
                  <a:lnTo>
                    <a:pt x="1109217" y="276860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90" name="Google Shape;690;p38"/>
            <p:cNvSpPr/>
            <p:nvPr/>
          </p:nvSpPr>
          <p:spPr>
            <a:xfrm>
              <a:off x="5135245" y="1863725"/>
              <a:ext cx="3401060" cy="0"/>
            </a:xfrm>
            <a:custGeom>
              <a:avLst/>
              <a:gdLst/>
              <a:ahLst/>
              <a:cxnLst/>
              <a:rect l="l" t="t" r="r" b="b"/>
              <a:pathLst>
                <a:path w="3401059" h="120000" extrusionOk="0">
                  <a:moveTo>
                    <a:pt x="0" y="0"/>
                  </a:moveTo>
                  <a:lnTo>
                    <a:pt x="3400552" y="0"/>
                  </a:lnTo>
                </a:path>
              </a:pathLst>
            </a:custGeom>
            <a:noFill/>
            <a:ln w="381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691" name="Google Shape;691;p38"/>
            <p:cNvSpPr/>
            <p:nvPr/>
          </p:nvSpPr>
          <p:spPr>
            <a:xfrm>
              <a:off x="5135245" y="1552575"/>
              <a:ext cx="3401060" cy="3060700"/>
            </a:xfrm>
            <a:custGeom>
              <a:avLst/>
              <a:gdLst/>
              <a:ahLst/>
              <a:cxnLst/>
              <a:rect l="l" t="t" r="r" b="b"/>
              <a:pathLst>
                <a:path w="3401059" h="3060700" extrusionOk="0">
                  <a:moveTo>
                    <a:pt x="0" y="615950"/>
                  </a:moveTo>
                  <a:lnTo>
                    <a:pt x="3400552" y="615950"/>
                  </a:lnTo>
                </a:path>
                <a:path w="3401059" h="3060700" extrusionOk="0">
                  <a:moveTo>
                    <a:pt x="0" y="920750"/>
                  </a:moveTo>
                  <a:lnTo>
                    <a:pt x="3400552" y="920750"/>
                  </a:lnTo>
                </a:path>
                <a:path w="3401059" h="3060700" extrusionOk="0">
                  <a:moveTo>
                    <a:pt x="0" y="1225550"/>
                  </a:moveTo>
                  <a:lnTo>
                    <a:pt x="3400552" y="1225550"/>
                  </a:lnTo>
                </a:path>
                <a:path w="3401059" h="3060700" extrusionOk="0">
                  <a:moveTo>
                    <a:pt x="0" y="1530350"/>
                  </a:moveTo>
                  <a:lnTo>
                    <a:pt x="3400552" y="1530350"/>
                  </a:lnTo>
                </a:path>
                <a:path w="3401059" h="3060700" extrusionOk="0">
                  <a:moveTo>
                    <a:pt x="0" y="1835150"/>
                  </a:moveTo>
                  <a:lnTo>
                    <a:pt x="3400552" y="1835150"/>
                  </a:lnTo>
                </a:path>
                <a:path w="3401059" h="3060700" extrusionOk="0">
                  <a:moveTo>
                    <a:pt x="0" y="2139950"/>
                  </a:moveTo>
                  <a:lnTo>
                    <a:pt x="3400552" y="2139950"/>
                  </a:lnTo>
                </a:path>
                <a:path w="3401059" h="3060700" extrusionOk="0">
                  <a:moveTo>
                    <a:pt x="0" y="2444750"/>
                  </a:moveTo>
                  <a:lnTo>
                    <a:pt x="3400552" y="2444750"/>
                  </a:lnTo>
                </a:path>
                <a:path w="3401059" h="3060700" extrusionOk="0">
                  <a:moveTo>
                    <a:pt x="0" y="2749550"/>
                  </a:moveTo>
                  <a:lnTo>
                    <a:pt x="3400552" y="2749550"/>
                  </a:lnTo>
                </a:path>
                <a:path w="3401059" h="3060700" extrusionOk="0">
                  <a:moveTo>
                    <a:pt x="6350" y="0"/>
                  </a:moveTo>
                  <a:lnTo>
                    <a:pt x="6350" y="3060700"/>
                  </a:lnTo>
                </a:path>
                <a:path w="3401059" h="3060700" extrusionOk="0">
                  <a:moveTo>
                    <a:pt x="3394202" y="0"/>
                  </a:moveTo>
                  <a:lnTo>
                    <a:pt x="3394202" y="3060700"/>
                  </a:lnTo>
                </a:path>
                <a:path w="3401059" h="3060700" extrusionOk="0">
                  <a:moveTo>
                    <a:pt x="0" y="6350"/>
                  </a:moveTo>
                  <a:lnTo>
                    <a:pt x="3400552" y="6350"/>
                  </a:lnTo>
                </a:path>
                <a:path w="3401059" h="3060700" extrusionOk="0">
                  <a:moveTo>
                    <a:pt x="0" y="3054350"/>
                  </a:moveTo>
                  <a:lnTo>
                    <a:pt x="3400552" y="305435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39"/>
          <p:cNvSpPr txBox="1">
            <a:spLocks noGrp="1"/>
          </p:cNvSpPr>
          <p:nvPr>
            <p:ph type="title"/>
          </p:nvPr>
        </p:nvSpPr>
        <p:spPr>
          <a:xfrm>
            <a:off x="2596133" y="265557"/>
            <a:ext cx="3951732" cy="391159"/>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endParaRPr/>
          </a:p>
        </p:txBody>
      </p:sp>
      <p:pic>
        <p:nvPicPr>
          <p:cNvPr id="697" name="Google Shape;697;p39"/>
          <p:cNvPicPr preferRelativeResize="0"/>
          <p:nvPr/>
        </p:nvPicPr>
        <p:blipFill rotWithShape="1">
          <a:blip r:embed="rId3">
            <a:alphaModFix/>
          </a:blip>
          <a:srcRect/>
          <a:stretch/>
        </p:blipFill>
        <p:spPr>
          <a:xfrm>
            <a:off x="762000" y="1400094"/>
            <a:ext cx="8215408" cy="4057812"/>
          </a:xfrm>
          <a:prstGeom prst="rect">
            <a:avLst/>
          </a:prstGeom>
          <a:noFill/>
          <a:ln>
            <a:noFill/>
          </a:ln>
        </p:spPr>
      </p:pic>
    </p:spTree>
  </p:cSld>
  <p:clrMapOvr>
    <a:masterClrMapping/>
  </p:clrMapOvr>
</p:sld>
</file>

<file path=ppt/theme/theme1.xml><?xml version="1.0" encoding="utf-8"?>
<a:theme xmlns:a="http://schemas.openxmlformats.org/drawingml/2006/main" name="1_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E4823951FA9BF42B980A03718EB0B18" ma:contentTypeVersion="3" ma:contentTypeDescription="Create a new document." ma:contentTypeScope="" ma:versionID="83cb9b3dcaf276b9eb74d806d95a1dd8">
  <xsd:schema xmlns:xsd="http://www.w3.org/2001/XMLSchema" xmlns:xs="http://www.w3.org/2001/XMLSchema" xmlns:p="http://schemas.microsoft.com/office/2006/metadata/properties" xmlns:ns2="6bf15077-4e46-4e3a-99a0-3fd5e4d406d3" targetNamespace="http://schemas.microsoft.com/office/2006/metadata/properties" ma:root="true" ma:fieldsID="5722cf350847c68a0f09e51844e13762" ns2:_="">
    <xsd:import namespace="6bf15077-4e46-4e3a-99a0-3fd5e4d406d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f15077-4e46-4e3a-99a0-3fd5e4d406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AFDFA9C-A626-4ACE-B93F-6266194D2F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f15077-4e46-4e3a-99a0-3fd5e4d406d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7EF4876-8EB1-47A0-B13B-905A324E73A5}">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4F292866-FA2A-4E4B-8320-0C6336A5B87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39</Slides>
  <Notes>39</Notes>
  <HiddenSlides>0</HiddenSlides>
  <ScaleCrop>false</ScaleCrop>
  <HeadingPairs>
    <vt:vector size="4" baseType="variant">
      <vt:variant>
        <vt:lpstr>Theme</vt:lpstr>
      </vt:variant>
      <vt:variant>
        <vt:i4>4</vt:i4>
      </vt:variant>
      <vt:variant>
        <vt:lpstr>Slide Titles</vt:lpstr>
      </vt:variant>
      <vt:variant>
        <vt:i4>39</vt:i4>
      </vt:variant>
    </vt:vector>
  </HeadingPairs>
  <TitlesOfParts>
    <vt:vector size="43" baseType="lpstr">
      <vt:lpstr>1_Retrospect</vt:lpstr>
      <vt:lpstr>Retrospect</vt:lpstr>
      <vt:lpstr>Office Theme</vt:lpstr>
      <vt:lpstr>1_Office Theme</vt:lpstr>
      <vt:lpstr>CS361: Computer Architecture</vt:lpstr>
      <vt:lpstr>THE MEMORY ANALOGY</vt:lpstr>
      <vt:lpstr>THE MEMORY ANALOGY</vt:lpstr>
      <vt:lpstr>PRINCIPLE OF LOCALITY</vt:lpstr>
      <vt:lpstr>RECALL</vt:lpstr>
      <vt:lpstr>MEMORY HIERARCHY</vt:lpstr>
      <vt:lpstr>MEMORY HIERARCHY</vt:lpstr>
      <vt:lpstr>MEMORY HIERARCHY</vt:lpstr>
      <vt:lpstr>MEMORY HIERARCHY</vt:lpstr>
      <vt:lpstr>MEMORY HIERARCHY</vt:lpstr>
      <vt:lpstr>MEMORY HIERARCHY</vt:lpstr>
      <vt:lpstr>MEMORY HIERARCHY</vt:lpstr>
      <vt:lpstr>MEMORY TECHNOLOGIES</vt:lpstr>
      <vt:lpstr>PROCESSOR VS MEMORY PERFORMANCE IMPROVEMENT</vt:lpstr>
      <vt:lpstr>DATA HIERARCHY</vt:lpstr>
      <vt:lpstr>DATA HIERARCHY</vt:lpstr>
      <vt:lpstr>DATA HIERARCHY</vt:lpstr>
      <vt:lpstr>TYPES OF LOCALITY</vt:lpstr>
      <vt:lpstr>TEMPORAL LOCALITY</vt:lpstr>
      <vt:lpstr>SPATIAL LOCALITY</vt:lpstr>
      <vt:lpstr>RECAP: WHAT IS CACHE?</vt:lpstr>
      <vt:lpstr>CACHE BASICS</vt:lpstr>
      <vt:lpstr>A SIMPLE CACHE</vt:lpstr>
      <vt:lpstr>DIRECT MAPPED CACHE</vt:lpstr>
      <vt:lpstr>DIRECT MAPPED CACHE</vt:lpstr>
      <vt:lpstr>DIRECT MAPPED CACHE</vt:lpstr>
      <vt:lpstr>DIRECT MAPPED CACHE</vt:lpstr>
      <vt:lpstr>ACCESSING A CACHE</vt:lpstr>
      <vt:lpstr>ACCESSING A CACHE</vt:lpstr>
      <vt:lpstr>ACCESSING A CACHE</vt:lpstr>
      <vt:lpstr>ACCESSING A CACHE</vt:lpstr>
      <vt:lpstr>ACCESSING A CACHE</vt:lpstr>
      <vt:lpstr>ACCESSING A CACHE</vt:lpstr>
      <vt:lpstr>ACCESSING A CACHE</vt:lpstr>
      <vt:lpstr>ACCESSING A CACHE</vt:lpstr>
      <vt:lpstr>ACCESSING A CACHE</vt:lpstr>
      <vt:lpstr>PowerPoint Presentation</vt:lpstr>
      <vt:lpstr>Class Practice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Archilab</dc:creator>
  <cp:revision>2</cp:revision>
  <dcterms:created xsi:type="dcterms:W3CDTF">2025-10-08T17:48:09Z</dcterms:created>
  <dcterms:modified xsi:type="dcterms:W3CDTF">2025-10-13T10:57:03Z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2022-11-29T00:00:00Z</vt:filetime>
  </property>
  <property fmtid="{D5CDD505-2E9C-101B-9397-08002B2CF9AE}" pid="3" name="Creator">
    <vt:lpwstr>Microsoft® PowerPoint® for Microsoft 365</vt:lpwstr>
  </property>
  <property fmtid="{D5CDD505-2E9C-101B-9397-08002B2CF9AE}" pid="4" name="LastSaved">
    <vt:filetime>2025-10-08T00:00:00Z</vt:filetime>
  </property>
  <property fmtid="{D5CDD505-2E9C-101B-9397-08002B2CF9AE}" pid="5" name="Producer">
    <vt:lpwstr>Microsoft® PowerPoint® for Microsoft 365</vt:lpwstr>
  </property>
  <property fmtid="{D5CDD505-2E9C-101B-9397-08002B2CF9AE}" pid="6" name="ContentTypeId">
    <vt:lpwstr>0x0101006E4823951FA9BF42B980A03718EB0B18</vt:lpwstr>
  </property>
</Properties>
</file>